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Alef"/>
      <p:regular r:id="rId42"/>
      <p:bold r:id="rId43"/>
    </p:embeddedFont>
    <p:embeddedFont>
      <p:font typeface="Comfortaa Regular"/>
      <p:regular r:id="rId44"/>
      <p:bold r:id="rId45"/>
    </p:embeddedFont>
    <p:embeddedFont>
      <p:font typeface="Saira SemiCondensed SemiBold"/>
      <p:regular r:id="rId46"/>
      <p:bold r:id="rId47"/>
    </p:embeddedFont>
    <p:embeddedFont>
      <p:font typeface="Fjalla One"/>
      <p:regular r:id="rId48"/>
    </p:embeddedFont>
    <p:embeddedFont>
      <p:font typeface="Roboto Condensed"/>
      <p:regular r:id="rId49"/>
      <p:bold r:id="rId50"/>
      <p:italic r:id="rId51"/>
      <p:boldItalic r:id="rId52"/>
    </p:embeddedFont>
    <p:embeddedFont>
      <p:font typeface="Pacifico"/>
      <p:regular r:id="rId53"/>
    </p:embeddedFont>
    <p:embeddedFont>
      <p:font typeface="Abel"/>
      <p:regular r:id="rId54"/>
    </p:embeddedFont>
    <p:embeddedFont>
      <p:font typeface="Barlow Semi Condensed"/>
      <p:regular r:id="rId55"/>
      <p:bold r:id="rId56"/>
      <p:italic r:id="rId57"/>
      <p:boldItalic r:id="rId58"/>
    </p:embeddedFont>
    <p:embeddedFont>
      <p:font typeface="Lexend Deca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989">
          <p15:clr>
            <a:srgbClr val="9AA0A6"/>
          </p15:clr>
        </p15:guide>
        <p15:guide id="2" orient="horz" pos="863">
          <p15:clr>
            <a:srgbClr val="9AA0A6"/>
          </p15:clr>
        </p15:guide>
        <p15:guide id="3" orient="horz" pos="2043">
          <p15:clr>
            <a:srgbClr val="9AA0A6"/>
          </p15:clr>
        </p15:guide>
        <p15:guide id="4" orient="horz" pos="2854">
          <p15:clr>
            <a:srgbClr val="9AA0A6"/>
          </p15:clr>
        </p15:guide>
        <p15:guide id="5" orient="horz" pos="1364">
          <p15:clr>
            <a:srgbClr val="9AA0A6"/>
          </p15:clr>
        </p15:guide>
        <p15:guide id="6" pos="219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643609-406D-4FC7-B304-C0CEBFB448BB}">
  <a:tblStyle styleId="{1C643609-406D-4FC7-B304-C0CEBFB448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989"/>
        <p:guide pos="863" orient="horz"/>
        <p:guide pos="2043" orient="horz"/>
        <p:guide pos="2854" orient="horz"/>
        <p:guide pos="1364" orient="horz"/>
        <p:guide pos="219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42" Type="http://schemas.openxmlformats.org/officeDocument/2006/relationships/font" Target="fonts/Alef-regular.fntdata"/><Relationship Id="rId41" Type="http://schemas.openxmlformats.org/officeDocument/2006/relationships/font" Target="fonts/Raleway-boldItalic.fntdata"/><Relationship Id="rId44" Type="http://schemas.openxmlformats.org/officeDocument/2006/relationships/font" Target="fonts/ComfortaaRegular-regular.fntdata"/><Relationship Id="rId43" Type="http://schemas.openxmlformats.org/officeDocument/2006/relationships/font" Target="fonts/Alef-bold.fntdata"/><Relationship Id="rId46" Type="http://schemas.openxmlformats.org/officeDocument/2006/relationships/font" Target="fonts/SairaSemiCondensedSemiBold-regular.fntdata"/><Relationship Id="rId45" Type="http://schemas.openxmlformats.org/officeDocument/2006/relationships/font" Target="fonts/ComfortaaRegula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FjallaOne-regular.fntdata"/><Relationship Id="rId47" Type="http://schemas.openxmlformats.org/officeDocument/2006/relationships/font" Target="fonts/SairaSemiCondensedSemiBold-bold.fntdata"/><Relationship Id="rId49" Type="http://schemas.openxmlformats.org/officeDocument/2006/relationships/font" Target="fonts/RobotoCondense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Raleway-bold.fntdata"/><Relationship Id="rId38" Type="http://schemas.openxmlformats.org/officeDocument/2006/relationships/font" Target="fonts/Raleway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exendDeca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Condensed-italic.fntdata"/><Relationship Id="rId50" Type="http://schemas.openxmlformats.org/officeDocument/2006/relationships/font" Target="fonts/RobotoCondensed-bold.fntdata"/><Relationship Id="rId53" Type="http://schemas.openxmlformats.org/officeDocument/2006/relationships/font" Target="fonts/Pacifico-regular.fntdata"/><Relationship Id="rId52" Type="http://schemas.openxmlformats.org/officeDocument/2006/relationships/font" Target="fonts/RobotoCondensed-boldItalic.fntdata"/><Relationship Id="rId11" Type="http://schemas.openxmlformats.org/officeDocument/2006/relationships/slide" Target="slides/slide5.xml"/><Relationship Id="rId55" Type="http://schemas.openxmlformats.org/officeDocument/2006/relationships/font" Target="fonts/BarlowSemiCondensed-regular.fntdata"/><Relationship Id="rId10" Type="http://schemas.openxmlformats.org/officeDocument/2006/relationships/slide" Target="slides/slide4.xml"/><Relationship Id="rId54" Type="http://schemas.openxmlformats.org/officeDocument/2006/relationships/font" Target="fonts/Abel-regular.fntdata"/><Relationship Id="rId13" Type="http://schemas.openxmlformats.org/officeDocument/2006/relationships/slide" Target="slides/slide7.xml"/><Relationship Id="rId57" Type="http://schemas.openxmlformats.org/officeDocument/2006/relationships/font" Target="fonts/BarlowSemiCondensed-italic.fntdata"/><Relationship Id="rId12" Type="http://schemas.openxmlformats.org/officeDocument/2006/relationships/slide" Target="slides/slide6.xml"/><Relationship Id="rId56" Type="http://schemas.openxmlformats.org/officeDocument/2006/relationships/font" Target="fonts/BarlowSemiCondensed-bold.fntdata"/><Relationship Id="rId15" Type="http://schemas.openxmlformats.org/officeDocument/2006/relationships/slide" Target="slides/slide9.xml"/><Relationship Id="rId59" Type="http://schemas.openxmlformats.org/officeDocument/2006/relationships/font" Target="fonts/LexendDeca-regular.fntdata"/><Relationship Id="rId14" Type="http://schemas.openxmlformats.org/officeDocument/2006/relationships/slide" Target="slides/slide8.xml"/><Relationship Id="rId58" Type="http://schemas.openxmlformats.org/officeDocument/2006/relationships/font" Target="fonts/BarlowSemiCondense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gf0d86aad99_0_60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gf0d86aad99_0_60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g41b2464216_0_6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2" name="Google Shape;2942;g41b2464216_0_6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6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g81e0d28117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8" name="Google Shape;2948;g81e0d28117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g81e0d28117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7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g81eb3e2e52_0_1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9" name="Google Shape;2959;g81eb3e2e52_0_1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0" name="Google Shape;2960;g81eb3e2e52_0_12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g81eb3e2e52_0_5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5" name="Google Shape;2965;g81eb3e2e52_0_5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g81eb3e2e52_0_5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9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Google Shape;2970;g8931b3dddd_0_1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1" name="Google Shape;2971;g8931b3dddd_0_1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g8931b3dddd_0_13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g8931b3dddd_0_1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7" name="Google Shape;2987;g8931b3dddd_0_1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g8931b3dddd_0_1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2" name="Shape 2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81eb3e2e52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81eb3e2e52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g81eb3e2e52_0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g89d6787e8b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3" name="Google Shape;3273;g89d6787e8b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4" name="Google Shape;3274;g89d6787e8b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g81eb3e2e52_0_9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0" name="Google Shape;3560;g81eb3e2e52_0_9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1" name="Google Shape;3561;g81eb3e2e52_0_9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0" name="Shape 3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1" name="Google Shape;3631;g8931b3dddd_0_14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2" name="Google Shape;3632;g8931b3dddd_0_14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3" name="Google Shape;3633;g8931b3dddd_0_14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7" name="Shape 3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8" name="Google Shape;3638;g8931b3dddd_0_14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9" name="Google Shape;3639;g8931b3dddd_0_14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0" name="Google Shape;3640;g8931b3dddd_0_14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4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8931b3dddd_0_14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6" name="Google Shape;3646;g8931b3dddd_0_14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7" name="Google Shape;3647;g8931b3dddd_0_14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6" name="Shape 3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Google Shape;3717;g8a76a21cd3_0_4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8" name="Google Shape;3718;g8a76a21cd3_0_4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8" name="Shape 3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9" name="Google Shape;3869;g81eb3e2e52_0_5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0" name="Google Shape;3870;g81eb3e2e52_0_5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1" name="Google Shape;3871;g81eb3e2e52_0_5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5" name="Shape 3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6" name="Google Shape;3876;g8a76a21cd3_0_1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7" name="Google Shape;3877;g8a76a21cd3_0_1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8" name="Google Shape;3878;g8a76a21cd3_0_1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8" name="Shape 4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Google Shape;4099;g8a76a21cd3_0_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0" name="Google Shape;4100;g8a76a21cd3_0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1" name="Google Shape;4101;g8a76a21cd3_0_2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2" name="Shape 4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3" name="Google Shape;4123;g893d33337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4" name="Google Shape;4124;g893d33337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5" name="Google Shape;4125;g893d33337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9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g893d33337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1" name="Google Shape;4131;g893d33337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2" name="Google Shape;4132;g893d333376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6" name="Shape 4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" name="Google Shape;4137;g893d333376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8" name="Google Shape;4138;g893d33337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9" name="Google Shape;4139;g893d333376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2" name="Shape 4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3" name="Google Shape;4143;g8931b3ddd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4" name="Google Shape;4144;g8931b3ddd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8" name="Shape 4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9" name="Google Shape;4149;g8931b3dddd_0_8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0" name="Google Shape;4150;g8931b3dddd_0_8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7" name="Shape 4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8" name="Google Shape;4388;g8a70c628aa_0_5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9" name="Google Shape;4389;g8a70c628aa_0_5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0" name="Google Shape;4390;g8a70c628aa_0_5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4" name="Shape 4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5" name="Google Shape;4395;g8931b3dddd_0_14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6" name="Google Shape;4396;g8931b3dddd_0_14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7" name="Google Shape;4397;g8931b3dddd_0_14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4" name="Shape 4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5" name="Google Shape;4405;g8931b3dddd_0_14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6" name="Google Shape;4406;g8931b3dddd_0_14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7" name="Google Shape;4407;g8931b3dddd_0_14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4" name="Shape 4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5" name="Google Shape;4415;g8931b3dddd_0_1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6" name="Google Shape;4416;g8931b3dddd_0_1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7" name="Google Shape;4417;g8931b3dddd_0_14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3" name="Shape 4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4" name="Google Shape;4424;g8931b3dddd_0_1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5" name="Google Shape;4425;g8931b3dddd_0_1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6" name="Google Shape;4426;g8931b3dddd_0_14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2" name="Shape 4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" name="Google Shape;4433;g8931b3dddd_0_1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4" name="Google Shape;4434;g8931b3dddd_0_1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4" name="Shape 4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5" name="Google Shape;4455;g8931b3dddd_0_1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6" name="Google Shape;4456;g8931b3dddd_0_1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7" name="Google Shape;4457;g8931b3dddd_0_15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2" name="Shape 4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3" name="Google Shape;4463;g8931b3dddd_0_15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g8931b3dddd_0_15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1" name="Shape 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2" name="Google Shape;4762;gf0d86aad99_0_8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3" name="Google Shape;4763;gf0d86aad99_0_8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 flipH="1">
            <a:off x="0" y="0"/>
            <a:ext cx="3923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43920" y="391883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610297" y="4478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-2557002" y="-12"/>
            <a:ext cx="6861861" cy="5143530"/>
            <a:chOff x="-3799077" y="-5268675"/>
            <a:chExt cx="6861861" cy="5143530"/>
          </a:xfrm>
        </p:grpSpPr>
        <p:sp>
          <p:nvSpPr>
            <p:cNvPr id="18" name="Google Shape;18;p2"/>
            <p:cNvSpPr/>
            <p:nvPr/>
          </p:nvSpPr>
          <p:spPr>
            <a:xfrm flipH="1">
              <a:off x="-3052066" y="-2688483"/>
              <a:ext cx="1596439" cy="1802961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-3799077" y="-5170503"/>
              <a:ext cx="6754688" cy="4497143"/>
            </a:xfrm>
            <a:custGeom>
              <a:rect b="b" l="l" r="r" t="t"/>
              <a:pathLst>
                <a:path extrusionOk="0" h="80439" w="120819">
                  <a:moveTo>
                    <a:pt x="94887" y="81"/>
                  </a:moveTo>
                  <a:lnTo>
                    <a:pt x="96400" y="122"/>
                  </a:lnTo>
                  <a:lnTo>
                    <a:pt x="97914" y="182"/>
                  </a:lnTo>
                  <a:lnTo>
                    <a:pt x="99427" y="283"/>
                  </a:lnTo>
                  <a:lnTo>
                    <a:pt x="100941" y="424"/>
                  </a:lnTo>
                  <a:lnTo>
                    <a:pt x="102454" y="586"/>
                  </a:lnTo>
                  <a:lnTo>
                    <a:pt x="103968" y="788"/>
                  </a:lnTo>
                  <a:lnTo>
                    <a:pt x="105481" y="1030"/>
                  </a:lnTo>
                  <a:lnTo>
                    <a:pt x="106894" y="1272"/>
                  </a:lnTo>
                  <a:lnTo>
                    <a:pt x="107620" y="1413"/>
                  </a:lnTo>
                  <a:lnTo>
                    <a:pt x="108367" y="1595"/>
                  </a:lnTo>
                  <a:lnTo>
                    <a:pt x="109114" y="1777"/>
                  </a:lnTo>
                  <a:lnTo>
                    <a:pt x="109860" y="1998"/>
                  </a:lnTo>
                  <a:lnTo>
                    <a:pt x="110607" y="2241"/>
                  </a:lnTo>
                  <a:lnTo>
                    <a:pt x="111354" y="2503"/>
                  </a:lnTo>
                  <a:lnTo>
                    <a:pt x="112100" y="2806"/>
                  </a:lnTo>
                  <a:lnTo>
                    <a:pt x="112827" y="3129"/>
                  </a:lnTo>
                  <a:lnTo>
                    <a:pt x="113533" y="3492"/>
                  </a:lnTo>
                  <a:lnTo>
                    <a:pt x="114219" y="3895"/>
                  </a:lnTo>
                  <a:lnTo>
                    <a:pt x="114562" y="4117"/>
                  </a:lnTo>
                  <a:lnTo>
                    <a:pt x="114885" y="4339"/>
                  </a:lnTo>
                  <a:lnTo>
                    <a:pt x="115208" y="4582"/>
                  </a:lnTo>
                  <a:lnTo>
                    <a:pt x="115531" y="4824"/>
                  </a:lnTo>
                  <a:lnTo>
                    <a:pt x="115834" y="5086"/>
                  </a:lnTo>
                  <a:lnTo>
                    <a:pt x="116136" y="5369"/>
                  </a:lnTo>
                  <a:lnTo>
                    <a:pt x="116419" y="5651"/>
                  </a:lnTo>
                  <a:lnTo>
                    <a:pt x="116701" y="5934"/>
                  </a:lnTo>
                  <a:lnTo>
                    <a:pt x="117044" y="6317"/>
                  </a:lnTo>
                  <a:lnTo>
                    <a:pt x="117367" y="6721"/>
                  </a:lnTo>
                  <a:lnTo>
                    <a:pt x="117690" y="7165"/>
                  </a:lnTo>
                  <a:lnTo>
                    <a:pt x="118033" y="7669"/>
                  </a:lnTo>
                  <a:lnTo>
                    <a:pt x="118336" y="8194"/>
                  </a:lnTo>
                  <a:lnTo>
                    <a:pt x="118659" y="8799"/>
                  </a:lnTo>
                  <a:lnTo>
                    <a:pt x="118941" y="9445"/>
                  </a:lnTo>
                  <a:lnTo>
                    <a:pt x="119224" y="10171"/>
                  </a:lnTo>
                  <a:lnTo>
                    <a:pt x="119486" y="10958"/>
                  </a:lnTo>
                  <a:lnTo>
                    <a:pt x="119728" y="11826"/>
                  </a:lnTo>
                  <a:lnTo>
                    <a:pt x="119950" y="12795"/>
                  </a:lnTo>
                  <a:lnTo>
                    <a:pt x="120152" y="13824"/>
                  </a:lnTo>
                  <a:lnTo>
                    <a:pt x="120334" y="14974"/>
                  </a:lnTo>
                  <a:lnTo>
                    <a:pt x="120475" y="16205"/>
                  </a:lnTo>
                  <a:lnTo>
                    <a:pt x="120576" y="17557"/>
                  </a:lnTo>
                  <a:lnTo>
                    <a:pt x="120657" y="19010"/>
                  </a:lnTo>
                  <a:lnTo>
                    <a:pt x="120697" y="20241"/>
                  </a:lnTo>
                  <a:lnTo>
                    <a:pt x="120717" y="21472"/>
                  </a:lnTo>
                  <a:lnTo>
                    <a:pt x="120737" y="22683"/>
                  </a:lnTo>
                  <a:lnTo>
                    <a:pt x="120737" y="23914"/>
                  </a:lnTo>
                  <a:lnTo>
                    <a:pt x="120717" y="25145"/>
                  </a:lnTo>
                  <a:lnTo>
                    <a:pt x="120697" y="26376"/>
                  </a:lnTo>
                  <a:lnTo>
                    <a:pt x="120657" y="27607"/>
                  </a:lnTo>
                  <a:lnTo>
                    <a:pt x="120616" y="28838"/>
                  </a:lnTo>
                  <a:lnTo>
                    <a:pt x="120536" y="30049"/>
                  </a:lnTo>
                  <a:lnTo>
                    <a:pt x="120455" y="31280"/>
                  </a:lnTo>
                  <a:lnTo>
                    <a:pt x="120374" y="32511"/>
                  </a:lnTo>
                  <a:lnTo>
                    <a:pt x="120253" y="33722"/>
                  </a:lnTo>
                  <a:lnTo>
                    <a:pt x="120152" y="34953"/>
                  </a:lnTo>
                  <a:lnTo>
                    <a:pt x="120011" y="36163"/>
                  </a:lnTo>
                  <a:lnTo>
                    <a:pt x="119870" y="37394"/>
                  </a:lnTo>
                  <a:lnTo>
                    <a:pt x="119708" y="38605"/>
                  </a:lnTo>
                  <a:lnTo>
                    <a:pt x="119567" y="39533"/>
                  </a:lnTo>
                  <a:lnTo>
                    <a:pt x="119405" y="40462"/>
                  </a:lnTo>
                  <a:lnTo>
                    <a:pt x="119224" y="41390"/>
                  </a:lnTo>
                  <a:lnTo>
                    <a:pt x="119103" y="41834"/>
                  </a:lnTo>
                  <a:lnTo>
                    <a:pt x="118982" y="42278"/>
                  </a:lnTo>
                  <a:lnTo>
                    <a:pt x="118820" y="42722"/>
                  </a:lnTo>
                  <a:lnTo>
                    <a:pt x="118659" y="43166"/>
                  </a:lnTo>
                  <a:lnTo>
                    <a:pt x="118497" y="43590"/>
                  </a:lnTo>
                  <a:lnTo>
                    <a:pt x="118296" y="43993"/>
                  </a:lnTo>
                  <a:lnTo>
                    <a:pt x="118074" y="44397"/>
                  </a:lnTo>
                  <a:lnTo>
                    <a:pt x="117831" y="44800"/>
                  </a:lnTo>
                  <a:lnTo>
                    <a:pt x="117549" y="45164"/>
                  </a:lnTo>
                  <a:lnTo>
                    <a:pt x="117266" y="45527"/>
                  </a:lnTo>
                  <a:lnTo>
                    <a:pt x="117105" y="45709"/>
                  </a:lnTo>
                  <a:lnTo>
                    <a:pt x="116943" y="45870"/>
                  </a:lnTo>
                  <a:lnTo>
                    <a:pt x="116782" y="45991"/>
                  </a:lnTo>
                  <a:lnTo>
                    <a:pt x="116621" y="46112"/>
                  </a:lnTo>
                  <a:lnTo>
                    <a:pt x="116459" y="46193"/>
                  </a:lnTo>
                  <a:lnTo>
                    <a:pt x="116298" y="46253"/>
                  </a:lnTo>
                  <a:lnTo>
                    <a:pt x="116136" y="46294"/>
                  </a:lnTo>
                  <a:lnTo>
                    <a:pt x="115975" y="46314"/>
                  </a:lnTo>
                  <a:lnTo>
                    <a:pt x="115813" y="46314"/>
                  </a:lnTo>
                  <a:lnTo>
                    <a:pt x="115632" y="46294"/>
                  </a:lnTo>
                  <a:lnTo>
                    <a:pt x="115490" y="46253"/>
                  </a:lnTo>
                  <a:lnTo>
                    <a:pt x="115349" y="46193"/>
                  </a:lnTo>
                  <a:lnTo>
                    <a:pt x="115228" y="46092"/>
                  </a:lnTo>
                  <a:lnTo>
                    <a:pt x="115107" y="45991"/>
                  </a:lnTo>
                  <a:lnTo>
                    <a:pt x="115006" y="45890"/>
                  </a:lnTo>
                  <a:lnTo>
                    <a:pt x="114905" y="45749"/>
                  </a:lnTo>
                  <a:lnTo>
                    <a:pt x="114724" y="45446"/>
                  </a:lnTo>
                  <a:lnTo>
                    <a:pt x="114562" y="45103"/>
                  </a:lnTo>
                  <a:lnTo>
                    <a:pt x="114441" y="44740"/>
                  </a:lnTo>
                  <a:lnTo>
                    <a:pt x="114300" y="44336"/>
                  </a:lnTo>
                  <a:lnTo>
                    <a:pt x="114360" y="44316"/>
                  </a:lnTo>
                  <a:lnTo>
                    <a:pt x="114199" y="43751"/>
                  </a:lnTo>
                  <a:lnTo>
                    <a:pt x="114017" y="43186"/>
                  </a:lnTo>
                  <a:lnTo>
                    <a:pt x="113816" y="42641"/>
                  </a:lnTo>
                  <a:lnTo>
                    <a:pt x="113594" y="42096"/>
                  </a:lnTo>
                  <a:lnTo>
                    <a:pt x="113331" y="41551"/>
                  </a:lnTo>
                  <a:lnTo>
                    <a:pt x="113049" y="41027"/>
                  </a:lnTo>
                  <a:lnTo>
                    <a:pt x="112746" y="40522"/>
                  </a:lnTo>
                  <a:lnTo>
                    <a:pt x="112403" y="40018"/>
                  </a:lnTo>
                  <a:lnTo>
                    <a:pt x="112040" y="39533"/>
                  </a:lnTo>
                  <a:lnTo>
                    <a:pt x="111656" y="39049"/>
                  </a:lnTo>
                  <a:lnTo>
                    <a:pt x="111253" y="38605"/>
                  </a:lnTo>
                  <a:lnTo>
                    <a:pt x="110829" y="38161"/>
                  </a:lnTo>
                  <a:lnTo>
                    <a:pt x="110365" y="37717"/>
                  </a:lnTo>
                  <a:lnTo>
                    <a:pt x="109901" y="37314"/>
                  </a:lnTo>
                  <a:lnTo>
                    <a:pt x="109396" y="36910"/>
                  </a:lnTo>
                  <a:lnTo>
                    <a:pt x="108892" y="36547"/>
                  </a:lnTo>
                  <a:lnTo>
                    <a:pt x="108367" y="36184"/>
                  </a:lnTo>
                  <a:lnTo>
                    <a:pt x="107822" y="35861"/>
                  </a:lnTo>
                  <a:lnTo>
                    <a:pt x="107277" y="35558"/>
                  </a:lnTo>
                  <a:lnTo>
                    <a:pt x="106712" y="35275"/>
                  </a:lnTo>
                  <a:lnTo>
                    <a:pt x="106147" y="35033"/>
                  </a:lnTo>
                  <a:lnTo>
                    <a:pt x="105582" y="34811"/>
                  </a:lnTo>
                  <a:lnTo>
                    <a:pt x="104997" y="34610"/>
                  </a:lnTo>
                  <a:lnTo>
                    <a:pt x="104412" y="34428"/>
                  </a:lnTo>
                  <a:lnTo>
                    <a:pt x="103826" y="34287"/>
                  </a:lnTo>
                  <a:lnTo>
                    <a:pt x="103241" y="34166"/>
                  </a:lnTo>
                  <a:lnTo>
                    <a:pt x="102636" y="34065"/>
                  </a:lnTo>
                  <a:lnTo>
                    <a:pt x="102051" y="34004"/>
                  </a:lnTo>
                  <a:lnTo>
                    <a:pt x="101445" y="33964"/>
                  </a:lnTo>
                  <a:lnTo>
                    <a:pt x="100860" y="33944"/>
                  </a:lnTo>
                  <a:lnTo>
                    <a:pt x="100255" y="33964"/>
                  </a:lnTo>
                  <a:lnTo>
                    <a:pt x="99669" y="34004"/>
                  </a:lnTo>
                  <a:lnTo>
                    <a:pt x="99084" y="34085"/>
                  </a:lnTo>
                  <a:lnTo>
                    <a:pt x="98499" y="34166"/>
                  </a:lnTo>
                  <a:lnTo>
                    <a:pt x="97914" y="34307"/>
                  </a:lnTo>
                  <a:lnTo>
                    <a:pt x="97349" y="34448"/>
                  </a:lnTo>
                  <a:lnTo>
                    <a:pt x="96763" y="34630"/>
                  </a:lnTo>
                  <a:lnTo>
                    <a:pt x="96198" y="34831"/>
                  </a:lnTo>
                  <a:lnTo>
                    <a:pt x="95654" y="35053"/>
                  </a:lnTo>
                  <a:lnTo>
                    <a:pt x="95109" y="35296"/>
                  </a:lnTo>
                  <a:lnTo>
                    <a:pt x="94564" y="35578"/>
                  </a:lnTo>
                  <a:lnTo>
                    <a:pt x="94019" y="35861"/>
                  </a:lnTo>
                  <a:lnTo>
                    <a:pt x="93494" y="36184"/>
                  </a:lnTo>
                  <a:lnTo>
                    <a:pt x="92990" y="36527"/>
                  </a:lnTo>
                  <a:lnTo>
                    <a:pt x="92485" y="36910"/>
                  </a:lnTo>
                  <a:lnTo>
                    <a:pt x="92001" y="37293"/>
                  </a:lnTo>
                  <a:lnTo>
                    <a:pt x="91517" y="37697"/>
                  </a:lnTo>
                  <a:lnTo>
                    <a:pt x="91052" y="38141"/>
                  </a:lnTo>
                  <a:lnTo>
                    <a:pt x="90609" y="38585"/>
                  </a:lnTo>
                  <a:lnTo>
                    <a:pt x="90185" y="39049"/>
                  </a:lnTo>
                  <a:lnTo>
                    <a:pt x="89781" y="39513"/>
                  </a:lnTo>
                  <a:lnTo>
                    <a:pt x="89398" y="40018"/>
                  </a:lnTo>
                  <a:lnTo>
                    <a:pt x="89055" y="40502"/>
                  </a:lnTo>
                  <a:lnTo>
                    <a:pt x="88712" y="41027"/>
                  </a:lnTo>
                  <a:lnTo>
                    <a:pt x="88389" y="41551"/>
                  </a:lnTo>
                  <a:lnTo>
                    <a:pt x="88086" y="42076"/>
                  </a:lnTo>
                  <a:lnTo>
                    <a:pt x="87824" y="42621"/>
                  </a:lnTo>
                  <a:lnTo>
                    <a:pt x="87561" y="43186"/>
                  </a:lnTo>
                  <a:lnTo>
                    <a:pt x="87339" y="43751"/>
                  </a:lnTo>
                  <a:lnTo>
                    <a:pt x="87138" y="44316"/>
                  </a:lnTo>
                  <a:lnTo>
                    <a:pt x="86956" y="44881"/>
                  </a:lnTo>
                  <a:lnTo>
                    <a:pt x="86815" y="45466"/>
                  </a:lnTo>
                  <a:lnTo>
                    <a:pt x="86673" y="46052"/>
                  </a:lnTo>
                  <a:lnTo>
                    <a:pt x="86573" y="46637"/>
                  </a:lnTo>
                  <a:lnTo>
                    <a:pt x="86492" y="47283"/>
                  </a:lnTo>
                  <a:lnTo>
                    <a:pt x="86411" y="47928"/>
                  </a:lnTo>
                  <a:lnTo>
                    <a:pt x="86290" y="49240"/>
                  </a:lnTo>
                  <a:lnTo>
                    <a:pt x="86209" y="50330"/>
                  </a:lnTo>
                  <a:lnTo>
                    <a:pt x="86088" y="51399"/>
                  </a:lnTo>
                  <a:lnTo>
                    <a:pt x="86007" y="51924"/>
                  </a:lnTo>
                  <a:lnTo>
                    <a:pt x="85927" y="52449"/>
                  </a:lnTo>
                  <a:lnTo>
                    <a:pt x="85806" y="52973"/>
                  </a:lnTo>
                  <a:lnTo>
                    <a:pt x="85685" y="53458"/>
                  </a:lnTo>
                  <a:lnTo>
                    <a:pt x="85543" y="53962"/>
                  </a:lnTo>
                  <a:lnTo>
                    <a:pt x="85362" y="54426"/>
                  </a:lnTo>
                  <a:lnTo>
                    <a:pt x="85160" y="54870"/>
                  </a:lnTo>
                  <a:lnTo>
                    <a:pt x="84918" y="55314"/>
                  </a:lnTo>
                  <a:lnTo>
                    <a:pt x="84655" y="55718"/>
                  </a:lnTo>
                  <a:lnTo>
                    <a:pt x="84353" y="56101"/>
                  </a:lnTo>
                  <a:lnTo>
                    <a:pt x="84171" y="56303"/>
                  </a:lnTo>
                  <a:lnTo>
                    <a:pt x="84010" y="56465"/>
                  </a:lnTo>
                  <a:lnTo>
                    <a:pt x="83808" y="56646"/>
                  </a:lnTo>
                  <a:lnTo>
                    <a:pt x="83606" y="56808"/>
                  </a:lnTo>
                  <a:lnTo>
                    <a:pt x="83344" y="56989"/>
                  </a:lnTo>
                  <a:lnTo>
                    <a:pt x="83041" y="57191"/>
                  </a:lnTo>
                  <a:lnTo>
                    <a:pt x="82658" y="57393"/>
                  </a:lnTo>
                  <a:lnTo>
                    <a:pt x="82173" y="57595"/>
                  </a:lnTo>
                  <a:lnTo>
                    <a:pt x="81628" y="57776"/>
                  </a:lnTo>
                  <a:lnTo>
                    <a:pt x="81326" y="57877"/>
                  </a:lnTo>
                  <a:lnTo>
                    <a:pt x="80983" y="57958"/>
                  </a:lnTo>
                  <a:lnTo>
                    <a:pt x="80599" y="58018"/>
                  </a:lnTo>
                  <a:lnTo>
                    <a:pt x="80216" y="58099"/>
                  </a:lnTo>
                  <a:lnTo>
                    <a:pt x="79792" y="58160"/>
                  </a:lnTo>
                  <a:lnTo>
                    <a:pt x="79328" y="58200"/>
                  </a:lnTo>
                  <a:lnTo>
                    <a:pt x="78642" y="58261"/>
                  </a:lnTo>
                  <a:lnTo>
                    <a:pt x="77935" y="58281"/>
                  </a:lnTo>
                  <a:lnTo>
                    <a:pt x="77249" y="58301"/>
                  </a:lnTo>
                  <a:lnTo>
                    <a:pt x="76543" y="58301"/>
                  </a:lnTo>
                  <a:lnTo>
                    <a:pt x="75837" y="58281"/>
                  </a:lnTo>
                  <a:lnTo>
                    <a:pt x="75151" y="58240"/>
                  </a:lnTo>
                  <a:lnTo>
                    <a:pt x="74444" y="58180"/>
                  </a:lnTo>
                  <a:lnTo>
                    <a:pt x="73758" y="58119"/>
                  </a:lnTo>
                  <a:lnTo>
                    <a:pt x="72366" y="57958"/>
                  </a:lnTo>
                  <a:lnTo>
                    <a:pt x="70994" y="57776"/>
                  </a:lnTo>
                  <a:lnTo>
                    <a:pt x="69601" y="57574"/>
                  </a:lnTo>
                  <a:lnTo>
                    <a:pt x="68249" y="57352"/>
                  </a:lnTo>
                  <a:lnTo>
                    <a:pt x="66937" y="57151"/>
                  </a:lnTo>
                  <a:lnTo>
                    <a:pt x="65605" y="56949"/>
                  </a:lnTo>
                  <a:lnTo>
                    <a:pt x="64294" y="56767"/>
                  </a:lnTo>
                  <a:lnTo>
                    <a:pt x="62962" y="56606"/>
                  </a:lnTo>
                  <a:lnTo>
                    <a:pt x="61771" y="56505"/>
                  </a:lnTo>
                  <a:lnTo>
                    <a:pt x="60581" y="56424"/>
                  </a:lnTo>
                  <a:lnTo>
                    <a:pt x="59390" y="56384"/>
                  </a:lnTo>
                  <a:lnTo>
                    <a:pt x="58179" y="56364"/>
                  </a:lnTo>
                  <a:lnTo>
                    <a:pt x="56968" y="56384"/>
                  </a:lnTo>
                  <a:lnTo>
                    <a:pt x="55778" y="56444"/>
                  </a:lnTo>
                  <a:lnTo>
                    <a:pt x="54567" y="56525"/>
                  </a:lnTo>
                  <a:lnTo>
                    <a:pt x="53356" y="56646"/>
                  </a:lnTo>
                  <a:lnTo>
                    <a:pt x="52145" y="56787"/>
                  </a:lnTo>
                  <a:lnTo>
                    <a:pt x="50935" y="56949"/>
                  </a:lnTo>
                  <a:lnTo>
                    <a:pt x="49744" y="57151"/>
                  </a:lnTo>
                  <a:lnTo>
                    <a:pt x="48553" y="57393"/>
                  </a:lnTo>
                  <a:lnTo>
                    <a:pt x="47343" y="57655"/>
                  </a:lnTo>
                  <a:lnTo>
                    <a:pt x="46172" y="57958"/>
                  </a:lnTo>
                  <a:lnTo>
                    <a:pt x="44981" y="58281"/>
                  </a:lnTo>
                  <a:lnTo>
                    <a:pt x="43811" y="58644"/>
                  </a:lnTo>
                  <a:lnTo>
                    <a:pt x="42661" y="59027"/>
                  </a:lnTo>
                  <a:lnTo>
                    <a:pt x="41510" y="59451"/>
                  </a:lnTo>
                  <a:lnTo>
                    <a:pt x="40380" y="59895"/>
                  </a:lnTo>
                  <a:lnTo>
                    <a:pt x="39250" y="60359"/>
                  </a:lnTo>
                  <a:lnTo>
                    <a:pt x="38140" y="60864"/>
                  </a:lnTo>
                  <a:lnTo>
                    <a:pt x="37031" y="61409"/>
                  </a:lnTo>
                  <a:lnTo>
                    <a:pt x="35961" y="61954"/>
                  </a:lnTo>
                  <a:lnTo>
                    <a:pt x="34891" y="62539"/>
                  </a:lnTo>
                  <a:lnTo>
                    <a:pt x="33842" y="63144"/>
                  </a:lnTo>
                  <a:lnTo>
                    <a:pt x="32813" y="63790"/>
                  </a:lnTo>
                  <a:lnTo>
                    <a:pt x="31784" y="64436"/>
                  </a:lnTo>
                  <a:lnTo>
                    <a:pt x="30795" y="65122"/>
                  </a:lnTo>
                  <a:lnTo>
                    <a:pt x="29826" y="65828"/>
                  </a:lnTo>
                  <a:lnTo>
                    <a:pt x="28878" y="66555"/>
                  </a:lnTo>
                  <a:lnTo>
                    <a:pt x="27950" y="67321"/>
                  </a:lnTo>
                  <a:lnTo>
                    <a:pt x="27041" y="68088"/>
                  </a:lnTo>
                  <a:lnTo>
                    <a:pt x="26113" y="68916"/>
                  </a:lnTo>
                  <a:lnTo>
                    <a:pt x="25205" y="69763"/>
                  </a:lnTo>
                  <a:lnTo>
                    <a:pt x="23429" y="71499"/>
                  </a:lnTo>
                  <a:lnTo>
                    <a:pt x="22279" y="72609"/>
                  </a:lnTo>
                  <a:lnTo>
                    <a:pt x="21129" y="73719"/>
                  </a:lnTo>
                  <a:lnTo>
                    <a:pt x="19938" y="74788"/>
                  </a:lnTo>
                  <a:lnTo>
                    <a:pt x="19333" y="75313"/>
                  </a:lnTo>
                  <a:lnTo>
                    <a:pt x="18707" y="75837"/>
                  </a:lnTo>
                  <a:lnTo>
                    <a:pt x="18081" y="76342"/>
                  </a:lnTo>
                  <a:lnTo>
                    <a:pt x="17456" y="76826"/>
                  </a:lnTo>
                  <a:lnTo>
                    <a:pt x="16810" y="77290"/>
                  </a:lnTo>
                  <a:lnTo>
                    <a:pt x="16144" y="77734"/>
                  </a:lnTo>
                  <a:lnTo>
                    <a:pt x="15458" y="78158"/>
                  </a:lnTo>
                  <a:lnTo>
                    <a:pt x="14772" y="78542"/>
                  </a:lnTo>
                  <a:lnTo>
                    <a:pt x="14066" y="78925"/>
                  </a:lnTo>
                  <a:lnTo>
                    <a:pt x="13339" y="79268"/>
                  </a:lnTo>
                  <a:lnTo>
                    <a:pt x="12915" y="79450"/>
                  </a:lnTo>
                  <a:lnTo>
                    <a:pt x="12492" y="79611"/>
                  </a:lnTo>
                  <a:lnTo>
                    <a:pt x="12048" y="79752"/>
                  </a:lnTo>
                  <a:lnTo>
                    <a:pt x="11604" y="79894"/>
                  </a:lnTo>
                  <a:lnTo>
                    <a:pt x="11160" y="79995"/>
                  </a:lnTo>
                  <a:lnTo>
                    <a:pt x="10716" y="80095"/>
                  </a:lnTo>
                  <a:lnTo>
                    <a:pt x="10252" y="80196"/>
                  </a:lnTo>
                  <a:lnTo>
                    <a:pt x="9787" y="80257"/>
                  </a:lnTo>
                  <a:lnTo>
                    <a:pt x="9344" y="80297"/>
                  </a:lnTo>
                  <a:lnTo>
                    <a:pt x="8879" y="80338"/>
                  </a:lnTo>
                  <a:lnTo>
                    <a:pt x="8415" y="80358"/>
                  </a:lnTo>
                  <a:lnTo>
                    <a:pt x="7951" y="80358"/>
                  </a:lnTo>
                  <a:lnTo>
                    <a:pt x="7507" y="80338"/>
                  </a:lnTo>
                  <a:lnTo>
                    <a:pt x="7063" y="80317"/>
                  </a:lnTo>
                  <a:lnTo>
                    <a:pt x="6619" y="80257"/>
                  </a:lnTo>
                  <a:lnTo>
                    <a:pt x="6175" y="80196"/>
                  </a:lnTo>
                  <a:lnTo>
                    <a:pt x="5691" y="80095"/>
                  </a:lnTo>
                  <a:lnTo>
                    <a:pt x="5247" y="79974"/>
                  </a:lnTo>
                  <a:lnTo>
                    <a:pt x="4803" y="79853"/>
                  </a:lnTo>
                  <a:lnTo>
                    <a:pt x="4379" y="79692"/>
                  </a:lnTo>
                  <a:lnTo>
                    <a:pt x="3955" y="79510"/>
                  </a:lnTo>
                  <a:lnTo>
                    <a:pt x="3572" y="79329"/>
                  </a:lnTo>
                  <a:lnTo>
                    <a:pt x="3189" y="79107"/>
                  </a:lnTo>
                  <a:lnTo>
                    <a:pt x="2846" y="78885"/>
                  </a:lnTo>
                  <a:lnTo>
                    <a:pt x="2502" y="78642"/>
                  </a:lnTo>
                  <a:lnTo>
                    <a:pt x="2180" y="78380"/>
                  </a:lnTo>
                  <a:lnTo>
                    <a:pt x="1897" y="78098"/>
                  </a:lnTo>
                  <a:lnTo>
                    <a:pt x="1615" y="77795"/>
                  </a:lnTo>
                  <a:lnTo>
                    <a:pt x="1352" y="77472"/>
                  </a:lnTo>
                  <a:lnTo>
                    <a:pt x="1130" y="77149"/>
                  </a:lnTo>
                  <a:lnTo>
                    <a:pt x="908" y="76806"/>
                  </a:lnTo>
                  <a:lnTo>
                    <a:pt x="727" y="76443"/>
                  </a:lnTo>
                  <a:lnTo>
                    <a:pt x="585" y="76180"/>
                  </a:lnTo>
                  <a:lnTo>
                    <a:pt x="484" y="75898"/>
                  </a:lnTo>
                  <a:lnTo>
                    <a:pt x="384" y="75636"/>
                  </a:lnTo>
                  <a:lnTo>
                    <a:pt x="303" y="75353"/>
                  </a:lnTo>
                  <a:lnTo>
                    <a:pt x="242" y="75050"/>
                  </a:lnTo>
                  <a:lnTo>
                    <a:pt x="182" y="74768"/>
                  </a:lnTo>
                  <a:lnTo>
                    <a:pt x="141" y="74465"/>
                  </a:lnTo>
                  <a:lnTo>
                    <a:pt x="101" y="74162"/>
                  </a:lnTo>
                  <a:lnTo>
                    <a:pt x="81" y="73860"/>
                  </a:lnTo>
                  <a:lnTo>
                    <a:pt x="81" y="73557"/>
                  </a:lnTo>
                  <a:lnTo>
                    <a:pt x="101" y="73254"/>
                  </a:lnTo>
                  <a:lnTo>
                    <a:pt x="121" y="72952"/>
                  </a:lnTo>
                  <a:lnTo>
                    <a:pt x="162" y="72629"/>
                  </a:lnTo>
                  <a:lnTo>
                    <a:pt x="202" y="72306"/>
                  </a:lnTo>
                  <a:lnTo>
                    <a:pt x="262" y="71983"/>
                  </a:lnTo>
                  <a:lnTo>
                    <a:pt x="343" y="71680"/>
                  </a:lnTo>
                  <a:lnTo>
                    <a:pt x="525" y="71075"/>
                  </a:lnTo>
                  <a:lnTo>
                    <a:pt x="727" y="70490"/>
                  </a:lnTo>
                  <a:lnTo>
                    <a:pt x="989" y="69925"/>
                  </a:lnTo>
                  <a:lnTo>
                    <a:pt x="1292" y="69380"/>
                  </a:lnTo>
                  <a:lnTo>
                    <a:pt x="1615" y="68835"/>
                  </a:lnTo>
                  <a:lnTo>
                    <a:pt x="1998" y="68330"/>
                  </a:lnTo>
                  <a:lnTo>
                    <a:pt x="2381" y="67846"/>
                  </a:lnTo>
                  <a:lnTo>
                    <a:pt x="2825" y="67382"/>
                  </a:lnTo>
                  <a:lnTo>
                    <a:pt x="3209" y="67019"/>
                  </a:lnTo>
                  <a:lnTo>
                    <a:pt x="3612" y="66676"/>
                  </a:lnTo>
                  <a:lnTo>
                    <a:pt x="4036" y="66353"/>
                  </a:lnTo>
                  <a:lnTo>
                    <a:pt x="4500" y="66030"/>
                  </a:lnTo>
                  <a:lnTo>
                    <a:pt x="4964" y="65727"/>
                  </a:lnTo>
                  <a:lnTo>
                    <a:pt x="5449" y="65445"/>
                  </a:lnTo>
                  <a:lnTo>
                    <a:pt x="5973" y="65162"/>
                  </a:lnTo>
                  <a:lnTo>
                    <a:pt x="6518" y="64900"/>
                  </a:lnTo>
                  <a:lnTo>
                    <a:pt x="7063" y="64658"/>
                  </a:lnTo>
                  <a:lnTo>
                    <a:pt x="7669" y="64415"/>
                  </a:lnTo>
                  <a:lnTo>
                    <a:pt x="8274" y="64194"/>
                  </a:lnTo>
                  <a:lnTo>
                    <a:pt x="8920" y="63992"/>
                  </a:lnTo>
                  <a:lnTo>
                    <a:pt x="9586" y="63790"/>
                  </a:lnTo>
                  <a:lnTo>
                    <a:pt x="10272" y="63608"/>
                  </a:lnTo>
                  <a:lnTo>
                    <a:pt x="10978" y="63427"/>
                  </a:lnTo>
                  <a:lnTo>
                    <a:pt x="11745" y="63265"/>
                  </a:lnTo>
                  <a:lnTo>
                    <a:pt x="12673" y="63084"/>
                  </a:lnTo>
                  <a:lnTo>
                    <a:pt x="13460" y="62942"/>
                  </a:lnTo>
                  <a:lnTo>
                    <a:pt x="14227" y="62781"/>
                  </a:lnTo>
                  <a:lnTo>
                    <a:pt x="15014" y="62579"/>
                  </a:lnTo>
                  <a:lnTo>
                    <a:pt x="15761" y="62377"/>
                  </a:lnTo>
                  <a:lnTo>
                    <a:pt x="16144" y="62256"/>
                  </a:lnTo>
                  <a:lnTo>
                    <a:pt x="16507" y="62115"/>
                  </a:lnTo>
                  <a:lnTo>
                    <a:pt x="16871" y="61974"/>
                  </a:lnTo>
                  <a:lnTo>
                    <a:pt x="17234" y="61812"/>
                  </a:lnTo>
                  <a:lnTo>
                    <a:pt x="17577" y="61631"/>
                  </a:lnTo>
                  <a:lnTo>
                    <a:pt x="17920" y="61429"/>
                  </a:lnTo>
                  <a:lnTo>
                    <a:pt x="18243" y="61227"/>
                  </a:lnTo>
                  <a:lnTo>
                    <a:pt x="18566" y="61005"/>
                  </a:lnTo>
                  <a:lnTo>
                    <a:pt x="18909" y="60723"/>
                  </a:lnTo>
                  <a:lnTo>
                    <a:pt x="19232" y="60420"/>
                  </a:lnTo>
                  <a:lnTo>
                    <a:pt x="19534" y="60097"/>
                  </a:lnTo>
                  <a:lnTo>
                    <a:pt x="19817" y="59754"/>
                  </a:lnTo>
                  <a:lnTo>
                    <a:pt x="20099" y="59391"/>
                  </a:lnTo>
                  <a:lnTo>
                    <a:pt x="20362" y="59007"/>
                  </a:lnTo>
                  <a:lnTo>
                    <a:pt x="20604" y="58604"/>
                  </a:lnTo>
                  <a:lnTo>
                    <a:pt x="20826" y="58160"/>
                  </a:lnTo>
                  <a:lnTo>
                    <a:pt x="21028" y="57716"/>
                  </a:lnTo>
                  <a:lnTo>
                    <a:pt x="21230" y="57252"/>
                  </a:lnTo>
                  <a:lnTo>
                    <a:pt x="21391" y="56767"/>
                  </a:lnTo>
                  <a:lnTo>
                    <a:pt x="21552" y="56263"/>
                  </a:lnTo>
                  <a:lnTo>
                    <a:pt x="21694" y="55738"/>
                  </a:lnTo>
                  <a:lnTo>
                    <a:pt x="21795" y="55213"/>
                  </a:lnTo>
                  <a:lnTo>
                    <a:pt x="21895" y="54648"/>
                  </a:lnTo>
                  <a:lnTo>
                    <a:pt x="21976" y="54083"/>
                  </a:lnTo>
                  <a:lnTo>
                    <a:pt x="22037" y="53478"/>
                  </a:lnTo>
                  <a:lnTo>
                    <a:pt x="22077" y="52872"/>
                  </a:lnTo>
                  <a:lnTo>
                    <a:pt x="22097" y="52267"/>
                  </a:lnTo>
                  <a:lnTo>
                    <a:pt x="22117" y="51662"/>
                  </a:lnTo>
                  <a:lnTo>
                    <a:pt x="22097" y="51056"/>
                  </a:lnTo>
                  <a:lnTo>
                    <a:pt x="22077" y="50451"/>
                  </a:lnTo>
                  <a:lnTo>
                    <a:pt x="21996" y="49240"/>
                  </a:lnTo>
                  <a:lnTo>
                    <a:pt x="21875" y="48029"/>
                  </a:lnTo>
                  <a:lnTo>
                    <a:pt x="21734" y="46818"/>
                  </a:lnTo>
                  <a:lnTo>
                    <a:pt x="21552" y="45608"/>
                  </a:lnTo>
                  <a:lnTo>
                    <a:pt x="21371" y="44417"/>
                  </a:lnTo>
                  <a:lnTo>
                    <a:pt x="21068" y="42359"/>
                  </a:lnTo>
                  <a:lnTo>
                    <a:pt x="20927" y="41309"/>
                  </a:lnTo>
                  <a:lnTo>
                    <a:pt x="20806" y="40280"/>
                  </a:lnTo>
                  <a:lnTo>
                    <a:pt x="20745" y="39493"/>
                  </a:lnTo>
                  <a:lnTo>
                    <a:pt x="20685" y="38706"/>
                  </a:lnTo>
                  <a:lnTo>
                    <a:pt x="20665" y="37879"/>
                  </a:lnTo>
                  <a:lnTo>
                    <a:pt x="20665" y="37031"/>
                  </a:lnTo>
                  <a:lnTo>
                    <a:pt x="20685" y="36184"/>
                  </a:lnTo>
                  <a:lnTo>
                    <a:pt x="20765" y="35316"/>
                  </a:lnTo>
                  <a:lnTo>
                    <a:pt x="20866" y="34448"/>
                  </a:lnTo>
                  <a:lnTo>
                    <a:pt x="21008" y="33560"/>
                  </a:lnTo>
                  <a:lnTo>
                    <a:pt x="21088" y="33136"/>
                  </a:lnTo>
                  <a:lnTo>
                    <a:pt x="21189" y="32713"/>
                  </a:lnTo>
                  <a:lnTo>
                    <a:pt x="21290" y="32269"/>
                  </a:lnTo>
                  <a:lnTo>
                    <a:pt x="21431" y="31845"/>
                  </a:lnTo>
                  <a:lnTo>
                    <a:pt x="21552" y="31441"/>
                  </a:lnTo>
                  <a:lnTo>
                    <a:pt x="21714" y="31017"/>
                  </a:lnTo>
                  <a:lnTo>
                    <a:pt x="21875" y="30614"/>
                  </a:lnTo>
                  <a:lnTo>
                    <a:pt x="22057" y="30210"/>
                  </a:lnTo>
                  <a:lnTo>
                    <a:pt x="22259" y="29807"/>
                  </a:lnTo>
                  <a:lnTo>
                    <a:pt x="22461" y="29423"/>
                  </a:lnTo>
                  <a:lnTo>
                    <a:pt x="22703" y="29040"/>
                  </a:lnTo>
                  <a:lnTo>
                    <a:pt x="22945" y="28677"/>
                  </a:lnTo>
                  <a:lnTo>
                    <a:pt x="23207" y="28313"/>
                  </a:lnTo>
                  <a:lnTo>
                    <a:pt x="23470" y="27950"/>
                  </a:lnTo>
                  <a:lnTo>
                    <a:pt x="23772" y="27607"/>
                  </a:lnTo>
                  <a:lnTo>
                    <a:pt x="24095" y="27284"/>
                  </a:lnTo>
                  <a:lnTo>
                    <a:pt x="24458" y="26921"/>
                  </a:lnTo>
                  <a:lnTo>
                    <a:pt x="24862" y="26578"/>
                  </a:lnTo>
                  <a:lnTo>
                    <a:pt x="25266" y="26275"/>
                  </a:lnTo>
                  <a:lnTo>
                    <a:pt x="25710" y="25972"/>
                  </a:lnTo>
                  <a:lnTo>
                    <a:pt x="26153" y="25690"/>
                  </a:lnTo>
                  <a:lnTo>
                    <a:pt x="26597" y="25448"/>
                  </a:lnTo>
                  <a:lnTo>
                    <a:pt x="27082" y="25226"/>
                  </a:lnTo>
                  <a:lnTo>
                    <a:pt x="27586" y="25004"/>
                  </a:lnTo>
                  <a:lnTo>
                    <a:pt x="28091" y="24822"/>
                  </a:lnTo>
                  <a:lnTo>
                    <a:pt x="28615" y="24661"/>
                  </a:lnTo>
                  <a:lnTo>
                    <a:pt x="29160" y="24519"/>
                  </a:lnTo>
                  <a:lnTo>
                    <a:pt x="29705" y="24398"/>
                  </a:lnTo>
                  <a:lnTo>
                    <a:pt x="30290" y="24297"/>
                  </a:lnTo>
                  <a:lnTo>
                    <a:pt x="30876" y="24217"/>
                  </a:lnTo>
                  <a:lnTo>
                    <a:pt x="31481" y="24176"/>
                  </a:lnTo>
                  <a:lnTo>
                    <a:pt x="32086" y="24136"/>
                  </a:lnTo>
                  <a:lnTo>
                    <a:pt x="33297" y="24136"/>
                  </a:lnTo>
                  <a:lnTo>
                    <a:pt x="33903" y="24176"/>
                  </a:lnTo>
                  <a:lnTo>
                    <a:pt x="34508" y="24217"/>
                  </a:lnTo>
                  <a:lnTo>
                    <a:pt x="35113" y="24277"/>
                  </a:lnTo>
                  <a:lnTo>
                    <a:pt x="35699" y="24358"/>
                  </a:lnTo>
                  <a:lnTo>
                    <a:pt x="36264" y="24459"/>
                  </a:lnTo>
                  <a:lnTo>
                    <a:pt x="36829" y="24580"/>
                  </a:lnTo>
                  <a:lnTo>
                    <a:pt x="37394" y="24681"/>
                  </a:lnTo>
                  <a:lnTo>
                    <a:pt x="38443" y="24943"/>
                  </a:lnTo>
                  <a:lnTo>
                    <a:pt x="39412" y="25246"/>
                  </a:lnTo>
                  <a:lnTo>
                    <a:pt x="40320" y="25549"/>
                  </a:lnTo>
                  <a:lnTo>
                    <a:pt x="41147" y="25851"/>
                  </a:lnTo>
                  <a:lnTo>
                    <a:pt x="41874" y="26134"/>
                  </a:lnTo>
                  <a:lnTo>
                    <a:pt x="42600" y="26437"/>
                  </a:lnTo>
                  <a:lnTo>
                    <a:pt x="43327" y="26759"/>
                  </a:lnTo>
                  <a:lnTo>
                    <a:pt x="44033" y="27082"/>
                  </a:lnTo>
                  <a:lnTo>
                    <a:pt x="45466" y="27768"/>
                  </a:lnTo>
                  <a:lnTo>
                    <a:pt x="46878" y="28495"/>
                  </a:lnTo>
                  <a:lnTo>
                    <a:pt x="48271" y="29242"/>
                  </a:lnTo>
                  <a:lnTo>
                    <a:pt x="49643" y="30008"/>
                  </a:lnTo>
                  <a:lnTo>
                    <a:pt x="52367" y="31542"/>
                  </a:lnTo>
                  <a:lnTo>
                    <a:pt x="54486" y="32753"/>
                  </a:lnTo>
                  <a:lnTo>
                    <a:pt x="56646" y="33944"/>
                  </a:lnTo>
                  <a:lnTo>
                    <a:pt x="57735" y="34529"/>
                  </a:lnTo>
                  <a:lnTo>
                    <a:pt x="58825" y="35094"/>
                  </a:lnTo>
                  <a:lnTo>
                    <a:pt x="59935" y="35639"/>
                  </a:lnTo>
                  <a:lnTo>
                    <a:pt x="61045" y="36163"/>
                  </a:lnTo>
                  <a:lnTo>
                    <a:pt x="61953" y="36547"/>
                  </a:lnTo>
                  <a:lnTo>
                    <a:pt x="62821" y="36890"/>
                  </a:lnTo>
                  <a:lnTo>
                    <a:pt x="63668" y="37193"/>
                  </a:lnTo>
                  <a:lnTo>
                    <a:pt x="64496" y="37435"/>
                  </a:lnTo>
                  <a:lnTo>
                    <a:pt x="65283" y="37637"/>
                  </a:lnTo>
                  <a:lnTo>
                    <a:pt x="66049" y="37798"/>
                  </a:lnTo>
                  <a:lnTo>
                    <a:pt x="66816" y="37899"/>
                  </a:lnTo>
                  <a:lnTo>
                    <a:pt x="67523" y="37959"/>
                  </a:lnTo>
                  <a:lnTo>
                    <a:pt x="68229" y="37980"/>
                  </a:lnTo>
                  <a:lnTo>
                    <a:pt x="68552" y="37959"/>
                  </a:lnTo>
                  <a:lnTo>
                    <a:pt x="68895" y="37939"/>
                  </a:lnTo>
                  <a:lnTo>
                    <a:pt x="69218" y="37899"/>
                  </a:lnTo>
                  <a:lnTo>
                    <a:pt x="69541" y="37859"/>
                  </a:lnTo>
                  <a:lnTo>
                    <a:pt x="69843" y="37798"/>
                  </a:lnTo>
                  <a:lnTo>
                    <a:pt x="70166" y="37737"/>
                  </a:lnTo>
                  <a:lnTo>
                    <a:pt x="70449" y="37657"/>
                  </a:lnTo>
                  <a:lnTo>
                    <a:pt x="70751" y="37556"/>
                  </a:lnTo>
                  <a:lnTo>
                    <a:pt x="71034" y="37455"/>
                  </a:lnTo>
                  <a:lnTo>
                    <a:pt x="71316" y="37334"/>
                  </a:lnTo>
                  <a:lnTo>
                    <a:pt x="71579" y="37193"/>
                  </a:lnTo>
                  <a:lnTo>
                    <a:pt x="71861" y="37051"/>
                  </a:lnTo>
                  <a:lnTo>
                    <a:pt x="72103" y="36890"/>
                  </a:lnTo>
                  <a:lnTo>
                    <a:pt x="72366" y="36728"/>
                  </a:lnTo>
                  <a:lnTo>
                    <a:pt x="72628" y="36547"/>
                  </a:lnTo>
                  <a:lnTo>
                    <a:pt x="72870" y="36345"/>
                  </a:lnTo>
                  <a:lnTo>
                    <a:pt x="73112" y="36143"/>
                  </a:lnTo>
                  <a:lnTo>
                    <a:pt x="73355" y="35921"/>
                  </a:lnTo>
                  <a:lnTo>
                    <a:pt x="73577" y="35679"/>
                  </a:lnTo>
                  <a:lnTo>
                    <a:pt x="73778" y="35437"/>
                  </a:lnTo>
                  <a:lnTo>
                    <a:pt x="74000" y="35195"/>
                  </a:lnTo>
                  <a:lnTo>
                    <a:pt x="74182" y="34912"/>
                  </a:lnTo>
                  <a:lnTo>
                    <a:pt x="74384" y="34650"/>
                  </a:lnTo>
                  <a:lnTo>
                    <a:pt x="74565" y="34347"/>
                  </a:lnTo>
                  <a:lnTo>
                    <a:pt x="74727" y="34065"/>
                  </a:lnTo>
                  <a:lnTo>
                    <a:pt x="74888" y="33742"/>
                  </a:lnTo>
                  <a:lnTo>
                    <a:pt x="75050" y="33419"/>
                  </a:lnTo>
                  <a:lnTo>
                    <a:pt x="75191" y="33096"/>
                  </a:lnTo>
                  <a:lnTo>
                    <a:pt x="75312" y="32753"/>
                  </a:lnTo>
                  <a:lnTo>
                    <a:pt x="75433" y="32410"/>
                  </a:lnTo>
                  <a:lnTo>
                    <a:pt x="75635" y="31784"/>
                  </a:lnTo>
                  <a:lnTo>
                    <a:pt x="75796" y="31139"/>
                  </a:lnTo>
                  <a:lnTo>
                    <a:pt x="75917" y="30473"/>
                  </a:lnTo>
                  <a:lnTo>
                    <a:pt x="76018" y="29786"/>
                  </a:lnTo>
                  <a:lnTo>
                    <a:pt x="76099" y="29080"/>
                  </a:lnTo>
                  <a:lnTo>
                    <a:pt x="76139" y="28374"/>
                  </a:lnTo>
                  <a:lnTo>
                    <a:pt x="76139" y="27627"/>
                  </a:lnTo>
                  <a:lnTo>
                    <a:pt x="76119" y="26901"/>
                  </a:lnTo>
                  <a:lnTo>
                    <a:pt x="76059" y="25791"/>
                  </a:lnTo>
                  <a:lnTo>
                    <a:pt x="75998" y="24721"/>
                  </a:lnTo>
                  <a:lnTo>
                    <a:pt x="75837" y="22703"/>
                  </a:lnTo>
                  <a:lnTo>
                    <a:pt x="75655" y="20786"/>
                  </a:lnTo>
                  <a:lnTo>
                    <a:pt x="75453" y="18950"/>
                  </a:lnTo>
                  <a:lnTo>
                    <a:pt x="75252" y="16932"/>
                  </a:lnTo>
                  <a:lnTo>
                    <a:pt x="75050" y="14833"/>
                  </a:lnTo>
                  <a:lnTo>
                    <a:pt x="74929" y="13642"/>
                  </a:lnTo>
                  <a:lnTo>
                    <a:pt x="74787" y="12452"/>
                  </a:lnTo>
                  <a:lnTo>
                    <a:pt x="74606" y="11140"/>
                  </a:lnTo>
                  <a:lnTo>
                    <a:pt x="74545" y="10494"/>
                  </a:lnTo>
                  <a:lnTo>
                    <a:pt x="74485" y="9849"/>
                  </a:lnTo>
                  <a:lnTo>
                    <a:pt x="74444" y="9203"/>
                  </a:lnTo>
                  <a:lnTo>
                    <a:pt x="74424" y="8577"/>
                  </a:lnTo>
                  <a:lnTo>
                    <a:pt x="74424" y="7952"/>
                  </a:lnTo>
                  <a:lnTo>
                    <a:pt x="74464" y="7346"/>
                  </a:lnTo>
                  <a:lnTo>
                    <a:pt x="74525" y="6741"/>
                  </a:lnTo>
                  <a:lnTo>
                    <a:pt x="74646" y="6176"/>
                  </a:lnTo>
                  <a:lnTo>
                    <a:pt x="74707" y="5893"/>
                  </a:lnTo>
                  <a:lnTo>
                    <a:pt x="74787" y="5611"/>
                  </a:lnTo>
                  <a:lnTo>
                    <a:pt x="74888" y="5348"/>
                  </a:lnTo>
                  <a:lnTo>
                    <a:pt x="74989" y="5066"/>
                  </a:lnTo>
                  <a:lnTo>
                    <a:pt x="75110" y="4824"/>
                  </a:lnTo>
                  <a:lnTo>
                    <a:pt x="75231" y="4561"/>
                  </a:lnTo>
                  <a:lnTo>
                    <a:pt x="75393" y="4319"/>
                  </a:lnTo>
                  <a:lnTo>
                    <a:pt x="75554" y="4077"/>
                  </a:lnTo>
                  <a:lnTo>
                    <a:pt x="75716" y="3835"/>
                  </a:lnTo>
                  <a:lnTo>
                    <a:pt x="75917" y="3613"/>
                  </a:lnTo>
                  <a:lnTo>
                    <a:pt x="76119" y="3391"/>
                  </a:lnTo>
                  <a:lnTo>
                    <a:pt x="76341" y="3189"/>
                  </a:lnTo>
                  <a:lnTo>
                    <a:pt x="76604" y="2967"/>
                  </a:lnTo>
                  <a:lnTo>
                    <a:pt x="76886" y="2765"/>
                  </a:lnTo>
                  <a:lnTo>
                    <a:pt x="77169" y="2584"/>
                  </a:lnTo>
                  <a:lnTo>
                    <a:pt x="77471" y="2422"/>
                  </a:lnTo>
                  <a:lnTo>
                    <a:pt x="77754" y="2261"/>
                  </a:lnTo>
                  <a:lnTo>
                    <a:pt x="78077" y="2120"/>
                  </a:lnTo>
                  <a:lnTo>
                    <a:pt x="78379" y="1998"/>
                  </a:lnTo>
                  <a:lnTo>
                    <a:pt x="78702" y="1877"/>
                  </a:lnTo>
                  <a:lnTo>
                    <a:pt x="79348" y="1676"/>
                  </a:lnTo>
                  <a:lnTo>
                    <a:pt x="80014" y="1514"/>
                  </a:lnTo>
                  <a:lnTo>
                    <a:pt x="80660" y="1373"/>
                  </a:lnTo>
                  <a:lnTo>
                    <a:pt x="81306" y="1232"/>
                  </a:lnTo>
                  <a:lnTo>
                    <a:pt x="82799" y="989"/>
                  </a:lnTo>
                  <a:lnTo>
                    <a:pt x="84312" y="747"/>
                  </a:lnTo>
                  <a:lnTo>
                    <a:pt x="85826" y="566"/>
                  </a:lnTo>
                  <a:lnTo>
                    <a:pt x="87319" y="404"/>
                  </a:lnTo>
                  <a:lnTo>
                    <a:pt x="88833" y="283"/>
                  </a:lnTo>
                  <a:lnTo>
                    <a:pt x="90346" y="182"/>
                  </a:lnTo>
                  <a:lnTo>
                    <a:pt x="91860" y="122"/>
                  </a:lnTo>
                  <a:lnTo>
                    <a:pt x="93373" y="81"/>
                  </a:lnTo>
                  <a:close/>
                  <a:moveTo>
                    <a:pt x="93373" y="1"/>
                  </a:moveTo>
                  <a:lnTo>
                    <a:pt x="91860" y="41"/>
                  </a:lnTo>
                  <a:lnTo>
                    <a:pt x="90346" y="102"/>
                  </a:lnTo>
                  <a:lnTo>
                    <a:pt x="88833" y="202"/>
                  </a:lnTo>
                  <a:lnTo>
                    <a:pt x="87319" y="324"/>
                  </a:lnTo>
                  <a:lnTo>
                    <a:pt x="85806" y="485"/>
                  </a:lnTo>
                  <a:lnTo>
                    <a:pt x="84292" y="667"/>
                  </a:lnTo>
                  <a:lnTo>
                    <a:pt x="82799" y="909"/>
                  </a:lnTo>
                  <a:lnTo>
                    <a:pt x="81285" y="1171"/>
                  </a:lnTo>
                  <a:lnTo>
                    <a:pt x="80640" y="1292"/>
                  </a:lnTo>
                  <a:lnTo>
                    <a:pt x="79994" y="1433"/>
                  </a:lnTo>
                  <a:lnTo>
                    <a:pt x="79328" y="1595"/>
                  </a:lnTo>
                  <a:lnTo>
                    <a:pt x="78682" y="1797"/>
                  </a:lnTo>
                  <a:lnTo>
                    <a:pt x="78359" y="1918"/>
                  </a:lnTo>
                  <a:lnTo>
                    <a:pt x="78036" y="2059"/>
                  </a:lnTo>
                  <a:lnTo>
                    <a:pt x="77734" y="2200"/>
                  </a:lnTo>
                  <a:lnTo>
                    <a:pt x="77411" y="2342"/>
                  </a:lnTo>
                  <a:lnTo>
                    <a:pt x="77128" y="2523"/>
                  </a:lnTo>
                  <a:lnTo>
                    <a:pt x="76846" y="2705"/>
                  </a:lnTo>
                  <a:lnTo>
                    <a:pt x="76563" y="2907"/>
                  </a:lnTo>
                  <a:lnTo>
                    <a:pt x="76301" y="3129"/>
                  </a:lnTo>
                  <a:lnTo>
                    <a:pt x="76059" y="3330"/>
                  </a:lnTo>
                  <a:lnTo>
                    <a:pt x="75857" y="3552"/>
                  </a:lnTo>
                  <a:lnTo>
                    <a:pt x="75655" y="3795"/>
                  </a:lnTo>
                  <a:lnTo>
                    <a:pt x="75473" y="4017"/>
                  </a:lnTo>
                  <a:lnTo>
                    <a:pt x="75312" y="4259"/>
                  </a:lnTo>
                  <a:lnTo>
                    <a:pt x="75171" y="4521"/>
                  </a:lnTo>
                  <a:lnTo>
                    <a:pt x="75030" y="4763"/>
                  </a:lnTo>
                  <a:lnTo>
                    <a:pt x="74908" y="5026"/>
                  </a:lnTo>
                  <a:lnTo>
                    <a:pt x="74808" y="5308"/>
                  </a:lnTo>
                  <a:lnTo>
                    <a:pt x="74707" y="5570"/>
                  </a:lnTo>
                  <a:lnTo>
                    <a:pt x="74626" y="5853"/>
                  </a:lnTo>
                  <a:lnTo>
                    <a:pt x="74565" y="6135"/>
                  </a:lnTo>
                  <a:lnTo>
                    <a:pt x="74444" y="6721"/>
                  </a:lnTo>
                  <a:lnTo>
                    <a:pt x="74384" y="7326"/>
                  </a:lnTo>
                  <a:lnTo>
                    <a:pt x="74343" y="7931"/>
                  </a:lnTo>
                  <a:lnTo>
                    <a:pt x="74343" y="8557"/>
                  </a:lnTo>
                  <a:lnTo>
                    <a:pt x="74364" y="9203"/>
                  </a:lnTo>
                  <a:lnTo>
                    <a:pt x="74404" y="9849"/>
                  </a:lnTo>
                  <a:lnTo>
                    <a:pt x="74464" y="10494"/>
                  </a:lnTo>
                  <a:lnTo>
                    <a:pt x="74525" y="11160"/>
                  </a:lnTo>
                  <a:lnTo>
                    <a:pt x="74707" y="12472"/>
                  </a:lnTo>
                  <a:lnTo>
                    <a:pt x="74848" y="13663"/>
                  </a:lnTo>
                  <a:lnTo>
                    <a:pt x="74969" y="14833"/>
                  </a:lnTo>
                  <a:lnTo>
                    <a:pt x="75171" y="16932"/>
                  </a:lnTo>
                  <a:lnTo>
                    <a:pt x="75373" y="18950"/>
                  </a:lnTo>
                  <a:lnTo>
                    <a:pt x="75574" y="20806"/>
                  </a:lnTo>
                  <a:lnTo>
                    <a:pt x="75756" y="22703"/>
                  </a:lnTo>
                  <a:lnTo>
                    <a:pt x="75917" y="24741"/>
                  </a:lnTo>
                  <a:lnTo>
                    <a:pt x="75978" y="25791"/>
                  </a:lnTo>
                  <a:lnTo>
                    <a:pt x="76039" y="26901"/>
                  </a:lnTo>
                  <a:lnTo>
                    <a:pt x="76059" y="27627"/>
                  </a:lnTo>
                  <a:lnTo>
                    <a:pt x="76059" y="28354"/>
                  </a:lnTo>
                  <a:lnTo>
                    <a:pt x="76018" y="29080"/>
                  </a:lnTo>
                  <a:lnTo>
                    <a:pt x="75938" y="29766"/>
                  </a:lnTo>
                  <a:lnTo>
                    <a:pt x="75837" y="30452"/>
                  </a:lnTo>
                  <a:lnTo>
                    <a:pt x="75716" y="31118"/>
                  </a:lnTo>
                  <a:lnTo>
                    <a:pt x="75554" y="31764"/>
                  </a:lnTo>
                  <a:lnTo>
                    <a:pt x="75373" y="32370"/>
                  </a:lnTo>
                  <a:lnTo>
                    <a:pt x="75252" y="32733"/>
                  </a:lnTo>
                  <a:lnTo>
                    <a:pt x="75110" y="33056"/>
                  </a:lnTo>
                  <a:lnTo>
                    <a:pt x="74969" y="33399"/>
                  </a:lnTo>
                  <a:lnTo>
                    <a:pt x="74808" y="33701"/>
                  </a:lnTo>
                  <a:lnTo>
                    <a:pt x="74666" y="34024"/>
                  </a:lnTo>
                  <a:lnTo>
                    <a:pt x="74485" y="34307"/>
                  </a:lnTo>
                  <a:lnTo>
                    <a:pt x="74303" y="34589"/>
                  </a:lnTo>
                  <a:lnTo>
                    <a:pt x="74121" y="34872"/>
                  </a:lnTo>
                  <a:lnTo>
                    <a:pt x="73920" y="35134"/>
                  </a:lnTo>
                  <a:lnTo>
                    <a:pt x="73718" y="35397"/>
                  </a:lnTo>
                  <a:lnTo>
                    <a:pt x="73516" y="35639"/>
                  </a:lnTo>
                  <a:lnTo>
                    <a:pt x="73294" y="35861"/>
                  </a:lnTo>
                  <a:lnTo>
                    <a:pt x="73052" y="36083"/>
                  </a:lnTo>
                  <a:lnTo>
                    <a:pt x="72830" y="36284"/>
                  </a:lnTo>
                  <a:lnTo>
                    <a:pt x="72568" y="36486"/>
                  </a:lnTo>
                  <a:lnTo>
                    <a:pt x="72325" y="36668"/>
                  </a:lnTo>
                  <a:lnTo>
                    <a:pt x="72063" y="36829"/>
                  </a:lnTo>
                  <a:lnTo>
                    <a:pt x="71821" y="36991"/>
                  </a:lnTo>
                  <a:lnTo>
                    <a:pt x="71538" y="37132"/>
                  </a:lnTo>
                  <a:lnTo>
                    <a:pt x="71276" y="37253"/>
                  </a:lnTo>
                  <a:lnTo>
                    <a:pt x="70994" y="37374"/>
                  </a:lnTo>
                  <a:lnTo>
                    <a:pt x="70711" y="37475"/>
                  </a:lnTo>
                  <a:lnTo>
                    <a:pt x="70428" y="37576"/>
                  </a:lnTo>
                  <a:lnTo>
                    <a:pt x="70126" y="37657"/>
                  </a:lnTo>
                  <a:lnTo>
                    <a:pt x="69823" y="37717"/>
                  </a:lnTo>
                  <a:lnTo>
                    <a:pt x="69520" y="37778"/>
                  </a:lnTo>
                  <a:lnTo>
                    <a:pt x="69197" y="37838"/>
                  </a:lnTo>
                  <a:lnTo>
                    <a:pt x="68875" y="37859"/>
                  </a:lnTo>
                  <a:lnTo>
                    <a:pt x="68209" y="37899"/>
                  </a:lnTo>
                  <a:lnTo>
                    <a:pt x="67523" y="37879"/>
                  </a:lnTo>
                  <a:lnTo>
                    <a:pt x="66796" y="37818"/>
                  </a:lnTo>
                  <a:lnTo>
                    <a:pt x="66070" y="37717"/>
                  </a:lnTo>
                  <a:lnTo>
                    <a:pt x="65303" y="37556"/>
                  </a:lnTo>
                  <a:lnTo>
                    <a:pt x="64496" y="37354"/>
                  </a:lnTo>
                  <a:lnTo>
                    <a:pt x="63688" y="37112"/>
                  </a:lnTo>
                  <a:lnTo>
                    <a:pt x="62841" y="36829"/>
                  </a:lnTo>
                  <a:lnTo>
                    <a:pt x="61973" y="36486"/>
                  </a:lnTo>
                  <a:lnTo>
                    <a:pt x="61085" y="36083"/>
                  </a:lnTo>
                  <a:lnTo>
                    <a:pt x="59975" y="35558"/>
                  </a:lnTo>
                  <a:lnTo>
                    <a:pt x="58865" y="35013"/>
                  </a:lnTo>
                  <a:lnTo>
                    <a:pt x="57776" y="34448"/>
                  </a:lnTo>
                  <a:lnTo>
                    <a:pt x="56686" y="33863"/>
                  </a:lnTo>
                  <a:lnTo>
                    <a:pt x="54527" y="32672"/>
                  </a:lnTo>
                  <a:lnTo>
                    <a:pt x="52408" y="31461"/>
                  </a:lnTo>
                  <a:lnTo>
                    <a:pt x="49683" y="29928"/>
                  </a:lnTo>
                  <a:lnTo>
                    <a:pt x="48311" y="29161"/>
                  </a:lnTo>
                  <a:lnTo>
                    <a:pt x="46919" y="28414"/>
                  </a:lnTo>
                  <a:lnTo>
                    <a:pt x="45506" y="27708"/>
                  </a:lnTo>
                  <a:lnTo>
                    <a:pt x="44073" y="27022"/>
                  </a:lnTo>
                  <a:lnTo>
                    <a:pt x="43347" y="26679"/>
                  </a:lnTo>
                  <a:lnTo>
                    <a:pt x="42641" y="26376"/>
                  </a:lnTo>
                  <a:lnTo>
                    <a:pt x="41894" y="26053"/>
                  </a:lnTo>
                  <a:lnTo>
                    <a:pt x="41167" y="25771"/>
                  </a:lnTo>
                  <a:lnTo>
                    <a:pt x="40300" y="25448"/>
                  </a:lnTo>
                  <a:lnTo>
                    <a:pt x="39331" y="25125"/>
                  </a:lnTo>
                  <a:lnTo>
                    <a:pt x="38282" y="24822"/>
                  </a:lnTo>
                  <a:lnTo>
                    <a:pt x="37717" y="24681"/>
                  </a:lnTo>
                  <a:lnTo>
                    <a:pt x="37152" y="24560"/>
                  </a:lnTo>
                  <a:lnTo>
                    <a:pt x="36566" y="24439"/>
                  </a:lnTo>
                  <a:lnTo>
                    <a:pt x="35961" y="24318"/>
                  </a:lnTo>
                  <a:lnTo>
                    <a:pt x="35335" y="24237"/>
                  </a:lnTo>
                  <a:lnTo>
                    <a:pt x="34710" y="24156"/>
                  </a:lnTo>
                  <a:lnTo>
                    <a:pt x="34064" y="24096"/>
                  </a:lnTo>
                  <a:lnTo>
                    <a:pt x="33418" y="24055"/>
                  </a:lnTo>
                  <a:lnTo>
                    <a:pt x="32086" y="24055"/>
                  </a:lnTo>
                  <a:lnTo>
                    <a:pt x="31461" y="24096"/>
                  </a:lnTo>
                  <a:lnTo>
                    <a:pt x="30855" y="24136"/>
                  </a:lnTo>
                  <a:lnTo>
                    <a:pt x="30270" y="24217"/>
                  </a:lnTo>
                  <a:lnTo>
                    <a:pt x="29685" y="24318"/>
                  </a:lnTo>
                  <a:lnTo>
                    <a:pt x="29140" y="24439"/>
                  </a:lnTo>
                  <a:lnTo>
                    <a:pt x="28595" y="24580"/>
                  </a:lnTo>
                  <a:lnTo>
                    <a:pt x="28050" y="24741"/>
                  </a:lnTo>
                  <a:lnTo>
                    <a:pt x="27546" y="24943"/>
                  </a:lnTo>
                  <a:lnTo>
                    <a:pt x="27041" y="25145"/>
                  </a:lnTo>
                  <a:lnTo>
                    <a:pt x="26577" y="25367"/>
                  </a:lnTo>
                  <a:lnTo>
                    <a:pt x="26113" y="25629"/>
                  </a:lnTo>
                  <a:lnTo>
                    <a:pt x="25649" y="25912"/>
                  </a:lnTo>
                  <a:lnTo>
                    <a:pt x="25225" y="26194"/>
                  </a:lnTo>
                  <a:lnTo>
                    <a:pt x="24801" y="26517"/>
                  </a:lnTo>
                  <a:lnTo>
                    <a:pt x="24418" y="26860"/>
                  </a:lnTo>
                  <a:lnTo>
                    <a:pt x="24035" y="27224"/>
                  </a:lnTo>
                  <a:lnTo>
                    <a:pt x="23712" y="27546"/>
                  </a:lnTo>
                  <a:lnTo>
                    <a:pt x="23409" y="27890"/>
                  </a:lnTo>
                  <a:lnTo>
                    <a:pt x="23147" y="28253"/>
                  </a:lnTo>
                  <a:lnTo>
                    <a:pt x="22884" y="28616"/>
                  </a:lnTo>
                  <a:lnTo>
                    <a:pt x="22622" y="28999"/>
                  </a:lnTo>
                  <a:lnTo>
                    <a:pt x="22400" y="29383"/>
                  </a:lnTo>
                  <a:lnTo>
                    <a:pt x="22178" y="29766"/>
                  </a:lnTo>
                  <a:lnTo>
                    <a:pt x="21996" y="30170"/>
                  </a:lnTo>
                  <a:lnTo>
                    <a:pt x="21815" y="30573"/>
                  </a:lnTo>
                  <a:lnTo>
                    <a:pt x="21633" y="30977"/>
                  </a:lnTo>
                  <a:lnTo>
                    <a:pt x="21492" y="31401"/>
                  </a:lnTo>
                  <a:lnTo>
                    <a:pt x="21351" y="31825"/>
                  </a:lnTo>
                  <a:lnTo>
                    <a:pt x="21230" y="32248"/>
                  </a:lnTo>
                  <a:lnTo>
                    <a:pt x="21108" y="32672"/>
                  </a:lnTo>
                  <a:lnTo>
                    <a:pt x="21008" y="33116"/>
                  </a:lnTo>
                  <a:lnTo>
                    <a:pt x="20927" y="33540"/>
                  </a:lnTo>
                  <a:lnTo>
                    <a:pt x="20786" y="34428"/>
                  </a:lnTo>
                  <a:lnTo>
                    <a:pt x="20685" y="35296"/>
                  </a:lnTo>
                  <a:lnTo>
                    <a:pt x="20604" y="36163"/>
                  </a:lnTo>
                  <a:lnTo>
                    <a:pt x="20584" y="37031"/>
                  </a:lnTo>
                  <a:lnTo>
                    <a:pt x="20584" y="37879"/>
                  </a:lnTo>
                  <a:lnTo>
                    <a:pt x="20604" y="38706"/>
                  </a:lnTo>
                  <a:lnTo>
                    <a:pt x="20665" y="39513"/>
                  </a:lnTo>
                  <a:lnTo>
                    <a:pt x="20725" y="40280"/>
                  </a:lnTo>
                  <a:lnTo>
                    <a:pt x="20846" y="41329"/>
                  </a:lnTo>
                  <a:lnTo>
                    <a:pt x="20987" y="42359"/>
                  </a:lnTo>
                  <a:lnTo>
                    <a:pt x="21290" y="44437"/>
                  </a:lnTo>
                  <a:lnTo>
                    <a:pt x="21472" y="45628"/>
                  </a:lnTo>
                  <a:lnTo>
                    <a:pt x="21653" y="46818"/>
                  </a:lnTo>
                  <a:lnTo>
                    <a:pt x="21795" y="48029"/>
                  </a:lnTo>
                  <a:lnTo>
                    <a:pt x="21916" y="49240"/>
                  </a:lnTo>
                  <a:lnTo>
                    <a:pt x="21996" y="50451"/>
                  </a:lnTo>
                  <a:lnTo>
                    <a:pt x="22017" y="51056"/>
                  </a:lnTo>
                  <a:lnTo>
                    <a:pt x="22037" y="51662"/>
                  </a:lnTo>
                  <a:lnTo>
                    <a:pt x="22017" y="52267"/>
                  </a:lnTo>
                  <a:lnTo>
                    <a:pt x="21996" y="52872"/>
                  </a:lnTo>
                  <a:lnTo>
                    <a:pt x="21956" y="53478"/>
                  </a:lnTo>
                  <a:lnTo>
                    <a:pt x="21895" y="54083"/>
                  </a:lnTo>
                  <a:lnTo>
                    <a:pt x="21815" y="54648"/>
                  </a:lnTo>
                  <a:lnTo>
                    <a:pt x="21734" y="55193"/>
                  </a:lnTo>
                  <a:lnTo>
                    <a:pt x="21613" y="55718"/>
                  </a:lnTo>
                  <a:lnTo>
                    <a:pt x="21472" y="56243"/>
                  </a:lnTo>
                  <a:lnTo>
                    <a:pt x="21330" y="56727"/>
                  </a:lnTo>
                  <a:lnTo>
                    <a:pt x="21149" y="57211"/>
                  </a:lnTo>
                  <a:lnTo>
                    <a:pt x="20967" y="57675"/>
                  </a:lnTo>
                  <a:lnTo>
                    <a:pt x="20745" y="58119"/>
                  </a:lnTo>
                  <a:lnTo>
                    <a:pt x="20523" y="58543"/>
                  </a:lnTo>
                  <a:lnTo>
                    <a:pt x="20281" y="58967"/>
                  </a:lnTo>
                  <a:lnTo>
                    <a:pt x="20039" y="59350"/>
                  </a:lnTo>
                  <a:lnTo>
                    <a:pt x="19756" y="59714"/>
                  </a:lnTo>
                  <a:lnTo>
                    <a:pt x="19474" y="60057"/>
                  </a:lnTo>
                  <a:lnTo>
                    <a:pt x="19171" y="60359"/>
                  </a:lnTo>
                  <a:lnTo>
                    <a:pt x="18848" y="60662"/>
                  </a:lnTo>
                  <a:lnTo>
                    <a:pt x="18505" y="60945"/>
                  </a:lnTo>
                  <a:lnTo>
                    <a:pt x="18203" y="61167"/>
                  </a:lnTo>
                  <a:lnTo>
                    <a:pt x="17880" y="61368"/>
                  </a:lnTo>
                  <a:lnTo>
                    <a:pt x="17537" y="61570"/>
                  </a:lnTo>
                  <a:lnTo>
                    <a:pt x="17194" y="61732"/>
                  </a:lnTo>
                  <a:lnTo>
                    <a:pt x="16830" y="61893"/>
                  </a:lnTo>
                  <a:lnTo>
                    <a:pt x="16467" y="62034"/>
                  </a:lnTo>
                  <a:lnTo>
                    <a:pt x="16104" y="62176"/>
                  </a:lnTo>
                  <a:lnTo>
                    <a:pt x="15741" y="62297"/>
                  </a:lnTo>
                  <a:lnTo>
                    <a:pt x="14974" y="62519"/>
                  </a:lnTo>
                  <a:lnTo>
                    <a:pt x="14207" y="62700"/>
                  </a:lnTo>
                  <a:lnTo>
                    <a:pt x="13440" y="62862"/>
                  </a:lnTo>
                  <a:lnTo>
                    <a:pt x="12653" y="63003"/>
                  </a:lnTo>
                  <a:lnTo>
                    <a:pt x="11725" y="63185"/>
                  </a:lnTo>
                  <a:lnTo>
                    <a:pt x="10978" y="63346"/>
                  </a:lnTo>
                  <a:lnTo>
                    <a:pt x="10252" y="63528"/>
                  </a:lnTo>
                  <a:lnTo>
                    <a:pt x="9545" y="63709"/>
                  </a:lnTo>
                  <a:lnTo>
                    <a:pt x="8879" y="63911"/>
                  </a:lnTo>
                  <a:lnTo>
                    <a:pt x="8234" y="64113"/>
                  </a:lnTo>
                  <a:lnTo>
                    <a:pt x="7628" y="64335"/>
                  </a:lnTo>
                  <a:lnTo>
                    <a:pt x="7043" y="64577"/>
                  </a:lnTo>
                  <a:lnTo>
                    <a:pt x="6478" y="64819"/>
                  </a:lnTo>
                  <a:lnTo>
                    <a:pt x="5933" y="65081"/>
                  </a:lnTo>
                  <a:lnTo>
                    <a:pt x="5408" y="65364"/>
                  </a:lnTo>
                  <a:lnTo>
                    <a:pt x="4924" y="65646"/>
                  </a:lnTo>
                  <a:lnTo>
                    <a:pt x="4440" y="65969"/>
                  </a:lnTo>
                  <a:lnTo>
                    <a:pt x="3996" y="66272"/>
                  </a:lnTo>
                  <a:lnTo>
                    <a:pt x="3572" y="66615"/>
                  </a:lnTo>
                  <a:lnTo>
                    <a:pt x="3148" y="66958"/>
                  </a:lnTo>
                  <a:lnTo>
                    <a:pt x="2765" y="67321"/>
                  </a:lnTo>
                  <a:lnTo>
                    <a:pt x="2321" y="67786"/>
                  </a:lnTo>
                  <a:lnTo>
                    <a:pt x="1917" y="68270"/>
                  </a:lnTo>
                  <a:lnTo>
                    <a:pt x="1554" y="68795"/>
                  </a:lnTo>
                  <a:lnTo>
                    <a:pt x="1211" y="69339"/>
                  </a:lnTo>
                  <a:lnTo>
                    <a:pt x="928" y="69884"/>
                  </a:lnTo>
                  <a:lnTo>
                    <a:pt x="666" y="70470"/>
                  </a:lnTo>
                  <a:lnTo>
                    <a:pt x="444" y="71055"/>
                  </a:lnTo>
                  <a:lnTo>
                    <a:pt x="262" y="71660"/>
                  </a:lnTo>
                  <a:lnTo>
                    <a:pt x="182" y="71983"/>
                  </a:lnTo>
                  <a:lnTo>
                    <a:pt x="121" y="72306"/>
                  </a:lnTo>
                  <a:lnTo>
                    <a:pt x="81" y="72609"/>
                  </a:lnTo>
                  <a:lnTo>
                    <a:pt x="41" y="72931"/>
                  </a:lnTo>
                  <a:lnTo>
                    <a:pt x="20" y="73254"/>
                  </a:lnTo>
                  <a:lnTo>
                    <a:pt x="0" y="73557"/>
                  </a:lnTo>
                  <a:lnTo>
                    <a:pt x="0" y="73880"/>
                  </a:lnTo>
                  <a:lnTo>
                    <a:pt x="20" y="74183"/>
                  </a:lnTo>
                  <a:lnTo>
                    <a:pt x="61" y="74485"/>
                  </a:lnTo>
                  <a:lnTo>
                    <a:pt x="101" y="74788"/>
                  </a:lnTo>
                  <a:lnTo>
                    <a:pt x="162" y="75071"/>
                  </a:lnTo>
                  <a:lnTo>
                    <a:pt x="222" y="75373"/>
                  </a:lnTo>
                  <a:lnTo>
                    <a:pt x="323" y="75656"/>
                  </a:lnTo>
                  <a:lnTo>
                    <a:pt x="404" y="75938"/>
                  </a:lnTo>
                  <a:lnTo>
                    <a:pt x="525" y="76201"/>
                  </a:lnTo>
                  <a:lnTo>
                    <a:pt x="646" y="76483"/>
                  </a:lnTo>
                  <a:lnTo>
                    <a:pt x="828" y="76846"/>
                  </a:lnTo>
                  <a:lnTo>
                    <a:pt x="1050" y="77189"/>
                  </a:lnTo>
                  <a:lnTo>
                    <a:pt x="1292" y="77533"/>
                  </a:lnTo>
                  <a:lnTo>
                    <a:pt x="1554" y="77855"/>
                  </a:lnTo>
                  <a:lnTo>
                    <a:pt x="1837" y="78158"/>
                  </a:lnTo>
                  <a:lnTo>
                    <a:pt x="2139" y="78441"/>
                  </a:lnTo>
                  <a:lnTo>
                    <a:pt x="2462" y="78703"/>
                  </a:lnTo>
                  <a:lnTo>
                    <a:pt x="2785" y="78945"/>
                  </a:lnTo>
                  <a:lnTo>
                    <a:pt x="3148" y="79187"/>
                  </a:lnTo>
                  <a:lnTo>
                    <a:pt x="3532" y="79389"/>
                  </a:lnTo>
                  <a:lnTo>
                    <a:pt x="3935" y="79591"/>
                  </a:lnTo>
                  <a:lnTo>
                    <a:pt x="4339" y="79773"/>
                  </a:lnTo>
                  <a:lnTo>
                    <a:pt x="4763" y="79914"/>
                  </a:lnTo>
                  <a:lnTo>
                    <a:pt x="5227" y="80055"/>
                  </a:lnTo>
                  <a:lnTo>
                    <a:pt x="5691" y="80176"/>
                  </a:lnTo>
                  <a:lnTo>
                    <a:pt x="6155" y="80277"/>
                  </a:lnTo>
                  <a:lnTo>
                    <a:pt x="6660" y="80338"/>
                  </a:lnTo>
                  <a:lnTo>
                    <a:pt x="7144" y="80398"/>
                  </a:lnTo>
                  <a:lnTo>
                    <a:pt x="7648" y="80438"/>
                  </a:lnTo>
                  <a:lnTo>
                    <a:pt x="8153" y="80438"/>
                  </a:lnTo>
                  <a:lnTo>
                    <a:pt x="8819" y="80418"/>
                  </a:lnTo>
                  <a:lnTo>
                    <a:pt x="9485" y="80378"/>
                  </a:lnTo>
                  <a:lnTo>
                    <a:pt x="10171" y="80277"/>
                  </a:lnTo>
                  <a:lnTo>
                    <a:pt x="10817" y="80156"/>
                  </a:lnTo>
                  <a:lnTo>
                    <a:pt x="11483" y="80015"/>
                  </a:lnTo>
                  <a:lnTo>
                    <a:pt x="12128" y="79813"/>
                  </a:lnTo>
                  <a:lnTo>
                    <a:pt x="12754" y="79591"/>
                  </a:lnTo>
                  <a:lnTo>
                    <a:pt x="13380" y="79329"/>
                  </a:lnTo>
                  <a:lnTo>
                    <a:pt x="14106" y="78986"/>
                  </a:lnTo>
                  <a:lnTo>
                    <a:pt x="14812" y="78622"/>
                  </a:lnTo>
                  <a:lnTo>
                    <a:pt x="15498" y="78219"/>
                  </a:lnTo>
                  <a:lnTo>
                    <a:pt x="16185" y="77795"/>
                  </a:lnTo>
                  <a:lnTo>
                    <a:pt x="16850" y="77351"/>
                  </a:lnTo>
                  <a:lnTo>
                    <a:pt x="17496" y="76887"/>
                  </a:lnTo>
                  <a:lnTo>
                    <a:pt x="18142" y="76402"/>
                  </a:lnTo>
                  <a:lnTo>
                    <a:pt x="18768" y="75898"/>
                  </a:lnTo>
                  <a:lnTo>
                    <a:pt x="19373" y="75393"/>
                  </a:lnTo>
                  <a:lnTo>
                    <a:pt x="19978" y="74869"/>
                  </a:lnTo>
                  <a:lnTo>
                    <a:pt x="21169" y="73779"/>
                  </a:lnTo>
                  <a:lnTo>
                    <a:pt x="22339" y="72669"/>
                  </a:lnTo>
                  <a:lnTo>
                    <a:pt x="23490" y="71559"/>
                  </a:lnTo>
                  <a:lnTo>
                    <a:pt x="25266" y="69824"/>
                  </a:lnTo>
                  <a:lnTo>
                    <a:pt x="26174" y="68976"/>
                  </a:lnTo>
                  <a:lnTo>
                    <a:pt x="27102" y="68149"/>
                  </a:lnTo>
                  <a:lnTo>
                    <a:pt x="27990" y="67382"/>
                  </a:lnTo>
                  <a:lnTo>
                    <a:pt x="28918" y="66615"/>
                  </a:lnTo>
                  <a:lnTo>
                    <a:pt x="29867" y="65889"/>
                  </a:lnTo>
                  <a:lnTo>
                    <a:pt x="30855" y="65182"/>
                  </a:lnTo>
                  <a:lnTo>
                    <a:pt x="31844" y="64496"/>
                  </a:lnTo>
                  <a:lnTo>
                    <a:pt x="32853" y="63850"/>
                  </a:lnTo>
                  <a:lnTo>
                    <a:pt x="33882" y="63225"/>
                  </a:lnTo>
                  <a:lnTo>
                    <a:pt x="34932" y="62599"/>
                  </a:lnTo>
                  <a:lnTo>
                    <a:pt x="36001" y="62034"/>
                  </a:lnTo>
                  <a:lnTo>
                    <a:pt x="37071" y="61469"/>
                  </a:lnTo>
                  <a:lnTo>
                    <a:pt x="38161" y="60945"/>
                  </a:lnTo>
                  <a:lnTo>
                    <a:pt x="39271" y="60440"/>
                  </a:lnTo>
                  <a:lnTo>
                    <a:pt x="40401" y="59976"/>
                  </a:lnTo>
                  <a:lnTo>
                    <a:pt x="41531" y="59532"/>
                  </a:lnTo>
                  <a:lnTo>
                    <a:pt x="42681" y="59108"/>
                  </a:lnTo>
                  <a:lnTo>
                    <a:pt x="43851" y="58725"/>
                  </a:lnTo>
                  <a:lnTo>
                    <a:pt x="45002" y="58361"/>
                  </a:lnTo>
                  <a:lnTo>
                    <a:pt x="46192" y="58039"/>
                  </a:lnTo>
                  <a:lnTo>
                    <a:pt x="47363" y="57736"/>
                  </a:lnTo>
                  <a:lnTo>
                    <a:pt x="48553" y="57474"/>
                  </a:lnTo>
                  <a:lnTo>
                    <a:pt x="49764" y="57231"/>
                  </a:lnTo>
                  <a:lnTo>
                    <a:pt x="50955" y="57030"/>
                  </a:lnTo>
                  <a:lnTo>
                    <a:pt x="52166" y="56868"/>
                  </a:lnTo>
                  <a:lnTo>
                    <a:pt x="53356" y="56707"/>
                  </a:lnTo>
                  <a:lnTo>
                    <a:pt x="54567" y="56606"/>
                  </a:lnTo>
                  <a:lnTo>
                    <a:pt x="55778" y="56525"/>
                  </a:lnTo>
                  <a:lnTo>
                    <a:pt x="56989" y="56465"/>
                  </a:lnTo>
                  <a:lnTo>
                    <a:pt x="58179" y="56444"/>
                  </a:lnTo>
                  <a:lnTo>
                    <a:pt x="59390" y="56465"/>
                  </a:lnTo>
                  <a:lnTo>
                    <a:pt x="60581" y="56505"/>
                  </a:lnTo>
                  <a:lnTo>
                    <a:pt x="61771" y="56586"/>
                  </a:lnTo>
                  <a:lnTo>
                    <a:pt x="62962" y="56687"/>
                  </a:lnTo>
                  <a:lnTo>
                    <a:pt x="64274" y="56848"/>
                  </a:lnTo>
                  <a:lnTo>
                    <a:pt x="65605" y="57030"/>
                  </a:lnTo>
                  <a:lnTo>
                    <a:pt x="66917" y="57231"/>
                  </a:lnTo>
                  <a:lnTo>
                    <a:pt x="68229" y="57433"/>
                  </a:lnTo>
                  <a:lnTo>
                    <a:pt x="69601" y="57655"/>
                  </a:lnTo>
                  <a:lnTo>
                    <a:pt x="70973" y="57857"/>
                  </a:lnTo>
                  <a:lnTo>
                    <a:pt x="72366" y="58039"/>
                  </a:lnTo>
                  <a:lnTo>
                    <a:pt x="73758" y="58200"/>
                  </a:lnTo>
                  <a:lnTo>
                    <a:pt x="74444" y="58261"/>
                  </a:lnTo>
                  <a:lnTo>
                    <a:pt x="75151" y="58321"/>
                  </a:lnTo>
                  <a:lnTo>
                    <a:pt x="75837" y="58361"/>
                  </a:lnTo>
                  <a:lnTo>
                    <a:pt x="76543" y="58382"/>
                  </a:lnTo>
                  <a:lnTo>
                    <a:pt x="77249" y="58382"/>
                  </a:lnTo>
                  <a:lnTo>
                    <a:pt x="77935" y="58361"/>
                  </a:lnTo>
                  <a:lnTo>
                    <a:pt x="78642" y="58341"/>
                  </a:lnTo>
                  <a:lnTo>
                    <a:pt x="79328" y="58281"/>
                  </a:lnTo>
                  <a:lnTo>
                    <a:pt x="79812" y="58220"/>
                  </a:lnTo>
                  <a:lnTo>
                    <a:pt x="80337" y="58160"/>
                  </a:lnTo>
                  <a:lnTo>
                    <a:pt x="80882" y="58059"/>
                  </a:lnTo>
                  <a:lnTo>
                    <a:pt x="81467" y="57918"/>
                  </a:lnTo>
                  <a:lnTo>
                    <a:pt x="82032" y="57736"/>
                  </a:lnTo>
                  <a:lnTo>
                    <a:pt x="82315" y="57635"/>
                  </a:lnTo>
                  <a:lnTo>
                    <a:pt x="82597" y="57514"/>
                  </a:lnTo>
                  <a:lnTo>
                    <a:pt x="82880" y="57373"/>
                  </a:lnTo>
                  <a:lnTo>
                    <a:pt x="83142" y="57231"/>
                  </a:lnTo>
                  <a:lnTo>
                    <a:pt x="83404" y="57050"/>
                  </a:lnTo>
                  <a:lnTo>
                    <a:pt x="83667" y="56868"/>
                  </a:lnTo>
                  <a:lnTo>
                    <a:pt x="83868" y="56707"/>
                  </a:lnTo>
                  <a:lnTo>
                    <a:pt x="84050" y="56525"/>
                  </a:lnTo>
                  <a:lnTo>
                    <a:pt x="84232" y="56343"/>
                  </a:lnTo>
                  <a:lnTo>
                    <a:pt x="84413" y="56162"/>
                  </a:lnTo>
                  <a:lnTo>
                    <a:pt x="84716" y="55778"/>
                  </a:lnTo>
                  <a:lnTo>
                    <a:pt x="84998" y="55355"/>
                  </a:lnTo>
                  <a:lnTo>
                    <a:pt x="85220" y="54931"/>
                  </a:lnTo>
                  <a:lnTo>
                    <a:pt x="85442" y="54467"/>
                  </a:lnTo>
                  <a:lnTo>
                    <a:pt x="85604" y="53982"/>
                  </a:lnTo>
                  <a:lnTo>
                    <a:pt x="85765" y="53498"/>
                  </a:lnTo>
                  <a:lnTo>
                    <a:pt x="85886" y="52994"/>
                  </a:lnTo>
                  <a:lnTo>
                    <a:pt x="86007" y="52489"/>
                  </a:lnTo>
                  <a:lnTo>
                    <a:pt x="86088" y="51964"/>
                  </a:lnTo>
                  <a:lnTo>
                    <a:pt x="86169" y="51420"/>
                  </a:lnTo>
                  <a:lnTo>
                    <a:pt x="86290" y="50350"/>
                  </a:lnTo>
                  <a:lnTo>
                    <a:pt x="86371" y="49260"/>
                  </a:lnTo>
                  <a:lnTo>
                    <a:pt x="86492" y="47949"/>
                  </a:lnTo>
                  <a:lnTo>
                    <a:pt x="86573" y="47283"/>
                  </a:lnTo>
                  <a:lnTo>
                    <a:pt x="86653" y="46637"/>
                  </a:lnTo>
                  <a:lnTo>
                    <a:pt x="86754" y="46052"/>
                  </a:lnTo>
                  <a:lnTo>
                    <a:pt x="86895" y="45487"/>
                  </a:lnTo>
                  <a:lnTo>
                    <a:pt x="87037" y="44901"/>
                  </a:lnTo>
                  <a:lnTo>
                    <a:pt x="87218" y="44336"/>
                  </a:lnTo>
                  <a:lnTo>
                    <a:pt x="87420" y="43771"/>
                  </a:lnTo>
                  <a:lnTo>
                    <a:pt x="87642" y="43206"/>
                  </a:lnTo>
                  <a:lnTo>
                    <a:pt x="87884" y="42661"/>
                  </a:lnTo>
                  <a:lnTo>
                    <a:pt x="88167" y="42117"/>
                  </a:lnTo>
                  <a:lnTo>
                    <a:pt x="88449" y="41592"/>
                  </a:lnTo>
                  <a:lnTo>
                    <a:pt x="88772" y="41067"/>
                  </a:lnTo>
                  <a:lnTo>
                    <a:pt x="89115" y="40563"/>
                  </a:lnTo>
                  <a:lnTo>
                    <a:pt x="89478" y="40058"/>
                  </a:lnTo>
                  <a:lnTo>
                    <a:pt x="89842" y="39574"/>
                  </a:lnTo>
                  <a:lnTo>
                    <a:pt x="90245" y="39089"/>
                  </a:lnTo>
                  <a:lnTo>
                    <a:pt x="90669" y="38646"/>
                  </a:lnTo>
                  <a:lnTo>
                    <a:pt x="91113" y="38202"/>
                  </a:lnTo>
                  <a:lnTo>
                    <a:pt x="91577" y="37758"/>
                  </a:lnTo>
                  <a:lnTo>
                    <a:pt x="92041" y="37354"/>
                  </a:lnTo>
                  <a:lnTo>
                    <a:pt x="92526" y="36971"/>
                  </a:lnTo>
                  <a:lnTo>
                    <a:pt x="93030" y="36607"/>
                  </a:lnTo>
                  <a:lnTo>
                    <a:pt x="93535" y="36264"/>
                  </a:lnTo>
                  <a:lnTo>
                    <a:pt x="94059" y="35941"/>
                  </a:lnTo>
                  <a:lnTo>
                    <a:pt x="94584" y="35639"/>
                  </a:lnTo>
                  <a:lnTo>
                    <a:pt x="95129" y="35376"/>
                  </a:lnTo>
                  <a:lnTo>
                    <a:pt x="95674" y="35114"/>
                  </a:lnTo>
                  <a:lnTo>
                    <a:pt x="96239" y="34892"/>
                  </a:lnTo>
                  <a:lnTo>
                    <a:pt x="96804" y="34690"/>
                  </a:lnTo>
                  <a:lnTo>
                    <a:pt x="97369" y="34529"/>
                  </a:lnTo>
                  <a:lnTo>
                    <a:pt x="97934" y="34367"/>
                  </a:lnTo>
                  <a:lnTo>
                    <a:pt x="98519" y="34246"/>
                  </a:lnTo>
                  <a:lnTo>
                    <a:pt x="99084" y="34166"/>
                  </a:lnTo>
                  <a:lnTo>
                    <a:pt x="99669" y="34085"/>
                  </a:lnTo>
                  <a:lnTo>
                    <a:pt x="100255" y="34044"/>
                  </a:lnTo>
                  <a:lnTo>
                    <a:pt x="100860" y="34024"/>
                  </a:lnTo>
                  <a:lnTo>
                    <a:pt x="101445" y="34044"/>
                  </a:lnTo>
                  <a:lnTo>
                    <a:pt x="102051" y="34085"/>
                  </a:lnTo>
                  <a:lnTo>
                    <a:pt x="102636" y="34145"/>
                  </a:lnTo>
                  <a:lnTo>
                    <a:pt x="103221" y="34246"/>
                  </a:lnTo>
                  <a:lnTo>
                    <a:pt x="103806" y="34367"/>
                  </a:lnTo>
                  <a:lnTo>
                    <a:pt x="104391" y="34509"/>
                  </a:lnTo>
                  <a:lnTo>
                    <a:pt x="104977" y="34690"/>
                  </a:lnTo>
                  <a:lnTo>
                    <a:pt x="105542" y="34892"/>
                  </a:lnTo>
                  <a:lnTo>
                    <a:pt x="106127" y="35114"/>
                  </a:lnTo>
                  <a:lnTo>
                    <a:pt x="106672" y="35356"/>
                  </a:lnTo>
                  <a:lnTo>
                    <a:pt x="107237" y="35639"/>
                  </a:lnTo>
                  <a:lnTo>
                    <a:pt x="107782" y="35941"/>
                  </a:lnTo>
                  <a:lnTo>
                    <a:pt x="108306" y="36264"/>
                  </a:lnTo>
                  <a:lnTo>
                    <a:pt x="108831" y="36607"/>
                  </a:lnTo>
                  <a:lnTo>
                    <a:pt x="109336" y="36971"/>
                  </a:lnTo>
                  <a:lnTo>
                    <a:pt x="109820" y="37354"/>
                  </a:lnTo>
                  <a:lnTo>
                    <a:pt x="110284" y="37758"/>
                  </a:lnTo>
                  <a:lnTo>
                    <a:pt x="110728" y="38161"/>
                  </a:lnTo>
                  <a:lnTo>
                    <a:pt x="111152" y="38585"/>
                  </a:lnTo>
                  <a:lnTo>
                    <a:pt x="111535" y="39029"/>
                  </a:lnTo>
                  <a:lnTo>
                    <a:pt x="111919" y="39493"/>
                  </a:lnTo>
                  <a:lnTo>
                    <a:pt x="112262" y="39957"/>
                  </a:lnTo>
                  <a:lnTo>
                    <a:pt x="112605" y="40442"/>
                  </a:lnTo>
                  <a:lnTo>
                    <a:pt x="112907" y="40946"/>
                  </a:lnTo>
                  <a:lnTo>
                    <a:pt x="113190" y="41451"/>
                  </a:lnTo>
                  <a:lnTo>
                    <a:pt x="113452" y="41955"/>
                  </a:lnTo>
                  <a:lnTo>
                    <a:pt x="113674" y="42480"/>
                  </a:lnTo>
                  <a:lnTo>
                    <a:pt x="113876" y="43025"/>
                  </a:lnTo>
                  <a:lnTo>
                    <a:pt x="114058" y="43569"/>
                  </a:lnTo>
                  <a:lnTo>
                    <a:pt x="114219" y="44114"/>
                  </a:lnTo>
                  <a:lnTo>
                    <a:pt x="114038" y="43610"/>
                  </a:lnTo>
                  <a:lnTo>
                    <a:pt x="113937" y="43368"/>
                  </a:lnTo>
                  <a:lnTo>
                    <a:pt x="113816" y="43126"/>
                  </a:lnTo>
                  <a:lnTo>
                    <a:pt x="113694" y="42904"/>
                  </a:lnTo>
                  <a:lnTo>
                    <a:pt x="113573" y="42682"/>
                  </a:lnTo>
                  <a:lnTo>
                    <a:pt x="113432" y="42500"/>
                  </a:lnTo>
                  <a:lnTo>
                    <a:pt x="113251" y="42318"/>
                  </a:lnTo>
                  <a:lnTo>
                    <a:pt x="113210" y="42379"/>
                  </a:lnTo>
                  <a:lnTo>
                    <a:pt x="113372" y="42560"/>
                  </a:lnTo>
                  <a:lnTo>
                    <a:pt x="113533" y="42782"/>
                  </a:lnTo>
                  <a:lnTo>
                    <a:pt x="113674" y="43025"/>
                  </a:lnTo>
                  <a:lnTo>
                    <a:pt x="113816" y="43267"/>
                  </a:lnTo>
                  <a:lnTo>
                    <a:pt x="113916" y="43529"/>
                  </a:lnTo>
                  <a:lnTo>
                    <a:pt x="114017" y="43812"/>
                  </a:lnTo>
                  <a:lnTo>
                    <a:pt x="114219" y="44377"/>
                  </a:lnTo>
                  <a:lnTo>
                    <a:pt x="114360" y="44760"/>
                  </a:lnTo>
                  <a:lnTo>
                    <a:pt x="114502" y="45144"/>
                  </a:lnTo>
                  <a:lnTo>
                    <a:pt x="114663" y="45507"/>
                  </a:lnTo>
                  <a:lnTo>
                    <a:pt x="114744" y="45668"/>
                  </a:lnTo>
                  <a:lnTo>
                    <a:pt x="114845" y="45809"/>
                  </a:lnTo>
                  <a:lnTo>
                    <a:pt x="114946" y="45951"/>
                  </a:lnTo>
                  <a:lnTo>
                    <a:pt x="115067" y="46072"/>
                  </a:lnTo>
                  <a:lnTo>
                    <a:pt x="115188" y="46173"/>
                  </a:lnTo>
                  <a:lnTo>
                    <a:pt x="115309" y="46274"/>
                  </a:lnTo>
                  <a:lnTo>
                    <a:pt x="115470" y="46334"/>
                  </a:lnTo>
                  <a:lnTo>
                    <a:pt x="115632" y="46375"/>
                  </a:lnTo>
                  <a:lnTo>
                    <a:pt x="115793" y="46395"/>
                  </a:lnTo>
                  <a:lnTo>
                    <a:pt x="115995" y="46395"/>
                  </a:lnTo>
                  <a:lnTo>
                    <a:pt x="116156" y="46375"/>
                  </a:lnTo>
                  <a:lnTo>
                    <a:pt x="116318" y="46334"/>
                  </a:lnTo>
                  <a:lnTo>
                    <a:pt x="116479" y="46274"/>
                  </a:lnTo>
                  <a:lnTo>
                    <a:pt x="116641" y="46173"/>
                  </a:lnTo>
                  <a:lnTo>
                    <a:pt x="116822" y="46072"/>
                  </a:lnTo>
                  <a:lnTo>
                    <a:pt x="116984" y="45931"/>
                  </a:lnTo>
                  <a:lnTo>
                    <a:pt x="117145" y="45769"/>
                  </a:lnTo>
                  <a:lnTo>
                    <a:pt x="117327" y="45587"/>
                  </a:lnTo>
                  <a:lnTo>
                    <a:pt x="117630" y="45224"/>
                  </a:lnTo>
                  <a:lnTo>
                    <a:pt x="117892" y="44841"/>
                  </a:lnTo>
                  <a:lnTo>
                    <a:pt x="118134" y="44437"/>
                  </a:lnTo>
                  <a:lnTo>
                    <a:pt x="118356" y="44034"/>
                  </a:lnTo>
                  <a:lnTo>
                    <a:pt x="118558" y="43630"/>
                  </a:lnTo>
                  <a:lnTo>
                    <a:pt x="118739" y="43186"/>
                  </a:lnTo>
                  <a:lnTo>
                    <a:pt x="118901" y="42762"/>
                  </a:lnTo>
                  <a:lnTo>
                    <a:pt x="119042" y="42318"/>
                  </a:lnTo>
                  <a:lnTo>
                    <a:pt x="119183" y="41854"/>
                  </a:lnTo>
                  <a:lnTo>
                    <a:pt x="119284" y="41410"/>
                  </a:lnTo>
                  <a:lnTo>
                    <a:pt x="119486" y="40482"/>
                  </a:lnTo>
                  <a:lnTo>
                    <a:pt x="119648" y="39554"/>
                  </a:lnTo>
                  <a:lnTo>
                    <a:pt x="119789" y="38625"/>
                  </a:lnTo>
                  <a:lnTo>
                    <a:pt x="119950" y="37394"/>
                  </a:lnTo>
                  <a:lnTo>
                    <a:pt x="120092" y="36184"/>
                  </a:lnTo>
                  <a:lnTo>
                    <a:pt x="120233" y="34953"/>
                  </a:lnTo>
                  <a:lnTo>
                    <a:pt x="120334" y="33742"/>
                  </a:lnTo>
                  <a:lnTo>
                    <a:pt x="120455" y="32511"/>
                  </a:lnTo>
                  <a:lnTo>
                    <a:pt x="120536" y="31280"/>
                  </a:lnTo>
                  <a:lnTo>
                    <a:pt x="120616" y="30069"/>
                  </a:lnTo>
                  <a:lnTo>
                    <a:pt x="120697" y="28838"/>
                  </a:lnTo>
                  <a:lnTo>
                    <a:pt x="120737" y="27607"/>
                  </a:lnTo>
                  <a:lnTo>
                    <a:pt x="120778" y="26376"/>
                  </a:lnTo>
                  <a:lnTo>
                    <a:pt x="120798" y="25145"/>
                  </a:lnTo>
                  <a:lnTo>
                    <a:pt x="120818" y="23914"/>
                  </a:lnTo>
                  <a:lnTo>
                    <a:pt x="120818" y="22683"/>
                  </a:lnTo>
                  <a:lnTo>
                    <a:pt x="120798" y="21452"/>
                  </a:lnTo>
                  <a:lnTo>
                    <a:pt x="120778" y="20241"/>
                  </a:lnTo>
                  <a:lnTo>
                    <a:pt x="120737" y="19010"/>
                  </a:lnTo>
                  <a:lnTo>
                    <a:pt x="120697" y="18143"/>
                  </a:lnTo>
                  <a:lnTo>
                    <a:pt x="120636" y="17275"/>
                  </a:lnTo>
                  <a:lnTo>
                    <a:pt x="120576" y="16407"/>
                  </a:lnTo>
                  <a:lnTo>
                    <a:pt x="120495" y="15519"/>
                  </a:lnTo>
                  <a:lnTo>
                    <a:pt x="120374" y="14651"/>
                  </a:lnTo>
                  <a:lnTo>
                    <a:pt x="120233" y="13763"/>
                  </a:lnTo>
                  <a:lnTo>
                    <a:pt x="120071" y="12896"/>
                  </a:lnTo>
                  <a:lnTo>
                    <a:pt x="119870" y="12048"/>
                  </a:lnTo>
                  <a:lnTo>
                    <a:pt x="119648" y="11201"/>
                  </a:lnTo>
                  <a:lnTo>
                    <a:pt x="119365" y="10353"/>
                  </a:lnTo>
                  <a:lnTo>
                    <a:pt x="119062" y="9546"/>
                  </a:lnTo>
                  <a:lnTo>
                    <a:pt x="118881" y="9142"/>
                  </a:lnTo>
                  <a:lnTo>
                    <a:pt x="118699" y="8759"/>
                  </a:lnTo>
                  <a:lnTo>
                    <a:pt x="118497" y="8375"/>
                  </a:lnTo>
                  <a:lnTo>
                    <a:pt x="118296" y="7992"/>
                  </a:lnTo>
                  <a:lnTo>
                    <a:pt x="118074" y="7609"/>
                  </a:lnTo>
                  <a:lnTo>
                    <a:pt x="117831" y="7245"/>
                  </a:lnTo>
                  <a:lnTo>
                    <a:pt x="117589" y="6902"/>
                  </a:lnTo>
                  <a:lnTo>
                    <a:pt x="117327" y="6559"/>
                  </a:lnTo>
                  <a:lnTo>
                    <a:pt x="117044" y="6216"/>
                  </a:lnTo>
                  <a:lnTo>
                    <a:pt x="116762" y="5873"/>
                  </a:lnTo>
                  <a:lnTo>
                    <a:pt x="116257" y="5369"/>
                  </a:lnTo>
                  <a:lnTo>
                    <a:pt x="115712" y="4884"/>
                  </a:lnTo>
                  <a:lnTo>
                    <a:pt x="115127" y="4420"/>
                  </a:lnTo>
                  <a:lnTo>
                    <a:pt x="114502" y="3976"/>
                  </a:lnTo>
                  <a:lnTo>
                    <a:pt x="113836" y="3573"/>
                  </a:lnTo>
                  <a:lnTo>
                    <a:pt x="113129" y="3189"/>
                  </a:lnTo>
                  <a:lnTo>
                    <a:pt x="112403" y="2846"/>
                  </a:lnTo>
                  <a:lnTo>
                    <a:pt x="111596" y="2503"/>
                  </a:lnTo>
                  <a:lnTo>
                    <a:pt x="110970" y="2261"/>
                  </a:lnTo>
                  <a:lnTo>
                    <a:pt x="110284" y="2039"/>
                  </a:lnTo>
                  <a:lnTo>
                    <a:pt x="109578" y="1837"/>
                  </a:lnTo>
                  <a:lnTo>
                    <a:pt x="108851" y="1635"/>
                  </a:lnTo>
                  <a:lnTo>
                    <a:pt x="108064" y="1433"/>
                  </a:lnTo>
                  <a:lnTo>
                    <a:pt x="107257" y="1272"/>
                  </a:lnTo>
                  <a:lnTo>
                    <a:pt x="106389" y="1090"/>
                  </a:lnTo>
                  <a:lnTo>
                    <a:pt x="105481" y="949"/>
                  </a:lnTo>
                  <a:lnTo>
                    <a:pt x="103988" y="707"/>
                  </a:lnTo>
                  <a:lnTo>
                    <a:pt x="102474" y="505"/>
                  </a:lnTo>
                  <a:lnTo>
                    <a:pt x="100961" y="344"/>
                  </a:lnTo>
                  <a:lnTo>
                    <a:pt x="99447" y="202"/>
                  </a:lnTo>
                  <a:lnTo>
                    <a:pt x="97934" y="102"/>
                  </a:lnTo>
                  <a:lnTo>
                    <a:pt x="96420" y="41"/>
                  </a:lnTo>
                  <a:lnTo>
                    <a:pt x="948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flipH="1">
              <a:off x="1696475" y="-3953198"/>
              <a:ext cx="631867" cy="441222"/>
            </a:xfrm>
            <a:custGeom>
              <a:rect b="b" l="l" r="r" t="t"/>
              <a:pathLst>
                <a:path extrusionOk="0" h="7892" w="11302">
                  <a:moveTo>
                    <a:pt x="10030" y="82"/>
                  </a:moveTo>
                  <a:lnTo>
                    <a:pt x="10252" y="102"/>
                  </a:lnTo>
                  <a:lnTo>
                    <a:pt x="10494" y="142"/>
                  </a:lnTo>
                  <a:lnTo>
                    <a:pt x="10696" y="203"/>
                  </a:lnTo>
                  <a:lnTo>
                    <a:pt x="10797" y="243"/>
                  </a:lnTo>
                  <a:lnTo>
                    <a:pt x="10897" y="304"/>
                  </a:lnTo>
                  <a:lnTo>
                    <a:pt x="10978" y="364"/>
                  </a:lnTo>
                  <a:lnTo>
                    <a:pt x="11059" y="445"/>
                  </a:lnTo>
                  <a:lnTo>
                    <a:pt x="11119" y="526"/>
                  </a:lnTo>
                  <a:lnTo>
                    <a:pt x="11180" y="627"/>
                  </a:lnTo>
                  <a:lnTo>
                    <a:pt x="11220" y="727"/>
                  </a:lnTo>
                  <a:lnTo>
                    <a:pt x="11220" y="828"/>
                  </a:lnTo>
                  <a:lnTo>
                    <a:pt x="11220" y="949"/>
                  </a:lnTo>
                  <a:lnTo>
                    <a:pt x="11180" y="1050"/>
                  </a:lnTo>
                  <a:lnTo>
                    <a:pt x="11140" y="1131"/>
                  </a:lnTo>
                  <a:lnTo>
                    <a:pt x="11079" y="1192"/>
                  </a:lnTo>
                  <a:lnTo>
                    <a:pt x="11019" y="1252"/>
                  </a:lnTo>
                  <a:lnTo>
                    <a:pt x="10938" y="1313"/>
                  </a:lnTo>
                  <a:lnTo>
                    <a:pt x="10756" y="1393"/>
                  </a:lnTo>
                  <a:lnTo>
                    <a:pt x="10554" y="1474"/>
                  </a:lnTo>
                  <a:lnTo>
                    <a:pt x="10433" y="1535"/>
                  </a:lnTo>
                  <a:lnTo>
                    <a:pt x="10131" y="1676"/>
                  </a:lnTo>
                  <a:lnTo>
                    <a:pt x="9888" y="1858"/>
                  </a:lnTo>
                  <a:lnTo>
                    <a:pt x="9666" y="2039"/>
                  </a:lnTo>
                  <a:lnTo>
                    <a:pt x="9505" y="2261"/>
                  </a:lnTo>
                  <a:lnTo>
                    <a:pt x="9364" y="2503"/>
                  </a:lnTo>
                  <a:lnTo>
                    <a:pt x="9243" y="2745"/>
                  </a:lnTo>
                  <a:lnTo>
                    <a:pt x="9021" y="3290"/>
                  </a:lnTo>
                  <a:lnTo>
                    <a:pt x="8819" y="3795"/>
                  </a:lnTo>
                  <a:lnTo>
                    <a:pt x="8617" y="4239"/>
                  </a:lnTo>
                  <a:lnTo>
                    <a:pt x="8415" y="4663"/>
                  </a:lnTo>
                  <a:lnTo>
                    <a:pt x="8193" y="5046"/>
                  </a:lnTo>
                  <a:lnTo>
                    <a:pt x="7992" y="5389"/>
                  </a:lnTo>
                  <a:lnTo>
                    <a:pt x="7749" y="5712"/>
                  </a:lnTo>
                  <a:lnTo>
                    <a:pt x="7527" y="6015"/>
                  </a:lnTo>
                  <a:lnTo>
                    <a:pt x="7285" y="6277"/>
                  </a:lnTo>
                  <a:lnTo>
                    <a:pt x="7023" y="6519"/>
                  </a:lnTo>
                  <a:lnTo>
                    <a:pt x="6821" y="6701"/>
                  </a:lnTo>
                  <a:lnTo>
                    <a:pt x="6599" y="6862"/>
                  </a:lnTo>
                  <a:lnTo>
                    <a:pt x="6357" y="7024"/>
                  </a:lnTo>
                  <a:lnTo>
                    <a:pt x="6115" y="7165"/>
                  </a:lnTo>
                  <a:lnTo>
                    <a:pt x="5873" y="7286"/>
                  </a:lnTo>
                  <a:lnTo>
                    <a:pt x="5630" y="7407"/>
                  </a:lnTo>
                  <a:lnTo>
                    <a:pt x="5368" y="7508"/>
                  </a:lnTo>
                  <a:lnTo>
                    <a:pt x="5086" y="7589"/>
                  </a:lnTo>
                  <a:lnTo>
                    <a:pt x="4823" y="7669"/>
                  </a:lnTo>
                  <a:lnTo>
                    <a:pt x="4541" y="7730"/>
                  </a:lnTo>
                  <a:lnTo>
                    <a:pt x="4278" y="7770"/>
                  </a:lnTo>
                  <a:lnTo>
                    <a:pt x="3996" y="7790"/>
                  </a:lnTo>
                  <a:lnTo>
                    <a:pt x="3713" y="7811"/>
                  </a:lnTo>
                  <a:lnTo>
                    <a:pt x="3431" y="7811"/>
                  </a:lnTo>
                  <a:lnTo>
                    <a:pt x="3169" y="7790"/>
                  </a:lnTo>
                  <a:lnTo>
                    <a:pt x="2886" y="7750"/>
                  </a:lnTo>
                  <a:lnTo>
                    <a:pt x="2603" y="7690"/>
                  </a:lnTo>
                  <a:lnTo>
                    <a:pt x="2321" y="7629"/>
                  </a:lnTo>
                  <a:lnTo>
                    <a:pt x="2059" y="7528"/>
                  </a:lnTo>
                  <a:lnTo>
                    <a:pt x="1796" y="7427"/>
                  </a:lnTo>
                  <a:lnTo>
                    <a:pt x="1554" y="7306"/>
                  </a:lnTo>
                  <a:lnTo>
                    <a:pt x="1332" y="7165"/>
                  </a:lnTo>
                  <a:lnTo>
                    <a:pt x="1110" y="7024"/>
                  </a:lnTo>
                  <a:lnTo>
                    <a:pt x="908" y="6842"/>
                  </a:lnTo>
                  <a:lnTo>
                    <a:pt x="707" y="6640"/>
                  </a:lnTo>
                  <a:lnTo>
                    <a:pt x="545" y="6418"/>
                  </a:lnTo>
                  <a:lnTo>
                    <a:pt x="384" y="6176"/>
                  </a:lnTo>
                  <a:lnTo>
                    <a:pt x="263" y="5934"/>
                  </a:lnTo>
                  <a:lnTo>
                    <a:pt x="182" y="5692"/>
                  </a:lnTo>
                  <a:lnTo>
                    <a:pt x="101" y="5429"/>
                  </a:lnTo>
                  <a:lnTo>
                    <a:pt x="81" y="5167"/>
                  </a:lnTo>
                  <a:lnTo>
                    <a:pt x="81" y="4905"/>
                  </a:lnTo>
                  <a:lnTo>
                    <a:pt x="101" y="4663"/>
                  </a:lnTo>
                  <a:lnTo>
                    <a:pt x="142" y="4441"/>
                  </a:lnTo>
                  <a:lnTo>
                    <a:pt x="222" y="4239"/>
                  </a:lnTo>
                  <a:lnTo>
                    <a:pt x="303" y="4037"/>
                  </a:lnTo>
                  <a:lnTo>
                    <a:pt x="404" y="3835"/>
                  </a:lnTo>
                  <a:lnTo>
                    <a:pt x="525" y="3654"/>
                  </a:lnTo>
                  <a:lnTo>
                    <a:pt x="646" y="3472"/>
                  </a:lnTo>
                  <a:lnTo>
                    <a:pt x="787" y="3311"/>
                  </a:lnTo>
                  <a:lnTo>
                    <a:pt x="1090" y="3008"/>
                  </a:lnTo>
                  <a:lnTo>
                    <a:pt x="1393" y="2745"/>
                  </a:lnTo>
                  <a:lnTo>
                    <a:pt x="1695" y="2523"/>
                  </a:lnTo>
                  <a:lnTo>
                    <a:pt x="1978" y="2342"/>
                  </a:lnTo>
                  <a:lnTo>
                    <a:pt x="2361" y="2120"/>
                  </a:lnTo>
                  <a:lnTo>
                    <a:pt x="2745" y="1918"/>
                  </a:lnTo>
                  <a:lnTo>
                    <a:pt x="3128" y="1736"/>
                  </a:lnTo>
                  <a:lnTo>
                    <a:pt x="3532" y="1555"/>
                  </a:lnTo>
                  <a:lnTo>
                    <a:pt x="4319" y="1252"/>
                  </a:lnTo>
                  <a:lnTo>
                    <a:pt x="5106" y="990"/>
                  </a:lnTo>
                  <a:lnTo>
                    <a:pt x="6175" y="647"/>
                  </a:lnTo>
                  <a:lnTo>
                    <a:pt x="6740" y="505"/>
                  </a:lnTo>
                  <a:lnTo>
                    <a:pt x="7326" y="364"/>
                  </a:lnTo>
                  <a:lnTo>
                    <a:pt x="7911" y="243"/>
                  </a:lnTo>
                  <a:lnTo>
                    <a:pt x="8496" y="162"/>
                  </a:lnTo>
                  <a:lnTo>
                    <a:pt x="9101" y="102"/>
                  </a:lnTo>
                  <a:lnTo>
                    <a:pt x="9727" y="82"/>
                  </a:lnTo>
                  <a:close/>
                  <a:moveTo>
                    <a:pt x="9384" y="1"/>
                  </a:moveTo>
                  <a:lnTo>
                    <a:pt x="8718" y="62"/>
                  </a:lnTo>
                  <a:lnTo>
                    <a:pt x="8092" y="142"/>
                  </a:lnTo>
                  <a:lnTo>
                    <a:pt x="7447" y="243"/>
                  </a:lnTo>
                  <a:lnTo>
                    <a:pt x="6841" y="384"/>
                  </a:lnTo>
                  <a:lnTo>
                    <a:pt x="6236" y="546"/>
                  </a:lnTo>
                  <a:lnTo>
                    <a:pt x="5651" y="727"/>
                  </a:lnTo>
                  <a:lnTo>
                    <a:pt x="5086" y="909"/>
                  </a:lnTo>
                  <a:lnTo>
                    <a:pt x="4299" y="1171"/>
                  </a:lnTo>
                  <a:lnTo>
                    <a:pt x="3491" y="1474"/>
                  </a:lnTo>
                  <a:lnTo>
                    <a:pt x="3108" y="1656"/>
                  </a:lnTo>
                  <a:lnTo>
                    <a:pt x="2704" y="1837"/>
                  </a:lnTo>
                  <a:lnTo>
                    <a:pt x="2321" y="2039"/>
                  </a:lnTo>
                  <a:lnTo>
                    <a:pt x="1938" y="2261"/>
                  </a:lnTo>
                  <a:lnTo>
                    <a:pt x="1655" y="2443"/>
                  </a:lnTo>
                  <a:lnTo>
                    <a:pt x="1352" y="2685"/>
                  </a:lnTo>
                  <a:lnTo>
                    <a:pt x="1029" y="2947"/>
                  </a:lnTo>
                  <a:lnTo>
                    <a:pt x="727" y="3250"/>
                  </a:lnTo>
                  <a:lnTo>
                    <a:pt x="585" y="3432"/>
                  </a:lnTo>
                  <a:lnTo>
                    <a:pt x="464" y="3613"/>
                  </a:lnTo>
                  <a:lnTo>
                    <a:pt x="343" y="3795"/>
                  </a:lnTo>
                  <a:lnTo>
                    <a:pt x="222" y="3997"/>
                  </a:lnTo>
                  <a:lnTo>
                    <a:pt x="142" y="4219"/>
                  </a:lnTo>
                  <a:lnTo>
                    <a:pt x="61" y="4441"/>
                  </a:lnTo>
                  <a:lnTo>
                    <a:pt x="20" y="4663"/>
                  </a:lnTo>
                  <a:lnTo>
                    <a:pt x="0" y="4905"/>
                  </a:lnTo>
                  <a:lnTo>
                    <a:pt x="0" y="5167"/>
                  </a:lnTo>
                  <a:lnTo>
                    <a:pt x="20" y="5429"/>
                  </a:lnTo>
                  <a:lnTo>
                    <a:pt x="101" y="5712"/>
                  </a:lnTo>
                  <a:lnTo>
                    <a:pt x="202" y="5974"/>
                  </a:lnTo>
                  <a:lnTo>
                    <a:pt x="323" y="6216"/>
                  </a:lnTo>
                  <a:lnTo>
                    <a:pt x="485" y="6459"/>
                  </a:lnTo>
                  <a:lnTo>
                    <a:pt x="646" y="6701"/>
                  </a:lnTo>
                  <a:lnTo>
                    <a:pt x="868" y="6903"/>
                  </a:lnTo>
                  <a:lnTo>
                    <a:pt x="1070" y="7084"/>
                  </a:lnTo>
                  <a:lnTo>
                    <a:pt x="1272" y="7225"/>
                  </a:lnTo>
                  <a:lnTo>
                    <a:pt x="1514" y="7367"/>
                  </a:lnTo>
                  <a:lnTo>
                    <a:pt x="1756" y="7488"/>
                  </a:lnTo>
                  <a:lnTo>
                    <a:pt x="2018" y="7609"/>
                  </a:lnTo>
                  <a:lnTo>
                    <a:pt x="2301" y="7690"/>
                  </a:lnTo>
                  <a:lnTo>
                    <a:pt x="2583" y="7770"/>
                  </a:lnTo>
                  <a:lnTo>
                    <a:pt x="2886" y="7831"/>
                  </a:lnTo>
                  <a:lnTo>
                    <a:pt x="3269" y="7871"/>
                  </a:lnTo>
                  <a:lnTo>
                    <a:pt x="3673" y="7891"/>
                  </a:lnTo>
                  <a:lnTo>
                    <a:pt x="4137" y="7871"/>
                  </a:lnTo>
                  <a:lnTo>
                    <a:pt x="4601" y="7811"/>
                  </a:lnTo>
                  <a:lnTo>
                    <a:pt x="5045" y="7710"/>
                  </a:lnTo>
                  <a:lnTo>
                    <a:pt x="5489" y="7548"/>
                  </a:lnTo>
                  <a:lnTo>
                    <a:pt x="5913" y="7367"/>
                  </a:lnTo>
                  <a:lnTo>
                    <a:pt x="6337" y="7145"/>
                  </a:lnTo>
                  <a:lnTo>
                    <a:pt x="6720" y="6882"/>
                  </a:lnTo>
                  <a:lnTo>
                    <a:pt x="7083" y="6580"/>
                  </a:lnTo>
                  <a:lnTo>
                    <a:pt x="7346" y="6338"/>
                  </a:lnTo>
                  <a:lnTo>
                    <a:pt x="7588" y="6055"/>
                  </a:lnTo>
                  <a:lnTo>
                    <a:pt x="7830" y="5752"/>
                  </a:lnTo>
                  <a:lnTo>
                    <a:pt x="8052" y="5429"/>
                  </a:lnTo>
                  <a:lnTo>
                    <a:pt x="8274" y="5086"/>
                  </a:lnTo>
                  <a:lnTo>
                    <a:pt x="8476" y="4703"/>
                  </a:lnTo>
                  <a:lnTo>
                    <a:pt x="8698" y="4279"/>
                  </a:lnTo>
                  <a:lnTo>
                    <a:pt x="8900" y="3815"/>
                  </a:lnTo>
                  <a:lnTo>
                    <a:pt x="9101" y="3311"/>
                  </a:lnTo>
                  <a:lnTo>
                    <a:pt x="9303" y="2786"/>
                  </a:lnTo>
                  <a:lnTo>
                    <a:pt x="9424" y="2544"/>
                  </a:lnTo>
                  <a:lnTo>
                    <a:pt x="9566" y="2322"/>
                  </a:lnTo>
                  <a:lnTo>
                    <a:pt x="9727" y="2100"/>
                  </a:lnTo>
                  <a:lnTo>
                    <a:pt x="9929" y="1918"/>
                  </a:lnTo>
                  <a:lnTo>
                    <a:pt x="10171" y="1757"/>
                  </a:lnTo>
                  <a:lnTo>
                    <a:pt x="10454" y="1615"/>
                  </a:lnTo>
                  <a:lnTo>
                    <a:pt x="10595" y="1555"/>
                  </a:lnTo>
                  <a:lnTo>
                    <a:pt x="10797" y="1474"/>
                  </a:lnTo>
                  <a:lnTo>
                    <a:pt x="10978" y="1373"/>
                  </a:lnTo>
                  <a:lnTo>
                    <a:pt x="11059" y="1313"/>
                  </a:lnTo>
                  <a:lnTo>
                    <a:pt x="11140" y="1252"/>
                  </a:lnTo>
                  <a:lnTo>
                    <a:pt x="11200" y="1171"/>
                  </a:lnTo>
                  <a:lnTo>
                    <a:pt x="11261" y="1071"/>
                  </a:lnTo>
                  <a:lnTo>
                    <a:pt x="11301" y="970"/>
                  </a:lnTo>
                  <a:lnTo>
                    <a:pt x="11301" y="849"/>
                  </a:lnTo>
                  <a:lnTo>
                    <a:pt x="11301" y="727"/>
                  </a:lnTo>
                  <a:lnTo>
                    <a:pt x="11261" y="606"/>
                  </a:lnTo>
                  <a:lnTo>
                    <a:pt x="11200" y="485"/>
                  </a:lnTo>
                  <a:lnTo>
                    <a:pt x="11119" y="384"/>
                  </a:lnTo>
                  <a:lnTo>
                    <a:pt x="11039" y="304"/>
                  </a:lnTo>
                  <a:lnTo>
                    <a:pt x="10938" y="223"/>
                  </a:lnTo>
                  <a:lnTo>
                    <a:pt x="10837" y="162"/>
                  </a:lnTo>
                  <a:lnTo>
                    <a:pt x="10736" y="122"/>
                  </a:lnTo>
                  <a:lnTo>
                    <a:pt x="10514" y="62"/>
                  </a:lnTo>
                  <a:lnTo>
                    <a:pt x="10272" y="21"/>
                  </a:lnTo>
                  <a:lnTo>
                    <a:pt x="10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flipH="1">
              <a:off x="39193" y="-3980256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-3393920" y="-1511765"/>
              <a:ext cx="935332" cy="741278"/>
            </a:xfrm>
            <a:custGeom>
              <a:rect b="b" l="l" r="r" t="t"/>
              <a:pathLst>
                <a:path extrusionOk="0" h="13259" w="16730">
                  <a:moveTo>
                    <a:pt x="14550" y="81"/>
                  </a:moveTo>
                  <a:lnTo>
                    <a:pt x="14772" y="122"/>
                  </a:lnTo>
                  <a:lnTo>
                    <a:pt x="15014" y="202"/>
                  </a:lnTo>
                  <a:lnTo>
                    <a:pt x="15216" y="324"/>
                  </a:lnTo>
                  <a:lnTo>
                    <a:pt x="15438" y="465"/>
                  </a:lnTo>
                  <a:lnTo>
                    <a:pt x="15640" y="667"/>
                  </a:lnTo>
                  <a:lnTo>
                    <a:pt x="15821" y="889"/>
                  </a:lnTo>
                  <a:lnTo>
                    <a:pt x="15983" y="1131"/>
                  </a:lnTo>
                  <a:lnTo>
                    <a:pt x="16144" y="1413"/>
                  </a:lnTo>
                  <a:lnTo>
                    <a:pt x="16245" y="1655"/>
                  </a:lnTo>
                  <a:lnTo>
                    <a:pt x="16346" y="1898"/>
                  </a:lnTo>
                  <a:lnTo>
                    <a:pt x="16427" y="2140"/>
                  </a:lnTo>
                  <a:lnTo>
                    <a:pt x="16487" y="2422"/>
                  </a:lnTo>
                  <a:lnTo>
                    <a:pt x="16548" y="2685"/>
                  </a:lnTo>
                  <a:lnTo>
                    <a:pt x="16588" y="2967"/>
                  </a:lnTo>
                  <a:lnTo>
                    <a:pt x="16628" y="3250"/>
                  </a:lnTo>
                  <a:lnTo>
                    <a:pt x="16649" y="3552"/>
                  </a:lnTo>
                  <a:lnTo>
                    <a:pt x="16649" y="3855"/>
                  </a:lnTo>
                  <a:lnTo>
                    <a:pt x="16649" y="4178"/>
                  </a:lnTo>
                  <a:lnTo>
                    <a:pt x="16588" y="4844"/>
                  </a:lnTo>
                  <a:lnTo>
                    <a:pt x="16487" y="5550"/>
                  </a:lnTo>
                  <a:lnTo>
                    <a:pt x="16326" y="6317"/>
                  </a:lnTo>
                  <a:lnTo>
                    <a:pt x="16144" y="7044"/>
                  </a:lnTo>
                  <a:lnTo>
                    <a:pt x="15942" y="7709"/>
                  </a:lnTo>
                  <a:lnTo>
                    <a:pt x="15720" y="8315"/>
                  </a:lnTo>
                  <a:lnTo>
                    <a:pt x="15458" y="8860"/>
                  </a:lnTo>
                  <a:lnTo>
                    <a:pt x="15317" y="9122"/>
                  </a:lnTo>
                  <a:lnTo>
                    <a:pt x="15176" y="9364"/>
                  </a:lnTo>
                  <a:lnTo>
                    <a:pt x="15014" y="9586"/>
                  </a:lnTo>
                  <a:lnTo>
                    <a:pt x="14873" y="9808"/>
                  </a:lnTo>
                  <a:lnTo>
                    <a:pt x="14691" y="10010"/>
                  </a:lnTo>
                  <a:lnTo>
                    <a:pt x="14530" y="10212"/>
                  </a:lnTo>
                  <a:lnTo>
                    <a:pt x="14348" y="10393"/>
                  </a:lnTo>
                  <a:lnTo>
                    <a:pt x="14146" y="10555"/>
                  </a:lnTo>
                  <a:lnTo>
                    <a:pt x="13803" y="10837"/>
                  </a:lnTo>
                  <a:lnTo>
                    <a:pt x="13440" y="11080"/>
                  </a:lnTo>
                  <a:lnTo>
                    <a:pt x="13036" y="11302"/>
                  </a:lnTo>
                  <a:lnTo>
                    <a:pt x="12633" y="11483"/>
                  </a:lnTo>
                  <a:lnTo>
                    <a:pt x="12229" y="11665"/>
                  </a:lnTo>
                  <a:lnTo>
                    <a:pt x="11805" y="11806"/>
                  </a:lnTo>
                  <a:lnTo>
                    <a:pt x="11402" y="11947"/>
                  </a:lnTo>
                  <a:lnTo>
                    <a:pt x="10978" y="12068"/>
                  </a:lnTo>
                  <a:lnTo>
                    <a:pt x="10373" y="12230"/>
                  </a:lnTo>
                  <a:lnTo>
                    <a:pt x="9787" y="12371"/>
                  </a:lnTo>
                  <a:lnTo>
                    <a:pt x="9202" y="12512"/>
                  </a:lnTo>
                  <a:lnTo>
                    <a:pt x="8597" y="12633"/>
                  </a:lnTo>
                  <a:lnTo>
                    <a:pt x="7991" y="12734"/>
                  </a:lnTo>
                  <a:lnTo>
                    <a:pt x="7386" y="12835"/>
                  </a:lnTo>
                  <a:lnTo>
                    <a:pt x="6801" y="12936"/>
                  </a:lnTo>
                  <a:lnTo>
                    <a:pt x="6195" y="12997"/>
                  </a:lnTo>
                  <a:lnTo>
                    <a:pt x="5590" y="13057"/>
                  </a:lnTo>
                  <a:lnTo>
                    <a:pt x="4964" y="13118"/>
                  </a:lnTo>
                  <a:lnTo>
                    <a:pt x="4359" y="13158"/>
                  </a:lnTo>
                  <a:lnTo>
                    <a:pt x="3754" y="13178"/>
                  </a:lnTo>
                  <a:lnTo>
                    <a:pt x="1917" y="13178"/>
                  </a:lnTo>
                  <a:lnTo>
                    <a:pt x="1312" y="13138"/>
                  </a:lnTo>
                  <a:lnTo>
                    <a:pt x="1070" y="13118"/>
                  </a:lnTo>
                  <a:lnTo>
                    <a:pt x="848" y="13077"/>
                  </a:lnTo>
                  <a:lnTo>
                    <a:pt x="646" y="13017"/>
                  </a:lnTo>
                  <a:lnTo>
                    <a:pt x="484" y="12956"/>
                  </a:lnTo>
                  <a:lnTo>
                    <a:pt x="343" y="12855"/>
                  </a:lnTo>
                  <a:lnTo>
                    <a:pt x="242" y="12754"/>
                  </a:lnTo>
                  <a:lnTo>
                    <a:pt x="162" y="12613"/>
                  </a:lnTo>
                  <a:lnTo>
                    <a:pt x="101" y="12472"/>
                  </a:lnTo>
                  <a:lnTo>
                    <a:pt x="81" y="12351"/>
                  </a:lnTo>
                  <a:lnTo>
                    <a:pt x="81" y="12210"/>
                  </a:lnTo>
                  <a:lnTo>
                    <a:pt x="101" y="12068"/>
                  </a:lnTo>
                  <a:lnTo>
                    <a:pt x="121" y="11907"/>
                  </a:lnTo>
                  <a:lnTo>
                    <a:pt x="182" y="11745"/>
                  </a:lnTo>
                  <a:lnTo>
                    <a:pt x="242" y="11584"/>
                  </a:lnTo>
                  <a:lnTo>
                    <a:pt x="384" y="11241"/>
                  </a:lnTo>
                  <a:lnTo>
                    <a:pt x="606" y="10878"/>
                  </a:lnTo>
                  <a:lnTo>
                    <a:pt x="848" y="10515"/>
                  </a:lnTo>
                  <a:lnTo>
                    <a:pt x="1110" y="10131"/>
                  </a:lnTo>
                  <a:lnTo>
                    <a:pt x="1413" y="9768"/>
                  </a:lnTo>
                  <a:lnTo>
                    <a:pt x="1715" y="9405"/>
                  </a:lnTo>
                  <a:lnTo>
                    <a:pt x="2038" y="9062"/>
                  </a:lnTo>
                  <a:lnTo>
                    <a:pt x="2341" y="8739"/>
                  </a:lnTo>
                  <a:lnTo>
                    <a:pt x="2644" y="8456"/>
                  </a:lnTo>
                  <a:lnTo>
                    <a:pt x="2926" y="8194"/>
                  </a:lnTo>
                  <a:lnTo>
                    <a:pt x="3189" y="7972"/>
                  </a:lnTo>
                  <a:lnTo>
                    <a:pt x="3411" y="7790"/>
                  </a:lnTo>
                  <a:lnTo>
                    <a:pt x="3592" y="7669"/>
                  </a:lnTo>
                  <a:lnTo>
                    <a:pt x="4198" y="7306"/>
                  </a:lnTo>
                  <a:lnTo>
                    <a:pt x="4823" y="6983"/>
                  </a:lnTo>
                  <a:lnTo>
                    <a:pt x="6095" y="6357"/>
                  </a:lnTo>
                  <a:lnTo>
                    <a:pt x="6720" y="6055"/>
                  </a:lnTo>
                  <a:lnTo>
                    <a:pt x="7346" y="5752"/>
                  </a:lnTo>
                  <a:lnTo>
                    <a:pt x="7971" y="5409"/>
                  </a:lnTo>
                  <a:lnTo>
                    <a:pt x="8597" y="5066"/>
                  </a:lnTo>
                  <a:lnTo>
                    <a:pt x="9101" y="4723"/>
                  </a:lnTo>
                  <a:lnTo>
                    <a:pt x="9606" y="4360"/>
                  </a:lnTo>
                  <a:lnTo>
                    <a:pt x="10110" y="3976"/>
                  </a:lnTo>
                  <a:lnTo>
                    <a:pt x="10574" y="3573"/>
                  </a:lnTo>
                  <a:lnTo>
                    <a:pt x="11018" y="3149"/>
                  </a:lnTo>
                  <a:lnTo>
                    <a:pt x="11442" y="2705"/>
                  </a:lnTo>
                  <a:lnTo>
                    <a:pt x="11866" y="2241"/>
                  </a:lnTo>
                  <a:lnTo>
                    <a:pt x="12249" y="1756"/>
                  </a:lnTo>
                  <a:lnTo>
                    <a:pt x="12290" y="1716"/>
                  </a:lnTo>
                  <a:lnTo>
                    <a:pt x="12754" y="1131"/>
                  </a:lnTo>
                  <a:lnTo>
                    <a:pt x="12996" y="868"/>
                  </a:lnTo>
                  <a:lnTo>
                    <a:pt x="13238" y="606"/>
                  </a:lnTo>
                  <a:lnTo>
                    <a:pt x="13521" y="404"/>
                  </a:lnTo>
                  <a:lnTo>
                    <a:pt x="13662" y="303"/>
                  </a:lnTo>
                  <a:lnTo>
                    <a:pt x="13803" y="223"/>
                  </a:lnTo>
                  <a:lnTo>
                    <a:pt x="13965" y="162"/>
                  </a:lnTo>
                  <a:lnTo>
                    <a:pt x="14126" y="122"/>
                  </a:lnTo>
                  <a:lnTo>
                    <a:pt x="14288" y="102"/>
                  </a:lnTo>
                  <a:lnTo>
                    <a:pt x="14449" y="81"/>
                  </a:lnTo>
                  <a:close/>
                  <a:moveTo>
                    <a:pt x="14368" y="1"/>
                  </a:moveTo>
                  <a:lnTo>
                    <a:pt x="14187" y="21"/>
                  </a:lnTo>
                  <a:lnTo>
                    <a:pt x="14025" y="61"/>
                  </a:lnTo>
                  <a:lnTo>
                    <a:pt x="13864" y="122"/>
                  </a:lnTo>
                  <a:lnTo>
                    <a:pt x="13702" y="202"/>
                  </a:lnTo>
                  <a:lnTo>
                    <a:pt x="13541" y="283"/>
                  </a:lnTo>
                  <a:lnTo>
                    <a:pt x="13400" y="384"/>
                  </a:lnTo>
                  <a:lnTo>
                    <a:pt x="13238" y="505"/>
                  </a:lnTo>
                  <a:lnTo>
                    <a:pt x="12976" y="768"/>
                  </a:lnTo>
                  <a:lnTo>
                    <a:pt x="12714" y="1050"/>
                  </a:lnTo>
                  <a:lnTo>
                    <a:pt x="12451" y="1353"/>
                  </a:lnTo>
                  <a:lnTo>
                    <a:pt x="12229" y="1655"/>
                  </a:lnTo>
                  <a:lnTo>
                    <a:pt x="12189" y="1716"/>
                  </a:lnTo>
                  <a:lnTo>
                    <a:pt x="11805" y="2200"/>
                  </a:lnTo>
                  <a:lnTo>
                    <a:pt x="11382" y="2664"/>
                  </a:lnTo>
                  <a:lnTo>
                    <a:pt x="10958" y="3088"/>
                  </a:lnTo>
                  <a:lnTo>
                    <a:pt x="10514" y="3512"/>
                  </a:lnTo>
                  <a:lnTo>
                    <a:pt x="10050" y="3916"/>
                  </a:lnTo>
                  <a:lnTo>
                    <a:pt x="9565" y="4299"/>
                  </a:lnTo>
                  <a:lnTo>
                    <a:pt x="9061" y="4662"/>
                  </a:lnTo>
                  <a:lnTo>
                    <a:pt x="8556" y="4985"/>
                  </a:lnTo>
                  <a:lnTo>
                    <a:pt x="7931" y="5348"/>
                  </a:lnTo>
                  <a:lnTo>
                    <a:pt x="7305" y="5671"/>
                  </a:lnTo>
                  <a:lnTo>
                    <a:pt x="6680" y="5994"/>
                  </a:lnTo>
                  <a:lnTo>
                    <a:pt x="6054" y="6297"/>
                  </a:lnTo>
                  <a:lnTo>
                    <a:pt x="4783" y="6902"/>
                  </a:lnTo>
                  <a:lnTo>
                    <a:pt x="4157" y="7245"/>
                  </a:lnTo>
                  <a:lnTo>
                    <a:pt x="3552" y="7588"/>
                  </a:lnTo>
                  <a:lnTo>
                    <a:pt x="3370" y="7709"/>
                  </a:lnTo>
                  <a:lnTo>
                    <a:pt x="3168" y="7891"/>
                  </a:lnTo>
                  <a:lnTo>
                    <a:pt x="2624" y="8375"/>
                  </a:lnTo>
                  <a:lnTo>
                    <a:pt x="2321" y="8658"/>
                  </a:lnTo>
                  <a:lnTo>
                    <a:pt x="1998" y="8981"/>
                  </a:lnTo>
                  <a:lnTo>
                    <a:pt x="1675" y="9344"/>
                  </a:lnTo>
                  <a:lnTo>
                    <a:pt x="1352" y="9707"/>
                  </a:lnTo>
                  <a:lnTo>
                    <a:pt x="1050" y="10071"/>
                  </a:lnTo>
                  <a:lnTo>
                    <a:pt x="787" y="10454"/>
                  </a:lnTo>
                  <a:lnTo>
                    <a:pt x="525" y="10837"/>
                  </a:lnTo>
                  <a:lnTo>
                    <a:pt x="323" y="11201"/>
                  </a:lnTo>
                  <a:lnTo>
                    <a:pt x="162" y="11564"/>
                  </a:lnTo>
                  <a:lnTo>
                    <a:pt x="101" y="11725"/>
                  </a:lnTo>
                  <a:lnTo>
                    <a:pt x="41" y="11907"/>
                  </a:lnTo>
                  <a:lnTo>
                    <a:pt x="20" y="12068"/>
                  </a:lnTo>
                  <a:lnTo>
                    <a:pt x="0" y="12210"/>
                  </a:lnTo>
                  <a:lnTo>
                    <a:pt x="0" y="12371"/>
                  </a:lnTo>
                  <a:lnTo>
                    <a:pt x="41" y="12492"/>
                  </a:lnTo>
                  <a:lnTo>
                    <a:pt x="81" y="12654"/>
                  </a:lnTo>
                  <a:lnTo>
                    <a:pt x="182" y="12795"/>
                  </a:lnTo>
                  <a:lnTo>
                    <a:pt x="283" y="12916"/>
                  </a:lnTo>
                  <a:lnTo>
                    <a:pt x="444" y="13017"/>
                  </a:lnTo>
                  <a:lnTo>
                    <a:pt x="606" y="13098"/>
                  </a:lnTo>
                  <a:lnTo>
                    <a:pt x="807" y="13158"/>
                  </a:lnTo>
                  <a:lnTo>
                    <a:pt x="1050" y="13198"/>
                  </a:lnTo>
                  <a:lnTo>
                    <a:pt x="1312" y="13219"/>
                  </a:lnTo>
                  <a:lnTo>
                    <a:pt x="2099" y="13259"/>
                  </a:lnTo>
                  <a:lnTo>
                    <a:pt x="2886" y="13259"/>
                  </a:lnTo>
                  <a:lnTo>
                    <a:pt x="3915" y="13239"/>
                  </a:lnTo>
                  <a:lnTo>
                    <a:pt x="4944" y="13198"/>
                  </a:lnTo>
                  <a:lnTo>
                    <a:pt x="5973" y="13098"/>
                  </a:lnTo>
                  <a:lnTo>
                    <a:pt x="6982" y="12976"/>
                  </a:lnTo>
                  <a:lnTo>
                    <a:pt x="7991" y="12835"/>
                  </a:lnTo>
                  <a:lnTo>
                    <a:pt x="9000" y="12633"/>
                  </a:lnTo>
                  <a:lnTo>
                    <a:pt x="10009" y="12411"/>
                  </a:lnTo>
                  <a:lnTo>
                    <a:pt x="10998" y="12149"/>
                  </a:lnTo>
                  <a:lnTo>
                    <a:pt x="11422" y="12028"/>
                  </a:lnTo>
                  <a:lnTo>
                    <a:pt x="11846" y="11887"/>
                  </a:lnTo>
                  <a:lnTo>
                    <a:pt x="12270" y="11725"/>
                  </a:lnTo>
                  <a:lnTo>
                    <a:pt x="12673" y="11564"/>
                  </a:lnTo>
                  <a:lnTo>
                    <a:pt x="13077" y="11362"/>
                  </a:lnTo>
                  <a:lnTo>
                    <a:pt x="13480" y="11160"/>
                  </a:lnTo>
                  <a:lnTo>
                    <a:pt x="13844" y="10898"/>
                  </a:lnTo>
                  <a:lnTo>
                    <a:pt x="14207" y="10615"/>
                  </a:lnTo>
                  <a:lnTo>
                    <a:pt x="14409" y="10454"/>
                  </a:lnTo>
                  <a:lnTo>
                    <a:pt x="14590" y="10272"/>
                  </a:lnTo>
                  <a:lnTo>
                    <a:pt x="14752" y="10071"/>
                  </a:lnTo>
                  <a:lnTo>
                    <a:pt x="14933" y="9869"/>
                  </a:lnTo>
                  <a:lnTo>
                    <a:pt x="15095" y="9647"/>
                  </a:lnTo>
                  <a:lnTo>
                    <a:pt x="15236" y="9405"/>
                  </a:lnTo>
                  <a:lnTo>
                    <a:pt x="15398" y="9162"/>
                  </a:lnTo>
                  <a:lnTo>
                    <a:pt x="15519" y="8900"/>
                  </a:lnTo>
                  <a:lnTo>
                    <a:pt x="15781" y="8355"/>
                  </a:lnTo>
                  <a:lnTo>
                    <a:pt x="16023" y="7730"/>
                  </a:lnTo>
                  <a:lnTo>
                    <a:pt x="16225" y="7064"/>
                  </a:lnTo>
                  <a:lnTo>
                    <a:pt x="16407" y="6337"/>
                  </a:lnTo>
                  <a:lnTo>
                    <a:pt x="16568" y="5570"/>
                  </a:lnTo>
                  <a:lnTo>
                    <a:pt x="16669" y="4844"/>
                  </a:lnTo>
                  <a:lnTo>
                    <a:pt x="16729" y="4178"/>
                  </a:lnTo>
                  <a:lnTo>
                    <a:pt x="16729" y="3855"/>
                  </a:lnTo>
                  <a:lnTo>
                    <a:pt x="16729" y="3532"/>
                  </a:lnTo>
                  <a:lnTo>
                    <a:pt x="16709" y="3250"/>
                  </a:lnTo>
                  <a:lnTo>
                    <a:pt x="16669" y="2947"/>
                  </a:lnTo>
                  <a:lnTo>
                    <a:pt x="16628" y="2664"/>
                  </a:lnTo>
                  <a:lnTo>
                    <a:pt x="16568" y="2382"/>
                  </a:lnTo>
                  <a:lnTo>
                    <a:pt x="16507" y="2120"/>
                  </a:lnTo>
                  <a:lnTo>
                    <a:pt x="16427" y="1857"/>
                  </a:lnTo>
                  <a:lnTo>
                    <a:pt x="16326" y="1615"/>
                  </a:lnTo>
                  <a:lnTo>
                    <a:pt x="16205" y="1373"/>
                  </a:lnTo>
                  <a:lnTo>
                    <a:pt x="16063" y="1090"/>
                  </a:lnTo>
                  <a:lnTo>
                    <a:pt x="15882" y="828"/>
                  </a:lnTo>
                  <a:lnTo>
                    <a:pt x="15680" y="606"/>
                  </a:lnTo>
                  <a:lnTo>
                    <a:pt x="15478" y="404"/>
                  </a:lnTo>
                  <a:lnTo>
                    <a:pt x="15256" y="243"/>
                  </a:lnTo>
                  <a:lnTo>
                    <a:pt x="15034" y="122"/>
                  </a:lnTo>
                  <a:lnTo>
                    <a:pt x="14792" y="41"/>
                  </a:lnTo>
                  <a:lnTo>
                    <a:pt x="14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-2932478" y="-2601605"/>
              <a:ext cx="1395619" cy="1650669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-3292388" y="-1404593"/>
              <a:ext cx="653335" cy="572101"/>
            </a:xfrm>
            <a:custGeom>
              <a:rect b="b" l="l" r="r" t="t"/>
              <a:pathLst>
                <a:path extrusionOk="0" h="10233" w="11686">
                  <a:moveTo>
                    <a:pt x="10817" y="82"/>
                  </a:moveTo>
                  <a:lnTo>
                    <a:pt x="10918" y="102"/>
                  </a:lnTo>
                  <a:lnTo>
                    <a:pt x="10979" y="142"/>
                  </a:lnTo>
                  <a:lnTo>
                    <a:pt x="11039" y="182"/>
                  </a:lnTo>
                  <a:lnTo>
                    <a:pt x="11120" y="303"/>
                  </a:lnTo>
                  <a:lnTo>
                    <a:pt x="11201" y="445"/>
                  </a:lnTo>
                  <a:lnTo>
                    <a:pt x="11241" y="586"/>
                  </a:lnTo>
                  <a:lnTo>
                    <a:pt x="11382" y="1191"/>
                  </a:lnTo>
                  <a:lnTo>
                    <a:pt x="11504" y="1797"/>
                  </a:lnTo>
                  <a:lnTo>
                    <a:pt x="11564" y="2422"/>
                  </a:lnTo>
                  <a:lnTo>
                    <a:pt x="11604" y="3028"/>
                  </a:lnTo>
                  <a:lnTo>
                    <a:pt x="11584" y="3653"/>
                  </a:lnTo>
                  <a:lnTo>
                    <a:pt x="11544" y="4259"/>
                  </a:lnTo>
                  <a:lnTo>
                    <a:pt x="11463" y="4884"/>
                  </a:lnTo>
                  <a:lnTo>
                    <a:pt x="11342" y="5490"/>
                  </a:lnTo>
                  <a:lnTo>
                    <a:pt x="11241" y="5853"/>
                  </a:lnTo>
                  <a:lnTo>
                    <a:pt x="11140" y="6176"/>
                  </a:lnTo>
                  <a:lnTo>
                    <a:pt x="11019" y="6499"/>
                  </a:lnTo>
                  <a:lnTo>
                    <a:pt x="10878" y="6781"/>
                  </a:lnTo>
                  <a:lnTo>
                    <a:pt x="10737" y="7044"/>
                  </a:lnTo>
                  <a:lnTo>
                    <a:pt x="10575" y="7286"/>
                  </a:lnTo>
                  <a:lnTo>
                    <a:pt x="10414" y="7488"/>
                  </a:lnTo>
                  <a:lnTo>
                    <a:pt x="10212" y="7669"/>
                  </a:lnTo>
                  <a:lnTo>
                    <a:pt x="10030" y="7831"/>
                  </a:lnTo>
                  <a:lnTo>
                    <a:pt x="9849" y="7972"/>
                  </a:lnTo>
                  <a:lnTo>
                    <a:pt x="9647" y="8093"/>
                  </a:lnTo>
                  <a:lnTo>
                    <a:pt x="9425" y="8194"/>
                  </a:lnTo>
                  <a:lnTo>
                    <a:pt x="9001" y="8396"/>
                  </a:lnTo>
                  <a:lnTo>
                    <a:pt x="8557" y="8557"/>
                  </a:lnTo>
                  <a:lnTo>
                    <a:pt x="7730" y="8840"/>
                  </a:lnTo>
                  <a:lnTo>
                    <a:pt x="6862" y="9142"/>
                  </a:lnTo>
                  <a:lnTo>
                    <a:pt x="5974" y="9405"/>
                  </a:lnTo>
                  <a:lnTo>
                    <a:pt x="5066" y="9647"/>
                  </a:lnTo>
                  <a:lnTo>
                    <a:pt x="4158" y="9849"/>
                  </a:lnTo>
                  <a:lnTo>
                    <a:pt x="3714" y="9950"/>
                  </a:lnTo>
                  <a:lnTo>
                    <a:pt x="3270" y="10010"/>
                  </a:lnTo>
                  <a:lnTo>
                    <a:pt x="2806" y="10071"/>
                  </a:lnTo>
                  <a:lnTo>
                    <a:pt x="2362" y="10111"/>
                  </a:lnTo>
                  <a:lnTo>
                    <a:pt x="1918" y="10151"/>
                  </a:lnTo>
                  <a:lnTo>
                    <a:pt x="1252" y="10151"/>
                  </a:lnTo>
                  <a:lnTo>
                    <a:pt x="1070" y="10131"/>
                  </a:lnTo>
                  <a:lnTo>
                    <a:pt x="889" y="10071"/>
                  </a:lnTo>
                  <a:lnTo>
                    <a:pt x="707" y="10010"/>
                  </a:lnTo>
                  <a:lnTo>
                    <a:pt x="566" y="9950"/>
                  </a:lnTo>
                  <a:lnTo>
                    <a:pt x="425" y="9849"/>
                  </a:lnTo>
                  <a:lnTo>
                    <a:pt x="324" y="9748"/>
                  </a:lnTo>
                  <a:lnTo>
                    <a:pt x="223" y="9627"/>
                  </a:lnTo>
                  <a:lnTo>
                    <a:pt x="162" y="9526"/>
                  </a:lnTo>
                  <a:lnTo>
                    <a:pt x="122" y="9405"/>
                  </a:lnTo>
                  <a:lnTo>
                    <a:pt x="102" y="9284"/>
                  </a:lnTo>
                  <a:lnTo>
                    <a:pt x="82" y="9163"/>
                  </a:lnTo>
                  <a:lnTo>
                    <a:pt x="102" y="9021"/>
                  </a:lnTo>
                  <a:lnTo>
                    <a:pt x="122" y="8880"/>
                  </a:lnTo>
                  <a:lnTo>
                    <a:pt x="162" y="8739"/>
                  </a:lnTo>
                  <a:lnTo>
                    <a:pt x="223" y="8577"/>
                  </a:lnTo>
                  <a:lnTo>
                    <a:pt x="324" y="8416"/>
                  </a:lnTo>
                  <a:lnTo>
                    <a:pt x="425" y="8234"/>
                  </a:lnTo>
                  <a:lnTo>
                    <a:pt x="546" y="8073"/>
                  </a:lnTo>
                  <a:lnTo>
                    <a:pt x="667" y="7911"/>
                  </a:lnTo>
                  <a:lnTo>
                    <a:pt x="970" y="7589"/>
                  </a:lnTo>
                  <a:lnTo>
                    <a:pt x="1292" y="7306"/>
                  </a:lnTo>
                  <a:lnTo>
                    <a:pt x="1615" y="7064"/>
                  </a:lnTo>
                  <a:lnTo>
                    <a:pt x="1979" y="6822"/>
                  </a:lnTo>
                  <a:lnTo>
                    <a:pt x="2322" y="6620"/>
                  </a:lnTo>
                  <a:lnTo>
                    <a:pt x="2645" y="6438"/>
                  </a:lnTo>
                  <a:lnTo>
                    <a:pt x="3008" y="6257"/>
                  </a:lnTo>
                  <a:lnTo>
                    <a:pt x="3391" y="6075"/>
                  </a:lnTo>
                  <a:lnTo>
                    <a:pt x="4138" y="5752"/>
                  </a:lnTo>
                  <a:lnTo>
                    <a:pt x="5107" y="5328"/>
                  </a:lnTo>
                  <a:lnTo>
                    <a:pt x="5591" y="5086"/>
                  </a:lnTo>
                  <a:lnTo>
                    <a:pt x="6055" y="4824"/>
                  </a:lnTo>
                  <a:lnTo>
                    <a:pt x="6459" y="4582"/>
                  </a:lnTo>
                  <a:lnTo>
                    <a:pt x="6822" y="4319"/>
                  </a:lnTo>
                  <a:lnTo>
                    <a:pt x="7185" y="4017"/>
                  </a:lnTo>
                  <a:lnTo>
                    <a:pt x="7528" y="3714"/>
                  </a:lnTo>
                  <a:lnTo>
                    <a:pt x="7851" y="3391"/>
                  </a:lnTo>
                  <a:lnTo>
                    <a:pt x="8174" y="3048"/>
                  </a:lnTo>
                  <a:lnTo>
                    <a:pt x="8456" y="2685"/>
                  </a:lnTo>
                  <a:lnTo>
                    <a:pt x="8719" y="2301"/>
                  </a:lnTo>
                  <a:lnTo>
                    <a:pt x="9021" y="1817"/>
                  </a:lnTo>
                  <a:lnTo>
                    <a:pt x="9324" y="1353"/>
                  </a:lnTo>
                  <a:lnTo>
                    <a:pt x="9465" y="1131"/>
                  </a:lnTo>
                  <a:lnTo>
                    <a:pt x="9647" y="909"/>
                  </a:lnTo>
                  <a:lnTo>
                    <a:pt x="9808" y="707"/>
                  </a:lnTo>
                  <a:lnTo>
                    <a:pt x="10010" y="525"/>
                  </a:lnTo>
                  <a:lnTo>
                    <a:pt x="10212" y="344"/>
                  </a:lnTo>
                  <a:lnTo>
                    <a:pt x="10434" y="203"/>
                  </a:lnTo>
                  <a:lnTo>
                    <a:pt x="10575" y="122"/>
                  </a:lnTo>
                  <a:lnTo>
                    <a:pt x="10696" y="102"/>
                  </a:lnTo>
                  <a:lnTo>
                    <a:pt x="10817" y="82"/>
                  </a:lnTo>
                  <a:close/>
                  <a:moveTo>
                    <a:pt x="10838" y="1"/>
                  </a:moveTo>
                  <a:lnTo>
                    <a:pt x="10696" y="21"/>
                  </a:lnTo>
                  <a:lnTo>
                    <a:pt x="10555" y="61"/>
                  </a:lnTo>
                  <a:lnTo>
                    <a:pt x="10394" y="122"/>
                  </a:lnTo>
                  <a:lnTo>
                    <a:pt x="10152" y="283"/>
                  </a:lnTo>
                  <a:lnTo>
                    <a:pt x="9950" y="445"/>
                  </a:lnTo>
                  <a:lnTo>
                    <a:pt x="9748" y="647"/>
                  </a:lnTo>
                  <a:lnTo>
                    <a:pt x="9586" y="848"/>
                  </a:lnTo>
                  <a:lnTo>
                    <a:pt x="9405" y="1070"/>
                  </a:lnTo>
                  <a:lnTo>
                    <a:pt x="9264" y="1312"/>
                  </a:lnTo>
                  <a:lnTo>
                    <a:pt x="8961" y="1777"/>
                  </a:lnTo>
                  <a:lnTo>
                    <a:pt x="8658" y="2261"/>
                  </a:lnTo>
                  <a:lnTo>
                    <a:pt x="8396" y="2624"/>
                  </a:lnTo>
                  <a:lnTo>
                    <a:pt x="8113" y="2987"/>
                  </a:lnTo>
                  <a:lnTo>
                    <a:pt x="7790" y="3331"/>
                  </a:lnTo>
                  <a:lnTo>
                    <a:pt x="7468" y="3653"/>
                  </a:lnTo>
                  <a:lnTo>
                    <a:pt x="7145" y="3956"/>
                  </a:lnTo>
                  <a:lnTo>
                    <a:pt x="6781" y="4239"/>
                  </a:lnTo>
                  <a:lnTo>
                    <a:pt x="6398" y="4521"/>
                  </a:lnTo>
                  <a:lnTo>
                    <a:pt x="6015" y="4763"/>
                  </a:lnTo>
                  <a:lnTo>
                    <a:pt x="5550" y="5026"/>
                  </a:lnTo>
                  <a:lnTo>
                    <a:pt x="5066" y="5248"/>
                  </a:lnTo>
                  <a:lnTo>
                    <a:pt x="4097" y="5692"/>
                  </a:lnTo>
                  <a:lnTo>
                    <a:pt x="3351" y="6014"/>
                  </a:lnTo>
                  <a:lnTo>
                    <a:pt x="2988" y="6176"/>
                  </a:lnTo>
                  <a:lnTo>
                    <a:pt x="2604" y="6358"/>
                  </a:lnTo>
                  <a:lnTo>
                    <a:pt x="2281" y="6539"/>
                  </a:lnTo>
                  <a:lnTo>
                    <a:pt x="1918" y="6761"/>
                  </a:lnTo>
                  <a:lnTo>
                    <a:pt x="1575" y="7003"/>
                  </a:lnTo>
                  <a:lnTo>
                    <a:pt x="1232" y="7266"/>
                  </a:lnTo>
                  <a:lnTo>
                    <a:pt x="909" y="7548"/>
                  </a:lnTo>
                  <a:lnTo>
                    <a:pt x="606" y="7851"/>
                  </a:lnTo>
                  <a:lnTo>
                    <a:pt x="485" y="8012"/>
                  </a:lnTo>
                  <a:lnTo>
                    <a:pt x="364" y="8194"/>
                  </a:lnTo>
                  <a:lnTo>
                    <a:pt x="243" y="8376"/>
                  </a:lnTo>
                  <a:lnTo>
                    <a:pt x="162" y="8557"/>
                  </a:lnTo>
                  <a:lnTo>
                    <a:pt x="102" y="8719"/>
                  </a:lnTo>
                  <a:lnTo>
                    <a:pt x="41" y="8860"/>
                  </a:lnTo>
                  <a:lnTo>
                    <a:pt x="21" y="9021"/>
                  </a:lnTo>
                  <a:lnTo>
                    <a:pt x="1" y="9163"/>
                  </a:lnTo>
                  <a:lnTo>
                    <a:pt x="21" y="9304"/>
                  </a:lnTo>
                  <a:lnTo>
                    <a:pt x="41" y="9425"/>
                  </a:lnTo>
                  <a:lnTo>
                    <a:pt x="102" y="9546"/>
                  </a:lnTo>
                  <a:lnTo>
                    <a:pt x="162" y="9667"/>
                  </a:lnTo>
                  <a:lnTo>
                    <a:pt x="263" y="9808"/>
                  </a:lnTo>
                  <a:lnTo>
                    <a:pt x="384" y="9909"/>
                  </a:lnTo>
                  <a:lnTo>
                    <a:pt x="526" y="10010"/>
                  </a:lnTo>
                  <a:lnTo>
                    <a:pt x="687" y="10091"/>
                  </a:lnTo>
                  <a:lnTo>
                    <a:pt x="849" y="10151"/>
                  </a:lnTo>
                  <a:lnTo>
                    <a:pt x="1050" y="10192"/>
                  </a:lnTo>
                  <a:lnTo>
                    <a:pt x="1252" y="10232"/>
                  </a:lnTo>
                  <a:lnTo>
                    <a:pt x="1918" y="10232"/>
                  </a:lnTo>
                  <a:lnTo>
                    <a:pt x="2362" y="10192"/>
                  </a:lnTo>
                  <a:lnTo>
                    <a:pt x="2826" y="10151"/>
                  </a:lnTo>
                  <a:lnTo>
                    <a:pt x="3270" y="10091"/>
                  </a:lnTo>
                  <a:lnTo>
                    <a:pt x="3734" y="10030"/>
                  </a:lnTo>
                  <a:lnTo>
                    <a:pt x="4178" y="9929"/>
                  </a:lnTo>
                  <a:lnTo>
                    <a:pt x="5086" y="9728"/>
                  </a:lnTo>
                  <a:lnTo>
                    <a:pt x="5994" y="9485"/>
                  </a:lnTo>
                  <a:lnTo>
                    <a:pt x="6882" y="9223"/>
                  </a:lnTo>
                  <a:lnTo>
                    <a:pt x="7750" y="8920"/>
                  </a:lnTo>
                  <a:lnTo>
                    <a:pt x="8577" y="8638"/>
                  </a:lnTo>
                  <a:lnTo>
                    <a:pt x="9021" y="8456"/>
                  </a:lnTo>
                  <a:lnTo>
                    <a:pt x="9465" y="8275"/>
                  </a:lnTo>
                  <a:lnTo>
                    <a:pt x="9687" y="8154"/>
                  </a:lnTo>
                  <a:lnTo>
                    <a:pt x="9889" y="8032"/>
                  </a:lnTo>
                  <a:lnTo>
                    <a:pt x="10091" y="7891"/>
                  </a:lnTo>
                  <a:lnTo>
                    <a:pt x="10273" y="7730"/>
                  </a:lnTo>
                  <a:lnTo>
                    <a:pt x="10474" y="7548"/>
                  </a:lnTo>
                  <a:lnTo>
                    <a:pt x="10636" y="7326"/>
                  </a:lnTo>
                  <a:lnTo>
                    <a:pt x="10817" y="7084"/>
                  </a:lnTo>
                  <a:lnTo>
                    <a:pt x="10959" y="6822"/>
                  </a:lnTo>
                  <a:lnTo>
                    <a:pt x="11100" y="6539"/>
                  </a:lnTo>
                  <a:lnTo>
                    <a:pt x="11221" y="6216"/>
                  </a:lnTo>
                  <a:lnTo>
                    <a:pt x="11322" y="5873"/>
                  </a:lnTo>
                  <a:lnTo>
                    <a:pt x="11423" y="5510"/>
                  </a:lnTo>
                  <a:lnTo>
                    <a:pt x="11544" y="4884"/>
                  </a:lnTo>
                  <a:lnTo>
                    <a:pt x="11625" y="4279"/>
                  </a:lnTo>
                  <a:lnTo>
                    <a:pt x="11665" y="3653"/>
                  </a:lnTo>
                  <a:lnTo>
                    <a:pt x="11685" y="3028"/>
                  </a:lnTo>
                  <a:lnTo>
                    <a:pt x="11645" y="2402"/>
                  </a:lnTo>
                  <a:lnTo>
                    <a:pt x="11584" y="1797"/>
                  </a:lnTo>
                  <a:lnTo>
                    <a:pt x="11463" y="1171"/>
                  </a:lnTo>
                  <a:lnTo>
                    <a:pt x="11322" y="566"/>
                  </a:lnTo>
                  <a:lnTo>
                    <a:pt x="11261" y="404"/>
                  </a:lnTo>
                  <a:lnTo>
                    <a:pt x="11201" y="263"/>
                  </a:lnTo>
                  <a:lnTo>
                    <a:pt x="11140" y="182"/>
                  </a:lnTo>
                  <a:lnTo>
                    <a:pt x="11100" y="122"/>
                  </a:lnTo>
                  <a:lnTo>
                    <a:pt x="11019" y="82"/>
                  </a:lnTo>
                  <a:lnTo>
                    <a:pt x="10959" y="41"/>
                  </a:lnTo>
                  <a:lnTo>
                    <a:pt x="10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flipH="1">
              <a:off x="1840885" y="-3884377"/>
              <a:ext cx="415281" cy="285520"/>
            </a:xfrm>
            <a:custGeom>
              <a:rect b="b" l="l" r="r" t="t"/>
              <a:pathLst>
                <a:path extrusionOk="0" h="5107" w="7428">
                  <a:moveTo>
                    <a:pt x="7124" y="82"/>
                  </a:moveTo>
                  <a:lnTo>
                    <a:pt x="7205" y="102"/>
                  </a:lnTo>
                  <a:lnTo>
                    <a:pt x="7286" y="142"/>
                  </a:lnTo>
                  <a:lnTo>
                    <a:pt x="7326" y="223"/>
                  </a:lnTo>
                  <a:lnTo>
                    <a:pt x="7346" y="344"/>
                  </a:lnTo>
                  <a:lnTo>
                    <a:pt x="7346" y="485"/>
                  </a:lnTo>
                  <a:lnTo>
                    <a:pt x="7306" y="647"/>
                  </a:lnTo>
                  <a:lnTo>
                    <a:pt x="7225" y="808"/>
                  </a:lnTo>
                  <a:lnTo>
                    <a:pt x="7064" y="1212"/>
                  </a:lnTo>
                  <a:lnTo>
                    <a:pt x="6842" y="1615"/>
                  </a:lnTo>
                  <a:lnTo>
                    <a:pt x="6600" y="1999"/>
                  </a:lnTo>
                  <a:lnTo>
                    <a:pt x="6357" y="2362"/>
                  </a:lnTo>
                  <a:lnTo>
                    <a:pt x="6055" y="2786"/>
                  </a:lnTo>
                  <a:lnTo>
                    <a:pt x="5732" y="3149"/>
                  </a:lnTo>
                  <a:lnTo>
                    <a:pt x="5389" y="3472"/>
                  </a:lnTo>
                  <a:lnTo>
                    <a:pt x="5026" y="3775"/>
                  </a:lnTo>
                  <a:lnTo>
                    <a:pt x="4642" y="4037"/>
                  </a:lnTo>
                  <a:lnTo>
                    <a:pt x="4259" y="4279"/>
                  </a:lnTo>
                  <a:lnTo>
                    <a:pt x="3835" y="4501"/>
                  </a:lnTo>
                  <a:lnTo>
                    <a:pt x="3411" y="4683"/>
                  </a:lnTo>
                  <a:lnTo>
                    <a:pt x="2987" y="4824"/>
                  </a:lnTo>
                  <a:lnTo>
                    <a:pt x="2745" y="4905"/>
                  </a:lnTo>
                  <a:lnTo>
                    <a:pt x="2463" y="4965"/>
                  </a:lnTo>
                  <a:lnTo>
                    <a:pt x="2160" y="5006"/>
                  </a:lnTo>
                  <a:lnTo>
                    <a:pt x="1837" y="5026"/>
                  </a:lnTo>
                  <a:lnTo>
                    <a:pt x="1514" y="5006"/>
                  </a:lnTo>
                  <a:lnTo>
                    <a:pt x="1353" y="4965"/>
                  </a:lnTo>
                  <a:lnTo>
                    <a:pt x="1171" y="4945"/>
                  </a:lnTo>
                  <a:lnTo>
                    <a:pt x="1010" y="4885"/>
                  </a:lnTo>
                  <a:lnTo>
                    <a:pt x="848" y="4824"/>
                  </a:lnTo>
                  <a:lnTo>
                    <a:pt x="707" y="4743"/>
                  </a:lnTo>
                  <a:lnTo>
                    <a:pt x="546" y="4642"/>
                  </a:lnTo>
                  <a:lnTo>
                    <a:pt x="445" y="4562"/>
                  </a:lnTo>
                  <a:lnTo>
                    <a:pt x="364" y="4461"/>
                  </a:lnTo>
                  <a:lnTo>
                    <a:pt x="283" y="4380"/>
                  </a:lnTo>
                  <a:lnTo>
                    <a:pt x="203" y="4279"/>
                  </a:lnTo>
                  <a:lnTo>
                    <a:pt x="162" y="4178"/>
                  </a:lnTo>
                  <a:lnTo>
                    <a:pt x="122" y="4057"/>
                  </a:lnTo>
                  <a:lnTo>
                    <a:pt x="81" y="3956"/>
                  </a:lnTo>
                  <a:lnTo>
                    <a:pt x="81" y="3855"/>
                  </a:lnTo>
                  <a:lnTo>
                    <a:pt x="81" y="3654"/>
                  </a:lnTo>
                  <a:lnTo>
                    <a:pt x="142" y="3492"/>
                  </a:lnTo>
                  <a:lnTo>
                    <a:pt x="243" y="3331"/>
                  </a:lnTo>
                  <a:lnTo>
                    <a:pt x="364" y="3169"/>
                  </a:lnTo>
                  <a:lnTo>
                    <a:pt x="505" y="3028"/>
                  </a:lnTo>
                  <a:lnTo>
                    <a:pt x="647" y="2907"/>
                  </a:lnTo>
                  <a:lnTo>
                    <a:pt x="949" y="2685"/>
                  </a:lnTo>
                  <a:lnTo>
                    <a:pt x="1656" y="2261"/>
                  </a:lnTo>
                  <a:lnTo>
                    <a:pt x="2362" y="1858"/>
                  </a:lnTo>
                  <a:lnTo>
                    <a:pt x="3088" y="1474"/>
                  </a:lnTo>
                  <a:lnTo>
                    <a:pt x="3835" y="1131"/>
                  </a:lnTo>
                  <a:lnTo>
                    <a:pt x="4602" y="828"/>
                  </a:lnTo>
                  <a:lnTo>
                    <a:pt x="5369" y="566"/>
                  </a:lnTo>
                  <a:lnTo>
                    <a:pt x="6156" y="324"/>
                  </a:lnTo>
                  <a:lnTo>
                    <a:pt x="6943" y="122"/>
                  </a:lnTo>
                  <a:lnTo>
                    <a:pt x="7044" y="102"/>
                  </a:lnTo>
                  <a:lnTo>
                    <a:pt x="7124" y="82"/>
                  </a:lnTo>
                  <a:close/>
                  <a:moveTo>
                    <a:pt x="7145" y="1"/>
                  </a:moveTo>
                  <a:lnTo>
                    <a:pt x="7084" y="21"/>
                  </a:lnTo>
                  <a:lnTo>
                    <a:pt x="6923" y="41"/>
                  </a:lnTo>
                  <a:lnTo>
                    <a:pt x="6136" y="243"/>
                  </a:lnTo>
                  <a:lnTo>
                    <a:pt x="5348" y="485"/>
                  </a:lnTo>
                  <a:lnTo>
                    <a:pt x="4561" y="768"/>
                  </a:lnTo>
                  <a:lnTo>
                    <a:pt x="3795" y="1071"/>
                  </a:lnTo>
                  <a:lnTo>
                    <a:pt x="3048" y="1414"/>
                  </a:lnTo>
                  <a:lnTo>
                    <a:pt x="2321" y="1777"/>
                  </a:lnTo>
                  <a:lnTo>
                    <a:pt x="1595" y="2180"/>
                  </a:lnTo>
                  <a:lnTo>
                    <a:pt x="909" y="2624"/>
                  </a:lnTo>
                  <a:lnTo>
                    <a:pt x="586" y="2846"/>
                  </a:lnTo>
                  <a:lnTo>
                    <a:pt x="445" y="2988"/>
                  </a:lnTo>
                  <a:lnTo>
                    <a:pt x="283" y="3129"/>
                  </a:lnTo>
                  <a:lnTo>
                    <a:pt x="162" y="3290"/>
                  </a:lnTo>
                  <a:lnTo>
                    <a:pt x="81" y="3472"/>
                  </a:lnTo>
                  <a:lnTo>
                    <a:pt x="21" y="3654"/>
                  </a:lnTo>
                  <a:lnTo>
                    <a:pt x="1" y="3754"/>
                  </a:lnTo>
                  <a:lnTo>
                    <a:pt x="1" y="3855"/>
                  </a:lnTo>
                  <a:lnTo>
                    <a:pt x="1" y="3976"/>
                  </a:lnTo>
                  <a:lnTo>
                    <a:pt x="41" y="4077"/>
                  </a:lnTo>
                  <a:lnTo>
                    <a:pt x="81" y="4198"/>
                  </a:lnTo>
                  <a:lnTo>
                    <a:pt x="142" y="4320"/>
                  </a:lnTo>
                  <a:lnTo>
                    <a:pt x="203" y="4420"/>
                  </a:lnTo>
                  <a:lnTo>
                    <a:pt x="303" y="4521"/>
                  </a:lnTo>
                  <a:lnTo>
                    <a:pt x="384" y="4622"/>
                  </a:lnTo>
                  <a:lnTo>
                    <a:pt x="505" y="4703"/>
                  </a:lnTo>
                  <a:lnTo>
                    <a:pt x="667" y="4804"/>
                  </a:lnTo>
                  <a:lnTo>
                    <a:pt x="808" y="4885"/>
                  </a:lnTo>
                  <a:lnTo>
                    <a:pt x="990" y="4965"/>
                  </a:lnTo>
                  <a:lnTo>
                    <a:pt x="1151" y="5006"/>
                  </a:lnTo>
                  <a:lnTo>
                    <a:pt x="1312" y="5046"/>
                  </a:lnTo>
                  <a:lnTo>
                    <a:pt x="1494" y="5086"/>
                  </a:lnTo>
                  <a:lnTo>
                    <a:pt x="1837" y="5107"/>
                  </a:lnTo>
                  <a:lnTo>
                    <a:pt x="2160" y="5086"/>
                  </a:lnTo>
                  <a:lnTo>
                    <a:pt x="2483" y="5046"/>
                  </a:lnTo>
                  <a:lnTo>
                    <a:pt x="2765" y="4985"/>
                  </a:lnTo>
                  <a:lnTo>
                    <a:pt x="3008" y="4905"/>
                  </a:lnTo>
                  <a:lnTo>
                    <a:pt x="3452" y="4763"/>
                  </a:lnTo>
                  <a:lnTo>
                    <a:pt x="3875" y="4582"/>
                  </a:lnTo>
                  <a:lnTo>
                    <a:pt x="4299" y="4360"/>
                  </a:lnTo>
                  <a:lnTo>
                    <a:pt x="4703" y="4118"/>
                  </a:lnTo>
                  <a:lnTo>
                    <a:pt x="5086" y="3835"/>
                  </a:lnTo>
                  <a:lnTo>
                    <a:pt x="5449" y="3532"/>
                  </a:lnTo>
                  <a:lnTo>
                    <a:pt x="5792" y="3189"/>
                  </a:lnTo>
                  <a:lnTo>
                    <a:pt x="6115" y="2846"/>
                  </a:lnTo>
                  <a:lnTo>
                    <a:pt x="6398" y="2443"/>
                  </a:lnTo>
                  <a:lnTo>
                    <a:pt x="6640" y="2080"/>
                  </a:lnTo>
                  <a:lnTo>
                    <a:pt x="6882" y="1676"/>
                  </a:lnTo>
                  <a:lnTo>
                    <a:pt x="7124" y="1252"/>
                  </a:lnTo>
                  <a:lnTo>
                    <a:pt x="7306" y="849"/>
                  </a:lnTo>
                  <a:lnTo>
                    <a:pt x="7366" y="667"/>
                  </a:lnTo>
                  <a:lnTo>
                    <a:pt x="7407" y="485"/>
                  </a:lnTo>
                  <a:lnTo>
                    <a:pt x="7427" y="324"/>
                  </a:lnTo>
                  <a:lnTo>
                    <a:pt x="7407" y="203"/>
                  </a:lnTo>
                  <a:lnTo>
                    <a:pt x="7387" y="142"/>
                  </a:lnTo>
                  <a:lnTo>
                    <a:pt x="7346" y="82"/>
                  </a:lnTo>
                  <a:lnTo>
                    <a:pt x="7286" y="41"/>
                  </a:lnTo>
                  <a:lnTo>
                    <a:pt x="7225" y="21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flipH="1">
              <a:off x="104606" y="-3909143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flipH="1">
              <a:off x="-2832066" y="-2489904"/>
              <a:ext cx="1193681" cy="1427263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flipH="1">
              <a:off x="1985352" y="-3774912"/>
              <a:ext cx="166996" cy="99348"/>
            </a:xfrm>
            <a:custGeom>
              <a:rect b="b" l="l" r="r" t="t"/>
              <a:pathLst>
                <a:path extrusionOk="0" h="1777" w="2987">
                  <a:moveTo>
                    <a:pt x="2240" y="81"/>
                  </a:moveTo>
                  <a:lnTo>
                    <a:pt x="2442" y="101"/>
                  </a:lnTo>
                  <a:lnTo>
                    <a:pt x="2644" y="122"/>
                  </a:lnTo>
                  <a:lnTo>
                    <a:pt x="2745" y="162"/>
                  </a:lnTo>
                  <a:lnTo>
                    <a:pt x="2805" y="182"/>
                  </a:lnTo>
                  <a:lnTo>
                    <a:pt x="2866" y="243"/>
                  </a:lnTo>
                  <a:lnTo>
                    <a:pt x="2906" y="283"/>
                  </a:lnTo>
                  <a:lnTo>
                    <a:pt x="2906" y="364"/>
                  </a:lnTo>
                  <a:lnTo>
                    <a:pt x="2906" y="444"/>
                  </a:lnTo>
                  <a:lnTo>
                    <a:pt x="2846" y="525"/>
                  </a:lnTo>
                  <a:lnTo>
                    <a:pt x="2765" y="626"/>
                  </a:lnTo>
                  <a:lnTo>
                    <a:pt x="2543" y="868"/>
                  </a:lnTo>
                  <a:lnTo>
                    <a:pt x="2281" y="1070"/>
                  </a:lnTo>
                  <a:lnTo>
                    <a:pt x="1998" y="1252"/>
                  </a:lnTo>
                  <a:lnTo>
                    <a:pt x="1716" y="1413"/>
                  </a:lnTo>
                  <a:lnTo>
                    <a:pt x="1393" y="1534"/>
                  </a:lnTo>
                  <a:lnTo>
                    <a:pt x="1090" y="1615"/>
                  </a:lnTo>
                  <a:lnTo>
                    <a:pt x="747" y="1675"/>
                  </a:lnTo>
                  <a:lnTo>
                    <a:pt x="424" y="1696"/>
                  </a:lnTo>
                  <a:lnTo>
                    <a:pt x="263" y="1696"/>
                  </a:lnTo>
                  <a:lnTo>
                    <a:pt x="182" y="1655"/>
                  </a:lnTo>
                  <a:lnTo>
                    <a:pt x="121" y="1615"/>
                  </a:lnTo>
                  <a:lnTo>
                    <a:pt x="81" y="1554"/>
                  </a:lnTo>
                  <a:lnTo>
                    <a:pt x="81" y="1494"/>
                  </a:lnTo>
                  <a:lnTo>
                    <a:pt x="81" y="1433"/>
                  </a:lnTo>
                  <a:lnTo>
                    <a:pt x="101" y="1373"/>
                  </a:lnTo>
                  <a:lnTo>
                    <a:pt x="182" y="1252"/>
                  </a:lnTo>
                  <a:lnTo>
                    <a:pt x="263" y="1151"/>
                  </a:lnTo>
                  <a:lnTo>
                    <a:pt x="485" y="949"/>
                  </a:lnTo>
                  <a:lnTo>
                    <a:pt x="686" y="747"/>
                  </a:lnTo>
                  <a:lnTo>
                    <a:pt x="929" y="586"/>
                  </a:lnTo>
                  <a:lnTo>
                    <a:pt x="1171" y="424"/>
                  </a:lnTo>
                  <a:lnTo>
                    <a:pt x="1413" y="283"/>
                  </a:lnTo>
                  <a:lnTo>
                    <a:pt x="1675" y="182"/>
                  </a:lnTo>
                  <a:lnTo>
                    <a:pt x="1958" y="101"/>
                  </a:lnTo>
                  <a:lnTo>
                    <a:pt x="2240" y="81"/>
                  </a:lnTo>
                  <a:close/>
                  <a:moveTo>
                    <a:pt x="2119" y="0"/>
                  </a:moveTo>
                  <a:lnTo>
                    <a:pt x="1938" y="21"/>
                  </a:lnTo>
                  <a:lnTo>
                    <a:pt x="1776" y="61"/>
                  </a:lnTo>
                  <a:lnTo>
                    <a:pt x="1615" y="122"/>
                  </a:lnTo>
                  <a:lnTo>
                    <a:pt x="1453" y="182"/>
                  </a:lnTo>
                  <a:lnTo>
                    <a:pt x="1292" y="243"/>
                  </a:lnTo>
                  <a:lnTo>
                    <a:pt x="1009" y="424"/>
                  </a:lnTo>
                  <a:lnTo>
                    <a:pt x="727" y="626"/>
                  </a:lnTo>
                  <a:lnTo>
                    <a:pt x="464" y="848"/>
                  </a:lnTo>
                  <a:lnTo>
                    <a:pt x="222" y="1090"/>
                  </a:lnTo>
                  <a:lnTo>
                    <a:pt x="101" y="1211"/>
                  </a:lnTo>
                  <a:lnTo>
                    <a:pt x="21" y="1332"/>
                  </a:lnTo>
                  <a:lnTo>
                    <a:pt x="0" y="1433"/>
                  </a:lnTo>
                  <a:lnTo>
                    <a:pt x="0" y="1514"/>
                  </a:lnTo>
                  <a:lnTo>
                    <a:pt x="21" y="1595"/>
                  </a:lnTo>
                  <a:lnTo>
                    <a:pt x="61" y="1655"/>
                  </a:lnTo>
                  <a:lnTo>
                    <a:pt x="121" y="1716"/>
                  </a:lnTo>
                  <a:lnTo>
                    <a:pt x="222" y="1756"/>
                  </a:lnTo>
                  <a:lnTo>
                    <a:pt x="303" y="1776"/>
                  </a:lnTo>
                  <a:lnTo>
                    <a:pt x="424" y="1776"/>
                  </a:lnTo>
                  <a:lnTo>
                    <a:pt x="767" y="1756"/>
                  </a:lnTo>
                  <a:lnTo>
                    <a:pt x="1110" y="1696"/>
                  </a:lnTo>
                  <a:lnTo>
                    <a:pt x="1433" y="1615"/>
                  </a:lnTo>
                  <a:lnTo>
                    <a:pt x="1736" y="1474"/>
                  </a:lnTo>
                  <a:lnTo>
                    <a:pt x="2039" y="1332"/>
                  </a:lnTo>
                  <a:lnTo>
                    <a:pt x="2321" y="1131"/>
                  </a:lnTo>
                  <a:lnTo>
                    <a:pt x="2604" y="929"/>
                  </a:lnTo>
                  <a:lnTo>
                    <a:pt x="2826" y="687"/>
                  </a:lnTo>
                  <a:lnTo>
                    <a:pt x="2926" y="565"/>
                  </a:lnTo>
                  <a:lnTo>
                    <a:pt x="2987" y="465"/>
                  </a:lnTo>
                  <a:lnTo>
                    <a:pt x="2987" y="343"/>
                  </a:lnTo>
                  <a:lnTo>
                    <a:pt x="2967" y="263"/>
                  </a:lnTo>
                  <a:lnTo>
                    <a:pt x="2926" y="182"/>
                  </a:lnTo>
                  <a:lnTo>
                    <a:pt x="2866" y="122"/>
                  </a:lnTo>
                  <a:lnTo>
                    <a:pt x="2765" y="81"/>
                  </a:lnTo>
                  <a:lnTo>
                    <a:pt x="2664" y="41"/>
                  </a:lnTo>
                  <a:lnTo>
                    <a:pt x="2462" y="21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flipH="1">
              <a:off x="-2673006" y="-2347734"/>
              <a:ext cx="901508" cy="110456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flipH="1">
              <a:off x="-3379293" y="-5020451"/>
              <a:ext cx="1990251" cy="2226013"/>
            </a:xfrm>
            <a:custGeom>
              <a:rect b="b" l="l" r="r" t="t"/>
              <a:pathLst>
                <a:path extrusionOk="0" h="39816" w="35599">
                  <a:moveTo>
                    <a:pt x="16346" y="81"/>
                  </a:moveTo>
                  <a:lnTo>
                    <a:pt x="18606" y="102"/>
                  </a:lnTo>
                  <a:lnTo>
                    <a:pt x="19737" y="122"/>
                  </a:lnTo>
                  <a:lnTo>
                    <a:pt x="20867" y="162"/>
                  </a:lnTo>
                  <a:lnTo>
                    <a:pt x="22017" y="223"/>
                  </a:lnTo>
                  <a:lnTo>
                    <a:pt x="23147" y="283"/>
                  </a:lnTo>
                  <a:lnTo>
                    <a:pt x="24277" y="364"/>
                  </a:lnTo>
                  <a:lnTo>
                    <a:pt x="25407" y="465"/>
                  </a:lnTo>
                  <a:lnTo>
                    <a:pt x="26537" y="586"/>
                  </a:lnTo>
                  <a:lnTo>
                    <a:pt x="27667" y="747"/>
                  </a:lnTo>
                  <a:lnTo>
                    <a:pt x="28555" y="868"/>
                  </a:lnTo>
                  <a:lnTo>
                    <a:pt x="29443" y="1050"/>
                  </a:lnTo>
                  <a:lnTo>
                    <a:pt x="29887" y="1151"/>
                  </a:lnTo>
                  <a:lnTo>
                    <a:pt x="30311" y="1272"/>
                  </a:lnTo>
                  <a:lnTo>
                    <a:pt x="30755" y="1413"/>
                  </a:lnTo>
                  <a:lnTo>
                    <a:pt x="31179" y="1554"/>
                  </a:lnTo>
                  <a:lnTo>
                    <a:pt x="31582" y="1736"/>
                  </a:lnTo>
                  <a:lnTo>
                    <a:pt x="31986" y="1918"/>
                  </a:lnTo>
                  <a:lnTo>
                    <a:pt x="32369" y="2140"/>
                  </a:lnTo>
                  <a:lnTo>
                    <a:pt x="32732" y="2382"/>
                  </a:lnTo>
                  <a:lnTo>
                    <a:pt x="33076" y="2644"/>
                  </a:lnTo>
                  <a:lnTo>
                    <a:pt x="33419" y="2927"/>
                  </a:lnTo>
                  <a:lnTo>
                    <a:pt x="33721" y="3250"/>
                  </a:lnTo>
                  <a:lnTo>
                    <a:pt x="34004" y="3593"/>
                  </a:lnTo>
                  <a:lnTo>
                    <a:pt x="34165" y="3815"/>
                  </a:lnTo>
                  <a:lnTo>
                    <a:pt x="34307" y="4057"/>
                  </a:lnTo>
                  <a:lnTo>
                    <a:pt x="34448" y="4299"/>
                  </a:lnTo>
                  <a:lnTo>
                    <a:pt x="34569" y="4561"/>
                  </a:lnTo>
                  <a:lnTo>
                    <a:pt x="34771" y="5066"/>
                  </a:lnTo>
                  <a:lnTo>
                    <a:pt x="34932" y="5611"/>
                  </a:lnTo>
                  <a:lnTo>
                    <a:pt x="35073" y="6135"/>
                  </a:lnTo>
                  <a:lnTo>
                    <a:pt x="35174" y="6680"/>
                  </a:lnTo>
                  <a:lnTo>
                    <a:pt x="35255" y="7205"/>
                  </a:lnTo>
                  <a:lnTo>
                    <a:pt x="35316" y="7730"/>
                  </a:lnTo>
                  <a:lnTo>
                    <a:pt x="35416" y="8577"/>
                  </a:lnTo>
                  <a:lnTo>
                    <a:pt x="35477" y="9445"/>
                  </a:lnTo>
                  <a:lnTo>
                    <a:pt x="35517" y="10333"/>
                  </a:lnTo>
                  <a:lnTo>
                    <a:pt x="35517" y="11261"/>
                  </a:lnTo>
                  <a:lnTo>
                    <a:pt x="35517" y="12230"/>
                  </a:lnTo>
                  <a:lnTo>
                    <a:pt x="35497" y="13219"/>
                  </a:lnTo>
                  <a:lnTo>
                    <a:pt x="35457" y="14248"/>
                  </a:lnTo>
                  <a:lnTo>
                    <a:pt x="35376" y="15337"/>
                  </a:lnTo>
                  <a:lnTo>
                    <a:pt x="35316" y="16165"/>
                  </a:lnTo>
                  <a:lnTo>
                    <a:pt x="35235" y="17033"/>
                  </a:lnTo>
                  <a:lnTo>
                    <a:pt x="35134" y="17921"/>
                  </a:lnTo>
                  <a:lnTo>
                    <a:pt x="34993" y="18808"/>
                  </a:lnTo>
                  <a:lnTo>
                    <a:pt x="34831" y="19717"/>
                  </a:lnTo>
                  <a:lnTo>
                    <a:pt x="34629" y="20625"/>
                  </a:lnTo>
                  <a:lnTo>
                    <a:pt x="34508" y="21089"/>
                  </a:lnTo>
                  <a:lnTo>
                    <a:pt x="34367" y="21533"/>
                  </a:lnTo>
                  <a:lnTo>
                    <a:pt x="34226" y="21997"/>
                  </a:lnTo>
                  <a:lnTo>
                    <a:pt x="34064" y="22441"/>
                  </a:lnTo>
                  <a:lnTo>
                    <a:pt x="33943" y="22784"/>
                  </a:lnTo>
                  <a:lnTo>
                    <a:pt x="33782" y="23127"/>
                  </a:lnTo>
                  <a:lnTo>
                    <a:pt x="33620" y="23490"/>
                  </a:lnTo>
                  <a:lnTo>
                    <a:pt x="33419" y="23833"/>
                  </a:lnTo>
                  <a:lnTo>
                    <a:pt x="33197" y="24176"/>
                  </a:lnTo>
                  <a:lnTo>
                    <a:pt x="32934" y="24479"/>
                  </a:lnTo>
                  <a:lnTo>
                    <a:pt x="32793" y="24641"/>
                  </a:lnTo>
                  <a:lnTo>
                    <a:pt x="32632" y="24782"/>
                  </a:lnTo>
                  <a:lnTo>
                    <a:pt x="32470" y="24903"/>
                  </a:lnTo>
                  <a:lnTo>
                    <a:pt x="32309" y="25024"/>
                  </a:lnTo>
                  <a:lnTo>
                    <a:pt x="32107" y="25145"/>
                  </a:lnTo>
                  <a:lnTo>
                    <a:pt x="31925" y="25226"/>
                  </a:lnTo>
                  <a:lnTo>
                    <a:pt x="31723" y="25327"/>
                  </a:lnTo>
                  <a:lnTo>
                    <a:pt x="31522" y="25387"/>
                  </a:lnTo>
                  <a:lnTo>
                    <a:pt x="31118" y="25508"/>
                  </a:lnTo>
                  <a:lnTo>
                    <a:pt x="30694" y="25569"/>
                  </a:lnTo>
                  <a:lnTo>
                    <a:pt x="30250" y="25609"/>
                  </a:lnTo>
                  <a:lnTo>
                    <a:pt x="29403" y="25609"/>
                  </a:lnTo>
                  <a:lnTo>
                    <a:pt x="28979" y="25589"/>
                  </a:lnTo>
                  <a:lnTo>
                    <a:pt x="27809" y="25488"/>
                  </a:lnTo>
                  <a:lnTo>
                    <a:pt x="26658" y="25347"/>
                  </a:lnTo>
                  <a:lnTo>
                    <a:pt x="25508" y="25185"/>
                  </a:lnTo>
                  <a:lnTo>
                    <a:pt x="24358" y="25004"/>
                  </a:lnTo>
                  <a:lnTo>
                    <a:pt x="23248" y="24842"/>
                  </a:lnTo>
                  <a:lnTo>
                    <a:pt x="22118" y="24681"/>
                  </a:lnTo>
                  <a:lnTo>
                    <a:pt x="20988" y="24540"/>
                  </a:lnTo>
                  <a:lnTo>
                    <a:pt x="19837" y="24439"/>
                  </a:lnTo>
                  <a:lnTo>
                    <a:pt x="19272" y="24398"/>
                  </a:lnTo>
                  <a:lnTo>
                    <a:pt x="18707" y="24378"/>
                  </a:lnTo>
                  <a:lnTo>
                    <a:pt x="17577" y="24378"/>
                  </a:lnTo>
                  <a:lnTo>
                    <a:pt x="17012" y="24419"/>
                  </a:lnTo>
                  <a:lnTo>
                    <a:pt x="16447" y="24459"/>
                  </a:lnTo>
                  <a:lnTo>
                    <a:pt x="15882" y="24540"/>
                  </a:lnTo>
                  <a:lnTo>
                    <a:pt x="15317" y="24620"/>
                  </a:lnTo>
                  <a:lnTo>
                    <a:pt x="14631" y="24762"/>
                  </a:lnTo>
                  <a:lnTo>
                    <a:pt x="13965" y="24943"/>
                  </a:lnTo>
                  <a:lnTo>
                    <a:pt x="13319" y="25165"/>
                  </a:lnTo>
                  <a:lnTo>
                    <a:pt x="12674" y="25407"/>
                  </a:lnTo>
                  <a:lnTo>
                    <a:pt x="12048" y="25690"/>
                  </a:lnTo>
                  <a:lnTo>
                    <a:pt x="11422" y="25993"/>
                  </a:lnTo>
                  <a:lnTo>
                    <a:pt x="10817" y="26336"/>
                  </a:lnTo>
                  <a:lnTo>
                    <a:pt x="10232" y="26699"/>
                  </a:lnTo>
                  <a:lnTo>
                    <a:pt x="9667" y="27102"/>
                  </a:lnTo>
                  <a:lnTo>
                    <a:pt x="9122" y="27526"/>
                  </a:lnTo>
                  <a:lnTo>
                    <a:pt x="8597" y="27990"/>
                  </a:lnTo>
                  <a:lnTo>
                    <a:pt x="8093" y="28455"/>
                  </a:lnTo>
                  <a:lnTo>
                    <a:pt x="7608" y="28959"/>
                  </a:lnTo>
                  <a:lnTo>
                    <a:pt x="7164" y="29484"/>
                  </a:lnTo>
                  <a:lnTo>
                    <a:pt x="6741" y="30029"/>
                  </a:lnTo>
                  <a:lnTo>
                    <a:pt x="6357" y="30594"/>
                  </a:lnTo>
                  <a:lnTo>
                    <a:pt x="6014" y="31159"/>
                  </a:lnTo>
                  <a:lnTo>
                    <a:pt x="5691" y="31744"/>
                  </a:lnTo>
                  <a:lnTo>
                    <a:pt x="5389" y="32329"/>
                  </a:lnTo>
                  <a:lnTo>
                    <a:pt x="5106" y="32914"/>
                  </a:lnTo>
                  <a:lnTo>
                    <a:pt x="4844" y="33520"/>
                  </a:lnTo>
                  <a:lnTo>
                    <a:pt x="4581" y="34125"/>
                  </a:lnTo>
                  <a:lnTo>
                    <a:pt x="4097" y="35336"/>
                  </a:lnTo>
                  <a:lnTo>
                    <a:pt x="3714" y="36264"/>
                  </a:lnTo>
                  <a:lnTo>
                    <a:pt x="3330" y="37172"/>
                  </a:lnTo>
                  <a:lnTo>
                    <a:pt x="2927" y="38080"/>
                  </a:lnTo>
                  <a:lnTo>
                    <a:pt x="2705" y="38524"/>
                  </a:lnTo>
                  <a:lnTo>
                    <a:pt x="2483" y="38948"/>
                  </a:lnTo>
                  <a:lnTo>
                    <a:pt x="2402" y="39089"/>
                  </a:lnTo>
                  <a:lnTo>
                    <a:pt x="2321" y="39211"/>
                  </a:lnTo>
                  <a:lnTo>
                    <a:pt x="2220" y="39332"/>
                  </a:lnTo>
                  <a:lnTo>
                    <a:pt x="2099" y="39453"/>
                  </a:lnTo>
                  <a:lnTo>
                    <a:pt x="1978" y="39554"/>
                  </a:lnTo>
                  <a:lnTo>
                    <a:pt x="1857" y="39634"/>
                  </a:lnTo>
                  <a:lnTo>
                    <a:pt x="1736" y="39695"/>
                  </a:lnTo>
                  <a:lnTo>
                    <a:pt x="1615" y="39715"/>
                  </a:lnTo>
                  <a:lnTo>
                    <a:pt x="1413" y="39715"/>
                  </a:lnTo>
                  <a:lnTo>
                    <a:pt x="1312" y="39654"/>
                  </a:lnTo>
                  <a:lnTo>
                    <a:pt x="1231" y="39594"/>
                  </a:lnTo>
                  <a:lnTo>
                    <a:pt x="1191" y="39513"/>
                  </a:lnTo>
                  <a:lnTo>
                    <a:pt x="1131" y="39433"/>
                  </a:lnTo>
                  <a:lnTo>
                    <a:pt x="1110" y="39352"/>
                  </a:lnTo>
                  <a:lnTo>
                    <a:pt x="1090" y="39251"/>
                  </a:lnTo>
                  <a:lnTo>
                    <a:pt x="1090" y="39049"/>
                  </a:lnTo>
                  <a:lnTo>
                    <a:pt x="1110" y="38847"/>
                  </a:lnTo>
                  <a:lnTo>
                    <a:pt x="1252" y="38040"/>
                  </a:lnTo>
                  <a:lnTo>
                    <a:pt x="1393" y="37253"/>
                  </a:lnTo>
                  <a:lnTo>
                    <a:pt x="1575" y="36466"/>
                  </a:lnTo>
                  <a:lnTo>
                    <a:pt x="1776" y="35699"/>
                  </a:lnTo>
                  <a:lnTo>
                    <a:pt x="2018" y="34630"/>
                  </a:lnTo>
                  <a:lnTo>
                    <a:pt x="2261" y="33560"/>
                  </a:lnTo>
                  <a:lnTo>
                    <a:pt x="2422" y="32551"/>
                  </a:lnTo>
                  <a:lnTo>
                    <a:pt x="2563" y="31562"/>
                  </a:lnTo>
                  <a:lnTo>
                    <a:pt x="2664" y="30533"/>
                  </a:lnTo>
                  <a:lnTo>
                    <a:pt x="2705" y="29524"/>
                  </a:lnTo>
                  <a:lnTo>
                    <a:pt x="2745" y="28515"/>
                  </a:lnTo>
                  <a:lnTo>
                    <a:pt x="2745" y="27506"/>
                  </a:lnTo>
                  <a:lnTo>
                    <a:pt x="2705" y="26477"/>
                  </a:lnTo>
                  <a:lnTo>
                    <a:pt x="2644" y="25468"/>
                  </a:lnTo>
                  <a:lnTo>
                    <a:pt x="2563" y="24439"/>
                  </a:lnTo>
                  <a:lnTo>
                    <a:pt x="2462" y="23430"/>
                  </a:lnTo>
                  <a:lnTo>
                    <a:pt x="2362" y="22401"/>
                  </a:lnTo>
                  <a:lnTo>
                    <a:pt x="2240" y="21392"/>
                  </a:lnTo>
                  <a:lnTo>
                    <a:pt x="1958" y="19374"/>
                  </a:lnTo>
                  <a:lnTo>
                    <a:pt x="1655" y="17355"/>
                  </a:lnTo>
                  <a:lnTo>
                    <a:pt x="1595" y="16972"/>
                  </a:lnTo>
                  <a:lnTo>
                    <a:pt x="1030" y="13219"/>
                  </a:lnTo>
                  <a:lnTo>
                    <a:pt x="485" y="9465"/>
                  </a:lnTo>
                  <a:lnTo>
                    <a:pt x="323" y="8234"/>
                  </a:lnTo>
                  <a:lnTo>
                    <a:pt x="182" y="7043"/>
                  </a:lnTo>
                  <a:lnTo>
                    <a:pt x="142" y="6458"/>
                  </a:lnTo>
                  <a:lnTo>
                    <a:pt x="101" y="5873"/>
                  </a:lnTo>
                  <a:lnTo>
                    <a:pt x="81" y="5308"/>
                  </a:lnTo>
                  <a:lnTo>
                    <a:pt x="81" y="4723"/>
                  </a:lnTo>
                  <a:lnTo>
                    <a:pt x="81" y="4521"/>
                  </a:lnTo>
                  <a:lnTo>
                    <a:pt x="101" y="3633"/>
                  </a:lnTo>
                  <a:lnTo>
                    <a:pt x="142" y="3129"/>
                  </a:lnTo>
                  <a:lnTo>
                    <a:pt x="202" y="2604"/>
                  </a:lnTo>
                  <a:lnTo>
                    <a:pt x="283" y="2099"/>
                  </a:lnTo>
                  <a:lnTo>
                    <a:pt x="323" y="1857"/>
                  </a:lnTo>
                  <a:lnTo>
                    <a:pt x="404" y="1635"/>
                  </a:lnTo>
                  <a:lnTo>
                    <a:pt x="465" y="1413"/>
                  </a:lnTo>
                  <a:lnTo>
                    <a:pt x="566" y="1211"/>
                  </a:lnTo>
                  <a:lnTo>
                    <a:pt x="666" y="1010"/>
                  </a:lnTo>
                  <a:lnTo>
                    <a:pt x="767" y="848"/>
                  </a:lnTo>
                  <a:lnTo>
                    <a:pt x="848" y="747"/>
                  </a:lnTo>
                  <a:lnTo>
                    <a:pt x="929" y="687"/>
                  </a:lnTo>
                  <a:lnTo>
                    <a:pt x="1110" y="545"/>
                  </a:lnTo>
                  <a:lnTo>
                    <a:pt x="1332" y="445"/>
                  </a:lnTo>
                  <a:lnTo>
                    <a:pt x="1575" y="364"/>
                  </a:lnTo>
                  <a:lnTo>
                    <a:pt x="1837" y="303"/>
                  </a:lnTo>
                  <a:lnTo>
                    <a:pt x="2099" y="283"/>
                  </a:lnTo>
                  <a:lnTo>
                    <a:pt x="2382" y="263"/>
                  </a:lnTo>
                  <a:lnTo>
                    <a:pt x="2684" y="243"/>
                  </a:lnTo>
                  <a:lnTo>
                    <a:pt x="3169" y="263"/>
                  </a:lnTo>
                  <a:lnTo>
                    <a:pt x="3633" y="283"/>
                  </a:lnTo>
                  <a:lnTo>
                    <a:pt x="4057" y="303"/>
                  </a:lnTo>
                  <a:lnTo>
                    <a:pt x="4440" y="303"/>
                  </a:lnTo>
                  <a:lnTo>
                    <a:pt x="9586" y="202"/>
                  </a:lnTo>
                  <a:lnTo>
                    <a:pt x="11826" y="142"/>
                  </a:lnTo>
                  <a:lnTo>
                    <a:pt x="14066" y="102"/>
                  </a:lnTo>
                  <a:lnTo>
                    <a:pt x="16346" y="81"/>
                  </a:lnTo>
                  <a:close/>
                  <a:moveTo>
                    <a:pt x="16346" y="1"/>
                  </a:moveTo>
                  <a:lnTo>
                    <a:pt x="14066" y="21"/>
                  </a:lnTo>
                  <a:lnTo>
                    <a:pt x="11826" y="61"/>
                  </a:lnTo>
                  <a:lnTo>
                    <a:pt x="9586" y="122"/>
                  </a:lnTo>
                  <a:lnTo>
                    <a:pt x="4420" y="223"/>
                  </a:lnTo>
                  <a:lnTo>
                    <a:pt x="4057" y="223"/>
                  </a:lnTo>
                  <a:lnTo>
                    <a:pt x="3633" y="202"/>
                  </a:lnTo>
                  <a:lnTo>
                    <a:pt x="2805" y="162"/>
                  </a:lnTo>
                  <a:lnTo>
                    <a:pt x="2382" y="182"/>
                  </a:lnTo>
                  <a:lnTo>
                    <a:pt x="1978" y="202"/>
                  </a:lnTo>
                  <a:lnTo>
                    <a:pt x="1595" y="283"/>
                  </a:lnTo>
                  <a:lnTo>
                    <a:pt x="1413" y="324"/>
                  </a:lnTo>
                  <a:lnTo>
                    <a:pt x="1252" y="384"/>
                  </a:lnTo>
                  <a:lnTo>
                    <a:pt x="1090" y="465"/>
                  </a:lnTo>
                  <a:lnTo>
                    <a:pt x="949" y="566"/>
                  </a:lnTo>
                  <a:lnTo>
                    <a:pt x="828" y="667"/>
                  </a:lnTo>
                  <a:lnTo>
                    <a:pt x="707" y="788"/>
                  </a:lnTo>
                  <a:lnTo>
                    <a:pt x="586" y="969"/>
                  </a:lnTo>
                  <a:lnTo>
                    <a:pt x="485" y="1151"/>
                  </a:lnTo>
                  <a:lnTo>
                    <a:pt x="404" y="1373"/>
                  </a:lnTo>
                  <a:lnTo>
                    <a:pt x="323" y="1575"/>
                  </a:lnTo>
                  <a:lnTo>
                    <a:pt x="263" y="1817"/>
                  </a:lnTo>
                  <a:lnTo>
                    <a:pt x="202" y="2059"/>
                  </a:lnTo>
                  <a:lnTo>
                    <a:pt x="122" y="2563"/>
                  </a:lnTo>
                  <a:lnTo>
                    <a:pt x="61" y="3068"/>
                  </a:lnTo>
                  <a:lnTo>
                    <a:pt x="21" y="3593"/>
                  </a:lnTo>
                  <a:lnTo>
                    <a:pt x="0" y="4521"/>
                  </a:lnTo>
                  <a:lnTo>
                    <a:pt x="0" y="4723"/>
                  </a:lnTo>
                  <a:lnTo>
                    <a:pt x="0" y="5308"/>
                  </a:lnTo>
                  <a:lnTo>
                    <a:pt x="21" y="5873"/>
                  </a:lnTo>
                  <a:lnTo>
                    <a:pt x="61" y="6458"/>
                  </a:lnTo>
                  <a:lnTo>
                    <a:pt x="101" y="7043"/>
                  </a:lnTo>
                  <a:lnTo>
                    <a:pt x="243" y="8234"/>
                  </a:lnTo>
                  <a:lnTo>
                    <a:pt x="404" y="9465"/>
                  </a:lnTo>
                  <a:lnTo>
                    <a:pt x="949" y="13219"/>
                  </a:lnTo>
                  <a:lnTo>
                    <a:pt x="1514" y="16992"/>
                  </a:lnTo>
                  <a:lnTo>
                    <a:pt x="1575" y="17376"/>
                  </a:lnTo>
                  <a:lnTo>
                    <a:pt x="1877" y="19374"/>
                  </a:lnTo>
                  <a:lnTo>
                    <a:pt x="2160" y="21392"/>
                  </a:lnTo>
                  <a:lnTo>
                    <a:pt x="2281" y="22421"/>
                  </a:lnTo>
                  <a:lnTo>
                    <a:pt x="2382" y="23430"/>
                  </a:lnTo>
                  <a:lnTo>
                    <a:pt x="2483" y="24439"/>
                  </a:lnTo>
                  <a:lnTo>
                    <a:pt x="2563" y="25468"/>
                  </a:lnTo>
                  <a:lnTo>
                    <a:pt x="2624" y="26477"/>
                  </a:lnTo>
                  <a:lnTo>
                    <a:pt x="2664" y="27486"/>
                  </a:lnTo>
                  <a:lnTo>
                    <a:pt x="2664" y="28515"/>
                  </a:lnTo>
                  <a:lnTo>
                    <a:pt x="2644" y="29524"/>
                  </a:lnTo>
                  <a:lnTo>
                    <a:pt x="2584" y="30533"/>
                  </a:lnTo>
                  <a:lnTo>
                    <a:pt x="2483" y="31542"/>
                  </a:lnTo>
                  <a:lnTo>
                    <a:pt x="2341" y="32551"/>
                  </a:lnTo>
                  <a:lnTo>
                    <a:pt x="2180" y="33540"/>
                  </a:lnTo>
                  <a:lnTo>
                    <a:pt x="1938" y="34630"/>
                  </a:lnTo>
                  <a:lnTo>
                    <a:pt x="1696" y="35679"/>
                  </a:lnTo>
                  <a:lnTo>
                    <a:pt x="1494" y="36466"/>
                  </a:lnTo>
                  <a:lnTo>
                    <a:pt x="1332" y="37233"/>
                  </a:lnTo>
                  <a:lnTo>
                    <a:pt x="1171" y="38040"/>
                  </a:lnTo>
                  <a:lnTo>
                    <a:pt x="1030" y="38827"/>
                  </a:lnTo>
                  <a:lnTo>
                    <a:pt x="1009" y="39049"/>
                  </a:lnTo>
                  <a:lnTo>
                    <a:pt x="1009" y="39271"/>
                  </a:lnTo>
                  <a:lnTo>
                    <a:pt x="1030" y="39372"/>
                  </a:lnTo>
                  <a:lnTo>
                    <a:pt x="1070" y="39473"/>
                  </a:lnTo>
                  <a:lnTo>
                    <a:pt x="1110" y="39574"/>
                  </a:lnTo>
                  <a:lnTo>
                    <a:pt x="1191" y="39654"/>
                  </a:lnTo>
                  <a:lnTo>
                    <a:pt x="1252" y="39715"/>
                  </a:lnTo>
                  <a:lnTo>
                    <a:pt x="1353" y="39776"/>
                  </a:lnTo>
                  <a:lnTo>
                    <a:pt x="1433" y="39796"/>
                  </a:lnTo>
                  <a:lnTo>
                    <a:pt x="1534" y="39816"/>
                  </a:lnTo>
                  <a:lnTo>
                    <a:pt x="1615" y="39796"/>
                  </a:lnTo>
                  <a:lnTo>
                    <a:pt x="1756" y="39776"/>
                  </a:lnTo>
                  <a:lnTo>
                    <a:pt x="1897" y="39695"/>
                  </a:lnTo>
                  <a:lnTo>
                    <a:pt x="2018" y="39614"/>
                  </a:lnTo>
                  <a:lnTo>
                    <a:pt x="2160" y="39513"/>
                  </a:lnTo>
                  <a:lnTo>
                    <a:pt x="2281" y="39392"/>
                  </a:lnTo>
                  <a:lnTo>
                    <a:pt x="2382" y="39271"/>
                  </a:lnTo>
                  <a:lnTo>
                    <a:pt x="2483" y="39130"/>
                  </a:lnTo>
                  <a:lnTo>
                    <a:pt x="2563" y="38989"/>
                  </a:lnTo>
                  <a:lnTo>
                    <a:pt x="2785" y="38565"/>
                  </a:lnTo>
                  <a:lnTo>
                    <a:pt x="3007" y="38101"/>
                  </a:lnTo>
                  <a:lnTo>
                    <a:pt x="3411" y="37193"/>
                  </a:lnTo>
                  <a:lnTo>
                    <a:pt x="3794" y="36284"/>
                  </a:lnTo>
                  <a:lnTo>
                    <a:pt x="4158" y="35376"/>
                  </a:lnTo>
                  <a:lnTo>
                    <a:pt x="4662" y="34166"/>
                  </a:lnTo>
                  <a:lnTo>
                    <a:pt x="4904" y="33560"/>
                  </a:lnTo>
                  <a:lnTo>
                    <a:pt x="5187" y="32955"/>
                  </a:lnTo>
                  <a:lnTo>
                    <a:pt x="5469" y="32369"/>
                  </a:lnTo>
                  <a:lnTo>
                    <a:pt x="5752" y="31784"/>
                  </a:lnTo>
                  <a:lnTo>
                    <a:pt x="6075" y="31199"/>
                  </a:lnTo>
                  <a:lnTo>
                    <a:pt x="6418" y="30654"/>
                  </a:lnTo>
                  <a:lnTo>
                    <a:pt x="6821" y="30089"/>
                  </a:lnTo>
                  <a:lnTo>
                    <a:pt x="7225" y="29544"/>
                  </a:lnTo>
                  <a:lnTo>
                    <a:pt x="7669" y="29020"/>
                  </a:lnTo>
                  <a:lnTo>
                    <a:pt x="8153" y="28515"/>
                  </a:lnTo>
                  <a:lnTo>
                    <a:pt x="8638" y="28051"/>
                  </a:lnTo>
                  <a:lnTo>
                    <a:pt x="9162" y="27587"/>
                  </a:lnTo>
                  <a:lnTo>
                    <a:pt x="9707" y="27163"/>
                  </a:lnTo>
                  <a:lnTo>
                    <a:pt x="10272" y="26780"/>
                  </a:lnTo>
                  <a:lnTo>
                    <a:pt x="10857" y="26396"/>
                  </a:lnTo>
                  <a:lnTo>
                    <a:pt x="11463" y="26073"/>
                  </a:lnTo>
                  <a:lnTo>
                    <a:pt x="12068" y="25750"/>
                  </a:lnTo>
                  <a:lnTo>
                    <a:pt x="12694" y="25468"/>
                  </a:lnTo>
                  <a:lnTo>
                    <a:pt x="13339" y="25226"/>
                  </a:lnTo>
                  <a:lnTo>
                    <a:pt x="14005" y="25024"/>
                  </a:lnTo>
                  <a:lnTo>
                    <a:pt x="14651" y="24842"/>
                  </a:lnTo>
                  <a:lnTo>
                    <a:pt x="15337" y="24701"/>
                  </a:lnTo>
                  <a:lnTo>
                    <a:pt x="15882" y="24600"/>
                  </a:lnTo>
                  <a:lnTo>
                    <a:pt x="16447" y="24540"/>
                  </a:lnTo>
                  <a:lnTo>
                    <a:pt x="17012" y="24499"/>
                  </a:lnTo>
                  <a:lnTo>
                    <a:pt x="17577" y="24459"/>
                  </a:lnTo>
                  <a:lnTo>
                    <a:pt x="18707" y="24459"/>
                  </a:lnTo>
                  <a:lnTo>
                    <a:pt x="19272" y="24479"/>
                  </a:lnTo>
                  <a:lnTo>
                    <a:pt x="19837" y="24519"/>
                  </a:lnTo>
                  <a:lnTo>
                    <a:pt x="20968" y="24620"/>
                  </a:lnTo>
                  <a:lnTo>
                    <a:pt x="22098" y="24762"/>
                  </a:lnTo>
                  <a:lnTo>
                    <a:pt x="23228" y="24923"/>
                  </a:lnTo>
                  <a:lnTo>
                    <a:pt x="24338" y="25084"/>
                  </a:lnTo>
                  <a:lnTo>
                    <a:pt x="25488" y="25266"/>
                  </a:lnTo>
                  <a:lnTo>
                    <a:pt x="26638" y="25428"/>
                  </a:lnTo>
                  <a:lnTo>
                    <a:pt x="27809" y="25569"/>
                  </a:lnTo>
                  <a:lnTo>
                    <a:pt x="28979" y="25670"/>
                  </a:lnTo>
                  <a:lnTo>
                    <a:pt x="29403" y="25690"/>
                  </a:lnTo>
                  <a:lnTo>
                    <a:pt x="30271" y="25690"/>
                  </a:lnTo>
                  <a:lnTo>
                    <a:pt x="30714" y="25650"/>
                  </a:lnTo>
                  <a:lnTo>
                    <a:pt x="31138" y="25569"/>
                  </a:lnTo>
                  <a:lnTo>
                    <a:pt x="31562" y="25468"/>
                  </a:lnTo>
                  <a:lnTo>
                    <a:pt x="31764" y="25387"/>
                  </a:lnTo>
                  <a:lnTo>
                    <a:pt x="31966" y="25306"/>
                  </a:lnTo>
                  <a:lnTo>
                    <a:pt x="32147" y="25206"/>
                  </a:lnTo>
                  <a:lnTo>
                    <a:pt x="32349" y="25084"/>
                  </a:lnTo>
                  <a:lnTo>
                    <a:pt x="32511" y="24963"/>
                  </a:lnTo>
                  <a:lnTo>
                    <a:pt x="32692" y="24842"/>
                  </a:lnTo>
                  <a:lnTo>
                    <a:pt x="32833" y="24701"/>
                  </a:lnTo>
                  <a:lnTo>
                    <a:pt x="32995" y="24540"/>
                  </a:lnTo>
                  <a:lnTo>
                    <a:pt x="33257" y="24217"/>
                  </a:lnTo>
                  <a:lnTo>
                    <a:pt x="33479" y="23874"/>
                  </a:lnTo>
                  <a:lnTo>
                    <a:pt x="33681" y="23531"/>
                  </a:lnTo>
                  <a:lnTo>
                    <a:pt x="33863" y="23167"/>
                  </a:lnTo>
                  <a:lnTo>
                    <a:pt x="34004" y="22804"/>
                  </a:lnTo>
                  <a:lnTo>
                    <a:pt x="34145" y="22461"/>
                  </a:lnTo>
                  <a:lnTo>
                    <a:pt x="34307" y="22017"/>
                  </a:lnTo>
                  <a:lnTo>
                    <a:pt x="34448" y="21573"/>
                  </a:lnTo>
                  <a:lnTo>
                    <a:pt x="34569" y="21109"/>
                  </a:lnTo>
                  <a:lnTo>
                    <a:pt x="34690" y="20645"/>
                  </a:lnTo>
                  <a:lnTo>
                    <a:pt x="34912" y="19737"/>
                  </a:lnTo>
                  <a:lnTo>
                    <a:pt x="35073" y="18829"/>
                  </a:lnTo>
                  <a:lnTo>
                    <a:pt x="35215" y="17921"/>
                  </a:lnTo>
                  <a:lnTo>
                    <a:pt x="35316" y="17033"/>
                  </a:lnTo>
                  <a:lnTo>
                    <a:pt x="35396" y="16185"/>
                  </a:lnTo>
                  <a:lnTo>
                    <a:pt x="35457" y="15337"/>
                  </a:lnTo>
                  <a:lnTo>
                    <a:pt x="35538" y="14248"/>
                  </a:lnTo>
                  <a:lnTo>
                    <a:pt x="35578" y="13219"/>
                  </a:lnTo>
                  <a:lnTo>
                    <a:pt x="35598" y="12230"/>
                  </a:lnTo>
                  <a:lnTo>
                    <a:pt x="35598" y="11261"/>
                  </a:lnTo>
                  <a:lnTo>
                    <a:pt x="35598" y="10333"/>
                  </a:lnTo>
                  <a:lnTo>
                    <a:pt x="35558" y="9445"/>
                  </a:lnTo>
                  <a:lnTo>
                    <a:pt x="35497" y="8557"/>
                  </a:lnTo>
                  <a:lnTo>
                    <a:pt x="35396" y="7709"/>
                  </a:lnTo>
                  <a:lnTo>
                    <a:pt x="35336" y="7185"/>
                  </a:lnTo>
                  <a:lnTo>
                    <a:pt x="35255" y="6660"/>
                  </a:lnTo>
                  <a:lnTo>
                    <a:pt x="35154" y="6115"/>
                  </a:lnTo>
                  <a:lnTo>
                    <a:pt x="35013" y="5570"/>
                  </a:lnTo>
                  <a:lnTo>
                    <a:pt x="34851" y="5046"/>
                  </a:lnTo>
                  <a:lnTo>
                    <a:pt x="34629" y="4521"/>
                  </a:lnTo>
                  <a:lnTo>
                    <a:pt x="34508" y="4259"/>
                  </a:lnTo>
                  <a:lnTo>
                    <a:pt x="34387" y="4016"/>
                  </a:lnTo>
                  <a:lnTo>
                    <a:pt x="34226" y="3774"/>
                  </a:lnTo>
                  <a:lnTo>
                    <a:pt x="34064" y="3552"/>
                  </a:lnTo>
                  <a:lnTo>
                    <a:pt x="33782" y="3189"/>
                  </a:lnTo>
                  <a:lnTo>
                    <a:pt x="33479" y="2866"/>
                  </a:lnTo>
                  <a:lnTo>
                    <a:pt x="33136" y="2584"/>
                  </a:lnTo>
                  <a:lnTo>
                    <a:pt x="32793" y="2301"/>
                  </a:lnTo>
                  <a:lnTo>
                    <a:pt x="32410" y="2079"/>
                  </a:lnTo>
                  <a:lnTo>
                    <a:pt x="32026" y="1857"/>
                  </a:lnTo>
                  <a:lnTo>
                    <a:pt x="31623" y="1655"/>
                  </a:lnTo>
                  <a:lnTo>
                    <a:pt x="31199" y="1494"/>
                  </a:lnTo>
                  <a:lnTo>
                    <a:pt x="30775" y="1333"/>
                  </a:lnTo>
                  <a:lnTo>
                    <a:pt x="30351" y="1191"/>
                  </a:lnTo>
                  <a:lnTo>
                    <a:pt x="29907" y="1070"/>
                  </a:lnTo>
                  <a:lnTo>
                    <a:pt x="29463" y="969"/>
                  </a:lnTo>
                  <a:lnTo>
                    <a:pt x="28555" y="788"/>
                  </a:lnTo>
                  <a:lnTo>
                    <a:pt x="27667" y="667"/>
                  </a:lnTo>
                  <a:lnTo>
                    <a:pt x="26557" y="525"/>
                  </a:lnTo>
                  <a:lnTo>
                    <a:pt x="25427" y="384"/>
                  </a:lnTo>
                  <a:lnTo>
                    <a:pt x="24277" y="283"/>
                  </a:lnTo>
                  <a:lnTo>
                    <a:pt x="23147" y="202"/>
                  </a:lnTo>
                  <a:lnTo>
                    <a:pt x="22017" y="142"/>
                  </a:lnTo>
                  <a:lnTo>
                    <a:pt x="20887" y="81"/>
                  </a:lnTo>
                  <a:lnTo>
                    <a:pt x="19737" y="41"/>
                  </a:lnTo>
                  <a:lnTo>
                    <a:pt x="18606" y="21"/>
                  </a:lnTo>
                  <a:lnTo>
                    <a:pt x="16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-1455741" y="-3455631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64587" y="-1494826"/>
              <a:ext cx="530339" cy="361051"/>
            </a:xfrm>
            <a:custGeom>
              <a:rect b="b" l="l" r="r" t="t"/>
              <a:pathLst>
                <a:path extrusionOk="0" h="6458" w="9486">
                  <a:moveTo>
                    <a:pt x="8880" y="81"/>
                  </a:moveTo>
                  <a:lnTo>
                    <a:pt x="9021" y="101"/>
                  </a:lnTo>
                  <a:lnTo>
                    <a:pt x="9142" y="142"/>
                  </a:lnTo>
                  <a:lnTo>
                    <a:pt x="9203" y="182"/>
                  </a:lnTo>
                  <a:lnTo>
                    <a:pt x="9263" y="243"/>
                  </a:lnTo>
                  <a:lnTo>
                    <a:pt x="9324" y="364"/>
                  </a:lnTo>
                  <a:lnTo>
                    <a:pt x="9364" y="505"/>
                  </a:lnTo>
                  <a:lnTo>
                    <a:pt x="9384" y="646"/>
                  </a:lnTo>
                  <a:lnTo>
                    <a:pt x="9405" y="868"/>
                  </a:lnTo>
                  <a:lnTo>
                    <a:pt x="9384" y="1070"/>
                  </a:lnTo>
                  <a:lnTo>
                    <a:pt x="9364" y="1272"/>
                  </a:lnTo>
                  <a:lnTo>
                    <a:pt x="9324" y="1474"/>
                  </a:lnTo>
                  <a:lnTo>
                    <a:pt x="9263" y="1675"/>
                  </a:lnTo>
                  <a:lnTo>
                    <a:pt x="9183" y="1877"/>
                  </a:lnTo>
                  <a:lnTo>
                    <a:pt x="9001" y="2261"/>
                  </a:lnTo>
                  <a:lnTo>
                    <a:pt x="8779" y="2624"/>
                  </a:lnTo>
                  <a:lnTo>
                    <a:pt x="8537" y="2967"/>
                  </a:lnTo>
                  <a:lnTo>
                    <a:pt x="8274" y="3290"/>
                  </a:lnTo>
                  <a:lnTo>
                    <a:pt x="8012" y="3592"/>
                  </a:lnTo>
                  <a:lnTo>
                    <a:pt x="7689" y="3936"/>
                  </a:lnTo>
                  <a:lnTo>
                    <a:pt x="7346" y="4299"/>
                  </a:lnTo>
                  <a:lnTo>
                    <a:pt x="6983" y="4662"/>
                  </a:lnTo>
                  <a:lnTo>
                    <a:pt x="6579" y="5005"/>
                  </a:lnTo>
                  <a:lnTo>
                    <a:pt x="6135" y="5348"/>
                  </a:lnTo>
                  <a:lnTo>
                    <a:pt x="5691" y="5651"/>
                  </a:lnTo>
                  <a:lnTo>
                    <a:pt x="5449" y="5772"/>
                  </a:lnTo>
                  <a:lnTo>
                    <a:pt x="5207" y="5913"/>
                  </a:lnTo>
                  <a:lnTo>
                    <a:pt x="4945" y="6014"/>
                  </a:lnTo>
                  <a:lnTo>
                    <a:pt x="4682" y="6115"/>
                  </a:lnTo>
                  <a:lnTo>
                    <a:pt x="4460" y="6196"/>
                  </a:lnTo>
                  <a:lnTo>
                    <a:pt x="4218" y="6256"/>
                  </a:lnTo>
                  <a:lnTo>
                    <a:pt x="3956" y="6317"/>
                  </a:lnTo>
                  <a:lnTo>
                    <a:pt x="3714" y="6357"/>
                  </a:lnTo>
                  <a:lnTo>
                    <a:pt x="3451" y="6377"/>
                  </a:lnTo>
                  <a:lnTo>
                    <a:pt x="2927" y="6377"/>
                  </a:lnTo>
                  <a:lnTo>
                    <a:pt x="2664" y="6337"/>
                  </a:lnTo>
                  <a:lnTo>
                    <a:pt x="2402" y="6297"/>
                  </a:lnTo>
                  <a:lnTo>
                    <a:pt x="2140" y="6236"/>
                  </a:lnTo>
                  <a:lnTo>
                    <a:pt x="1898" y="6155"/>
                  </a:lnTo>
                  <a:lnTo>
                    <a:pt x="1655" y="6054"/>
                  </a:lnTo>
                  <a:lnTo>
                    <a:pt x="1413" y="5933"/>
                  </a:lnTo>
                  <a:lnTo>
                    <a:pt x="1191" y="5792"/>
                  </a:lnTo>
                  <a:lnTo>
                    <a:pt x="969" y="5631"/>
                  </a:lnTo>
                  <a:lnTo>
                    <a:pt x="767" y="5429"/>
                  </a:lnTo>
                  <a:lnTo>
                    <a:pt x="586" y="5227"/>
                  </a:lnTo>
                  <a:lnTo>
                    <a:pt x="424" y="4985"/>
                  </a:lnTo>
                  <a:lnTo>
                    <a:pt x="303" y="4743"/>
                  </a:lnTo>
                  <a:lnTo>
                    <a:pt x="202" y="4501"/>
                  </a:lnTo>
                  <a:lnTo>
                    <a:pt x="122" y="4258"/>
                  </a:lnTo>
                  <a:lnTo>
                    <a:pt x="81" y="4016"/>
                  </a:lnTo>
                  <a:lnTo>
                    <a:pt x="81" y="3774"/>
                  </a:lnTo>
                  <a:lnTo>
                    <a:pt x="122" y="3532"/>
                  </a:lnTo>
                  <a:lnTo>
                    <a:pt x="182" y="3370"/>
                  </a:lnTo>
                  <a:lnTo>
                    <a:pt x="243" y="3189"/>
                  </a:lnTo>
                  <a:lnTo>
                    <a:pt x="344" y="3048"/>
                  </a:lnTo>
                  <a:lnTo>
                    <a:pt x="445" y="2906"/>
                  </a:lnTo>
                  <a:lnTo>
                    <a:pt x="586" y="2785"/>
                  </a:lnTo>
                  <a:lnTo>
                    <a:pt x="747" y="2664"/>
                  </a:lnTo>
                  <a:lnTo>
                    <a:pt x="909" y="2563"/>
                  </a:lnTo>
                  <a:lnTo>
                    <a:pt x="1111" y="2483"/>
                  </a:lnTo>
                  <a:lnTo>
                    <a:pt x="3310" y="1655"/>
                  </a:lnTo>
                  <a:lnTo>
                    <a:pt x="5530" y="868"/>
                  </a:lnTo>
                  <a:lnTo>
                    <a:pt x="6357" y="606"/>
                  </a:lnTo>
                  <a:lnTo>
                    <a:pt x="7165" y="364"/>
                  </a:lnTo>
                  <a:lnTo>
                    <a:pt x="7568" y="263"/>
                  </a:lnTo>
                  <a:lnTo>
                    <a:pt x="7972" y="182"/>
                  </a:lnTo>
                  <a:lnTo>
                    <a:pt x="8375" y="121"/>
                  </a:lnTo>
                  <a:lnTo>
                    <a:pt x="8779" y="81"/>
                  </a:lnTo>
                  <a:close/>
                  <a:moveTo>
                    <a:pt x="8759" y="0"/>
                  </a:moveTo>
                  <a:lnTo>
                    <a:pt x="8355" y="41"/>
                  </a:lnTo>
                  <a:lnTo>
                    <a:pt x="7952" y="101"/>
                  </a:lnTo>
                  <a:lnTo>
                    <a:pt x="7548" y="182"/>
                  </a:lnTo>
                  <a:lnTo>
                    <a:pt x="7144" y="283"/>
                  </a:lnTo>
                  <a:lnTo>
                    <a:pt x="6337" y="525"/>
                  </a:lnTo>
                  <a:lnTo>
                    <a:pt x="5510" y="787"/>
                  </a:lnTo>
                  <a:lnTo>
                    <a:pt x="3290" y="1574"/>
                  </a:lnTo>
                  <a:lnTo>
                    <a:pt x="1070" y="2402"/>
                  </a:lnTo>
                  <a:lnTo>
                    <a:pt x="868" y="2503"/>
                  </a:lnTo>
                  <a:lnTo>
                    <a:pt x="687" y="2604"/>
                  </a:lnTo>
                  <a:lnTo>
                    <a:pt x="525" y="2725"/>
                  </a:lnTo>
                  <a:lnTo>
                    <a:pt x="384" y="2846"/>
                  </a:lnTo>
                  <a:lnTo>
                    <a:pt x="263" y="3007"/>
                  </a:lnTo>
                  <a:lnTo>
                    <a:pt x="182" y="3169"/>
                  </a:lnTo>
                  <a:lnTo>
                    <a:pt x="102" y="3330"/>
                  </a:lnTo>
                  <a:lnTo>
                    <a:pt x="41" y="3512"/>
                  </a:lnTo>
                  <a:lnTo>
                    <a:pt x="1" y="3754"/>
                  </a:lnTo>
                  <a:lnTo>
                    <a:pt x="1" y="4016"/>
                  </a:lnTo>
                  <a:lnTo>
                    <a:pt x="41" y="4279"/>
                  </a:lnTo>
                  <a:lnTo>
                    <a:pt x="122" y="4521"/>
                  </a:lnTo>
                  <a:lnTo>
                    <a:pt x="223" y="4783"/>
                  </a:lnTo>
                  <a:lnTo>
                    <a:pt x="364" y="5025"/>
                  </a:lnTo>
                  <a:lnTo>
                    <a:pt x="525" y="5267"/>
                  </a:lnTo>
                  <a:lnTo>
                    <a:pt x="707" y="5489"/>
                  </a:lnTo>
                  <a:lnTo>
                    <a:pt x="969" y="5732"/>
                  </a:lnTo>
                  <a:lnTo>
                    <a:pt x="1252" y="5933"/>
                  </a:lnTo>
                  <a:lnTo>
                    <a:pt x="1554" y="6095"/>
                  </a:lnTo>
                  <a:lnTo>
                    <a:pt x="1877" y="6236"/>
                  </a:lnTo>
                  <a:lnTo>
                    <a:pt x="2200" y="6337"/>
                  </a:lnTo>
                  <a:lnTo>
                    <a:pt x="2523" y="6397"/>
                  </a:lnTo>
                  <a:lnTo>
                    <a:pt x="2866" y="6438"/>
                  </a:lnTo>
                  <a:lnTo>
                    <a:pt x="3189" y="6458"/>
                  </a:lnTo>
                  <a:lnTo>
                    <a:pt x="3593" y="6438"/>
                  </a:lnTo>
                  <a:lnTo>
                    <a:pt x="3976" y="6397"/>
                  </a:lnTo>
                  <a:lnTo>
                    <a:pt x="4360" y="6317"/>
                  </a:lnTo>
                  <a:lnTo>
                    <a:pt x="4723" y="6196"/>
                  </a:lnTo>
                  <a:lnTo>
                    <a:pt x="4985" y="6095"/>
                  </a:lnTo>
                  <a:lnTo>
                    <a:pt x="5227" y="5974"/>
                  </a:lnTo>
                  <a:lnTo>
                    <a:pt x="5490" y="5853"/>
                  </a:lnTo>
                  <a:lnTo>
                    <a:pt x="5712" y="5711"/>
                  </a:lnTo>
                  <a:lnTo>
                    <a:pt x="6176" y="5409"/>
                  </a:lnTo>
                  <a:lnTo>
                    <a:pt x="6620" y="5066"/>
                  </a:lnTo>
                  <a:lnTo>
                    <a:pt x="7023" y="4723"/>
                  </a:lnTo>
                  <a:lnTo>
                    <a:pt x="7407" y="4359"/>
                  </a:lnTo>
                  <a:lnTo>
                    <a:pt x="7750" y="3996"/>
                  </a:lnTo>
                  <a:lnTo>
                    <a:pt x="8073" y="3653"/>
                  </a:lnTo>
                  <a:lnTo>
                    <a:pt x="8335" y="3330"/>
                  </a:lnTo>
                  <a:lnTo>
                    <a:pt x="8597" y="3007"/>
                  </a:lnTo>
                  <a:lnTo>
                    <a:pt x="8860" y="2664"/>
                  </a:lnTo>
                  <a:lnTo>
                    <a:pt x="9082" y="2281"/>
                  </a:lnTo>
                  <a:lnTo>
                    <a:pt x="9263" y="1897"/>
                  </a:lnTo>
                  <a:lnTo>
                    <a:pt x="9324" y="1696"/>
                  </a:lnTo>
                  <a:lnTo>
                    <a:pt x="9405" y="1494"/>
                  </a:lnTo>
                  <a:lnTo>
                    <a:pt x="9445" y="1292"/>
                  </a:lnTo>
                  <a:lnTo>
                    <a:pt x="9465" y="1070"/>
                  </a:lnTo>
                  <a:lnTo>
                    <a:pt x="9485" y="868"/>
                  </a:lnTo>
                  <a:lnTo>
                    <a:pt x="9465" y="646"/>
                  </a:lnTo>
                  <a:lnTo>
                    <a:pt x="9445" y="444"/>
                  </a:lnTo>
                  <a:lnTo>
                    <a:pt x="9384" y="283"/>
                  </a:lnTo>
                  <a:lnTo>
                    <a:pt x="9304" y="162"/>
                  </a:lnTo>
                  <a:lnTo>
                    <a:pt x="9183" y="61"/>
                  </a:lnTo>
                  <a:lnTo>
                    <a:pt x="9082" y="21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flipH="1">
              <a:off x="-2591759" y="-2237207"/>
              <a:ext cx="130935" cy="39045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flipH="1">
              <a:off x="-3345409" y="-5067803"/>
              <a:ext cx="1707024" cy="174879"/>
            </a:xfrm>
            <a:custGeom>
              <a:rect b="b" l="l" r="r" t="t"/>
              <a:pathLst>
                <a:path extrusionOk="0" h="3128" w="30533">
                  <a:moveTo>
                    <a:pt x="17960" y="0"/>
                  </a:moveTo>
                  <a:lnTo>
                    <a:pt x="16750" y="20"/>
                  </a:lnTo>
                  <a:lnTo>
                    <a:pt x="16326" y="20"/>
                  </a:lnTo>
                  <a:lnTo>
                    <a:pt x="13057" y="61"/>
                  </a:lnTo>
                  <a:lnTo>
                    <a:pt x="11422" y="101"/>
                  </a:lnTo>
                  <a:lnTo>
                    <a:pt x="9767" y="182"/>
                  </a:lnTo>
                  <a:lnTo>
                    <a:pt x="8133" y="262"/>
                  </a:lnTo>
                  <a:lnTo>
                    <a:pt x="6478" y="404"/>
                  </a:lnTo>
                  <a:lnTo>
                    <a:pt x="5671" y="484"/>
                  </a:lnTo>
                  <a:lnTo>
                    <a:pt x="4843" y="585"/>
                  </a:lnTo>
                  <a:lnTo>
                    <a:pt x="4036" y="686"/>
                  </a:lnTo>
                  <a:lnTo>
                    <a:pt x="3209" y="807"/>
                  </a:lnTo>
                  <a:lnTo>
                    <a:pt x="2785" y="868"/>
                  </a:lnTo>
                  <a:lnTo>
                    <a:pt x="2361" y="969"/>
                  </a:lnTo>
                  <a:lnTo>
                    <a:pt x="1917" y="1070"/>
                  </a:lnTo>
                  <a:lnTo>
                    <a:pt x="1494" y="1211"/>
                  </a:lnTo>
                  <a:lnTo>
                    <a:pt x="1090" y="1372"/>
                  </a:lnTo>
                  <a:lnTo>
                    <a:pt x="888" y="1473"/>
                  </a:lnTo>
                  <a:lnTo>
                    <a:pt x="686" y="1574"/>
                  </a:lnTo>
                  <a:lnTo>
                    <a:pt x="505" y="1695"/>
                  </a:lnTo>
                  <a:lnTo>
                    <a:pt x="323" y="1836"/>
                  </a:lnTo>
                  <a:lnTo>
                    <a:pt x="162" y="1978"/>
                  </a:lnTo>
                  <a:lnTo>
                    <a:pt x="0" y="2139"/>
                  </a:lnTo>
                  <a:lnTo>
                    <a:pt x="61" y="2200"/>
                  </a:lnTo>
                  <a:lnTo>
                    <a:pt x="222" y="2038"/>
                  </a:lnTo>
                  <a:lnTo>
                    <a:pt x="384" y="1897"/>
                  </a:lnTo>
                  <a:lnTo>
                    <a:pt x="565" y="1756"/>
                  </a:lnTo>
                  <a:lnTo>
                    <a:pt x="747" y="1655"/>
                  </a:lnTo>
                  <a:lnTo>
                    <a:pt x="929" y="1534"/>
                  </a:lnTo>
                  <a:lnTo>
                    <a:pt x="1130" y="1433"/>
                  </a:lnTo>
                  <a:lnTo>
                    <a:pt x="1534" y="1271"/>
                  </a:lnTo>
                  <a:lnTo>
                    <a:pt x="1958" y="1150"/>
                  </a:lnTo>
                  <a:lnTo>
                    <a:pt x="2382" y="1049"/>
                  </a:lnTo>
                  <a:lnTo>
                    <a:pt x="2805" y="949"/>
                  </a:lnTo>
                  <a:lnTo>
                    <a:pt x="3229" y="888"/>
                  </a:lnTo>
                  <a:lnTo>
                    <a:pt x="4036" y="767"/>
                  </a:lnTo>
                  <a:lnTo>
                    <a:pt x="4864" y="666"/>
                  </a:lnTo>
                  <a:lnTo>
                    <a:pt x="5671" y="565"/>
                  </a:lnTo>
                  <a:lnTo>
                    <a:pt x="6498" y="484"/>
                  </a:lnTo>
                  <a:lnTo>
                    <a:pt x="8133" y="343"/>
                  </a:lnTo>
                  <a:lnTo>
                    <a:pt x="9788" y="262"/>
                  </a:lnTo>
                  <a:lnTo>
                    <a:pt x="11422" y="182"/>
                  </a:lnTo>
                  <a:lnTo>
                    <a:pt x="13057" y="141"/>
                  </a:lnTo>
                  <a:lnTo>
                    <a:pt x="16326" y="101"/>
                  </a:lnTo>
                  <a:lnTo>
                    <a:pt x="16750" y="101"/>
                  </a:lnTo>
                  <a:lnTo>
                    <a:pt x="17960" y="81"/>
                  </a:lnTo>
                  <a:lnTo>
                    <a:pt x="19191" y="81"/>
                  </a:lnTo>
                  <a:lnTo>
                    <a:pt x="20402" y="101"/>
                  </a:lnTo>
                  <a:lnTo>
                    <a:pt x="21613" y="161"/>
                  </a:lnTo>
                  <a:lnTo>
                    <a:pt x="22239" y="202"/>
                  </a:lnTo>
                  <a:lnTo>
                    <a:pt x="22844" y="242"/>
                  </a:lnTo>
                  <a:lnTo>
                    <a:pt x="23449" y="303"/>
                  </a:lnTo>
                  <a:lnTo>
                    <a:pt x="24055" y="383"/>
                  </a:lnTo>
                  <a:lnTo>
                    <a:pt x="24640" y="484"/>
                  </a:lnTo>
                  <a:lnTo>
                    <a:pt x="25245" y="585"/>
                  </a:lnTo>
                  <a:lnTo>
                    <a:pt x="25831" y="727"/>
                  </a:lnTo>
                  <a:lnTo>
                    <a:pt x="26436" y="868"/>
                  </a:lnTo>
                  <a:lnTo>
                    <a:pt x="27102" y="1070"/>
                  </a:lnTo>
                  <a:lnTo>
                    <a:pt x="27707" y="1292"/>
                  </a:lnTo>
                  <a:lnTo>
                    <a:pt x="28293" y="1534"/>
                  </a:lnTo>
                  <a:lnTo>
                    <a:pt x="28817" y="1816"/>
                  </a:lnTo>
                  <a:lnTo>
                    <a:pt x="29281" y="2099"/>
                  </a:lnTo>
                  <a:lnTo>
                    <a:pt x="29725" y="2422"/>
                  </a:lnTo>
                  <a:lnTo>
                    <a:pt x="30109" y="2745"/>
                  </a:lnTo>
                  <a:lnTo>
                    <a:pt x="30290" y="2926"/>
                  </a:lnTo>
                  <a:lnTo>
                    <a:pt x="30472" y="3128"/>
                  </a:lnTo>
                  <a:lnTo>
                    <a:pt x="30533" y="3067"/>
                  </a:lnTo>
                  <a:lnTo>
                    <a:pt x="30351" y="2886"/>
                  </a:lnTo>
                  <a:lnTo>
                    <a:pt x="30169" y="2704"/>
                  </a:lnTo>
                  <a:lnTo>
                    <a:pt x="29786" y="2361"/>
                  </a:lnTo>
                  <a:lnTo>
                    <a:pt x="29342" y="2038"/>
                  </a:lnTo>
                  <a:lnTo>
                    <a:pt x="28858" y="1736"/>
                  </a:lnTo>
                  <a:lnTo>
                    <a:pt x="28333" y="1473"/>
                  </a:lnTo>
                  <a:lnTo>
                    <a:pt x="27748" y="1231"/>
                  </a:lnTo>
                  <a:lnTo>
                    <a:pt x="27122" y="989"/>
                  </a:lnTo>
                  <a:lnTo>
                    <a:pt x="26456" y="787"/>
                  </a:lnTo>
                  <a:lnTo>
                    <a:pt x="25851" y="646"/>
                  </a:lnTo>
                  <a:lnTo>
                    <a:pt x="25266" y="525"/>
                  </a:lnTo>
                  <a:lnTo>
                    <a:pt x="24660" y="404"/>
                  </a:lnTo>
                  <a:lnTo>
                    <a:pt x="24055" y="303"/>
                  </a:lnTo>
                  <a:lnTo>
                    <a:pt x="23449" y="222"/>
                  </a:lnTo>
                  <a:lnTo>
                    <a:pt x="22844" y="161"/>
                  </a:lnTo>
                  <a:lnTo>
                    <a:pt x="22239" y="121"/>
                  </a:lnTo>
                  <a:lnTo>
                    <a:pt x="21633" y="81"/>
                  </a:lnTo>
                  <a:lnTo>
                    <a:pt x="20402" y="20"/>
                  </a:lnTo>
                  <a:lnTo>
                    <a:pt x="19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flipH="1">
              <a:off x="-3431139" y="-4896338"/>
              <a:ext cx="206522" cy="1040271"/>
            </a:xfrm>
            <a:custGeom>
              <a:rect b="b" l="l" r="r" t="t"/>
              <a:pathLst>
                <a:path extrusionOk="0" h="18607" w="3694">
                  <a:moveTo>
                    <a:pt x="2160" y="0"/>
                  </a:moveTo>
                  <a:lnTo>
                    <a:pt x="2099" y="61"/>
                  </a:lnTo>
                  <a:lnTo>
                    <a:pt x="2281" y="283"/>
                  </a:lnTo>
                  <a:lnTo>
                    <a:pt x="2462" y="545"/>
                  </a:lnTo>
                  <a:lnTo>
                    <a:pt x="2624" y="787"/>
                  </a:lnTo>
                  <a:lnTo>
                    <a:pt x="2765" y="1050"/>
                  </a:lnTo>
                  <a:lnTo>
                    <a:pt x="2886" y="1292"/>
                  </a:lnTo>
                  <a:lnTo>
                    <a:pt x="3007" y="1554"/>
                  </a:lnTo>
                  <a:lnTo>
                    <a:pt x="3209" y="2079"/>
                  </a:lnTo>
                  <a:lnTo>
                    <a:pt x="3350" y="2604"/>
                  </a:lnTo>
                  <a:lnTo>
                    <a:pt x="3471" y="3108"/>
                  </a:lnTo>
                  <a:lnTo>
                    <a:pt x="3532" y="3592"/>
                  </a:lnTo>
                  <a:lnTo>
                    <a:pt x="3572" y="4036"/>
                  </a:lnTo>
                  <a:lnTo>
                    <a:pt x="3613" y="4581"/>
                  </a:lnTo>
                  <a:lnTo>
                    <a:pt x="3613" y="5126"/>
                  </a:lnTo>
                  <a:lnTo>
                    <a:pt x="3592" y="5671"/>
                  </a:lnTo>
                  <a:lnTo>
                    <a:pt x="3552" y="6216"/>
                  </a:lnTo>
                  <a:lnTo>
                    <a:pt x="3431" y="7285"/>
                  </a:lnTo>
                  <a:lnTo>
                    <a:pt x="3290" y="8355"/>
                  </a:lnTo>
                  <a:lnTo>
                    <a:pt x="2684" y="12734"/>
                  </a:lnTo>
                  <a:lnTo>
                    <a:pt x="2604" y="13360"/>
                  </a:lnTo>
                  <a:lnTo>
                    <a:pt x="2503" y="14026"/>
                  </a:lnTo>
                  <a:lnTo>
                    <a:pt x="2361" y="14712"/>
                  </a:lnTo>
                  <a:lnTo>
                    <a:pt x="2281" y="15055"/>
                  </a:lnTo>
                  <a:lnTo>
                    <a:pt x="2180" y="15398"/>
                  </a:lnTo>
                  <a:lnTo>
                    <a:pt x="2059" y="15741"/>
                  </a:lnTo>
                  <a:lnTo>
                    <a:pt x="1938" y="16084"/>
                  </a:lnTo>
                  <a:lnTo>
                    <a:pt x="1796" y="16407"/>
                  </a:lnTo>
                  <a:lnTo>
                    <a:pt x="1635" y="16730"/>
                  </a:lnTo>
                  <a:lnTo>
                    <a:pt x="1453" y="17053"/>
                  </a:lnTo>
                  <a:lnTo>
                    <a:pt x="1252" y="17355"/>
                  </a:lnTo>
                  <a:lnTo>
                    <a:pt x="1030" y="17638"/>
                  </a:lnTo>
                  <a:lnTo>
                    <a:pt x="787" y="17900"/>
                  </a:lnTo>
                  <a:lnTo>
                    <a:pt x="606" y="18082"/>
                  </a:lnTo>
                  <a:lnTo>
                    <a:pt x="404" y="18243"/>
                  </a:lnTo>
                  <a:lnTo>
                    <a:pt x="202" y="18384"/>
                  </a:lnTo>
                  <a:lnTo>
                    <a:pt x="0" y="18526"/>
                  </a:lnTo>
                  <a:lnTo>
                    <a:pt x="41" y="18606"/>
                  </a:lnTo>
                  <a:lnTo>
                    <a:pt x="263" y="18465"/>
                  </a:lnTo>
                  <a:lnTo>
                    <a:pt x="465" y="18304"/>
                  </a:lnTo>
                  <a:lnTo>
                    <a:pt x="666" y="18142"/>
                  </a:lnTo>
                  <a:lnTo>
                    <a:pt x="848" y="17961"/>
                  </a:lnTo>
                  <a:lnTo>
                    <a:pt x="1090" y="17678"/>
                  </a:lnTo>
                  <a:lnTo>
                    <a:pt x="1332" y="17396"/>
                  </a:lnTo>
                  <a:lnTo>
                    <a:pt x="1534" y="17093"/>
                  </a:lnTo>
                  <a:lnTo>
                    <a:pt x="1716" y="16790"/>
                  </a:lnTo>
                  <a:lnTo>
                    <a:pt x="1877" y="16447"/>
                  </a:lnTo>
                  <a:lnTo>
                    <a:pt x="2018" y="16124"/>
                  </a:lnTo>
                  <a:lnTo>
                    <a:pt x="2139" y="15781"/>
                  </a:lnTo>
                  <a:lnTo>
                    <a:pt x="2240" y="15438"/>
                  </a:lnTo>
                  <a:lnTo>
                    <a:pt x="2341" y="15075"/>
                  </a:lnTo>
                  <a:lnTo>
                    <a:pt x="2442" y="14732"/>
                  </a:lnTo>
                  <a:lnTo>
                    <a:pt x="2563" y="14046"/>
                  </a:lnTo>
                  <a:lnTo>
                    <a:pt x="2684" y="13380"/>
                  </a:lnTo>
                  <a:lnTo>
                    <a:pt x="2765" y="12734"/>
                  </a:lnTo>
                  <a:lnTo>
                    <a:pt x="3370" y="8375"/>
                  </a:lnTo>
                  <a:lnTo>
                    <a:pt x="3512" y="7306"/>
                  </a:lnTo>
                  <a:lnTo>
                    <a:pt x="3633" y="6216"/>
                  </a:lnTo>
                  <a:lnTo>
                    <a:pt x="3673" y="5671"/>
                  </a:lnTo>
                  <a:lnTo>
                    <a:pt x="3693" y="5126"/>
                  </a:lnTo>
                  <a:lnTo>
                    <a:pt x="3693" y="4581"/>
                  </a:lnTo>
                  <a:lnTo>
                    <a:pt x="3653" y="4036"/>
                  </a:lnTo>
                  <a:lnTo>
                    <a:pt x="3613" y="3572"/>
                  </a:lnTo>
                  <a:lnTo>
                    <a:pt x="3532" y="3088"/>
                  </a:lnTo>
                  <a:lnTo>
                    <a:pt x="3431" y="2583"/>
                  </a:lnTo>
                  <a:lnTo>
                    <a:pt x="3290" y="2059"/>
                  </a:lnTo>
                  <a:lnTo>
                    <a:pt x="3088" y="1534"/>
                  </a:lnTo>
                  <a:lnTo>
                    <a:pt x="2967" y="1272"/>
                  </a:lnTo>
                  <a:lnTo>
                    <a:pt x="2826" y="1009"/>
                  </a:lnTo>
                  <a:lnTo>
                    <a:pt x="2684" y="747"/>
                  </a:lnTo>
                  <a:lnTo>
                    <a:pt x="2523" y="485"/>
                  </a:lnTo>
                  <a:lnTo>
                    <a:pt x="2341" y="243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flipH="1">
              <a:off x="-3448112" y="-5027215"/>
              <a:ext cx="1867255" cy="1352794"/>
            </a:xfrm>
            <a:custGeom>
              <a:rect b="b" l="l" r="r" t="t"/>
              <a:pathLst>
                <a:path extrusionOk="0" h="24197" w="33399">
                  <a:moveTo>
                    <a:pt x="13521" y="1"/>
                  </a:moveTo>
                  <a:lnTo>
                    <a:pt x="12391" y="21"/>
                  </a:lnTo>
                  <a:lnTo>
                    <a:pt x="11200" y="61"/>
                  </a:lnTo>
                  <a:lnTo>
                    <a:pt x="10009" y="101"/>
                  </a:lnTo>
                  <a:lnTo>
                    <a:pt x="8012" y="223"/>
                  </a:lnTo>
                  <a:lnTo>
                    <a:pt x="5832" y="364"/>
                  </a:lnTo>
                  <a:lnTo>
                    <a:pt x="5287" y="404"/>
                  </a:lnTo>
                  <a:lnTo>
                    <a:pt x="4702" y="424"/>
                  </a:lnTo>
                  <a:lnTo>
                    <a:pt x="3996" y="445"/>
                  </a:lnTo>
                  <a:lnTo>
                    <a:pt x="3289" y="485"/>
                  </a:lnTo>
                  <a:lnTo>
                    <a:pt x="2926" y="525"/>
                  </a:lnTo>
                  <a:lnTo>
                    <a:pt x="2603" y="586"/>
                  </a:lnTo>
                  <a:lnTo>
                    <a:pt x="2260" y="646"/>
                  </a:lnTo>
                  <a:lnTo>
                    <a:pt x="1958" y="747"/>
                  </a:lnTo>
                  <a:lnTo>
                    <a:pt x="1796" y="808"/>
                  </a:lnTo>
                  <a:lnTo>
                    <a:pt x="1655" y="868"/>
                  </a:lnTo>
                  <a:lnTo>
                    <a:pt x="1514" y="949"/>
                  </a:lnTo>
                  <a:lnTo>
                    <a:pt x="1372" y="1050"/>
                  </a:lnTo>
                  <a:lnTo>
                    <a:pt x="1251" y="1151"/>
                  </a:lnTo>
                  <a:lnTo>
                    <a:pt x="1130" y="1272"/>
                  </a:lnTo>
                  <a:lnTo>
                    <a:pt x="1009" y="1413"/>
                  </a:lnTo>
                  <a:lnTo>
                    <a:pt x="888" y="1554"/>
                  </a:lnTo>
                  <a:lnTo>
                    <a:pt x="686" y="1877"/>
                  </a:lnTo>
                  <a:lnTo>
                    <a:pt x="505" y="2241"/>
                  </a:lnTo>
                  <a:lnTo>
                    <a:pt x="343" y="2664"/>
                  </a:lnTo>
                  <a:lnTo>
                    <a:pt x="222" y="3128"/>
                  </a:lnTo>
                  <a:lnTo>
                    <a:pt x="141" y="3532"/>
                  </a:lnTo>
                  <a:lnTo>
                    <a:pt x="81" y="3956"/>
                  </a:lnTo>
                  <a:lnTo>
                    <a:pt x="40" y="4380"/>
                  </a:lnTo>
                  <a:lnTo>
                    <a:pt x="0" y="4783"/>
                  </a:lnTo>
                  <a:lnTo>
                    <a:pt x="0" y="5187"/>
                  </a:lnTo>
                  <a:lnTo>
                    <a:pt x="20" y="5550"/>
                  </a:lnTo>
                  <a:lnTo>
                    <a:pt x="40" y="5893"/>
                  </a:lnTo>
                  <a:lnTo>
                    <a:pt x="61" y="6216"/>
                  </a:lnTo>
                  <a:lnTo>
                    <a:pt x="121" y="6680"/>
                  </a:lnTo>
                  <a:lnTo>
                    <a:pt x="222" y="7144"/>
                  </a:lnTo>
                  <a:lnTo>
                    <a:pt x="323" y="7608"/>
                  </a:lnTo>
                  <a:lnTo>
                    <a:pt x="424" y="8052"/>
                  </a:lnTo>
                  <a:lnTo>
                    <a:pt x="686" y="8960"/>
                  </a:lnTo>
                  <a:lnTo>
                    <a:pt x="969" y="9848"/>
                  </a:lnTo>
                  <a:lnTo>
                    <a:pt x="1191" y="10595"/>
                  </a:lnTo>
                  <a:lnTo>
                    <a:pt x="1413" y="11362"/>
                  </a:lnTo>
                  <a:lnTo>
                    <a:pt x="1635" y="12230"/>
                  </a:lnTo>
                  <a:lnTo>
                    <a:pt x="1836" y="13118"/>
                  </a:lnTo>
                  <a:lnTo>
                    <a:pt x="1998" y="14026"/>
                  </a:lnTo>
                  <a:lnTo>
                    <a:pt x="2119" y="14914"/>
                  </a:lnTo>
                  <a:lnTo>
                    <a:pt x="2220" y="15822"/>
                  </a:lnTo>
                  <a:lnTo>
                    <a:pt x="2280" y="16730"/>
                  </a:lnTo>
                  <a:lnTo>
                    <a:pt x="2321" y="17638"/>
                  </a:lnTo>
                  <a:lnTo>
                    <a:pt x="2321" y="18546"/>
                  </a:lnTo>
                  <a:lnTo>
                    <a:pt x="2280" y="19656"/>
                  </a:lnTo>
                  <a:lnTo>
                    <a:pt x="2260" y="20403"/>
                  </a:lnTo>
                  <a:lnTo>
                    <a:pt x="2240" y="21169"/>
                  </a:lnTo>
                  <a:lnTo>
                    <a:pt x="2260" y="21936"/>
                  </a:lnTo>
                  <a:lnTo>
                    <a:pt x="2301" y="22320"/>
                  </a:lnTo>
                  <a:lnTo>
                    <a:pt x="2341" y="22703"/>
                  </a:lnTo>
                  <a:lnTo>
                    <a:pt x="2381" y="23046"/>
                  </a:lnTo>
                  <a:lnTo>
                    <a:pt x="2442" y="23248"/>
                  </a:lnTo>
                  <a:lnTo>
                    <a:pt x="2502" y="23430"/>
                  </a:lnTo>
                  <a:lnTo>
                    <a:pt x="2583" y="23611"/>
                  </a:lnTo>
                  <a:lnTo>
                    <a:pt x="2684" y="23773"/>
                  </a:lnTo>
                  <a:lnTo>
                    <a:pt x="2825" y="23914"/>
                  </a:lnTo>
                  <a:lnTo>
                    <a:pt x="2987" y="24055"/>
                  </a:lnTo>
                  <a:lnTo>
                    <a:pt x="3128" y="24116"/>
                  </a:lnTo>
                  <a:lnTo>
                    <a:pt x="3249" y="24156"/>
                  </a:lnTo>
                  <a:lnTo>
                    <a:pt x="3390" y="24196"/>
                  </a:lnTo>
                  <a:lnTo>
                    <a:pt x="3532" y="24196"/>
                  </a:lnTo>
                  <a:lnTo>
                    <a:pt x="3733" y="24176"/>
                  </a:lnTo>
                  <a:lnTo>
                    <a:pt x="3955" y="24136"/>
                  </a:lnTo>
                  <a:lnTo>
                    <a:pt x="4177" y="24055"/>
                  </a:lnTo>
                  <a:lnTo>
                    <a:pt x="4379" y="23934"/>
                  </a:lnTo>
                  <a:lnTo>
                    <a:pt x="4601" y="23813"/>
                  </a:lnTo>
                  <a:lnTo>
                    <a:pt x="4823" y="23652"/>
                  </a:lnTo>
                  <a:lnTo>
                    <a:pt x="5247" y="23329"/>
                  </a:lnTo>
                  <a:lnTo>
                    <a:pt x="5630" y="23026"/>
                  </a:lnTo>
                  <a:lnTo>
                    <a:pt x="6014" y="22743"/>
                  </a:lnTo>
                  <a:lnTo>
                    <a:pt x="6417" y="22481"/>
                  </a:lnTo>
                  <a:lnTo>
                    <a:pt x="6821" y="22239"/>
                  </a:lnTo>
                  <a:lnTo>
                    <a:pt x="7245" y="21997"/>
                  </a:lnTo>
                  <a:lnTo>
                    <a:pt x="7689" y="21775"/>
                  </a:lnTo>
                  <a:lnTo>
                    <a:pt x="8133" y="21553"/>
                  </a:lnTo>
                  <a:lnTo>
                    <a:pt x="8577" y="21371"/>
                  </a:lnTo>
                  <a:lnTo>
                    <a:pt x="9041" y="21169"/>
                  </a:lnTo>
                  <a:lnTo>
                    <a:pt x="9525" y="21008"/>
                  </a:lnTo>
                  <a:lnTo>
                    <a:pt x="10009" y="20867"/>
                  </a:lnTo>
                  <a:lnTo>
                    <a:pt x="10494" y="20725"/>
                  </a:lnTo>
                  <a:lnTo>
                    <a:pt x="10998" y="20604"/>
                  </a:lnTo>
                  <a:lnTo>
                    <a:pt x="11503" y="20483"/>
                  </a:lnTo>
                  <a:lnTo>
                    <a:pt x="12027" y="20403"/>
                  </a:lnTo>
                  <a:lnTo>
                    <a:pt x="12552" y="20322"/>
                  </a:lnTo>
                  <a:lnTo>
                    <a:pt x="13460" y="20221"/>
                  </a:lnTo>
                  <a:lnTo>
                    <a:pt x="14409" y="20160"/>
                  </a:lnTo>
                  <a:lnTo>
                    <a:pt x="15377" y="20160"/>
                  </a:lnTo>
                  <a:lnTo>
                    <a:pt x="16366" y="20201"/>
                  </a:lnTo>
                  <a:lnTo>
                    <a:pt x="17355" y="20302"/>
                  </a:lnTo>
                  <a:lnTo>
                    <a:pt x="18384" y="20423"/>
                  </a:lnTo>
                  <a:lnTo>
                    <a:pt x="19433" y="20604"/>
                  </a:lnTo>
                  <a:lnTo>
                    <a:pt x="20503" y="20826"/>
                  </a:lnTo>
                  <a:lnTo>
                    <a:pt x="21714" y="21129"/>
                  </a:lnTo>
                  <a:lnTo>
                    <a:pt x="22642" y="21351"/>
                  </a:lnTo>
                  <a:lnTo>
                    <a:pt x="23591" y="21553"/>
                  </a:lnTo>
                  <a:lnTo>
                    <a:pt x="24055" y="21654"/>
                  </a:lnTo>
                  <a:lnTo>
                    <a:pt x="24539" y="21714"/>
                  </a:lnTo>
                  <a:lnTo>
                    <a:pt x="25023" y="21775"/>
                  </a:lnTo>
                  <a:lnTo>
                    <a:pt x="25508" y="21815"/>
                  </a:lnTo>
                  <a:lnTo>
                    <a:pt x="26053" y="21835"/>
                  </a:lnTo>
                  <a:lnTo>
                    <a:pt x="26597" y="21815"/>
                  </a:lnTo>
                  <a:lnTo>
                    <a:pt x="27122" y="21755"/>
                  </a:lnTo>
                  <a:lnTo>
                    <a:pt x="27647" y="21654"/>
                  </a:lnTo>
                  <a:lnTo>
                    <a:pt x="28131" y="21533"/>
                  </a:lnTo>
                  <a:lnTo>
                    <a:pt x="28595" y="21371"/>
                  </a:lnTo>
                  <a:lnTo>
                    <a:pt x="29039" y="21169"/>
                  </a:lnTo>
                  <a:lnTo>
                    <a:pt x="29443" y="20947"/>
                  </a:lnTo>
                  <a:lnTo>
                    <a:pt x="29402" y="20867"/>
                  </a:lnTo>
                  <a:lnTo>
                    <a:pt x="28999" y="21089"/>
                  </a:lnTo>
                  <a:lnTo>
                    <a:pt x="28555" y="21291"/>
                  </a:lnTo>
                  <a:lnTo>
                    <a:pt x="28111" y="21452"/>
                  </a:lnTo>
                  <a:lnTo>
                    <a:pt x="27627" y="21573"/>
                  </a:lnTo>
                  <a:lnTo>
                    <a:pt x="27122" y="21674"/>
                  </a:lnTo>
                  <a:lnTo>
                    <a:pt x="26597" y="21734"/>
                  </a:lnTo>
                  <a:lnTo>
                    <a:pt x="26053" y="21755"/>
                  </a:lnTo>
                  <a:lnTo>
                    <a:pt x="25508" y="21734"/>
                  </a:lnTo>
                  <a:lnTo>
                    <a:pt x="25023" y="21694"/>
                  </a:lnTo>
                  <a:lnTo>
                    <a:pt x="24539" y="21634"/>
                  </a:lnTo>
                  <a:lnTo>
                    <a:pt x="24075" y="21573"/>
                  </a:lnTo>
                  <a:lnTo>
                    <a:pt x="23591" y="21472"/>
                  </a:lnTo>
                  <a:lnTo>
                    <a:pt x="22662" y="21270"/>
                  </a:lnTo>
                  <a:lnTo>
                    <a:pt x="21734" y="21048"/>
                  </a:lnTo>
                  <a:lnTo>
                    <a:pt x="20503" y="20746"/>
                  </a:lnTo>
                  <a:lnTo>
                    <a:pt x="19454" y="20524"/>
                  </a:lnTo>
                  <a:lnTo>
                    <a:pt x="18404" y="20342"/>
                  </a:lnTo>
                  <a:lnTo>
                    <a:pt x="17375" y="20221"/>
                  </a:lnTo>
                  <a:lnTo>
                    <a:pt x="16366" y="20120"/>
                  </a:lnTo>
                  <a:lnTo>
                    <a:pt x="15377" y="20080"/>
                  </a:lnTo>
                  <a:lnTo>
                    <a:pt x="14409" y="20080"/>
                  </a:lnTo>
                  <a:lnTo>
                    <a:pt x="13460" y="20140"/>
                  </a:lnTo>
                  <a:lnTo>
                    <a:pt x="12532" y="20241"/>
                  </a:lnTo>
                  <a:lnTo>
                    <a:pt x="12007" y="20322"/>
                  </a:lnTo>
                  <a:lnTo>
                    <a:pt x="11503" y="20403"/>
                  </a:lnTo>
                  <a:lnTo>
                    <a:pt x="10978" y="20524"/>
                  </a:lnTo>
                  <a:lnTo>
                    <a:pt x="10474" y="20645"/>
                  </a:lnTo>
                  <a:lnTo>
                    <a:pt x="9989" y="20786"/>
                  </a:lnTo>
                  <a:lnTo>
                    <a:pt x="9505" y="20927"/>
                  </a:lnTo>
                  <a:lnTo>
                    <a:pt x="9021" y="21109"/>
                  </a:lnTo>
                  <a:lnTo>
                    <a:pt x="8556" y="21291"/>
                  </a:lnTo>
                  <a:lnTo>
                    <a:pt x="8092" y="21492"/>
                  </a:lnTo>
                  <a:lnTo>
                    <a:pt x="7648" y="21694"/>
                  </a:lnTo>
                  <a:lnTo>
                    <a:pt x="7204" y="21916"/>
                  </a:lnTo>
                  <a:lnTo>
                    <a:pt x="6781" y="22158"/>
                  </a:lnTo>
                  <a:lnTo>
                    <a:pt x="6377" y="22421"/>
                  </a:lnTo>
                  <a:lnTo>
                    <a:pt x="5973" y="22683"/>
                  </a:lnTo>
                  <a:lnTo>
                    <a:pt x="5590" y="22965"/>
                  </a:lnTo>
                  <a:lnTo>
                    <a:pt x="5207" y="23268"/>
                  </a:lnTo>
                  <a:lnTo>
                    <a:pt x="4924" y="23490"/>
                  </a:lnTo>
                  <a:lnTo>
                    <a:pt x="4641" y="23692"/>
                  </a:lnTo>
                  <a:lnTo>
                    <a:pt x="4359" y="23853"/>
                  </a:lnTo>
                  <a:lnTo>
                    <a:pt x="4076" y="23995"/>
                  </a:lnTo>
                  <a:lnTo>
                    <a:pt x="3935" y="24055"/>
                  </a:lnTo>
                  <a:lnTo>
                    <a:pt x="3814" y="24096"/>
                  </a:lnTo>
                  <a:lnTo>
                    <a:pt x="3673" y="24116"/>
                  </a:lnTo>
                  <a:lnTo>
                    <a:pt x="3411" y="24116"/>
                  </a:lnTo>
                  <a:lnTo>
                    <a:pt x="3269" y="24096"/>
                  </a:lnTo>
                  <a:lnTo>
                    <a:pt x="3148" y="24035"/>
                  </a:lnTo>
                  <a:lnTo>
                    <a:pt x="3027" y="23974"/>
                  </a:lnTo>
                  <a:lnTo>
                    <a:pt x="2886" y="23853"/>
                  </a:lnTo>
                  <a:lnTo>
                    <a:pt x="2745" y="23712"/>
                  </a:lnTo>
                  <a:lnTo>
                    <a:pt x="2644" y="23551"/>
                  </a:lnTo>
                  <a:lnTo>
                    <a:pt x="2583" y="23389"/>
                  </a:lnTo>
                  <a:lnTo>
                    <a:pt x="2523" y="23208"/>
                  </a:lnTo>
                  <a:lnTo>
                    <a:pt x="2462" y="23026"/>
                  </a:lnTo>
                  <a:lnTo>
                    <a:pt x="2422" y="22683"/>
                  </a:lnTo>
                  <a:lnTo>
                    <a:pt x="2381" y="22300"/>
                  </a:lnTo>
                  <a:lnTo>
                    <a:pt x="2341" y="21936"/>
                  </a:lnTo>
                  <a:lnTo>
                    <a:pt x="2321" y="21169"/>
                  </a:lnTo>
                  <a:lnTo>
                    <a:pt x="2341" y="20403"/>
                  </a:lnTo>
                  <a:lnTo>
                    <a:pt x="2361" y="19656"/>
                  </a:lnTo>
                  <a:lnTo>
                    <a:pt x="2402" y="18546"/>
                  </a:lnTo>
                  <a:lnTo>
                    <a:pt x="2402" y="17638"/>
                  </a:lnTo>
                  <a:lnTo>
                    <a:pt x="2361" y="16710"/>
                  </a:lnTo>
                  <a:lnTo>
                    <a:pt x="2301" y="15802"/>
                  </a:lnTo>
                  <a:lnTo>
                    <a:pt x="2200" y="14914"/>
                  </a:lnTo>
                  <a:lnTo>
                    <a:pt x="2079" y="14006"/>
                  </a:lnTo>
                  <a:lnTo>
                    <a:pt x="1917" y="13118"/>
                  </a:lnTo>
                  <a:lnTo>
                    <a:pt x="1715" y="12230"/>
                  </a:lnTo>
                  <a:lnTo>
                    <a:pt x="1493" y="11342"/>
                  </a:lnTo>
                  <a:lnTo>
                    <a:pt x="1271" y="10575"/>
                  </a:lnTo>
                  <a:lnTo>
                    <a:pt x="1029" y="9828"/>
                  </a:lnTo>
                  <a:lnTo>
                    <a:pt x="767" y="8940"/>
                  </a:lnTo>
                  <a:lnTo>
                    <a:pt x="505" y="8032"/>
                  </a:lnTo>
                  <a:lnTo>
                    <a:pt x="404" y="7588"/>
                  </a:lnTo>
                  <a:lnTo>
                    <a:pt x="303" y="7124"/>
                  </a:lnTo>
                  <a:lnTo>
                    <a:pt x="202" y="6660"/>
                  </a:lnTo>
                  <a:lnTo>
                    <a:pt x="141" y="6196"/>
                  </a:lnTo>
                  <a:lnTo>
                    <a:pt x="101" y="5853"/>
                  </a:lnTo>
                  <a:lnTo>
                    <a:pt x="81" y="5469"/>
                  </a:lnTo>
                  <a:lnTo>
                    <a:pt x="81" y="5086"/>
                  </a:lnTo>
                  <a:lnTo>
                    <a:pt x="101" y="4682"/>
                  </a:lnTo>
                  <a:lnTo>
                    <a:pt x="121" y="4279"/>
                  </a:lnTo>
                  <a:lnTo>
                    <a:pt x="162" y="3855"/>
                  </a:lnTo>
                  <a:lnTo>
                    <a:pt x="242" y="3451"/>
                  </a:lnTo>
                  <a:lnTo>
                    <a:pt x="323" y="3048"/>
                  </a:lnTo>
                  <a:lnTo>
                    <a:pt x="424" y="2664"/>
                  </a:lnTo>
                  <a:lnTo>
                    <a:pt x="565" y="2301"/>
                  </a:lnTo>
                  <a:lnTo>
                    <a:pt x="727" y="1958"/>
                  </a:lnTo>
                  <a:lnTo>
                    <a:pt x="928" y="1655"/>
                  </a:lnTo>
                  <a:lnTo>
                    <a:pt x="1130" y="1373"/>
                  </a:lnTo>
                  <a:lnTo>
                    <a:pt x="1251" y="1252"/>
                  </a:lnTo>
                  <a:lnTo>
                    <a:pt x="1393" y="1151"/>
                  </a:lnTo>
                  <a:lnTo>
                    <a:pt x="1514" y="1050"/>
                  </a:lnTo>
                  <a:lnTo>
                    <a:pt x="1655" y="949"/>
                  </a:lnTo>
                  <a:lnTo>
                    <a:pt x="1816" y="888"/>
                  </a:lnTo>
                  <a:lnTo>
                    <a:pt x="1978" y="828"/>
                  </a:lnTo>
                  <a:lnTo>
                    <a:pt x="2280" y="727"/>
                  </a:lnTo>
                  <a:lnTo>
                    <a:pt x="2603" y="666"/>
                  </a:lnTo>
                  <a:lnTo>
                    <a:pt x="2946" y="606"/>
                  </a:lnTo>
                  <a:lnTo>
                    <a:pt x="3289" y="566"/>
                  </a:lnTo>
                  <a:lnTo>
                    <a:pt x="3996" y="525"/>
                  </a:lnTo>
                  <a:lnTo>
                    <a:pt x="4702" y="505"/>
                  </a:lnTo>
                  <a:lnTo>
                    <a:pt x="5287" y="485"/>
                  </a:lnTo>
                  <a:lnTo>
                    <a:pt x="5852" y="445"/>
                  </a:lnTo>
                  <a:lnTo>
                    <a:pt x="8012" y="303"/>
                  </a:lnTo>
                  <a:lnTo>
                    <a:pt x="10009" y="182"/>
                  </a:lnTo>
                  <a:lnTo>
                    <a:pt x="11200" y="142"/>
                  </a:lnTo>
                  <a:lnTo>
                    <a:pt x="12391" y="101"/>
                  </a:lnTo>
                  <a:lnTo>
                    <a:pt x="13521" y="81"/>
                  </a:lnTo>
                  <a:lnTo>
                    <a:pt x="14651" y="81"/>
                  </a:lnTo>
                  <a:lnTo>
                    <a:pt x="15741" y="101"/>
                  </a:lnTo>
                  <a:lnTo>
                    <a:pt x="16790" y="122"/>
                  </a:lnTo>
                  <a:lnTo>
                    <a:pt x="17839" y="182"/>
                  </a:lnTo>
                  <a:lnTo>
                    <a:pt x="18868" y="243"/>
                  </a:lnTo>
                  <a:lnTo>
                    <a:pt x="19857" y="323"/>
                  </a:lnTo>
                  <a:lnTo>
                    <a:pt x="20826" y="404"/>
                  </a:lnTo>
                  <a:lnTo>
                    <a:pt x="21795" y="525"/>
                  </a:lnTo>
                  <a:lnTo>
                    <a:pt x="22723" y="666"/>
                  </a:lnTo>
                  <a:lnTo>
                    <a:pt x="23651" y="808"/>
                  </a:lnTo>
                  <a:lnTo>
                    <a:pt x="24559" y="969"/>
                  </a:lnTo>
                  <a:lnTo>
                    <a:pt x="25447" y="1151"/>
                  </a:lnTo>
                  <a:lnTo>
                    <a:pt x="26335" y="1353"/>
                  </a:lnTo>
                  <a:lnTo>
                    <a:pt x="27082" y="1534"/>
                  </a:lnTo>
                  <a:lnTo>
                    <a:pt x="27828" y="1756"/>
                  </a:lnTo>
                  <a:lnTo>
                    <a:pt x="28575" y="2019"/>
                  </a:lnTo>
                  <a:lnTo>
                    <a:pt x="28958" y="2160"/>
                  </a:lnTo>
                  <a:lnTo>
                    <a:pt x="29322" y="2321"/>
                  </a:lnTo>
                  <a:lnTo>
                    <a:pt x="29665" y="2503"/>
                  </a:lnTo>
                  <a:lnTo>
                    <a:pt x="30028" y="2684"/>
                  </a:lnTo>
                  <a:lnTo>
                    <a:pt x="30371" y="2886"/>
                  </a:lnTo>
                  <a:lnTo>
                    <a:pt x="30694" y="3108"/>
                  </a:lnTo>
                  <a:lnTo>
                    <a:pt x="30997" y="3350"/>
                  </a:lnTo>
                  <a:lnTo>
                    <a:pt x="31299" y="3613"/>
                  </a:lnTo>
                  <a:lnTo>
                    <a:pt x="31582" y="3895"/>
                  </a:lnTo>
                  <a:lnTo>
                    <a:pt x="31844" y="4198"/>
                  </a:lnTo>
                  <a:lnTo>
                    <a:pt x="32086" y="4521"/>
                  </a:lnTo>
                  <a:lnTo>
                    <a:pt x="32288" y="4844"/>
                  </a:lnTo>
                  <a:lnTo>
                    <a:pt x="32470" y="5167"/>
                  </a:lnTo>
                  <a:lnTo>
                    <a:pt x="32631" y="5490"/>
                  </a:lnTo>
                  <a:lnTo>
                    <a:pt x="32772" y="5833"/>
                  </a:lnTo>
                  <a:lnTo>
                    <a:pt x="32894" y="6176"/>
                  </a:lnTo>
                  <a:lnTo>
                    <a:pt x="33015" y="6519"/>
                  </a:lnTo>
                  <a:lnTo>
                    <a:pt x="33095" y="6862"/>
                  </a:lnTo>
                  <a:lnTo>
                    <a:pt x="33156" y="7205"/>
                  </a:lnTo>
                  <a:lnTo>
                    <a:pt x="33216" y="7548"/>
                  </a:lnTo>
                  <a:lnTo>
                    <a:pt x="33277" y="8214"/>
                  </a:lnTo>
                  <a:lnTo>
                    <a:pt x="33317" y="8860"/>
                  </a:lnTo>
                  <a:lnTo>
                    <a:pt x="33297" y="9445"/>
                  </a:lnTo>
                  <a:lnTo>
                    <a:pt x="33277" y="9949"/>
                  </a:lnTo>
                  <a:lnTo>
                    <a:pt x="33216" y="10454"/>
                  </a:lnTo>
                  <a:lnTo>
                    <a:pt x="33156" y="10938"/>
                  </a:lnTo>
                  <a:lnTo>
                    <a:pt x="33095" y="11443"/>
                  </a:lnTo>
                  <a:lnTo>
                    <a:pt x="32914" y="12431"/>
                  </a:lnTo>
                  <a:lnTo>
                    <a:pt x="32732" y="13420"/>
                  </a:lnTo>
                  <a:lnTo>
                    <a:pt x="32450" y="14954"/>
                  </a:lnTo>
                  <a:lnTo>
                    <a:pt x="32288" y="15923"/>
                  </a:lnTo>
                  <a:lnTo>
                    <a:pt x="32167" y="16710"/>
                  </a:lnTo>
                  <a:lnTo>
                    <a:pt x="32026" y="17497"/>
                  </a:lnTo>
                  <a:lnTo>
                    <a:pt x="31844" y="18284"/>
                  </a:lnTo>
                  <a:lnTo>
                    <a:pt x="31743" y="18667"/>
                  </a:lnTo>
                  <a:lnTo>
                    <a:pt x="31622" y="19051"/>
                  </a:lnTo>
                  <a:lnTo>
                    <a:pt x="31481" y="19454"/>
                  </a:lnTo>
                  <a:lnTo>
                    <a:pt x="31319" y="19898"/>
                  </a:lnTo>
                  <a:lnTo>
                    <a:pt x="31098" y="20342"/>
                  </a:lnTo>
                  <a:lnTo>
                    <a:pt x="30835" y="20806"/>
                  </a:lnTo>
                  <a:lnTo>
                    <a:pt x="30553" y="21250"/>
                  </a:lnTo>
                  <a:lnTo>
                    <a:pt x="30371" y="21472"/>
                  </a:lnTo>
                  <a:lnTo>
                    <a:pt x="30210" y="21674"/>
                  </a:lnTo>
                  <a:lnTo>
                    <a:pt x="30008" y="21876"/>
                  </a:lnTo>
                  <a:lnTo>
                    <a:pt x="29806" y="22078"/>
                  </a:lnTo>
                  <a:lnTo>
                    <a:pt x="29584" y="22259"/>
                  </a:lnTo>
                  <a:lnTo>
                    <a:pt x="29362" y="22441"/>
                  </a:lnTo>
                  <a:lnTo>
                    <a:pt x="29402" y="22501"/>
                  </a:lnTo>
                  <a:lnTo>
                    <a:pt x="29766" y="22219"/>
                  </a:lnTo>
                  <a:lnTo>
                    <a:pt x="30129" y="21876"/>
                  </a:lnTo>
                  <a:lnTo>
                    <a:pt x="30452" y="21513"/>
                  </a:lnTo>
                  <a:lnTo>
                    <a:pt x="30754" y="21089"/>
                  </a:lnTo>
                  <a:lnTo>
                    <a:pt x="31037" y="20645"/>
                  </a:lnTo>
                  <a:lnTo>
                    <a:pt x="31279" y="20160"/>
                  </a:lnTo>
                  <a:lnTo>
                    <a:pt x="31501" y="19636"/>
                  </a:lnTo>
                  <a:lnTo>
                    <a:pt x="31703" y="19071"/>
                  </a:lnTo>
                  <a:lnTo>
                    <a:pt x="31824" y="18687"/>
                  </a:lnTo>
                  <a:lnTo>
                    <a:pt x="31925" y="18304"/>
                  </a:lnTo>
                  <a:lnTo>
                    <a:pt x="32086" y="17517"/>
                  </a:lnTo>
                  <a:lnTo>
                    <a:pt x="32248" y="16730"/>
                  </a:lnTo>
                  <a:lnTo>
                    <a:pt x="32369" y="15943"/>
                  </a:lnTo>
                  <a:lnTo>
                    <a:pt x="32530" y="14954"/>
                  </a:lnTo>
                  <a:lnTo>
                    <a:pt x="32813" y="13440"/>
                  </a:lnTo>
                  <a:lnTo>
                    <a:pt x="32994" y="12452"/>
                  </a:lnTo>
                  <a:lnTo>
                    <a:pt x="33176" y="11463"/>
                  </a:lnTo>
                  <a:lnTo>
                    <a:pt x="33237" y="10958"/>
                  </a:lnTo>
                  <a:lnTo>
                    <a:pt x="33297" y="10454"/>
                  </a:lnTo>
                  <a:lnTo>
                    <a:pt x="33358" y="9949"/>
                  </a:lnTo>
                  <a:lnTo>
                    <a:pt x="33378" y="9445"/>
                  </a:lnTo>
                  <a:lnTo>
                    <a:pt x="33398" y="8860"/>
                  </a:lnTo>
                  <a:lnTo>
                    <a:pt x="33358" y="8214"/>
                  </a:lnTo>
                  <a:lnTo>
                    <a:pt x="33337" y="7871"/>
                  </a:lnTo>
                  <a:lnTo>
                    <a:pt x="33297" y="7548"/>
                  </a:lnTo>
                  <a:lnTo>
                    <a:pt x="33237" y="7205"/>
                  </a:lnTo>
                  <a:lnTo>
                    <a:pt x="33176" y="6842"/>
                  </a:lnTo>
                  <a:lnTo>
                    <a:pt x="33075" y="6499"/>
                  </a:lnTo>
                  <a:lnTo>
                    <a:pt x="32974" y="6155"/>
                  </a:lnTo>
                  <a:lnTo>
                    <a:pt x="32853" y="5812"/>
                  </a:lnTo>
                  <a:lnTo>
                    <a:pt x="32712" y="5469"/>
                  </a:lnTo>
                  <a:lnTo>
                    <a:pt x="32550" y="5126"/>
                  </a:lnTo>
                  <a:lnTo>
                    <a:pt x="32369" y="4783"/>
                  </a:lnTo>
                  <a:lnTo>
                    <a:pt x="32147" y="4460"/>
                  </a:lnTo>
                  <a:lnTo>
                    <a:pt x="31925" y="4158"/>
                  </a:lnTo>
                  <a:lnTo>
                    <a:pt x="31642" y="3855"/>
                  </a:lnTo>
                  <a:lnTo>
                    <a:pt x="31360" y="3552"/>
                  </a:lnTo>
                  <a:lnTo>
                    <a:pt x="31057" y="3290"/>
                  </a:lnTo>
                  <a:lnTo>
                    <a:pt x="30734" y="3048"/>
                  </a:lnTo>
                  <a:lnTo>
                    <a:pt x="30411" y="2826"/>
                  </a:lnTo>
                  <a:lnTo>
                    <a:pt x="30068" y="2624"/>
                  </a:lnTo>
                  <a:lnTo>
                    <a:pt x="29725" y="2422"/>
                  </a:lnTo>
                  <a:lnTo>
                    <a:pt x="29362" y="2241"/>
                  </a:lnTo>
                  <a:lnTo>
                    <a:pt x="28979" y="2079"/>
                  </a:lnTo>
                  <a:lnTo>
                    <a:pt x="28615" y="1938"/>
                  </a:lnTo>
                  <a:lnTo>
                    <a:pt x="27849" y="1675"/>
                  </a:lnTo>
                  <a:lnTo>
                    <a:pt x="27102" y="1454"/>
                  </a:lnTo>
                  <a:lnTo>
                    <a:pt x="26355" y="1272"/>
                  </a:lnTo>
                  <a:lnTo>
                    <a:pt x="25467" y="1070"/>
                  </a:lnTo>
                  <a:lnTo>
                    <a:pt x="24579" y="888"/>
                  </a:lnTo>
                  <a:lnTo>
                    <a:pt x="23671" y="727"/>
                  </a:lnTo>
                  <a:lnTo>
                    <a:pt x="22743" y="586"/>
                  </a:lnTo>
                  <a:lnTo>
                    <a:pt x="21795" y="445"/>
                  </a:lnTo>
                  <a:lnTo>
                    <a:pt x="20846" y="344"/>
                  </a:lnTo>
                  <a:lnTo>
                    <a:pt x="19857" y="243"/>
                  </a:lnTo>
                  <a:lnTo>
                    <a:pt x="18868" y="162"/>
                  </a:lnTo>
                  <a:lnTo>
                    <a:pt x="17839" y="101"/>
                  </a:lnTo>
                  <a:lnTo>
                    <a:pt x="16810" y="41"/>
                  </a:lnTo>
                  <a:lnTo>
                    <a:pt x="15741" y="21"/>
                  </a:lnTo>
                  <a:lnTo>
                    <a:pt x="14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flipH="1">
              <a:off x="-3224708" y="-4984335"/>
              <a:ext cx="1754433" cy="1582965"/>
            </a:xfrm>
            <a:custGeom>
              <a:rect b="b" l="l" r="r" t="t"/>
              <a:pathLst>
                <a:path extrusionOk="0" h="28314" w="31381">
                  <a:moveTo>
                    <a:pt x="3310" y="0"/>
                  </a:moveTo>
                  <a:lnTo>
                    <a:pt x="1938" y="121"/>
                  </a:lnTo>
                  <a:lnTo>
                    <a:pt x="1554" y="162"/>
                  </a:lnTo>
                  <a:lnTo>
                    <a:pt x="1231" y="222"/>
                  </a:lnTo>
                  <a:lnTo>
                    <a:pt x="989" y="303"/>
                  </a:lnTo>
                  <a:lnTo>
                    <a:pt x="868" y="343"/>
                  </a:lnTo>
                  <a:lnTo>
                    <a:pt x="787" y="404"/>
                  </a:lnTo>
                  <a:lnTo>
                    <a:pt x="687" y="485"/>
                  </a:lnTo>
                  <a:lnTo>
                    <a:pt x="626" y="565"/>
                  </a:lnTo>
                  <a:lnTo>
                    <a:pt x="545" y="666"/>
                  </a:lnTo>
                  <a:lnTo>
                    <a:pt x="485" y="787"/>
                  </a:lnTo>
                  <a:lnTo>
                    <a:pt x="384" y="1070"/>
                  </a:lnTo>
                  <a:lnTo>
                    <a:pt x="283" y="1453"/>
                  </a:lnTo>
                  <a:lnTo>
                    <a:pt x="162" y="2180"/>
                  </a:lnTo>
                  <a:lnTo>
                    <a:pt x="61" y="2926"/>
                  </a:lnTo>
                  <a:lnTo>
                    <a:pt x="21" y="3693"/>
                  </a:lnTo>
                  <a:lnTo>
                    <a:pt x="0" y="4501"/>
                  </a:lnTo>
                  <a:lnTo>
                    <a:pt x="21" y="5247"/>
                  </a:lnTo>
                  <a:lnTo>
                    <a:pt x="61" y="5974"/>
                  </a:lnTo>
                  <a:lnTo>
                    <a:pt x="122" y="6700"/>
                  </a:lnTo>
                  <a:lnTo>
                    <a:pt x="202" y="7447"/>
                  </a:lnTo>
                  <a:lnTo>
                    <a:pt x="303" y="8193"/>
                  </a:lnTo>
                  <a:lnTo>
                    <a:pt x="424" y="8940"/>
                  </a:lnTo>
                  <a:lnTo>
                    <a:pt x="666" y="10514"/>
                  </a:lnTo>
                  <a:lnTo>
                    <a:pt x="909" y="11826"/>
                  </a:lnTo>
                  <a:lnTo>
                    <a:pt x="1534" y="15559"/>
                  </a:lnTo>
                  <a:lnTo>
                    <a:pt x="1837" y="17436"/>
                  </a:lnTo>
                  <a:lnTo>
                    <a:pt x="2099" y="19333"/>
                  </a:lnTo>
                  <a:lnTo>
                    <a:pt x="2341" y="21230"/>
                  </a:lnTo>
                  <a:lnTo>
                    <a:pt x="2442" y="22198"/>
                  </a:lnTo>
                  <a:lnTo>
                    <a:pt x="2543" y="23147"/>
                  </a:lnTo>
                  <a:lnTo>
                    <a:pt x="2604" y="24095"/>
                  </a:lnTo>
                  <a:lnTo>
                    <a:pt x="2684" y="25044"/>
                  </a:lnTo>
                  <a:lnTo>
                    <a:pt x="2725" y="26013"/>
                  </a:lnTo>
                  <a:lnTo>
                    <a:pt x="2745" y="26961"/>
                  </a:lnTo>
                  <a:lnTo>
                    <a:pt x="2765" y="27143"/>
                  </a:lnTo>
                  <a:lnTo>
                    <a:pt x="2785" y="27304"/>
                  </a:lnTo>
                  <a:lnTo>
                    <a:pt x="2826" y="27486"/>
                  </a:lnTo>
                  <a:lnTo>
                    <a:pt x="2866" y="27667"/>
                  </a:lnTo>
                  <a:lnTo>
                    <a:pt x="2927" y="27829"/>
                  </a:lnTo>
                  <a:lnTo>
                    <a:pt x="3007" y="27970"/>
                  </a:lnTo>
                  <a:lnTo>
                    <a:pt x="3108" y="28091"/>
                  </a:lnTo>
                  <a:lnTo>
                    <a:pt x="3209" y="28192"/>
                  </a:lnTo>
                  <a:lnTo>
                    <a:pt x="3290" y="28253"/>
                  </a:lnTo>
                  <a:lnTo>
                    <a:pt x="3371" y="28273"/>
                  </a:lnTo>
                  <a:lnTo>
                    <a:pt x="3451" y="28313"/>
                  </a:lnTo>
                  <a:lnTo>
                    <a:pt x="3532" y="28313"/>
                  </a:lnTo>
                  <a:lnTo>
                    <a:pt x="3673" y="28293"/>
                  </a:lnTo>
                  <a:lnTo>
                    <a:pt x="3754" y="28273"/>
                  </a:lnTo>
                  <a:lnTo>
                    <a:pt x="3835" y="28232"/>
                  </a:lnTo>
                  <a:lnTo>
                    <a:pt x="3956" y="28131"/>
                  </a:lnTo>
                  <a:lnTo>
                    <a:pt x="4077" y="28031"/>
                  </a:lnTo>
                  <a:lnTo>
                    <a:pt x="4178" y="27909"/>
                  </a:lnTo>
                  <a:lnTo>
                    <a:pt x="4380" y="27667"/>
                  </a:lnTo>
                  <a:lnTo>
                    <a:pt x="5126" y="26820"/>
                  </a:lnTo>
                  <a:lnTo>
                    <a:pt x="5510" y="26396"/>
                  </a:lnTo>
                  <a:lnTo>
                    <a:pt x="5893" y="25992"/>
                  </a:lnTo>
                  <a:lnTo>
                    <a:pt x="6297" y="25589"/>
                  </a:lnTo>
                  <a:lnTo>
                    <a:pt x="6700" y="25205"/>
                  </a:lnTo>
                  <a:lnTo>
                    <a:pt x="7124" y="24842"/>
                  </a:lnTo>
                  <a:lnTo>
                    <a:pt x="7588" y="24499"/>
                  </a:lnTo>
                  <a:lnTo>
                    <a:pt x="8012" y="24196"/>
                  </a:lnTo>
                  <a:lnTo>
                    <a:pt x="8476" y="23914"/>
                  </a:lnTo>
                  <a:lnTo>
                    <a:pt x="8940" y="23651"/>
                  </a:lnTo>
                  <a:lnTo>
                    <a:pt x="9445" y="23409"/>
                  </a:lnTo>
                  <a:lnTo>
                    <a:pt x="9949" y="23187"/>
                  </a:lnTo>
                  <a:lnTo>
                    <a:pt x="10474" y="22985"/>
                  </a:lnTo>
                  <a:lnTo>
                    <a:pt x="11039" y="22804"/>
                  </a:lnTo>
                  <a:lnTo>
                    <a:pt x="11604" y="22642"/>
                  </a:lnTo>
                  <a:lnTo>
                    <a:pt x="12209" y="22501"/>
                  </a:lnTo>
                  <a:lnTo>
                    <a:pt x="12815" y="22380"/>
                  </a:lnTo>
                  <a:lnTo>
                    <a:pt x="13440" y="22279"/>
                  </a:lnTo>
                  <a:lnTo>
                    <a:pt x="14086" y="22219"/>
                  </a:lnTo>
                  <a:lnTo>
                    <a:pt x="14752" y="22158"/>
                  </a:lnTo>
                  <a:lnTo>
                    <a:pt x="15438" y="22118"/>
                  </a:lnTo>
                  <a:lnTo>
                    <a:pt x="16144" y="22098"/>
                  </a:lnTo>
                  <a:lnTo>
                    <a:pt x="16871" y="22098"/>
                  </a:lnTo>
                  <a:lnTo>
                    <a:pt x="18082" y="22138"/>
                  </a:lnTo>
                  <a:lnTo>
                    <a:pt x="19293" y="22219"/>
                  </a:lnTo>
                  <a:lnTo>
                    <a:pt x="20503" y="22320"/>
                  </a:lnTo>
                  <a:lnTo>
                    <a:pt x="21694" y="22441"/>
                  </a:lnTo>
                  <a:lnTo>
                    <a:pt x="22905" y="22562"/>
                  </a:lnTo>
                  <a:lnTo>
                    <a:pt x="24156" y="22663"/>
                  </a:lnTo>
                  <a:lnTo>
                    <a:pt x="25387" y="22743"/>
                  </a:lnTo>
                  <a:lnTo>
                    <a:pt x="26638" y="22784"/>
                  </a:lnTo>
                  <a:lnTo>
                    <a:pt x="27788" y="22784"/>
                  </a:lnTo>
                  <a:lnTo>
                    <a:pt x="28414" y="22723"/>
                  </a:lnTo>
                  <a:lnTo>
                    <a:pt x="29019" y="22642"/>
                  </a:lnTo>
                  <a:lnTo>
                    <a:pt x="29342" y="22582"/>
                  </a:lnTo>
                  <a:lnTo>
                    <a:pt x="29645" y="22501"/>
                  </a:lnTo>
                  <a:lnTo>
                    <a:pt x="29948" y="22420"/>
                  </a:lnTo>
                  <a:lnTo>
                    <a:pt x="30250" y="22320"/>
                  </a:lnTo>
                  <a:lnTo>
                    <a:pt x="30533" y="22198"/>
                  </a:lnTo>
                  <a:lnTo>
                    <a:pt x="30836" y="22057"/>
                  </a:lnTo>
                  <a:lnTo>
                    <a:pt x="31118" y="21896"/>
                  </a:lnTo>
                  <a:lnTo>
                    <a:pt x="31380" y="21734"/>
                  </a:lnTo>
                  <a:lnTo>
                    <a:pt x="31340" y="21674"/>
                  </a:lnTo>
                  <a:lnTo>
                    <a:pt x="31037" y="21855"/>
                  </a:lnTo>
                  <a:lnTo>
                    <a:pt x="30674" y="22057"/>
                  </a:lnTo>
                  <a:lnTo>
                    <a:pt x="30250" y="22239"/>
                  </a:lnTo>
                  <a:lnTo>
                    <a:pt x="30008" y="22320"/>
                  </a:lnTo>
                  <a:lnTo>
                    <a:pt x="29746" y="22400"/>
                  </a:lnTo>
                  <a:lnTo>
                    <a:pt x="29463" y="22461"/>
                  </a:lnTo>
                  <a:lnTo>
                    <a:pt x="29140" y="22542"/>
                  </a:lnTo>
                  <a:lnTo>
                    <a:pt x="28797" y="22582"/>
                  </a:lnTo>
                  <a:lnTo>
                    <a:pt x="28434" y="22642"/>
                  </a:lnTo>
                  <a:lnTo>
                    <a:pt x="28031" y="22683"/>
                  </a:lnTo>
                  <a:lnTo>
                    <a:pt x="27607" y="22703"/>
                  </a:lnTo>
                  <a:lnTo>
                    <a:pt x="26638" y="22703"/>
                  </a:lnTo>
                  <a:lnTo>
                    <a:pt x="25387" y="22663"/>
                  </a:lnTo>
                  <a:lnTo>
                    <a:pt x="24156" y="22582"/>
                  </a:lnTo>
                  <a:lnTo>
                    <a:pt x="22925" y="22481"/>
                  </a:lnTo>
                  <a:lnTo>
                    <a:pt x="21694" y="22360"/>
                  </a:lnTo>
                  <a:lnTo>
                    <a:pt x="20503" y="22259"/>
                  </a:lnTo>
                  <a:lnTo>
                    <a:pt x="19293" y="22138"/>
                  </a:lnTo>
                  <a:lnTo>
                    <a:pt x="18082" y="22057"/>
                  </a:lnTo>
                  <a:lnTo>
                    <a:pt x="16871" y="22017"/>
                  </a:lnTo>
                  <a:lnTo>
                    <a:pt x="16144" y="22017"/>
                  </a:lnTo>
                  <a:lnTo>
                    <a:pt x="15438" y="22037"/>
                  </a:lnTo>
                  <a:lnTo>
                    <a:pt x="14752" y="22077"/>
                  </a:lnTo>
                  <a:lnTo>
                    <a:pt x="14086" y="22138"/>
                  </a:lnTo>
                  <a:lnTo>
                    <a:pt x="13420" y="22219"/>
                  </a:lnTo>
                  <a:lnTo>
                    <a:pt x="12795" y="22299"/>
                  </a:lnTo>
                  <a:lnTo>
                    <a:pt x="12189" y="22420"/>
                  </a:lnTo>
                  <a:lnTo>
                    <a:pt x="11584" y="22562"/>
                  </a:lnTo>
                  <a:lnTo>
                    <a:pt x="11019" y="22723"/>
                  </a:lnTo>
                  <a:lnTo>
                    <a:pt x="10454" y="22905"/>
                  </a:lnTo>
                  <a:lnTo>
                    <a:pt x="9909" y="23107"/>
                  </a:lnTo>
                  <a:lnTo>
                    <a:pt x="9404" y="23329"/>
                  </a:lnTo>
                  <a:lnTo>
                    <a:pt x="8900" y="23571"/>
                  </a:lnTo>
                  <a:lnTo>
                    <a:pt x="8416" y="23833"/>
                  </a:lnTo>
                  <a:lnTo>
                    <a:pt x="7972" y="24116"/>
                  </a:lnTo>
                  <a:lnTo>
                    <a:pt x="7528" y="24418"/>
                  </a:lnTo>
                  <a:lnTo>
                    <a:pt x="7084" y="24782"/>
                  </a:lnTo>
                  <a:lnTo>
                    <a:pt x="6660" y="25145"/>
                  </a:lnTo>
                  <a:lnTo>
                    <a:pt x="6236" y="25528"/>
                  </a:lnTo>
                  <a:lnTo>
                    <a:pt x="5832" y="25932"/>
                  </a:lnTo>
                  <a:lnTo>
                    <a:pt x="5449" y="26356"/>
                  </a:lnTo>
                  <a:lnTo>
                    <a:pt x="5066" y="26759"/>
                  </a:lnTo>
                  <a:lnTo>
                    <a:pt x="4319" y="27607"/>
                  </a:lnTo>
                  <a:lnTo>
                    <a:pt x="4117" y="27869"/>
                  </a:lnTo>
                  <a:lnTo>
                    <a:pt x="3996" y="27990"/>
                  </a:lnTo>
                  <a:lnTo>
                    <a:pt x="3895" y="28091"/>
                  </a:lnTo>
                  <a:lnTo>
                    <a:pt x="3774" y="28172"/>
                  </a:lnTo>
                  <a:lnTo>
                    <a:pt x="3653" y="28212"/>
                  </a:lnTo>
                  <a:lnTo>
                    <a:pt x="3552" y="28232"/>
                  </a:lnTo>
                  <a:lnTo>
                    <a:pt x="3451" y="28212"/>
                  </a:lnTo>
                  <a:lnTo>
                    <a:pt x="3350" y="28192"/>
                  </a:lnTo>
                  <a:lnTo>
                    <a:pt x="3270" y="28131"/>
                  </a:lnTo>
                  <a:lnTo>
                    <a:pt x="3169" y="28031"/>
                  </a:lnTo>
                  <a:lnTo>
                    <a:pt x="3068" y="27909"/>
                  </a:lnTo>
                  <a:lnTo>
                    <a:pt x="3007" y="27768"/>
                  </a:lnTo>
                  <a:lnTo>
                    <a:pt x="2947" y="27627"/>
                  </a:lnTo>
                  <a:lnTo>
                    <a:pt x="2906" y="27465"/>
                  </a:lnTo>
                  <a:lnTo>
                    <a:pt x="2866" y="27284"/>
                  </a:lnTo>
                  <a:lnTo>
                    <a:pt x="2826" y="26961"/>
                  </a:lnTo>
                  <a:lnTo>
                    <a:pt x="2805" y="26013"/>
                  </a:lnTo>
                  <a:lnTo>
                    <a:pt x="2765" y="25044"/>
                  </a:lnTo>
                  <a:lnTo>
                    <a:pt x="2684" y="24095"/>
                  </a:lnTo>
                  <a:lnTo>
                    <a:pt x="2624" y="23147"/>
                  </a:lnTo>
                  <a:lnTo>
                    <a:pt x="2523" y="22178"/>
                  </a:lnTo>
                  <a:lnTo>
                    <a:pt x="2422" y="21230"/>
                  </a:lnTo>
                  <a:lnTo>
                    <a:pt x="2180" y="19333"/>
                  </a:lnTo>
                  <a:lnTo>
                    <a:pt x="1918" y="17436"/>
                  </a:lnTo>
                  <a:lnTo>
                    <a:pt x="1615" y="15539"/>
                  </a:lnTo>
                  <a:lnTo>
                    <a:pt x="989" y="11806"/>
                  </a:lnTo>
                  <a:lnTo>
                    <a:pt x="747" y="10494"/>
                  </a:lnTo>
                  <a:lnTo>
                    <a:pt x="505" y="8940"/>
                  </a:lnTo>
                  <a:lnTo>
                    <a:pt x="384" y="8173"/>
                  </a:lnTo>
                  <a:lnTo>
                    <a:pt x="283" y="7447"/>
                  </a:lnTo>
                  <a:lnTo>
                    <a:pt x="202" y="6700"/>
                  </a:lnTo>
                  <a:lnTo>
                    <a:pt x="142" y="5974"/>
                  </a:lnTo>
                  <a:lnTo>
                    <a:pt x="101" y="5247"/>
                  </a:lnTo>
                  <a:lnTo>
                    <a:pt x="81" y="4501"/>
                  </a:lnTo>
                  <a:lnTo>
                    <a:pt x="101" y="3693"/>
                  </a:lnTo>
                  <a:lnTo>
                    <a:pt x="142" y="2926"/>
                  </a:lnTo>
                  <a:lnTo>
                    <a:pt x="243" y="2180"/>
                  </a:lnTo>
                  <a:lnTo>
                    <a:pt x="364" y="1474"/>
                  </a:lnTo>
                  <a:lnTo>
                    <a:pt x="444" y="1110"/>
                  </a:lnTo>
                  <a:lnTo>
                    <a:pt x="545" y="828"/>
                  </a:lnTo>
                  <a:lnTo>
                    <a:pt x="606" y="707"/>
                  </a:lnTo>
                  <a:lnTo>
                    <a:pt x="666" y="626"/>
                  </a:lnTo>
                  <a:lnTo>
                    <a:pt x="747" y="545"/>
                  </a:lnTo>
                  <a:lnTo>
                    <a:pt x="828" y="465"/>
                  </a:lnTo>
                  <a:lnTo>
                    <a:pt x="909" y="404"/>
                  </a:lnTo>
                  <a:lnTo>
                    <a:pt x="1009" y="364"/>
                  </a:lnTo>
                  <a:lnTo>
                    <a:pt x="1252" y="303"/>
                  </a:lnTo>
                  <a:lnTo>
                    <a:pt x="1574" y="243"/>
                  </a:lnTo>
                  <a:lnTo>
                    <a:pt x="1958" y="202"/>
                  </a:lnTo>
                  <a:lnTo>
                    <a:pt x="3310" y="81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flipH="1">
              <a:off x="-3298053" y="-5040745"/>
              <a:ext cx="1571672" cy="1149682"/>
            </a:xfrm>
            <a:custGeom>
              <a:rect b="b" l="l" r="r" t="t"/>
              <a:pathLst>
                <a:path extrusionOk="0" h="20564" w="28112">
                  <a:moveTo>
                    <a:pt x="7083" y="81"/>
                  </a:moveTo>
                  <a:lnTo>
                    <a:pt x="8436" y="142"/>
                  </a:lnTo>
                  <a:lnTo>
                    <a:pt x="9767" y="202"/>
                  </a:lnTo>
                  <a:lnTo>
                    <a:pt x="12956" y="384"/>
                  </a:lnTo>
                  <a:lnTo>
                    <a:pt x="14550" y="485"/>
                  </a:lnTo>
                  <a:lnTo>
                    <a:pt x="16165" y="586"/>
                  </a:lnTo>
                  <a:lnTo>
                    <a:pt x="17779" y="727"/>
                  </a:lnTo>
                  <a:lnTo>
                    <a:pt x="19393" y="868"/>
                  </a:lnTo>
                  <a:lnTo>
                    <a:pt x="21008" y="1030"/>
                  </a:lnTo>
                  <a:lnTo>
                    <a:pt x="22602" y="1211"/>
                  </a:lnTo>
                  <a:lnTo>
                    <a:pt x="23248" y="1312"/>
                  </a:lnTo>
                  <a:lnTo>
                    <a:pt x="23873" y="1433"/>
                  </a:lnTo>
                  <a:lnTo>
                    <a:pt x="24499" y="1574"/>
                  </a:lnTo>
                  <a:lnTo>
                    <a:pt x="24781" y="1675"/>
                  </a:lnTo>
                  <a:lnTo>
                    <a:pt x="25084" y="1776"/>
                  </a:lnTo>
                  <a:lnTo>
                    <a:pt x="25346" y="1877"/>
                  </a:lnTo>
                  <a:lnTo>
                    <a:pt x="25629" y="2018"/>
                  </a:lnTo>
                  <a:lnTo>
                    <a:pt x="25871" y="2160"/>
                  </a:lnTo>
                  <a:lnTo>
                    <a:pt x="26113" y="2301"/>
                  </a:lnTo>
                  <a:lnTo>
                    <a:pt x="26355" y="2483"/>
                  </a:lnTo>
                  <a:lnTo>
                    <a:pt x="26557" y="2684"/>
                  </a:lnTo>
                  <a:lnTo>
                    <a:pt x="26759" y="2886"/>
                  </a:lnTo>
                  <a:lnTo>
                    <a:pt x="26941" y="3128"/>
                  </a:lnTo>
                  <a:lnTo>
                    <a:pt x="27082" y="3370"/>
                  </a:lnTo>
                  <a:lnTo>
                    <a:pt x="27203" y="3613"/>
                  </a:lnTo>
                  <a:lnTo>
                    <a:pt x="27304" y="3855"/>
                  </a:lnTo>
                  <a:lnTo>
                    <a:pt x="27405" y="4137"/>
                  </a:lnTo>
                  <a:lnTo>
                    <a:pt x="27486" y="4400"/>
                  </a:lnTo>
                  <a:lnTo>
                    <a:pt x="27546" y="4662"/>
                  </a:lnTo>
                  <a:lnTo>
                    <a:pt x="27667" y="5207"/>
                  </a:lnTo>
                  <a:lnTo>
                    <a:pt x="27748" y="5772"/>
                  </a:lnTo>
                  <a:lnTo>
                    <a:pt x="27829" y="6337"/>
                  </a:lnTo>
                  <a:lnTo>
                    <a:pt x="27909" y="6922"/>
                  </a:lnTo>
                  <a:lnTo>
                    <a:pt x="27950" y="7487"/>
                  </a:lnTo>
                  <a:lnTo>
                    <a:pt x="27990" y="8072"/>
                  </a:lnTo>
                  <a:lnTo>
                    <a:pt x="28030" y="8678"/>
                  </a:lnTo>
                  <a:lnTo>
                    <a:pt x="28030" y="9283"/>
                  </a:lnTo>
                  <a:lnTo>
                    <a:pt x="28030" y="9889"/>
                  </a:lnTo>
                  <a:lnTo>
                    <a:pt x="28010" y="10494"/>
                  </a:lnTo>
                  <a:lnTo>
                    <a:pt x="27990" y="11120"/>
                  </a:lnTo>
                  <a:lnTo>
                    <a:pt x="27950" y="11765"/>
                  </a:lnTo>
                  <a:lnTo>
                    <a:pt x="27889" y="12411"/>
                  </a:lnTo>
                  <a:lnTo>
                    <a:pt x="27829" y="13057"/>
                  </a:lnTo>
                  <a:lnTo>
                    <a:pt x="27748" y="13723"/>
                  </a:lnTo>
                  <a:lnTo>
                    <a:pt x="27526" y="15075"/>
                  </a:lnTo>
                  <a:lnTo>
                    <a:pt x="27405" y="15700"/>
                  </a:lnTo>
                  <a:lnTo>
                    <a:pt x="27344" y="16003"/>
                  </a:lnTo>
                  <a:lnTo>
                    <a:pt x="27264" y="16306"/>
                  </a:lnTo>
                  <a:lnTo>
                    <a:pt x="27142" y="16609"/>
                  </a:lnTo>
                  <a:lnTo>
                    <a:pt x="27021" y="16891"/>
                  </a:lnTo>
                  <a:lnTo>
                    <a:pt x="26880" y="17174"/>
                  </a:lnTo>
                  <a:lnTo>
                    <a:pt x="26698" y="17436"/>
                  </a:lnTo>
                  <a:lnTo>
                    <a:pt x="26577" y="17597"/>
                  </a:lnTo>
                  <a:lnTo>
                    <a:pt x="26436" y="17739"/>
                  </a:lnTo>
                  <a:lnTo>
                    <a:pt x="26275" y="17900"/>
                  </a:lnTo>
                  <a:lnTo>
                    <a:pt x="26113" y="18021"/>
                  </a:lnTo>
                  <a:lnTo>
                    <a:pt x="25932" y="18162"/>
                  </a:lnTo>
                  <a:lnTo>
                    <a:pt x="25750" y="18284"/>
                  </a:lnTo>
                  <a:lnTo>
                    <a:pt x="25548" y="18384"/>
                  </a:lnTo>
                  <a:lnTo>
                    <a:pt x="25326" y="18485"/>
                  </a:lnTo>
                  <a:lnTo>
                    <a:pt x="25104" y="18586"/>
                  </a:lnTo>
                  <a:lnTo>
                    <a:pt x="24862" y="18667"/>
                  </a:lnTo>
                  <a:lnTo>
                    <a:pt x="24337" y="18828"/>
                  </a:lnTo>
                  <a:lnTo>
                    <a:pt x="23772" y="18949"/>
                  </a:lnTo>
                  <a:lnTo>
                    <a:pt x="23147" y="19030"/>
                  </a:lnTo>
                  <a:lnTo>
                    <a:pt x="22299" y="19091"/>
                  </a:lnTo>
                  <a:lnTo>
                    <a:pt x="21452" y="19111"/>
                  </a:lnTo>
                  <a:lnTo>
                    <a:pt x="20604" y="19091"/>
                  </a:lnTo>
                  <a:lnTo>
                    <a:pt x="19757" y="19050"/>
                  </a:lnTo>
                  <a:lnTo>
                    <a:pt x="18909" y="18990"/>
                  </a:lnTo>
                  <a:lnTo>
                    <a:pt x="18061" y="18909"/>
                  </a:lnTo>
                  <a:lnTo>
                    <a:pt x="16386" y="18727"/>
                  </a:lnTo>
                  <a:lnTo>
                    <a:pt x="15277" y="18606"/>
                  </a:lnTo>
                  <a:lnTo>
                    <a:pt x="14187" y="18485"/>
                  </a:lnTo>
                  <a:lnTo>
                    <a:pt x="13077" y="18405"/>
                  </a:lnTo>
                  <a:lnTo>
                    <a:pt x="11987" y="18344"/>
                  </a:lnTo>
                  <a:lnTo>
                    <a:pt x="10877" y="18344"/>
                  </a:lnTo>
                  <a:lnTo>
                    <a:pt x="10332" y="18384"/>
                  </a:lnTo>
                  <a:lnTo>
                    <a:pt x="9788" y="18425"/>
                  </a:lnTo>
                  <a:lnTo>
                    <a:pt x="9243" y="18485"/>
                  </a:lnTo>
                  <a:lnTo>
                    <a:pt x="8698" y="18566"/>
                  </a:lnTo>
                  <a:lnTo>
                    <a:pt x="8153" y="18667"/>
                  </a:lnTo>
                  <a:lnTo>
                    <a:pt x="7608" y="18808"/>
                  </a:lnTo>
                  <a:lnTo>
                    <a:pt x="7184" y="18929"/>
                  </a:lnTo>
                  <a:lnTo>
                    <a:pt x="6761" y="19071"/>
                  </a:lnTo>
                  <a:lnTo>
                    <a:pt x="5933" y="19373"/>
                  </a:lnTo>
                  <a:lnTo>
                    <a:pt x="5126" y="19716"/>
                  </a:lnTo>
                  <a:lnTo>
                    <a:pt x="4319" y="20059"/>
                  </a:lnTo>
                  <a:lnTo>
                    <a:pt x="4117" y="20140"/>
                  </a:lnTo>
                  <a:lnTo>
                    <a:pt x="3693" y="20322"/>
                  </a:lnTo>
                  <a:lnTo>
                    <a:pt x="3491" y="20382"/>
                  </a:lnTo>
                  <a:lnTo>
                    <a:pt x="3269" y="20443"/>
                  </a:lnTo>
                  <a:lnTo>
                    <a:pt x="3068" y="20463"/>
                  </a:lnTo>
                  <a:lnTo>
                    <a:pt x="2866" y="20483"/>
                  </a:lnTo>
                  <a:lnTo>
                    <a:pt x="2664" y="20443"/>
                  </a:lnTo>
                  <a:lnTo>
                    <a:pt x="2462" y="20382"/>
                  </a:lnTo>
                  <a:lnTo>
                    <a:pt x="2301" y="20302"/>
                  </a:lnTo>
                  <a:lnTo>
                    <a:pt x="2139" y="20180"/>
                  </a:lnTo>
                  <a:lnTo>
                    <a:pt x="2018" y="20059"/>
                  </a:lnTo>
                  <a:lnTo>
                    <a:pt x="1917" y="19898"/>
                  </a:lnTo>
                  <a:lnTo>
                    <a:pt x="1817" y="19737"/>
                  </a:lnTo>
                  <a:lnTo>
                    <a:pt x="1756" y="19575"/>
                  </a:lnTo>
                  <a:lnTo>
                    <a:pt x="1695" y="19414"/>
                  </a:lnTo>
                  <a:lnTo>
                    <a:pt x="1655" y="19252"/>
                  </a:lnTo>
                  <a:lnTo>
                    <a:pt x="1635" y="18909"/>
                  </a:lnTo>
                  <a:lnTo>
                    <a:pt x="1635" y="18586"/>
                  </a:lnTo>
                  <a:lnTo>
                    <a:pt x="1655" y="18243"/>
                  </a:lnTo>
                  <a:lnTo>
                    <a:pt x="1695" y="17920"/>
                  </a:lnTo>
                  <a:lnTo>
                    <a:pt x="1716" y="17759"/>
                  </a:lnTo>
                  <a:lnTo>
                    <a:pt x="1796" y="16851"/>
                  </a:lnTo>
                  <a:lnTo>
                    <a:pt x="1857" y="15922"/>
                  </a:lnTo>
                  <a:lnTo>
                    <a:pt x="1857" y="15014"/>
                  </a:lnTo>
                  <a:lnTo>
                    <a:pt x="1817" y="14106"/>
                  </a:lnTo>
                  <a:lnTo>
                    <a:pt x="1736" y="13198"/>
                  </a:lnTo>
                  <a:lnTo>
                    <a:pt x="1615" y="12290"/>
                  </a:lnTo>
                  <a:lnTo>
                    <a:pt x="1453" y="11382"/>
                  </a:lnTo>
                  <a:lnTo>
                    <a:pt x="1251" y="10474"/>
                  </a:lnTo>
                  <a:lnTo>
                    <a:pt x="1050" y="9747"/>
                  </a:lnTo>
                  <a:lnTo>
                    <a:pt x="848" y="9021"/>
                  </a:lnTo>
                  <a:lnTo>
                    <a:pt x="626" y="8234"/>
                  </a:lnTo>
                  <a:lnTo>
                    <a:pt x="424" y="7447"/>
                  </a:lnTo>
                  <a:lnTo>
                    <a:pt x="323" y="7043"/>
                  </a:lnTo>
                  <a:lnTo>
                    <a:pt x="242" y="6640"/>
                  </a:lnTo>
                  <a:lnTo>
                    <a:pt x="182" y="6236"/>
                  </a:lnTo>
                  <a:lnTo>
                    <a:pt x="121" y="5812"/>
                  </a:lnTo>
                  <a:lnTo>
                    <a:pt x="101" y="5510"/>
                  </a:lnTo>
                  <a:lnTo>
                    <a:pt x="81" y="5227"/>
                  </a:lnTo>
                  <a:lnTo>
                    <a:pt x="81" y="4924"/>
                  </a:lnTo>
                  <a:lnTo>
                    <a:pt x="101" y="4642"/>
                  </a:lnTo>
                  <a:lnTo>
                    <a:pt x="121" y="4339"/>
                  </a:lnTo>
                  <a:lnTo>
                    <a:pt x="162" y="4077"/>
                  </a:lnTo>
                  <a:lnTo>
                    <a:pt x="222" y="3794"/>
                  </a:lnTo>
                  <a:lnTo>
                    <a:pt x="283" y="3532"/>
                  </a:lnTo>
                  <a:lnTo>
                    <a:pt x="343" y="3270"/>
                  </a:lnTo>
                  <a:lnTo>
                    <a:pt x="444" y="3027"/>
                  </a:lnTo>
                  <a:lnTo>
                    <a:pt x="545" y="2765"/>
                  </a:lnTo>
                  <a:lnTo>
                    <a:pt x="646" y="2543"/>
                  </a:lnTo>
                  <a:lnTo>
                    <a:pt x="767" y="2301"/>
                  </a:lnTo>
                  <a:lnTo>
                    <a:pt x="908" y="2099"/>
                  </a:lnTo>
                  <a:lnTo>
                    <a:pt x="1050" y="1877"/>
                  </a:lnTo>
                  <a:lnTo>
                    <a:pt x="1211" y="1675"/>
                  </a:lnTo>
                  <a:lnTo>
                    <a:pt x="1494" y="1352"/>
                  </a:lnTo>
                  <a:lnTo>
                    <a:pt x="1837" y="1070"/>
                  </a:lnTo>
                  <a:lnTo>
                    <a:pt x="2200" y="828"/>
                  </a:lnTo>
                  <a:lnTo>
                    <a:pt x="2583" y="606"/>
                  </a:lnTo>
                  <a:lnTo>
                    <a:pt x="2987" y="444"/>
                  </a:lnTo>
                  <a:lnTo>
                    <a:pt x="3431" y="303"/>
                  </a:lnTo>
                  <a:lnTo>
                    <a:pt x="3895" y="202"/>
                  </a:lnTo>
                  <a:lnTo>
                    <a:pt x="4379" y="142"/>
                  </a:lnTo>
                  <a:lnTo>
                    <a:pt x="5045" y="101"/>
                  </a:lnTo>
                  <a:lnTo>
                    <a:pt x="5731" y="81"/>
                  </a:lnTo>
                  <a:close/>
                  <a:moveTo>
                    <a:pt x="5731" y="0"/>
                  </a:moveTo>
                  <a:lnTo>
                    <a:pt x="5045" y="21"/>
                  </a:lnTo>
                  <a:lnTo>
                    <a:pt x="4359" y="61"/>
                  </a:lnTo>
                  <a:lnTo>
                    <a:pt x="3875" y="121"/>
                  </a:lnTo>
                  <a:lnTo>
                    <a:pt x="3411" y="222"/>
                  </a:lnTo>
                  <a:lnTo>
                    <a:pt x="2967" y="364"/>
                  </a:lnTo>
                  <a:lnTo>
                    <a:pt x="2543" y="545"/>
                  </a:lnTo>
                  <a:lnTo>
                    <a:pt x="2139" y="767"/>
                  </a:lnTo>
                  <a:lnTo>
                    <a:pt x="1776" y="1009"/>
                  </a:lnTo>
                  <a:lnTo>
                    <a:pt x="1453" y="1312"/>
                  </a:lnTo>
                  <a:lnTo>
                    <a:pt x="1151" y="1635"/>
                  </a:lnTo>
                  <a:lnTo>
                    <a:pt x="989" y="1837"/>
                  </a:lnTo>
                  <a:lnTo>
                    <a:pt x="828" y="2039"/>
                  </a:lnTo>
                  <a:lnTo>
                    <a:pt x="707" y="2261"/>
                  </a:lnTo>
                  <a:lnTo>
                    <a:pt x="565" y="2503"/>
                  </a:lnTo>
                  <a:lnTo>
                    <a:pt x="464" y="2745"/>
                  </a:lnTo>
                  <a:lnTo>
                    <a:pt x="364" y="2987"/>
                  </a:lnTo>
                  <a:lnTo>
                    <a:pt x="283" y="3249"/>
                  </a:lnTo>
                  <a:lnTo>
                    <a:pt x="202" y="3512"/>
                  </a:lnTo>
                  <a:lnTo>
                    <a:pt x="142" y="3774"/>
                  </a:lnTo>
                  <a:lnTo>
                    <a:pt x="81" y="4057"/>
                  </a:lnTo>
                  <a:lnTo>
                    <a:pt x="41" y="4339"/>
                  </a:lnTo>
                  <a:lnTo>
                    <a:pt x="20" y="4622"/>
                  </a:lnTo>
                  <a:lnTo>
                    <a:pt x="0" y="4924"/>
                  </a:lnTo>
                  <a:lnTo>
                    <a:pt x="0" y="5227"/>
                  </a:lnTo>
                  <a:lnTo>
                    <a:pt x="20" y="5530"/>
                  </a:lnTo>
                  <a:lnTo>
                    <a:pt x="41" y="5832"/>
                  </a:lnTo>
                  <a:lnTo>
                    <a:pt x="101" y="6236"/>
                  </a:lnTo>
                  <a:lnTo>
                    <a:pt x="162" y="6660"/>
                  </a:lnTo>
                  <a:lnTo>
                    <a:pt x="242" y="7063"/>
                  </a:lnTo>
                  <a:lnTo>
                    <a:pt x="343" y="7467"/>
                  </a:lnTo>
                  <a:lnTo>
                    <a:pt x="545" y="8254"/>
                  </a:lnTo>
                  <a:lnTo>
                    <a:pt x="767" y="9041"/>
                  </a:lnTo>
                  <a:lnTo>
                    <a:pt x="969" y="9768"/>
                  </a:lnTo>
                  <a:lnTo>
                    <a:pt x="1171" y="10494"/>
                  </a:lnTo>
                  <a:lnTo>
                    <a:pt x="1373" y="11402"/>
                  </a:lnTo>
                  <a:lnTo>
                    <a:pt x="1534" y="12290"/>
                  </a:lnTo>
                  <a:lnTo>
                    <a:pt x="1655" y="13198"/>
                  </a:lnTo>
                  <a:lnTo>
                    <a:pt x="1736" y="14106"/>
                  </a:lnTo>
                  <a:lnTo>
                    <a:pt x="1776" y="15014"/>
                  </a:lnTo>
                  <a:lnTo>
                    <a:pt x="1776" y="15922"/>
                  </a:lnTo>
                  <a:lnTo>
                    <a:pt x="1716" y="16851"/>
                  </a:lnTo>
                  <a:lnTo>
                    <a:pt x="1635" y="17759"/>
                  </a:lnTo>
                  <a:lnTo>
                    <a:pt x="1615" y="17900"/>
                  </a:lnTo>
                  <a:lnTo>
                    <a:pt x="1574" y="18243"/>
                  </a:lnTo>
                  <a:lnTo>
                    <a:pt x="1554" y="18586"/>
                  </a:lnTo>
                  <a:lnTo>
                    <a:pt x="1554" y="18929"/>
                  </a:lnTo>
                  <a:lnTo>
                    <a:pt x="1595" y="19252"/>
                  </a:lnTo>
                  <a:lnTo>
                    <a:pt x="1615" y="19434"/>
                  </a:lnTo>
                  <a:lnTo>
                    <a:pt x="1675" y="19595"/>
                  </a:lnTo>
                  <a:lnTo>
                    <a:pt x="1756" y="19777"/>
                  </a:lnTo>
                  <a:lnTo>
                    <a:pt x="1837" y="19938"/>
                  </a:lnTo>
                  <a:lnTo>
                    <a:pt x="1958" y="20100"/>
                  </a:lnTo>
                  <a:lnTo>
                    <a:pt x="2099" y="20241"/>
                  </a:lnTo>
                  <a:lnTo>
                    <a:pt x="2260" y="20362"/>
                  </a:lnTo>
                  <a:lnTo>
                    <a:pt x="2422" y="20463"/>
                  </a:lnTo>
                  <a:lnTo>
                    <a:pt x="2563" y="20503"/>
                  </a:lnTo>
                  <a:lnTo>
                    <a:pt x="2684" y="20544"/>
                  </a:lnTo>
                  <a:lnTo>
                    <a:pt x="2926" y="20564"/>
                  </a:lnTo>
                  <a:lnTo>
                    <a:pt x="3088" y="20544"/>
                  </a:lnTo>
                  <a:lnTo>
                    <a:pt x="3229" y="20524"/>
                  </a:lnTo>
                  <a:lnTo>
                    <a:pt x="3532" y="20463"/>
                  </a:lnTo>
                  <a:lnTo>
                    <a:pt x="3855" y="20342"/>
                  </a:lnTo>
                  <a:lnTo>
                    <a:pt x="4157" y="20221"/>
                  </a:lnTo>
                  <a:lnTo>
                    <a:pt x="4339" y="20140"/>
                  </a:lnTo>
                  <a:lnTo>
                    <a:pt x="5146" y="19777"/>
                  </a:lnTo>
                  <a:lnTo>
                    <a:pt x="5974" y="19454"/>
                  </a:lnTo>
                  <a:lnTo>
                    <a:pt x="6801" y="19131"/>
                  </a:lnTo>
                  <a:lnTo>
                    <a:pt x="7205" y="19010"/>
                  </a:lnTo>
                  <a:lnTo>
                    <a:pt x="7628" y="18889"/>
                  </a:lnTo>
                  <a:lnTo>
                    <a:pt x="8173" y="18748"/>
                  </a:lnTo>
                  <a:lnTo>
                    <a:pt x="8718" y="18647"/>
                  </a:lnTo>
                  <a:lnTo>
                    <a:pt x="9243" y="18566"/>
                  </a:lnTo>
                  <a:lnTo>
                    <a:pt x="9788" y="18506"/>
                  </a:lnTo>
                  <a:lnTo>
                    <a:pt x="10332" y="18465"/>
                  </a:lnTo>
                  <a:lnTo>
                    <a:pt x="10877" y="18425"/>
                  </a:lnTo>
                  <a:lnTo>
                    <a:pt x="11987" y="18425"/>
                  </a:lnTo>
                  <a:lnTo>
                    <a:pt x="13077" y="18485"/>
                  </a:lnTo>
                  <a:lnTo>
                    <a:pt x="14187" y="18566"/>
                  </a:lnTo>
                  <a:lnTo>
                    <a:pt x="15277" y="18687"/>
                  </a:lnTo>
                  <a:lnTo>
                    <a:pt x="16366" y="18808"/>
                  </a:lnTo>
                  <a:lnTo>
                    <a:pt x="18061" y="18990"/>
                  </a:lnTo>
                  <a:lnTo>
                    <a:pt x="18909" y="19071"/>
                  </a:lnTo>
                  <a:lnTo>
                    <a:pt x="19757" y="19131"/>
                  </a:lnTo>
                  <a:lnTo>
                    <a:pt x="20604" y="19171"/>
                  </a:lnTo>
                  <a:lnTo>
                    <a:pt x="21472" y="19192"/>
                  </a:lnTo>
                  <a:lnTo>
                    <a:pt x="22319" y="19171"/>
                  </a:lnTo>
                  <a:lnTo>
                    <a:pt x="23167" y="19111"/>
                  </a:lnTo>
                  <a:lnTo>
                    <a:pt x="23793" y="19010"/>
                  </a:lnTo>
                  <a:lnTo>
                    <a:pt x="24358" y="18909"/>
                  </a:lnTo>
                  <a:lnTo>
                    <a:pt x="24902" y="18748"/>
                  </a:lnTo>
                  <a:lnTo>
                    <a:pt x="25145" y="18667"/>
                  </a:lnTo>
                  <a:lnTo>
                    <a:pt x="25367" y="18566"/>
                  </a:lnTo>
                  <a:lnTo>
                    <a:pt x="25589" y="18465"/>
                  </a:lnTo>
                  <a:lnTo>
                    <a:pt x="25790" y="18344"/>
                  </a:lnTo>
                  <a:lnTo>
                    <a:pt x="25992" y="18223"/>
                  </a:lnTo>
                  <a:lnTo>
                    <a:pt x="26174" y="18082"/>
                  </a:lnTo>
                  <a:lnTo>
                    <a:pt x="26335" y="17961"/>
                  </a:lnTo>
                  <a:lnTo>
                    <a:pt x="26497" y="17799"/>
                  </a:lnTo>
                  <a:lnTo>
                    <a:pt x="26638" y="17638"/>
                  </a:lnTo>
                  <a:lnTo>
                    <a:pt x="26779" y="17476"/>
                  </a:lnTo>
                  <a:lnTo>
                    <a:pt x="26941" y="17214"/>
                  </a:lnTo>
                  <a:lnTo>
                    <a:pt x="27102" y="16931"/>
                  </a:lnTo>
                  <a:lnTo>
                    <a:pt x="27223" y="16629"/>
                  </a:lnTo>
                  <a:lnTo>
                    <a:pt x="27324" y="16326"/>
                  </a:lnTo>
                  <a:lnTo>
                    <a:pt x="27425" y="16023"/>
                  </a:lnTo>
                  <a:lnTo>
                    <a:pt x="27486" y="15721"/>
                  </a:lnTo>
                  <a:lnTo>
                    <a:pt x="27607" y="15095"/>
                  </a:lnTo>
                  <a:lnTo>
                    <a:pt x="27728" y="14409"/>
                  </a:lnTo>
                  <a:lnTo>
                    <a:pt x="27829" y="13723"/>
                  </a:lnTo>
                  <a:lnTo>
                    <a:pt x="27909" y="13057"/>
                  </a:lnTo>
                  <a:lnTo>
                    <a:pt x="27970" y="12411"/>
                  </a:lnTo>
                  <a:lnTo>
                    <a:pt x="28030" y="11765"/>
                  </a:lnTo>
                  <a:lnTo>
                    <a:pt x="28071" y="11140"/>
                  </a:lnTo>
                  <a:lnTo>
                    <a:pt x="28091" y="10494"/>
                  </a:lnTo>
                  <a:lnTo>
                    <a:pt x="28111" y="9889"/>
                  </a:lnTo>
                  <a:lnTo>
                    <a:pt x="28111" y="9263"/>
                  </a:lnTo>
                  <a:lnTo>
                    <a:pt x="28111" y="8678"/>
                  </a:lnTo>
                  <a:lnTo>
                    <a:pt x="28071" y="8072"/>
                  </a:lnTo>
                  <a:lnTo>
                    <a:pt x="28030" y="7487"/>
                  </a:lnTo>
                  <a:lnTo>
                    <a:pt x="27990" y="6902"/>
                  </a:lnTo>
                  <a:lnTo>
                    <a:pt x="27909" y="6337"/>
                  </a:lnTo>
                  <a:lnTo>
                    <a:pt x="27829" y="5752"/>
                  </a:lnTo>
                  <a:lnTo>
                    <a:pt x="27748" y="5207"/>
                  </a:lnTo>
                  <a:lnTo>
                    <a:pt x="27627" y="4642"/>
                  </a:lnTo>
                  <a:lnTo>
                    <a:pt x="27566" y="4379"/>
                  </a:lnTo>
                  <a:lnTo>
                    <a:pt x="27486" y="4097"/>
                  </a:lnTo>
                  <a:lnTo>
                    <a:pt x="27385" y="3835"/>
                  </a:lnTo>
                  <a:lnTo>
                    <a:pt x="27284" y="3572"/>
                  </a:lnTo>
                  <a:lnTo>
                    <a:pt x="27142" y="3330"/>
                  </a:lnTo>
                  <a:lnTo>
                    <a:pt x="27001" y="3088"/>
                  </a:lnTo>
                  <a:lnTo>
                    <a:pt x="26820" y="2846"/>
                  </a:lnTo>
                  <a:lnTo>
                    <a:pt x="26618" y="2624"/>
                  </a:lnTo>
                  <a:lnTo>
                    <a:pt x="26396" y="2422"/>
                  </a:lnTo>
                  <a:lnTo>
                    <a:pt x="26174" y="2240"/>
                  </a:lnTo>
                  <a:lnTo>
                    <a:pt x="25932" y="2079"/>
                  </a:lnTo>
                  <a:lnTo>
                    <a:pt x="25669" y="1938"/>
                  </a:lnTo>
                  <a:lnTo>
                    <a:pt x="25407" y="1817"/>
                  </a:lnTo>
                  <a:lnTo>
                    <a:pt x="25124" y="1696"/>
                  </a:lnTo>
                  <a:lnTo>
                    <a:pt x="24822" y="1595"/>
                  </a:lnTo>
                  <a:lnTo>
                    <a:pt x="24519" y="1494"/>
                  </a:lnTo>
                  <a:lnTo>
                    <a:pt x="23914" y="1352"/>
                  </a:lnTo>
                  <a:lnTo>
                    <a:pt x="23268" y="1231"/>
                  </a:lnTo>
                  <a:lnTo>
                    <a:pt x="22622" y="1130"/>
                  </a:lnTo>
                  <a:lnTo>
                    <a:pt x="21008" y="949"/>
                  </a:lnTo>
                  <a:lnTo>
                    <a:pt x="19413" y="787"/>
                  </a:lnTo>
                  <a:lnTo>
                    <a:pt x="17799" y="646"/>
                  </a:lnTo>
                  <a:lnTo>
                    <a:pt x="16185" y="505"/>
                  </a:lnTo>
                  <a:lnTo>
                    <a:pt x="14570" y="404"/>
                  </a:lnTo>
                  <a:lnTo>
                    <a:pt x="12956" y="303"/>
                  </a:lnTo>
                  <a:lnTo>
                    <a:pt x="9767" y="121"/>
                  </a:lnTo>
                  <a:lnTo>
                    <a:pt x="8436" y="61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flipH="1">
              <a:off x="-3275464" y="-5033980"/>
              <a:ext cx="1393383" cy="700689"/>
            </a:xfrm>
            <a:custGeom>
              <a:rect b="b" l="l" r="r" t="t"/>
              <a:pathLst>
                <a:path extrusionOk="0" h="12533" w="24923">
                  <a:moveTo>
                    <a:pt x="9525" y="0"/>
                  </a:moveTo>
                  <a:lnTo>
                    <a:pt x="8536" y="21"/>
                  </a:lnTo>
                  <a:lnTo>
                    <a:pt x="7547" y="41"/>
                  </a:lnTo>
                  <a:lnTo>
                    <a:pt x="6579" y="61"/>
                  </a:lnTo>
                  <a:lnTo>
                    <a:pt x="5630" y="122"/>
                  </a:lnTo>
                  <a:lnTo>
                    <a:pt x="4682" y="182"/>
                  </a:lnTo>
                  <a:lnTo>
                    <a:pt x="3754" y="263"/>
                  </a:lnTo>
                  <a:lnTo>
                    <a:pt x="3269" y="303"/>
                  </a:lnTo>
                  <a:lnTo>
                    <a:pt x="2785" y="384"/>
                  </a:lnTo>
                  <a:lnTo>
                    <a:pt x="2301" y="485"/>
                  </a:lnTo>
                  <a:lnTo>
                    <a:pt x="2079" y="545"/>
                  </a:lnTo>
                  <a:lnTo>
                    <a:pt x="1857" y="626"/>
                  </a:lnTo>
                  <a:lnTo>
                    <a:pt x="1635" y="727"/>
                  </a:lnTo>
                  <a:lnTo>
                    <a:pt x="1433" y="828"/>
                  </a:lnTo>
                  <a:lnTo>
                    <a:pt x="1231" y="949"/>
                  </a:lnTo>
                  <a:lnTo>
                    <a:pt x="1029" y="1090"/>
                  </a:lnTo>
                  <a:lnTo>
                    <a:pt x="868" y="1252"/>
                  </a:lnTo>
                  <a:lnTo>
                    <a:pt x="686" y="1413"/>
                  </a:lnTo>
                  <a:lnTo>
                    <a:pt x="545" y="1615"/>
                  </a:lnTo>
                  <a:lnTo>
                    <a:pt x="404" y="1817"/>
                  </a:lnTo>
                  <a:lnTo>
                    <a:pt x="283" y="2059"/>
                  </a:lnTo>
                  <a:lnTo>
                    <a:pt x="182" y="2301"/>
                  </a:lnTo>
                  <a:lnTo>
                    <a:pt x="81" y="2543"/>
                  </a:lnTo>
                  <a:lnTo>
                    <a:pt x="0" y="2805"/>
                  </a:lnTo>
                  <a:lnTo>
                    <a:pt x="61" y="2826"/>
                  </a:lnTo>
                  <a:lnTo>
                    <a:pt x="162" y="2584"/>
                  </a:lnTo>
                  <a:lnTo>
                    <a:pt x="242" y="2321"/>
                  </a:lnTo>
                  <a:lnTo>
                    <a:pt x="363" y="2079"/>
                  </a:lnTo>
                  <a:lnTo>
                    <a:pt x="484" y="1857"/>
                  </a:lnTo>
                  <a:lnTo>
                    <a:pt x="606" y="1655"/>
                  </a:lnTo>
                  <a:lnTo>
                    <a:pt x="767" y="1474"/>
                  </a:lnTo>
                  <a:lnTo>
                    <a:pt x="908" y="1292"/>
                  </a:lnTo>
                  <a:lnTo>
                    <a:pt x="1090" y="1151"/>
                  </a:lnTo>
                  <a:lnTo>
                    <a:pt x="1271" y="1009"/>
                  </a:lnTo>
                  <a:lnTo>
                    <a:pt x="1473" y="909"/>
                  </a:lnTo>
                  <a:lnTo>
                    <a:pt x="1675" y="787"/>
                  </a:lnTo>
                  <a:lnTo>
                    <a:pt x="1897" y="707"/>
                  </a:lnTo>
                  <a:lnTo>
                    <a:pt x="2119" y="626"/>
                  </a:lnTo>
                  <a:lnTo>
                    <a:pt x="2341" y="566"/>
                  </a:lnTo>
                  <a:lnTo>
                    <a:pt x="2805" y="465"/>
                  </a:lnTo>
                  <a:lnTo>
                    <a:pt x="3269" y="384"/>
                  </a:lnTo>
                  <a:lnTo>
                    <a:pt x="3754" y="344"/>
                  </a:lnTo>
                  <a:lnTo>
                    <a:pt x="4682" y="263"/>
                  </a:lnTo>
                  <a:lnTo>
                    <a:pt x="5630" y="202"/>
                  </a:lnTo>
                  <a:lnTo>
                    <a:pt x="6579" y="142"/>
                  </a:lnTo>
                  <a:lnTo>
                    <a:pt x="7547" y="122"/>
                  </a:lnTo>
                  <a:lnTo>
                    <a:pt x="8536" y="101"/>
                  </a:lnTo>
                  <a:lnTo>
                    <a:pt x="9525" y="81"/>
                  </a:lnTo>
                  <a:lnTo>
                    <a:pt x="10514" y="81"/>
                  </a:lnTo>
                  <a:lnTo>
                    <a:pt x="11523" y="101"/>
                  </a:lnTo>
                  <a:lnTo>
                    <a:pt x="12552" y="142"/>
                  </a:lnTo>
                  <a:lnTo>
                    <a:pt x="13601" y="182"/>
                  </a:lnTo>
                  <a:lnTo>
                    <a:pt x="14651" y="243"/>
                  </a:lnTo>
                  <a:lnTo>
                    <a:pt x="15720" y="323"/>
                  </a:lnTo>
                  <a:lnTo>
                    <a:pt x="17900" y="505"/>
                  </a:lnTo>
                  <a:lnTo>
                    <a:pt x="20140" y="727"/>
                  </a:lnTo>
                  <a:lnTo>
                    <a:pt x="20927" y="848"/>
                  </a:lnTo>
                  <a:lnTo>
                    <a:pt x="21330" y="909"/>
                  </a:lnTo>
                  <a:lnTo>
                    <a:pt x="21694" y="989"/>
                  </a:lnTo>
                  <a:lnTo>
                    <a:pt x="22057" y="1110"/>
                  </a:lnTo>
                  <a:lnTo>
                    <a:pt x="22400" y="1231"/>
                  </a:lnTo>
                  <a:lnTo>
                    <a:pt x="22723" y="1413"/>
                  </a:lnTo>
                  <a:lnTo>
                    <a:pt x="23046" y="1615"/>
                  </a:lnTo>
                  <a:lnTo>
                    <a:pt x="23248" y="1796"/>
                  </a:lnTo>
                  <a:lnTo>
                    <a:pt x="23449" y="1978"/>
                  </a:lnTo>
                  <a:lnTo>
                    <a:pt x="23631" y="2200"/>
                  </a:lnTo>
                  <a:lnTo>
                    <a:pt x="23792" y="2422"/>
                  </a:lnTo>
                  <a:lnTo>
                    <a:pt x="23954" y="2664"/>
                  </a:lnTo>
                  <a:lnTo>
                    <a:pt x="24075" y="2906"/>
                  </a:lnTo>
                  <a:lnTo>
                    <a:pt x="24196" y="3149"/>
                  </a:lnTo>
                  <a:lnTo>
                    <a:pt x="24297" y="3411"/>
                  </a:lnTo>
                  <a:lnTo>
                    <a:pt x="24378" y="3673"/>
                  </a:lnTo>
                  <a:lnTo>
                    <a:pt x="24458" y="3915"/>
                  </a:lnTo>
                  <a:lnTo>
                    <a:pt x="24579" y="4440"/>
                  </a:lnTo>
                  <a:lnTo>
                    <a:pt x="24660" y="4945"/>
                  </a:lnTo>
                  <a:lnTo>
                    <a:pt x="24721" y="5409"/>
                  </a:lnTo>
                  <a:lnTo>
                    <a:pt x="24781" y="6095"/>
                  </a:lnTo>
                  <a:lnTo>
                    <a:pt x="24822" y="6781"/>
                  </a:lnTo>
                  <a:lnTo>
                    <a:pt x="24842" y="7487"/>
                  </a:lnTo>
                  <a:lnTo>
                    <a:pt x="24822" y="8173"/>
                  </a:lnTo>
                  <a:lnTo>
                    <a:pt x="24801" y="8860"/>
                  </a:lnTo>
                  <a:lnTo>
                    <a:pt x="24741" y="9566"/>
                  </a:lnTo>
                  <a:lnTo>
                    <a:pt x="24660" y="10252"/>
                  </a:lnTo>
                  <a:lnTo>
                    <a:pt x="24559" y="10938"/>
                  </a:lnTo>
                  <a:lnTo>
                    <a:pt x="24479" y="11362"/>
                  </a:lnTo>
                  <a:lnTo>
                    <a:pt x="24398" y="11765"/>
                  </a:lnTo>
                  <a:lnTo>
                    <a:pt x="24297" y="12149"/>
                  </a:lnTo>
                  <a:lnTo>
                    <a:pt x="24196" y="12512"/>
                  </a:lnTo>
                  <a:lnTo>
                    <a:pt x="24257" y="12532"/>
                  </a:lnTo>
                  <a:lnTo>
                    <a:pt x="24378" y="12169"/>
                  </a:lnTo>
                  <a:lnTo>
                    <a:pt x="24479" y="11765"/>
                  </a:lnTo>
                  <a:lnTo>
                    <a:pt x="24559" y="11362"/>
                  </a:lnTo>
                  <a:lnTo>
                    <a:pt x="24640" y="10938"/>
                  </a:lnTo>
                  <a:lnTo>
                    <a:pt x="24741" y="10252"/>
                  </a:lnTo>
                  <a:lnTo>
                    <a:pt x="24822" y="9566"/>
                  </a:lnTo>
                  <a:lnTo>
                    <a:pt x="24882" y="8880"/>
                  </a:lnTo>
                  <a:lnTo>
                    <a:pt x="24902" y="8173"/>
                  </a:lnTo>
                  <a:lnTo>
                    <a:pt x="24922" y="7487"/>
                  </a:lnTo>
                  <a:lnTo>
                    <a:pt x="24902" y="6781"/>
                  </a:lnTo>
                  <a:lnTo>
                    <a:pt x="24862" y="6095"/>
                  </a:lnTo>
                  <a:lnTo>
                    <a:pt x="24801" y="5409"/>
                  </a:lnTo>
                  <a:lnTo>
                    <a:pt x="24741" y="4924"/>
                  </a:lnTo>
                  <a:lnTo>
                    <a:pt x="24660" y="4420"/>
                  </a:lnTo>
                  <a:lnTo>
                    <a:pt x="24539" y="3895"/>
                  </a:lnTo>
                  <a:lnTo>
                    <a:pt x="24458" y="3633"/>
                  </a:lnTo>
                  <a:lnTo>
                    <a:pt x="24357" y="3371"/>
                  </a:lnTo>
                  <a:lnTo>
                    <a:pt x="24257" y="3108"/>
                  </a:lnTo>
                  <a:lnTo>
                    <a:pt x="24156" y="2866"/>
                  </a:lnTo>
                  <a:lnTo>
                    <a:pt x="24014" y="2604"/>
                  </a:lnTo>
                  <a:lnTo>
                    <a:pt x="23873" y="2362"/>
                  </a:lnTo>
                  <a:lnTo>
                    <a:pt x="23692" y="2140"/>
                  </a:lnTo>
                  <a:lnTo>
                    <a:pt x="23510" y="1918"/>
                  </a:lnTo>
                  <a:lnTo>
                    <a:pt x="23308" y="1736"/>
                  </a:lnTo>
                  <a:lnTo>
                    <a:pt x="23086" y="1534"/>
                  </a:lnTo>
                  <a:lnTo>
                    <a:pt x="22763" y="1332"/>
                  </a:lnTo>
                  <a:lnTo>
                    <a:pt x="22440" y="1171"/>
                  </a:lnTo>
                  <a:lnTo>
                    <a:pt x="22077" y="1030"/>
                  </a:lnTo>
                  <a:lnTo>
                    <a:pt x="21714" y="929"/>
                  </a:lnTo>
                  <a:lnTo>
                    <a:pt x="21351" y="828"/>
                  </a:lnTo>
                  <a:lnTo>
                    <a:pt x="20947" y="767"/>
                  </a:lnTo>
                  <a:lnTo>
                    <a:pt x="20160" y="646"/>
                  </a:lnTo>
                  <a:lnTo>
                    <a:pt x="17900" y="424"/>
                  </a:lnTo>
                  <a:lnTo>
                    <a:pt x="15720" y="243"/>
                  </a:lnTo>
                  <a:lnTo>
                    <a:pt x="14651" y="162"/>
                  </a:lnTo>
                  <a:lnTo>
                    <a:pt x="13601" y="101"/>
                  </a:lnTo>
                  <a:lnTo>
                    <a:pt x="12552" y="61"/>
                  </a:lnTo>
                  <a:lnTo>
                    <a:pt x="11543" y="21"/>
                  </a:lnTo>
                  <a:lnTo>
                    <a:pt x="10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flipH="1">
              <a:off x="-3238229" y="-4877163"/>
              <a:ext cx="1371970" cy="810100"/>
            </a:xfrm>
            <a:custGeom>
              <a:rect b="b" l="l" r="r" t="t"/>
              <a:pathLst>
                <a:path extrusionOk="0" h="14490" w="24540">
                  <a:moveTo>
                    <a:pt x="283" y="0"/>
                  </a:moveTo>
                  <a:lnTo>
                    <a:pt x="182" y="364"/>
                  </a:lnTo>
                  <a:lnTo>
                    <a:pt x="102" y="747"/>
                  </a:lnTo>
                  <a:lnTo>
                    <a:pt x="41" y="1131"/>
                  </a:lnTo>
                  <a:lnTo>
                    <a:pt x="21" y="1534"/>
                  </a:lnTo>
                  <a:lnTo>
                    <a:pt x="1" y="1938"/>
                  </a:lnTo>
                  <a:lnTo>
                    <a:pt x="21" y="2341"/>
                  </a:lnTo>
                  <a:lnTo>
                    <a:pt x="61" y="2765"/>
                  </a:lnTo>
                  <a:lnTo>
                    <a:pt x="122" y="3189"/>
                  </a:lnTo>
                  <a:lnTo>
                    <a:pt x="223" y="3633"/>
                  </a:lnTo>
                  <a:lnTo>
                    <a:pt x="324" y="4097"/>
                  </a:lnTo>
                  <a:lnTo>
                    <a:pt x="566" y="4985"/>
                  </a:lnTo>
                  <a:lnTo>
                    <a:pt x="848" y="6055"/>
                  </a:lnTo>
                  <a:lnTo>
                    <a:pt x="969" y="6599"/>
                  </a:lnTo>
                  <a:lnTo>
                    <a:pt x="1050" y="7144"/>
                  </a:lnTo>
                  <a:lnTo>
                    <a:pt x="1111" y="7649"/>
                  </a:lnTo>
                  <a:lnTo>
                    <a:pt x="1151" y="8173"/>
                  </a:lnTo>
                  <a:lnTo>
                    <a:pt x="1151" y="8718"/>
                  </a:lnTo>
                  <a:lnTo>
                    <a:pt x="1151" y="9243"/>
                  </a:lnTo>
                  <a:lnTo>
                    <a:pt x="1131" y="9768"/>
                  </a:lnTo>
                  <a:lnTo>
                    <a:pt x="1090" y="10292"/>
                  </a:lnTo>
                  <a:lnTo>
                    <a:pt x="989" y="11342"/>
                  </a:lnTo>
                  <a:lnTo>
                    <a:pt x="929" y="12088"/>
                  </a:lnTo>
                  <a:lnTo>
                    <a:pt x="868" y="12855"/>
                  </a:lnTo>
                  <a:lnTo>
                    <a:pt x="848" y="13218"/>
                  </a:lnTo>
                  <a:lnTo>
                    <a:pt x="868" y="13400"/>
                  </a:lnTo>
                  <a:lnTo>
                    <a:pt x="889" y="13582"/>
                  </a:lnTo>
                  <a:lnTo>
                    <a:pt x="929" y="13743"/>
                  </a:lnTo>
                  <a:lnTo>
                    <a:pt x="989" y="13905"/>
                  </a:lnTo>
                  <a:lnTo>
                    <a:pt x="1070" y="14046"/>
                  </a:lnTo>
                  <a:lnTo>
                    <a:pt x="1171" y="14187"/>
                  </a:lnTo>
                  <a:lnTo>
                    <a:pt x="1252" y="14268"/>
                  </a:lnTo>
                  <a:lnTo>
                    <a:pt x="1353" y="14328"/>
                  </a:lnTo>
                  <a:lnTo>
                    <a:pt x="1433" y="14369"/>
                  </a:lnTo>
                  <a:lnTo>
                    <a:pt x="1534" y="14409"/>
                  </a:lnTo>
                  <a:lnTo>
                    <a:pt x="1756" y="14470"/>
                  </a:lnTo>
                  <a:lnTo>
                    <a:pt x="1958" y="14490"/>
                  </a:lnTo>
                  <a:lnTo>
                    <a:pt x="2180" y="14470"/>
                  </a:lnTo>
                  <a:lnTo>
                    <a:pt x="2402" y="14429"/>
                  </a:lnTo>
                  <a:lnTo>
                    <a:pt x="2644" y="14349"/>
                  </a:lnTo>
                  <a:lnTo>
                    <a:pt x="2886" y="14227"/>
                  </a:lnTo>
                  <a:lnTo>
                    <a:pt x="3330" y="13965"/>
                  </a:lnTo>
                  <a:lnTo>
                    <a:pt x="3532" y="13844"/>
                  </a:lnTo>
                  <a:lnTo>
                    <a:pt x="3895" y="13642"/>
                  </a:lnTo>
                  <a:lnTo>
                    <a:pt x="4259" y="13461"/>
                  </a:lnTo>
                  <a:lnTo>
                    <a:pt x="4642" y="13299"/>
                  </a:lnTo>
                  <a:lnTo>
                    <a:pt x="5046" y="13138"/>
                  </a:lnTo>
                  <a:lnTo>
                    <a:pt x="5449" y="12996"/>
                  </a:lnTo>
                  <a:lnTo>
                    <a:pt x="5873" y="12875"/>
                  </a:lnTo>
                  <a:lnTo>
                    <a:pt x="6317" y="12754"/>
                  </a:lnTo>
                  <a:lnTo>
                    <a:pt x="6761" y="12653"/>
                  </a:lnTo>
                  <a:lnTo>
                    <a:pt x="7225" y="12573"/>
                  </a:lnTo>
                  <a:lnTo>
                    <a:pt x="7689" y="12512"/>
                  </a:lnTo>
                  <a:lnTo>
                    <a:pt x="8174" y="12472"/>
                  </a:lnTo>
                  <a:lnTo>
                    <a:pt x="8678" y="12431"/>
                  </a:lnTo>
                  <a:lnTo>
                    <a:pt x="9183" y="12411"/>
                  </a:lnTo>
                  <a:lnTo>
                    <a:pt x="10232" y="12411"/>
                  </a:lnTo>
                  <a:lnTo>
                    <a:pt x="10777" y="12431"/>
                  </a:lnTo>
                  <a:lnTo>
                    <a:pt x="11887" y="12532"/>
                  </a:lnTo>
                  <a:lnTo>
                    <a:pt x="12976" y="12653"/>
                  </a:lnTo>
                  <a:lnTo>
                    <a:pt x="14066" y="12815"/>
                  </a:lnTo>
                  <a:lnTo>
                    <a:pt x="15156" y="12976"/>
                  </a:lnTo>
                  <a:lnTo>
                    <a:pt x="16690" y="13198"/>
                  </a:lnTo>
                  <a:lnTo>
                    <a:pt x="17477" y="13299"/>
                  </a:lnTo>
                  <a:lnTo>
                    <a:pt x="18243" y="13400"/>
                  </a:lnTo>
                  <a:lnTo>
                    <a:pt x="18768" y="13440"/>
                  </a:lnTo>
                  <a:lnTo>
                    <a:pt x="19273" y="13481"/>
                  </a:lnTo>
                  <a:lnTo>
                    <a:pt x="19797" y="13481"/>
                  </a:lnTo>
                  <a:lnTo>
                    <a:pt x="20302" y="13461"/>
                  </a:lnTo>
                  <a:lnTo>
                    <a:pt x="20806" y="13400"/>
                  </a:lnTo>
                  <a:lnTo>
                    <a:pt x="21048" y="13360"/>
                  </a:lnTo>
                  <a:lnTo>
                    <a:pt x="21291" y="13299"/>
                  </a:lnTo>
                  <a:lnTo>
                    <a:pt x="21533" y="13218"/>
                  </a:lnTo>
                  <a:lnTo>
                    <a:pt x="21775" y="13138"/>
                  </a:lnTo>
                  <a:lnTo>
                    <a:pt x="21997" y="13037"/>
                  </a:lnTo>
                  <a:lnTo>
                    <a:pt x="22219" y="12936"/>
                  </a:lnTo>
                  <a:lnTo>
                    <a:pt x="22421" y="12815"/>
                  </a:lnTo>
                  <a:lnTo>
                    <a:pt x="22602" y="12694"/>
                  </a:lnTo>
                  <a:lnTo>
                    <a:pt x="22784" y="12553"/>
                  </a:lnTo>
                  <a:lnTo>
                    <a:pt x="22966" y="12411"/>
                  </a:lnTo>
                  <a:lnTo>
                    <a:pt x="23127" y="12250"/>
                  </a:lnTo>
                  <a:lnTo>
                    <a:pt x="23288" y="12068"/>
                  </a:lnTo>
                  <a:lnTo>
                    <a:pt x="23450" y="11887"/>
                  </a:lnTo>
                  <a:lnTo>
                    <a:pt x="23591" y="11685"/>
                  </a:lnTo>
                  <a:lnTo>
                    <a:pt x="23874" y="11261"/>
                  </a:lnTo>
                  <a:lnTo>
                    <a:pt x="24116" y="10797"/>
                  </a:lnTo>
                  <a:lnTo>
                    <a:pt x="24358" y="10292"/>
                  </a:lnTo>
                  <a:lnTo>
                    <a:pt x="24540" y="9727"/>
                  </a:lnTo>
                  <a:lnTo>
                    <a:pt x="24479" y="9707"/>
                  </a:lnTo>
                  <a:lnTo>
                    <a:pt x="24277" y="10252"/>
                  </a:lnTo>
                  <a:lnTo>
                    <a:pt x="24055" y="10756"/>
                  </a:lnTo>
                  <a:lnTo>
                    <a:pt x="23813" y="11221"/>
                  </a:lnTo>
                  <a:lnTo>
                    <a:pt x="23531" y="11644"/>
                  </a:lnTo>
                  <a:lnTo>
                    <a:pt x="23228" y="12008"/>
                  </a:lnTo>
                  <a:lnTo>
                    <a:pt x="23066" y="12189"/>
                  </a:lnTo>
                  <a:lnTo>
                    <a:pt x="22905" y="12351"/>
                  </a:lnTo>
                  <a:lnTo>
                    <a:pt x="22744" y="12492"/>
                  </a:lnTo>
                  <a:lnTo>
                    <a:pt x="22562" y="12613"/>
                  </a:lnTo>
                  <a:lnTo>
                    <a:pt x="22380" y="12754"/>
                  </a:lnTo>
                  <a:lnTo>
                    <a:pt x="22178" y="12855"/>
                  </a:lnTo>
                  <a:lnTo>
                    <a:pt x="21957" y="12976"/>
                  </a:lnTo>
                  <a:lnTo>
                    <a:pt x="21735" y="13077"/>
                  </a:lnTo>
                  <a:lnTo>
                    <a:pt x="21492" y="13158"/>
                  </a:lnTo>
                  <a:lnTo>
                    <a:pt x="21270" y="13218"/>
                  </a:lnTo>
                  <a:lnTo>
                    <a:pt x="21028" y="13279"/>
                  </a:lnTo>
                  <a:lnTo>
                    <a:pt x="20786" y="13319"/>
                  </a:lnTo>
                  <a:lnTo>
                    <a:pt x="20282" y="13380"/>
                  </a:lnTo>
                  <a:lnTo>
                    <a:pt x="19777" y="13400"/>
                  </a:lnTo>
                  <a:lnTo>
                    <a:pt x="19273" y="13400"/>
                  </a:lnTo>
                  <a:lnTo>
                    <a:pt x="18768" y="13360"/>
                  </a:lnTo>
                  <a:lnTo>
                    <a:pt x="18264" y="13319"/>
                  </a:lnTo>
                  <a:lnTo>
                    <a:pt x="17477" y="13218"/>
                  </a:lnTo>
                  <a:lnTo>
                    <a:pt x="16710" y="13118"/>
                  </a:lnTo>
                  <a:lnTo>
                    <a:pt x="15156" y="12896"/>
                  </a:lnTo>
                  <a:lnTo>
                    <a:pt x="14086" y="12734"/>
                  </a:lnTo>
                  <a:lnTo>
                    <a:pt x="12997" y="12573"/>
                  </a:lnTo>
                  <a:lnTo>
                    <a:pt x="11887" y="12452"/>
                  </a:lnTo>
                  <a:lnTo>
                    <a:pt x="10797" y="12351"/>
                  </a:lnTo>
                  <a:lnTo>
                    <a:pt x="10252" y="12331"/>
                  </a:lnTo>
                  <a:lnTo>
                    <a:pt x="9183" y="12331"/>
                  </a:lnTo>
                  <a:lnTo>
                    <a:pt x="8658" y="12351"/>
                  </a:lnTo>
                  <a:lnTo>
                    <a:pt x="8174" y="12391"/>
                  </a:lnTo>
                  <a:lnTo>
                    <a:pt x="7669" y="12431"/>
                  </a:lnTo>
                  <a:lnTo>
                    <a:pt x="7205" y="12492"/>
                  </a:lnTo>
                  <a:lnTo>
                    <a:pt x="6741" y="12573"/>
                  </a:lnTo>
                  <a:lnTo>
                    <a:pt x="6277" y="12674"/>
                  </a:lnTo>
                  <a:lnTo>
                    <a:pt x="5853" y="12795"/>
                  </a:lnTo>
                  <a:lnTo>
                    <a:pt x="5429" y="12916"/>
                  </a:lnTo>
                  <a:lnTo>
                    <a:pt x="5005" y="13057"/>
                  </a:lnTo>
                  <a:lnTo>
                    <a:pt x="4602" y="13218"/>
                  </a:lnTo>
                  <a:lnTo>
                    <a:pt x="4218" y="13380"/>
                  </a:lnTo>
                  <a:lnTo>
                    <a:pt x="3855" y="13582"/>
                  </a:lnTo>
                  <a:lnTo>
                    <a:pt x="3492" y="13783"/>
                  </a:lnTo>
                  <a:lnTo>
                    <a:pt x="3290" y="13905"/>
                  </a:lnTo>
                  <a:lnTo>
                    <a:pt x="2846" y="14147"/>
                  </a:lnTo>
                  <a:lnTo>
                    <a:pt x="2624" y="14268"/>
                  </a:lnTo>
                  <a:lnTo>
                    <a:pt x="2382" y="14349"/>
                  </a:lnTo>
                  <a:lnTo>
                    <a:pt x="2241" y="14389"/>
                  </a:lnTo>
                  <a:lnTo>
                    <a:pt x="2079" y="14409"/>
                  </a:lnTo>
                  <a:lnTo>
                    <a:pt x="1938" y="14409"/>
                  </a:lnTo>
                  <a:lnTo>
                    <a:pt x="1776" y="14389"/>
                  </a:lnTo>
                  <a:lnTo>
                    <a:pt x="1635" y="14369"/>
                  </a:lnTo>
                  <a:lnTo>
                    <a:pt x="1494" y="14308"/>
                  </a:lnTo>
                  <a:lnTo>
                    <a:pt x="1353" y="14227"/>
                  </a:lnTo>
                  <a:lnTo>
                    <a:pt x="1232" y="14127"/>
                  </a:lnTo>
                  <a:lnTo>
                    <a:pt x="1131" y="14005"/>
                  </a:lnTo>
                  <a:lnTo>
                    <a:pt x="1050" y="13864"/>
                  </a:lnTo>
                  <a:lnTo>
                    <a:pt x="1010" y="13723"/>
                  </a:lnTo>
                  <a:lnTo>
                    <a:pt x="969" y="13562"/>
                  </a:lnTo>
                  <a:lnTo>
                    <a:pt x="949" y="13380"/>
                  </a:lnTo>
                  <a:lnTo>
                    <a:pt x="929" y="13218"/>
                  </a:lnTo>
                  <a:lnTo>
                    <a:pt x="949" y="12855"/>
                  </a:lnTo>
                  <a:lnTo>
                    <a:pt x="1010" y="12109"/>
                  </a:lnTo>
                  <a:lnTo>
                    <a:pt x="1070" y="11342"/>
                  </a:lnTo>
                  <a:lnTo>
                    <a:pt x="1171" y="10292"/>
                  </a:lnTo>
                  <a:lnTo>
                    <a:pt x="1211" y="9768"/>
                  </a:lnTo>
                  <a:lnTo>
                    <a:pt x="1232" y="9243"/>
                  </a:lnTo>
                  <a:lnTo>
                    <a:pt x="1232" y="8698"/>
                  </a:lnTo>
                  <a:lnTo>
                    <a:pt x="1232" y="8173"/>
                  </a:lnTo>
                  <a:lnTo>
                    <a:pt x="1191" y="7649"/>
                  </a:lnTo>
                  <a:lnTo>
                    <a:pt x="1131" y="7124"/>
                  </a:lnTo>
                  <a:lnTo>
                    <a:pt x="1050" y="6579"/>
                  </a:lnTo>
                  <a:lnTo>
                    <a:pt x="929" y="6034"/>
                  </a:lnTo>
                  <a:lnTo>
                    <a:pt x="646" y="4965"/>
                  </a:lnTo>
                  <a:lnTo>
                    <a:pt x="404" y="4077"/>
                  </a:lnTo>
                  <a:lnTo>
                    <a:pt x="303" y="3633"/>
                  </a:lnTo>
                  <a:lnTo>
                    <a:pt x="202" y="3169"/>
                  </a:lnTo>
                  <a:lnTo>
                    <a:pt x="142" y="2765"/>
                  </a:lnTo>
                  <a:lnTo>
                    <a:pt x="102" y="2341"/>
                  </a:lnTo>
                  <a:lnTo>
                    <a:pt x="81" y="1938"/>
                  </a:lnTo>
                  <a:lnTo>
                    <a:pt x="102" y="1534"/>
                  </a:lnTo>
                  <a:lnTo>
                    <a:pt x="122" y="1151"/>
                  </a:lnTo>
                  <a:lnTo>
                    <a:pt x="182" y="767"/>
                  </a:lnTo>
                  <a:lnTo>
                    <a:pt x="243" y="384"/>
                  </a:lnTo>
                  <a:lnTo>
                    <a:pt x="344" y="2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flipH="1">
              <a:off x="-3249516" y="-5106211"/>
              <a:ext cx="1060565" cy="526984"/>
            </a:xfrm>
            <a:custGeom>
              <a:rect b="b" l="l" r="r" t="t"/>
              <a:pathLst>
                <a:path extrusionOk="0" h="9426" w="18970">
                  <a:moveTo>
                    <a:pt x="7103" y="1"/>
                  </a:moveTo>
                  <a:lnTo>
                    <a:pt x="5812" y="41"/>
                  </a:lnTo>
                  <a:lnTo>
                    <a:pt x="4480" y="142"/>
                  </a:lnTo>
                  <a:lnTo>
                    <a:pt x="3976" y="183"/>
                  </a:lnTo>
                  <a:lnTo>
                    <a:pt x="3552" y="223"/>
                  </a:lnTo>
                  <a:lnTo>
                    <a:pt x="3168" y="263"/>
                  </a:lnTo>
                  <a:lnTo>
                    <a:pt x="2805" y="324"/>
                  </a:lnTo>
                  <a:lnTo>
                    <a:pt x="2462" y="425"/>
                  </a:lnTo>
                  <a:lnTo>
                    <a:pt x="2301" y="505"/>
                  </a:lnTo>
                  <a:lnTo>
                    <a:pt x="2139" y="586"/>
                  </a:lnTo>
                  <a:lnTo>
                    <a:pt x="1958" y="667"/>
                  </a:lnTo>
                  <a:lnTo>
                    <a:pt x="1796" y="788"/>
                  </a:lnTo>
                  <a:lnTo>
                    <a:pt x="1635" y="909"/>
                  </a:lnTo>
                  <a:lnTo>
                    <a:pt x="1453" y="1070"/>
                  </a:lnTo>
                  <a:lnTo>
                    <a:pt x="1090" y="1434"/>
                  </a:lnTo>
                  <a:lnTo>
                    <a:pt x="827" y="1736"/>
                  </a:lnTo>
                  <a:lnTo>
                    <a:pt x="585" y="2059"/>
                  </a:lnTo>
                  <a:lnTo>
                    <a:pt x="404" y="2362"/>
                  </a:lnTo>
                  <a:lnTo>
                    <a:pt x="242" y="2665"/>
                  </a:lnTo>
                  <a:lnTo>
                    <a:pt x="121" y="2988"/>
                  </a:lnTo>
                  <a:lnTo>
                    <a:pt x="40" y="3290"/>
                  </a:lnTo>
                  <a:lnTo>
                    <a:pt x="0" y="3593"/>
                  </a:lnTo>
                  <a:lnTo>
                    <a:pt x="0" y="3896"/>
                  </a:lnTo>
                  <a:lnTo>
                    <a:pt x="81" y="3896"/>
                  </a:lnTo>
                  <a:lnTo>
                    <a:pt x="81" y="3593"/>
                  </a:lnTo>
                  <a:lnTo>
                    <a:pt x="121" y="3290"/>
                  </a:lnTo>
                  <a:lnTo>
                    <a:pt x="202" y="3008"/>
                  </a:lnTo>
                  <a:lnTo>
                    <a:pt x="323" y="2705"/>
                  </a:lnTo>
                  <a:lnTo>
                    <a:pt x="464" y="2402"/>
                  </a:lnTo>
                  <a:lnTo>
                    <a:pt x="666" y="2100"/>
                  </a:lnTo>
                  <a:lnTo>
                    <a:pt x="888" y="1797"/>
                  </a:lnTo>
                  <a:lnTo>
                    <a:pt x="1150" y="1474"/>
                  </a:lnTo>
                  <a:lnTo>
                    <a:pt x="1514" y="1131"/>
                  </a:lnTo>
                  <a:lnTo>
                    <a:pt x="1675" y="970"/>
                  </a:lnTo>
                  <a:lnTo>
                    <a:pt x="1837" y="848"/>
                  </a:lnTo>
                  <a:lnTo>
                    <a:pt x="2018" y="748"/>
                  </a:lnTo>
                  <a:lnTo>
                    <a:pt x="2180" y="647"/>
                  </a:lnTo>
                  <a:lnTo>
                    <a:pt x="2341" y="566"/>
                  </a:lnTo>
                  <a:lnTo>
                    <a:pt x="2502" y="505"/>
                  </a:lnTo>
                  <a:lnTo>
                    <a:pt x="2825" y="405"/>
                  </a:lnTo>
                  <a:lnTo>
                    <a:pt x="3189" y="344"/>
                  </a:lnTo>
                  <a:lnTo>
                    <a:pt x="3572" y="304"/>
                  </a:lnTo>
                  <a:lnTo>
                    <a:pt x="3996" y="263"/>
                  </a:lnTo>
                  <a:lnTo>
                    <a:pt x="4500" y="223"/>
                  </a:lnTo>
                  <a:lnTo>
                    <a:pt x="5812" y="122"/>
                  </a:lnTo>
                  <a:lnTo>
                    <a:pt x="7103" y="82"/>
                  </a:lnTo>
                  <a:lnTo>
                    <a:pt x="8355" y="82"/>
                  </a:lnTo>
                  <a:lnTo>
                    <a:pt x="9586" y="102"/>
                  </a:lnTo>
                  <a:lnTo>
                    <a:pt x="10574" y="162"/>
                  </a:lnTo>
                  <a:lnTo>
                    <a:pt x="11099" y="223"/>
                  </a:lnTo>
                  <a:lnTo>
                    <a:pt x="11664" y="283"/>
                  </a:lnTo>
                  <a:lnTo>
                    <a:pt x="12209" y="384"/>
                  </a:lnTo>
                  <a:lnTo>
                    <a:pt x="12794" y="505"/>
                  </a:lnTo>
                  <a:lnTo>
                    <a:pt x="13359" y="647"/>
                  </a:lnTo>
                  <a:lnTo>
                    <a:pt x="13945" y="828"/>
                  </a:lnTo>
                  <a:lnTo>
                    <a:pt x="14348" y="990"/>
                  </a:lnTo>
                  <a:lnTo>
                    <a:pt x="14812" y="1171"/>
                  </a:lnTo>
                  <a:lnTo>
                    <a:pt x="15276" y="1414"/>
                  </a:lnTo>
                  <a:lnTo>
                    <a:pt x="15741" y="1696"/>
                  </a:lnTo>
                  <a:lnTo>
                    <a:pt x="16205" y="2019"/>
                  </a:lnTo>
                  <a:lnTo>
                    <a:pt x="16447" y="2201"/>
                  </a:lnTo>
                  <a:lnTo>
                    <a:pt x="16669" y="2382"/>
                  </a:lnTo>
                  <a:lnTo>
                    <a:pt x="16891" y="2604"/>
                  </a:lnTo>
                  <a:lnTo>
                    <a:pt x="17113" y="2826"/>
                  </a:lnTo>
                  <a:lnTo>
                    <a:pt x="17315" y="3068"/>
                  </a:lnTo>
                  <a:lnTo>
                    <a:pt x="17516" y="3310"/>
                  </a:lnTo>
                  <a:lnTo>
                    <a:pt x="17698" y="3593"/>
                  </a:lnTo>
                  <a:lnTo>
                    <a:pt x="17880" y="3876"/>
                  </a:lnTo>
                  <a:lnTo>
                    <a:pt x="18041" y="4178"/>
                  </a:lnTo>
                  <a:lnTo>
                    <a:pt x="18182" y="4501"/>
                  </a:lnTo>
                  <a:lnTo>
                    <a:pt x="18324" y="4824"/>
                  </a:lnTo>
                  <a:lnTo>
                    <a:pt x="18445" y="5187"/>
                  </a:lnTo>
                  <a:lnTo>
                    <a:pt x="18546" y="5530"/>
                  </a:lnTo>
                  <a:lnTo>
                    <a:pt x="18646" y="5914"/>
                  </a:lnTo>
                  <a:lnTo>
                    <a:pt x="18727" y="6297"/>
                  </a:lnTo>
                  <a:lnTo>
                    <a:pt x="18788" y="6701"/>
                  </a:lnTo>
                  <a:lnTo>
                    <a:pt x="18828" y="7125"/>
                  </a:lnTo>
                  <a:lnTo>
                    <a:pt x="18868" y="7548"/>
                  </a:lnTo>
                  <a:lnTo>
                    <a:pt x="18889" y="7992"/>
                  </a:lnTo>
                  <a:lnTo>
                    <a:pt x="18889" y="8456"/>
                  </a:lnTo>
                  <a:lnTo>
                    <a:pt x="18889" y="8941"/>
                  </a:lnTo>
                  <a:lnTo>
                    <a:pt x="18868" y="9425"/>
                  </a:lnTo>
                  <a:lnTo>
                    <a:pt x="18949" y="9425"/>
                  </a:lnTo>
                  <a:lnTo>
                    <a:pt x="18969" y="8941"/>
                  </a:lnTo>
                  <a:lnTo>
                    <a:pt x="18969" y="8456"/>
                  </a:lnTo>
                  <a:lnTo>
                    <a:pt x="18969" y="7992"/>
                  </a:lnTo>
                  <a:lnTo>
                    <a:pt x="18949" y="7528"/>
                  </a:lnTo>
                  <a:lnTo>
                    <a:pt x="18909" y="7104"/>
                  </a:lnTo>
                  <a:lnTo>
                    <a:pt x="18868" y="6681"/>
                  </a:lnTo>
                  <a:lnTo>
                    <a:pt x="18788" y="6277"/>
                  </a:lnTo>
                  <a:lnTo>
                    <a:pt x="18727" y="5894"/>
                  </a:lnTo>
                  <a:lnTo>
                    <a:pt x="18626" y="5510"/>
                  </a:lnTo>
                  <a:lnTo>
                    <a:pt x="18525" y="5147"/>
                  </a:lnTo>
                  <a:lnTo>
                    <a:pt x="18404" y="4804"/>
                  </a:lnTo>
                  <a:lnTo>
                    <a:pt x="18263" y="4461"/>
                  </a:lnTo>
                  <a:lnTo>
                    <a:pt x="18102" y="4138"/>
                  </a:lnTo>
                  <a:lnTo>
                    <a:pt x="17940" y="3835"/>
                  </a:lnTo>
                  <a:lnTo>
                    <a:pt x="17759" y="3553"/>
                  </a:lnTo>
                  <a:lnTo>
                    <a:pt x="17577" y="3270"/>
                  </a:lnTo>
                  <a:lnTo>
                    <a:pt x="17375" y="3008"/>
                  </a:lnTo>
                  <a:lnTo>
                    <a:pt x="17173" y="2766"/>
                  </a:lnTo>
                  <a:lnTo>
                    <a:pt x="16951" y="2544"/>
                  </a:lnTo>
                  <a:lnTo>
                    <a:pt x="16729" y="2322"/>
                  </a:lnTo>
                  <a:lnTo>
                    <a:pt x="16507" y="2140"/>
                  </a:lnTo>
                  <a:lnTo>
                    <a:pt x="16265" y="1958"/>
                  </a:lnTo>
                  <a:lnTo>
                    <a:pt x="15781" y="1615"/>
                  </a:lnTo>
                  <a:lnTo>
                    <a:pt x="15317" y="1333"/>
                  </a:lnTo>
                  <a:lnTo>
                    <a:pt x="14832" y="1111"/>
                  </a:lnTo>
                  <a:lnTo>
                    <a:pt x="14388" y="909"/>
                  </a:lnTo>
                  <a:lnTo>
                    <a:pt x="13965" y="748"/>
                  </a:lnTo>
                  <a:lnTo>
                    <a:pt x="13400" y="566"/>
                  </a:lnTo>
                  <a:lnTo>
                    <a:pt x="12814" y="425"/>
                  </a:lnTo>
                  <a:lnTo>
                    <a:pt x="12229" y="304"/>
                  </a:lnTo>
                  <a:lnTo>
                    <a:pt x="11664" y="223"/>
                  </a:lnTo>
                  <a:lnTo>
                    <a:pt x="11119" y="142"/>
                  </a:lnTo>
                  <a:lnTo>
                    <a:pt x="10574" y="82"/>
                  </a:lnTo>
                  <a:lnTo>
                    <a:pt x="9586" y="21"/>
                  </a:lnTo>
                  <a:lnTo>
                    <a:pt x="8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flipH="1">
              <a:off x="-3364577" y="-5090390"/>
              <a:ext cx="1339208" cy="816864"/>
            </a:xfrm>
            <a:custGeom>
              <a:rect b="b" l="l" r="r" t="t"/>
              <a:pathLst>
                <a:path extrusionOk="0" h="14611" w="23954">
                  <a:moveTo>
                    <a:pt x="8637" y="0"/>
                  </a:moveTo>
                  <a:lnTo>
                    <a:pt x="7870" y="41"/>
                  </a:lnTo>
                  <a:lnTo>
                    <a:pt x="7083" y="81"/>
                  </a:lnTo>
                  <a:lnTo>
                    <a:pt x="6296" y="162"/>
                  </a:lnTo>
                  <a:lnTo>
                    <a:pt x="5509" y="243"/>
                  </a:lnTo>
                  <a:lnTo>
                    <a:pt x="5065" y="303"/>
                  </a:lnTo>
                  <a:lnTo>
                    <a:pt x="4601" y="384"/>
                  </a:lnTo>
                  <a:lnTo>
                    <a:pt x="4097" y="485"/>
                  </a:lnTo>
                  <a:lnTo>
                    <a:pt x="3592" y="626"/>
                  </a:lnTo>
                  <a:lnTo>
                    <a:pt x="3067" y="787"/>
                  </a:lnTo>
                  <a:lnTo>
                    <a:pt x="2563" y="1009"/>
                  </a:lnTo>
                  <a:lnTo>
                    <a:pt x="2321" y="1131"/>
                  </a:lnTo>
                  <a:lnTo>
                    <a:pt x="2079" y="1252"/>
                  </a:lnTo>
                  <a:lnTo>
                    <a:pt x="1836" y="1393"/>
                  </a:lnTo>
                  <a:lnTo>
                    <a:pt x="1614" y="1554"/>
                  </a:lnTo>
                  <a:lnTo>
                    <a:pt x="1392" y="1716"/>
                  </a:lnTo>
                  <a:lnTo>
                    <a:pt x="1191" y="1897"/>
                  </a:lnTo>
                  <a:lnTo>
                    <a:pt x="1009" y="2079"/>
                  </a:lnTo>
                  <a:lnTo>
                    <a:pt x="827" y="2261"/>
                  </a:lnTo>
                  <a:lnTo>
                    <a:pt x="686" y="2462"/>
                  </a:lnTo>
                  <a:lnTo>
                    <a:pt x="545" y="2664"/>
                  </a:lnTo>
                  <a:lnTo>
                    <a:pt x="404" y="2866"/>
                  </a:lnTo>
                  <a:lnTo>
                    <a:pt x="303" y="3088"/>
                  </a:lnTo>
                  <a:lnTo>
                    <a:pt x="222" y="3330"/>
                  </a:lnTo>
                  <a:lnTo>
                    <a:pt x="141" y="3552"/>
                  </a:lnTo>
                  <a:lnTo>
                    <a:pt x="81" y="3814"/>
                  </a:lnTo>
                  <a:lnTo>
                    <a:pt x="40" y="4057"/>
                  </a:lnTo>
                  <a:lnTo>
                    <a:pt x="0" y="4319"/>
                  </a:lnTo>
                  <a:lnTo>
                    <a:pt x="0" y="4581"/>
                  </a:lnTo>
                  <a:lnTo>
                    <a:pt x="0" y="4864"/>
                  </a:lnTo>
                  <a:lnTo>
                    <a:pt x="20" y="5146"/>
                  </a:lnTo>
                  <a:lnTo>
                    <a:pt x="81" y="5611"/>
                  </a:lnTo>
                  <a:lnTo>
                    <a:pt x="182" y="6095"/>
                  </a:lnTo>
                  <a:lnTo>
                    <a:pt x="303" y="6559"/>
                  </a:lnTo>
                  <a:lnTo>
                    <a:pt x="424" y="7023"/>
                  </a:lnTo>
                  <a:lnTo>
                    <a:pt x="565" y="7588"/>
                  </a:lnTo>
                  <a:lnTo>
                    <a:pt x="706" y="8173"/>
                  </a:lnTo>
                  <a:lnTo>
                    <a:pt x="767" y="8537"/>
                  </a:lnTo>
                  <a:lnTo>
                    <a:pt x="827" y="8920"/>
                  </a:lnTo>
                  <a:lnTo>
                    <a:pt x="868" y="9324"/>
                  </a:lnTo>
                  <a:lnTo>
                    <a:pt x="888" y="9707"/>
                  </a:lnTo>
                  <a:lnTo>
                    <a:pt x="908" y="10090"/>
                  </a:lnTo>
                  <a:lnTo>
                    <a:pt x="888" y="10474"/>
                  </a:lnTo>
                  <a:lnTo>
                    <a:pt x="868" y="10857"/>
                  </a:lnTo>
                  <a:lnTo>
                    <a:pt x="827" y="11241"/>
                  </a:lnTo>
                  <a:lnTo>
                    <a:pt x="807" y="11483"/>
                  </a:lnTo>
                  <a:lnTo>
                    <a:pt x="767" y="11765"/>
                  </a:lnTo>
                  <a:lnTo>
                    <a:pt x="747" y="12068"/>
                  </a:lnTo>
                  <a:lnTo>
                    <a:pt x="747" y="12351"/>
                  </a:lnTo>
                  <a:lnTo>
                    <a:pt x="767" y="12653"/>
                  </a:lnTo>
                  <a:lnTo>
                    <a:pt x="807" y="12815"/>
                  </a:lnTo>
                  <a:lnTo>
                    <a:pt x="848" y="12976"/>
                  </a:lnTo>
                  <a:lnTo>
                    <a:pt x="928" y="13138"/>
                  </a:lnTo>
                  <a:lnTo>
                    <a:pt x="1029" y="13299"/>
                  </a:lnTo>
                  <a:lnTo>
                    <a:pt x="1130" y="13440"/>
                  </a:lnTo>
                  <a:lnTo>
                    <a:pt x="1271" y="13561"/>
                  </a:lnTo>
                  <a:lnTo>
                    <a:pt x="1433" y="13662"/>
                  </a:lnTo>
                  <a:lnTo>
                    <a:pt x="1614" y="13723"/>
                  </a:lnTo>
                  <a:lnTo>
                    <a:pt x="1715" y="13763"/>
                  </a:lnTo>
                  <a:lnTo>
                    <a:pt x="2058" y="13763"/>
                  </a:lnTo>
                  <a:lnTo>
                    <a:pt x="2280" y="13723"/>
                  </a:lnTo>
                  <a:lnTo>
                    <a:pt x="2502" y="13683"/>
                  </a:lnTo>
                  <a:lnTo>
                    <a:pt x="3794" y="13420"/>
                  </a:lnTo>
                  <a:lnTo>
                    <a:pt x="4419" y="13299"/>
                  </a:lnTo>
                  <a:lnTo>
                    <a:pt x="5065" y="13198"/>
                  </a:lnTo>
                  <a:lnTo>
                    <a:pt x="5691" y="13118"/>
                  </a:lnTo>
                  <a:lnTo>
                    <a:pt x="6337" y="13057"/>
                  </a:lnTo>
                  <a:lnTo>
                    <a:pt x="6962" y="13037"/>
                  </a:lnTo>
                  <a:lnTo>
                    <a:pt x="7588" y="13037"/>
                  </a:lnTo>
                  <a:lnTo>
                    <a:pt x="8133" y="13077"/>
                  </a:lnTo>
                  <a:lnTo>
                    <a:pt x="8657" y="13138"/>
                  </a:lnTo>
                  <a:lnTo>
                    <a:pt x="9202" y="13218"/>
                  </a:lnTo>
                  <a:lnTo>
                    <a:pt x="9747" y="13319"/>
                  </a:lnTo>
                  <a:lnTo>
                    <a:pt x="10796" y="13561"/>
                  </a:lnTo>
                  <a:lnTo>
                    <a:pt x="11846" y="13824"/>
                  </a:lnTo>
                  <a:lnTo>
                    <a:pt x="13218" y="14167"/>
                  </a:lnTo>
                  <a:lnTo>
                    <a:pt x="13924" y="14328"/>
                  </a:lnTo>
                  <a:lnTo>
                    <a:pt x="14610" y="14449"/>
                  </a:lnTo>
                  <a:lnTo>
                    <a:pt x="15095" y="14530"/>
                  </a:lnTo>
                  <a:lnTo>
                    <a:pt x="15559" y="14570"/>
                  </a:lnTo>
                  <a:lnTo>
                    <a:pt x="16023" y="14611"/>
                  </a:lnTo>
                  <a:lnTo>
                    <a:pt x="16871" y="14611"/>
                  </a:lnTo>
                  <a:lnTo>
                    <a:pt x="17274" y="14570"/>
                  </a:lnTo>
                  <a:lnTo>
                    <a:pt x="17658" y="14530"/>
                  </a:lnTo>
                  <a:lnTo>
                    <a:pt x="18021" y="14449"/>
                  </a:lnTo>
                  <a:lnTo>
                    <a:pt x="18485" y="14328"/>
                  </a:lnTo>
                  <a:lnTo>
                    <a:pt x="18909" y="14187"/>
                  </a:lnTo>
                  <a:lnTo>
                    <a:pt x="19312" y="14005"/>
                  </a:lnTo>
                  <a:lnTo>
                    <a:pt x="19676" y="13783"/>
                  </a:lnTo>
                  <a:lnTo>
                    <a:pt x="20039" y="13541"/>
                  </a:lnTo>
                  <a:lnTo>
                    <a:pt x="20341" y="13279"/>
                  </a:lnTo>
                  <a:lnTo>
                    <a:pt x="20644" y="12976"/>
                  </a:lnTo>
                  <a:lnTo>
                    <a:pt x="20886" y="12674"/>
                  </a:lnTo>
                  <a:lnTo>
                    <a:pt x="21028" y="12472"/>
                  </a:lnTo>
                  <a:lnTo>
                    <a:pt x="21149" y="12270"/>
                  </a:lnTo>
                  <a:lnTo>
                    <a:pt x="21250" y="12048"/>
                  </a:lnTo>
                  <a:lnTo>
                    <a:pt x="21350" y="11846"/>
                  </a:lnTo>
                  <a:lnTo>
                    <a:pt x="21512" y="11402"/>
                  </a:lnTo>
                  <a:lnTo>
                    <a:pt x="21633" y="10958"/>
                  </a:lnTo>
                  <a:lnTo>
                    <a:pt x="21734" y="10494"/>
                  </a:lnTo>
                  <a:lnTo>
                    <a:pt x="21794" y="10030"/>
                  </a:lnTo>
                  <a:lnTo>
                    <a:pt x="21835" y="9586"/>
                  </a:lnTo>
                  <a:lnTo>
                    <a:pt x="21875" y="9142"/>
                  </a:lnTo>
                  <a:lnTo>
                    <a:pt x="21794" y="9142"/>
                  </a:lnTo>
                  <a:lnTo>
                    <a:pt x="21754" y="9586"/>
                  </a:lnTo>
                  <a:lnTo>
                    <a:pt x="21714" y="10030"/>
                  </a:lnTo>
                  <a:lnTo>
                    <a:pt x="21653" y="10474"/>
                  </a:lnTo>
                  <a:lnTo>
                    <a:pt x="21552" y="10918"/>
                  </a:lnTo>
                  <a:lnTo>
                    <a:pt x="21431" y="11362"/>
                  </a:lnTo>
                  <a:lnTo>
                    <a:pt x="21270" y="11806"/>
                  </a:lnTo>
                  <a:lnTo>
                    <a:pt x="21189" y="12008"/>
                  </a:lnTo>
                  <a:lnTo>
                    <a:pt x="21068" y="12230"/>
                  </a:lnTo>
                  <a:lnTo>
                    <a:pt x="20947" y="12431"/>
                  </a:lnTo>
                  <a:lnTo>
                    <a:pt x="20826" y="12613"/>
                  </a:lnTo>
                  <a:lnTo>
                    <a:pt x="20584" y="12936"/>
                  </a:lnTo>
                  <a:lnTo>
                    <a:pt x="20301" y="13218"/>
                  </a:lnTo>
                  <a:lnTo>
                    <a:pt x="19978" y="13481"/>
                  </a:lnTo>
                  <a:lnTo>
                    <a:pt x="19635" y="13723"/>
                  </a:lnTo>
                  <a:lnTo>
                    <a:pt x="19272" y="13925"/>
                  </a:lnTo>
                  <a:lnTo>
                    <a:pt x="18868" y="14106"/>
                  </a:lnTo>
                  <a:lnTo>
                    <a:pt x="18445" y="14248"/>
                  </a:lnTo>
                  <a:lnTo>
                    <a:pt x="18001" y="14369"/>
                  </a:lnTo>
                  <a:lnTo>
                    <a:pt x="17637" y="14449"/>
                  </a:lnTo>
                  <a:lnTo>
                    <a:pt x="17254" y="14490"/>
                  </a:lnTo>
                  <a:lnTo>
                    <a:pt x="16871" y="14530"/>
                  </a:lnTo>
                  <a:lnTo>
                    <a:pt x="16023" y="14530"/>
                  </a:lnTo>
                  <a:lnTo>
                    <a:pt x="15579" y="14490"/>
                  </a:lnTo>
                  <a:lnTo>
                    <a:pt x="15115" y="14449"/>
                  </a:lnTo>
                  <a:lnTo>
                    <a:pt x="14631" y="14369"/>
                  </a:lnTo>
                  <a:lnTo>
                    <a:pt x="13924" y="14248"/>
                  </a:lnTo>
                  <a:lnTo>
                    <a:pt x="13238" y="14086"/>
                  </a:lnTo>
                  <a:lnTo>
                    <a:pt x="11866" y="13743"/>
                  </a:lnTo>
                  <a:lnTo>
                    <a:pt x="10817" y="13481"/>
                  </a:lnTo>
                  <a:lnTo>
                    <a:pt x="9747" y="13239"/>
                  </a:lnTo>
                  <a:lnTo>
                    <a:pt x="9222" y="13138"/>
                  </a:lnTo>
                  <a:lnTo>
                    <a:pt x="8677" y="13057"/>
                  </a:lnTo>
                  <a:lnTo>
                    <a:pt x="8133" y="12996"/>
                  </a:lnTo>
                  <a:lnTo>
                    <a:pt x="7588" y="12956"/>
                  </a:lnTo>
                  <a:lnTo>
                    <a:pt x="6962" y="12956"/>
                  </a:lnTo>
                  <a:lnTo>
                    <a:pt x="6316" y="12976"/>
                  </a:lnTo>
                  <a:lnTo>
                    <a:pt x="5691" y="13037"/>
                  </a:lnTo>
                  <a:lnTo>
                    <a:pt x="5065" y="13118"/>
                  </a:lnTo>
                  <a:lnTo>
                    <a:pt x="4419" y="13218"/>
                  </a:lnTo>
                  <a:lnTo>
                    <a:pt x="3774" y="13339"/>
                  </a:lnTo>
                  <a:lnTo>
                    <a:pt x="2482" y="13602"/>
                  </a:lnTo>
                  <a:lnTo>
                    <a:pt x="2280" y="13642"/>
                  </a:lnTo>
                  <a:lnTo>
                    <a:pt x="2058" y="13683"/>
                  </a:lnTo>
                  <a:lnTo>
                    <a:pt x="1735" y="13683"/>
                  </a:lnTo>
                  <a:lnTo>
                    <a:pt x="1635" y="13662"/>
                  </a:lnTo>
                  <a:lnTo>
                    <a:pt x="1453" y="13582"/>
                  </a:lnTo>
                  <a:lnTo>
                    <a:pt x="1312" y="13501"/>
                  </a:lnTo>
                  <a:lnTo>
                    <a:pt x="1191" y="13380"/>
                  </a:lnTo>
                  <a:lnTo>
                    <a:pt x="1090" y="13239"/>
                  </a:lnTo>
                  <a:lnTo>
                    <a:pt x="989" y="13097"/>
                  </a:lnTo>
                  <a:lnTo>
                    <a:pt x="928" y="12936"/>
                  </a:lnTo>
                  <a:lnTo>
                    <a:pt x="888" y="12795"/>
                  </a:lnTo>
                  <a:lnTo>
                    <a:pt x="848" y="12633"/>
                  </a:lnTo>
                  <a:lnTo>
                    <a:pt x="827" y="12351"/>
                  </a:lnTo>
                  <a:lnTo>
                    <a:pt x="827" y="12068"/>
                  </a:lnTo>
                  <a:lnTo>
                    <a:pt x="848" y="11765"/>
                  </a:lnTo>
                  <a:lnTo>
                    <a:pt x="888" y="11483"/>
                  </a:lnTo>
                  <a:lnTo>
                    <a:pt x="908" y="11261"/>
                  </a:lnTo>
                  <a:lnTo>
                    <a:pt x="948" y="10857"/>
                  </a:lnTo>
                  <a:lnTo>
                    <a:pt x="969" y="10474"/>
                  </a:lnTo>
                  <a:lnTo>
                    <a:pt x="989" y="10090"/>
                  </a:lnTo>
                  <a:lnTo>
                    <a:pt x="969" y="9707"/>
                  </a:lnTo>
                  <a:lnTo>
                    <a:pt x="948" y="9303"/>
                  </a:lnTo>
                  <a:lnTo>
                    <a:pt x="908" y="8920"/>
                  </a:lnTo>
                  <a:lnTo>
                    <a:pt x="848" y="8537"/>
                  </a:lnTo>
                  <a:lnTo>
                    <a:pt x="787" y="8153"/>
                  </a:lnTo>
                  <a:lnTo>
                    <a:pt x="646" y="7568"/>
                  </a:lnTo>
                  <a:lnTo>
                    <a:pt x="505" y="7003"/>
                  </a:lnTo>
                  <a:lnTo>
                    <a:pt x="383" y="6539"/>
                  </a:lnTo>
                  <a:lnTo>
                    <a:pt x="262" y="6075"/>
                  </a:lnTo>
                  <a:lnTo>
                    <a:pt x="161" y="5611"/>
                  </a:lnTo>
                  <a:lnTo>
                    <a:pt x="101" y="5126"/>
                  </a:lnTo>
                  <a:lnTo>
                    <a:pt x="81" y="4844"/>
                  </a:lnTo>
                  <a:lnTo>
                    <a:pt x="81" y="4581"/>
                  </a:lnTo>
                  <a:lnTo>
                    <a:pt x="81" y="4319"/>
                  </a:lnTo>
                  <a:lnTo>
                    <a:pt x="121" y="4077"/>
                  </a:lnTo>
                  <a:lnTo>
                    <a:pt x="161" y="3835"/>
                  </a:lnTo>
                  <a:lnTo>
                    <a:pt x="222" y="3593"/>
                  </a:lnTo>
                  <a:lnTo>
                    <a:pt x="283" y="3350"/>
                  </a:lnTo>
                  <a:lnTo>
                    <a:pt x="383" y="3128"/>
                  </a:lnTo>
                  <a:lnTo>
                    <a:pt x="484" y="2906"/>
                  </a:lnTo>
                  <a:lnTo>
                    <a:pt x="605" y="2705"/>
                  </a:lnTo>
                  <a:lnTo>
                    <a:pt x="747" y="2503"/>
                  </a:lnTo>
                  <a:lnTo>
                    <a:pt x="888" y="2301"/>
                  </a:lnTo>
                  <a:lnTo>
                    <a:pt x="1070" y="2119"/>
                  </a:lnTo>
                  <a:lnTo>
                    <a:pt x="1251" y="1938"/>
                  </a:lnTo>
                  <a:lnTo>
                    <a:pt x="1453" y="1776"/>
                  </a:lnTo>
                  <a:lnTo>
                    <a:pt x="1655" y="1615"/>
                  </a:lnTo>
                  <a:lnTo>
                    <a:pt x="1897" y="1453"/>
                  </a:lnTo>
                  <a:lnTo>
                    <a:pt x="2119" y="1332"/>
                  </a:lnTo>
                  <a:lnTo>
                    <a:pt x="2361" y="1191"/>
                  </a:lnTo>
                  <a:lnTo>
                    <a:pt x="2603" y="1070"/>
                  </a:lnTo>
                  <a:lnTo>
                    <a:pt x="3108" y="868"/>
                  </a:lnTo>
                  <a:lnTo>
                    <a:pt x="3612" y="707"/>
                  </a:lnTo>
                  <a:lnTo>
                    <a:pt x="4117" y="565"/>
                  </a:lnTo>
                  <a:lnTo>
                    <a:pt x="4621" y="465"/>
                  </a:lnTo>
                  <a:lnTo>
                    <a:pt x="5085" y="384"/>
                  </a:lnTo>
                  <a:lnTo>
                    <a:pt x="5529" y="323"/>
                  </a:lnTo>
                  <a:lnTo>
                    <a:pt x="6316" y="243"/>
                  </a:lnTo>
                  <a:lnTo>
                    <a:pt x="7083" y="162"/>
                  </a:lnTo>
                  <a:lnTo>
                    <a:pt x="7870" y="122"/>
                  </a:lnTo>
                  <a:lnTo>
                    <a:pt x="8637" y="81"/>
                  </a:lnTo>
                  <a:lnTo>
                    <a:pt x="10171" y="81"/>
                  </a:lnTo>
                  <a:lnTo>
                    <a:pt x="10938" y="101"/>
                  </a:lnTo>
                  <a:lnTo>
                    <a:pt x="11704" y="142"/>
                  </a:lnTo>
                  <a:lnTo>
                    <a:pt x="12451" y="202"/>
                  </a:lnTo>
                  <a:lnTo>
                    <a:pt x="13218" y="283"/>
                  </a:lnTo>
                  <a:lnTo>
                    <a:pt x="13965" y="364"/>
                  </a:lnTo>
                  <a:lnTo>
                    <a:pt x="14711" y="485"/>
                  </a:lnTo>
                  <a:lnTo>
                    <a:pt x="15458" y="606"/>
                  </a:lnTo>
                  <a:lnTo>
                    <a:pt x="16225" y="767"/>
                  </a:lnTo>
                  <a:lnTo>
                    <a:pt x="16971" y="929"/>
                  </a:lnTo>
                  <a:lnTo>
                    <a:pt x="17718" y="1110"/>
                  </a:lnTo>
                  <a:lnTo>
                    <a:pt x="18445" y="1312"/>
                  </a:lnTo>
                  <a:lnTo>
                    <a:pt x="19191" y="1554"/>
                  </a:lnTo>
                  <a:lnTo>
                    <a:pt x="19554" y="1675"/>
                  </a:lnTo>
                  <a:lnTo>
                    <a:pt x="19938" y="1817"/>
                  </a:lnTo>
                  <a:lnTo>
                    <a:pt x="20301" y="1978"/>
                  </a:lnTo>
                  <a:lnTo>
                    <a:pt x="20644" y="2140"/>
                  </a:lnTo>
                  <a:lnTo>
                    <a:pt x="20987" y="2321"/>
                  </a:lnTo>
                  <a:lnTo>
                    <a:pt x="21330" y="2523"/>
                  </a:lnTo>
                  <a:lnTo>
                    <a:pt x="21653" y="2745"/>
                  </a:lnTo>
                  <a:lnTo>
                    <a:pt x="21956" y="2967"/>
                  </a:lnTo>
                  <a:lnTo>
                    <a:pt x="22259" y="3229"/>
                  </a:lnTo>
                  <a:lnTo>
                    <a:pt x="22541" y="3492"/>
                  </a:lnTo>
                  <a:lnTo>
                    <a:pt x="22783" y="3794"/>
                  </a:lnTo>
                  <a:lnTo>
                    <a:pt x="23025" y="4097"/>
                  </a:lnTo>
                  <a:lnTo>
                    <a:pt x="23207" y="4380"/>
                  </a:lnTo>
                  <a:lnTo>
                    <a:pt x="23368" y="4682"/>
                  </a:lnTo>
                  <a:lnTo>
                    <a:pt x="23510" y="4965"/>
                  </a:lnTo>
                  <a:lnTo>
                    <a:pt x="23611" y="5288"/>
                  </a:lnTo>
                  <a:lnTo>
                    <a:pt x="23712" y="5611"/>
                  </a:lnTo>
                  <a:lnTo>
                    <a:pt x="23792" y="5933"/>
                  </a:lnTo>
                  <a:lnTo>
                    <a:pt x="23833" y="6256"/>
                  </a:lnTo>
                  <a:lnTo>
                    <a:pt x="23873" y="6579"/>
                  </a:lnTo>
                  <a:lnTo>
                    <a:pt x="23873" y="6922"/>
                  </a:lnTo>
                  <a:lnTo>
                    <a:pt x="23873" y="7245"/>
                  </a:lnTo>
                  <a:lnTo>
                    <a:pt x="23833" y="7588"/>
                  </a:lnTo>
                  <a:lnTo>
                    <a:pt x="23772" y="7911"/>
                  </a:lnTo>
                  <a:lnTo>
                    <a:pt x="23712" y="8234"/>
                  </a:lnTo>
                  <a:lnTo>
                    <a:pt x="23611" y="8537"/>
                  </a:lnTo>
                  <a:lnTo>
                    <a:pt x="23490" y="8860"/>
                  </a:lnTo>
                  <a:lnTo>
                    <a:pt x="23328" y="9162"/>
                  </a:lnTo>
                  <a:lnTo>
                    <a:pt x="23409" y="9182"/>
                  </a:lnTo>
                  <a:lnTo>
                    <a:pt x="23550" y="8880"/>
                  </a:lnTo>
                  <a:lnTo>
                    <a:pt x="23671" y="8577"/>
                  </a:lnTo>
                  <a:lnTo>
                    <a:pt x="23772" y="8254"/>
                  </a:lnTo>
                  <a:lnTo>
                    <a:pt x="23853" y="7931"/>
                  </a:lnTo>
                  <a:lnTo>
                    <a:pt x="23913" y="7588"/>
                  </a:lnTo>
                  <a:lnTo>
                    <a:pt x="23954" y="7265"/>
                  </a:lnTo>
                  <a:lnTo>
                    <a:pt x="23954" y="6922"/>
                  </a:lnTo>
                  <a:lnTo>
                    <a:pt x="23954" y="6579"/>
                  </a:lnTo>
                  <a:lnTo>
                    <a:pt x="23913" y="6236"/>
                  </a:lnTo>
                  <a:lnTo>
                    <a:pt x="23873" y="5913"/>
                  </a:lnTo>
                  <a:lnTo>
                    <a:pt x="23792" y="5590"/>
                  </a:lnTo>
                  <a:lnTo>
                    <a:pt x="23691" y="5267"/>
                  </a:lnTo>
                  <a:lnTo>
                    <a:pt x="23570" y="4945"/>
                  </a:lnTo>
                  <a:lnTo>
                    <a:pt x="23429" y="4642"/>
                  </a:lnTo>
                  <a:lnTo>
                    <a:pt x="23268" y="4339"/>
                  </a:lnTo>
                  <a:lnTo>
                    <a:pt x="23086" y="4057"/>
                  </a:lnTo>
                  <a:lnTo>
                    <a:pt x="22844" y="3734"/>
                  </a:lnTo>
                  <a:lnTo>
                    <a:pt x="22602" y="3451"/>
                  </a:lnTo>
                  <a:lnTo>
                    <a:pt x="22319" y="3169"/>
                  </a:lnTo>
                  <a:lnTo>
                    <a:pt x="22016" y="2906"/>
                  </a:lnTo>
                  <a:lnTo>
                    <a:pt x="21694" y="2684"/>
                  </a:lnTo>
                  <a:lnTo>
                    <a:pt x="21371" y="2462"/>
                  </a:lnTo>
                  <a:lnTo>
                    <a:pt x="21048" y="2261"/>
                  </a:lnTo>
                  <a:lnTo>
                    <a:pt x="20685" y="2079"/>
                  </a:lnTo>
                  <a:lnTo>
                    <a:pt x="20341" y="1897"/>
                  </a:lnTo>
                  <a:lnTo>
                    <a:pt x="19978" y="1756"/>
                  </a:lnTo>
                  <a:lnTo>
                    <a:pt x="19595" y="1595"/>
                  </a:lnTo>
                  <a:lnTo>
                    <a:pt x="19232" y="1474"/>
                  </a:lnTo>
                  <a:lnTo>
                    <a:pt x="18465" y="1231"/>
                  </a:lnTo>
                  <a:lnTo>
                    <a:pt x="17738" y="1030"/>
                  </a:lnTo>
                  <a:lnTo>
                    <a:pt x="16971" y="848"/>
                  </a:lnTo>
                  <a:lnTo>
                    <a:pt x="16225" y="687"/>
                  </a:lnTo>
                  <a:lnTo>
                    <a:pt x="15478" y="545"/>
                  </a:lnTo>
                  <a:lnTo>
                    <a:pt x="14731" y="404"/>
                  </a:lnTo>
                  <a:lnTo>
                    <a:pt x="13985" y="283"/>
                  </a:lnTo>
                  <a:lnTo>
                    <a:pt x="13218" y="202"/>
                  </a:lnTo>
                  <a:lnTo>
                    <a:pt x="12471" y="122"/>
                  </a:lnTo>
                  <a:lnTo>
                    <a:pt x="11704" y="61"/>
                  </a:lnTo>
                  <a:lnTo>
                    <a:pt x="10938" y="21"/>
                  </a:lnTo>
                  <a:lnTo>
                    <a:pt x="10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flipH="1">
              <a:off x="-3334104" y="-4888456"/>
              <a:ext cx="1145153" cy="459224"/>
            </a:xfrm>
            <a:custGeom>
              <a:rect b="b" l="l" r="r" t="t"/>
              <a:pathLst>
                <a:path extrusionOk="0" h="8214" w="20483">
                  <a:moveTo>
                    <a:pt x="0" y="1"/>
                  </a:moveTo>
                  <a:lnTo>
                    <a:pt x="20" y="182"/>
                  </a:lnTo>
                  <a:lnTo>
                    <a:pt x="40" y="384"/>
                  </a:lnTo>
                  <a:lnTo>
                    <a:pt x="141" y="768"/>
                  </a:lnTo>
                  <a:lnTo>
                    <a:pt x="283" y="1131"/>
                  </a:lnTo>
                  <a:lnTo>
                    <a:pt x="424" y="1494"/>
                  </a:lnTo>
                  <a:lnTo>
                    <a:pt x="585" y="1877"/>
                  </a:lnTo>
                  <a:lnTo>
                    <a:pt x="727" y="2261"/>
                  </a:lnTo>
                  <a:lnTo>
                    <a:pt x="787" y="2463"/>
                  </a:lnTo>
                  <a:lnTo>
                    <a:pt x="827" y="2664"/>
                  </a:lnTo>
                  <a:lnTo>
                    <a:pt x="848" y="2886"/>
                  </a:lnTo>
                  <a:lnTo>
                    <a:pt x="868" y="3088"/>
                  </a:lnTo>
                  <a:lnTo>
                    <a:pt x="848" y="3330"/>
                  </a:lnTo>
                  <a:lnTo>
                    <a:pt x="807" y="3573"/>
                  </a:lnTo>
                  <a:lnTo>
                    <a:pt x="686" y="4057"/>
                  </a:lnTo>
                  <a:lnTo>
                    <a:pt x="585" y="4460"/>
                  </a:lnTo>
                  <a:lnTo>
                    <a:pt x="545" y="4662"/>
                  </a:lnTo>
                  <a:lnTo>
                    <a:pt x="525" y="4864"/>
                  </a:lnTo>
                  <a:lnTo>
                    <a:pt x="525" y="5066"/>
                  </a:lnTo>
                  <a:lnTo>
                    <a:pt x="525" y="5248"/>
                  </a:lnTo>
                  <a:lnTo>
                    <a:pt x="565" y="5449"/>
                  </a:lnTo>
                  <a:lnTo>
                    <a:pt x="646" y="5631"/>
                  </a:lnTo>
                  <a:lnTo>
                    <a:pt x="706" y="5752"/>
                  </a:lnTo>
                  <a:lnTo>
                    <a:pt x="767" y="5873"/>
                  </a:lnTo>
                  <a:lnTo>
                    <a:pt x="848" y="5974"/>
                  </a:lnTo>
                  <a:lnTo>
                    <a:pt x="949" y="6075"/>
                  </a:lnTo>
                  <a:lnTo>
                    <a:pt x="1049" y="6156"/>
                  </a:lnTo>
                  <a:lnTo>
                    <a:pt x="1171" y="6236"/>
                  </a:lnTo>
                  <a:lnTo>
                    <a:pt x="1453" y="6378"/>
                  </a:lnTo>
                  <a:lnTo>
                    <a:pt x="1756" y="6478"/>
                  </a:lnTo>
                  <a:lnTo>
                    <a:pt x="2139" y="6559"/>
                  </a:lnTo>
                  <a:lnTo>
                    <a:pt x="2543" y="6600"/>
                  </a:lnTo>
                  <a:lnTo>
                    <a:pt x="3007" y="6620"/>
                  </a:lnTo>
                  <a:lnTo>
                    <a:pt x="4682" y="6600"/>
                  </a:lnTo>
                  <a:lnTo>
                    <a:pt x="7426" y="6600"/>
                  </a:lnTo>
                  <a:lnTo>
                    <a:pt x="8334" y="6640"/>
                  </a:lnTo>
                  <a:lnTo>
                    <a:pt x="9243" y="6721"/>
                  </a:lnTo>
                  <a:lnTo>
                    <a:pt x="10151" y="6822"/>
                  </a:lnTo>
                  <a:lnTo>
                    <a:pt x="10595" y="6902"/>
                  </a:lnTo>
                  <a:lnTo>
                    <a:pt x="11059" y="6983"/>
                  </a:lnTo>
                  <a:lnTo>
                    <a:pt x="11503" y="7084"/>
                  </a:lnTo>
                  <a:lnTo>
                    <a:pt x="11927" y="7205"/>
                  </a:lnTo>
                  <a:lnTo>
                    <a:pt x="12512" y="7387"/>
                  </a:lnTo>
                  <a:lnTo>
                    <a:pt x="13077" y="7568"/>
                  </a:lnTo>
                  <a:lnTo>
                    <a:pt x="13803" y="7790"/>
                  </a:lnTo>
                  <a:lnTo>
                    <a:pt x="14167" y="7911"/>
                  </a:lnTo>
                  <a:lnTo>
                    <a:pt x="14550" y="8012"/>
                  </a:lnTo>
                  <a:lnTo>
                    <a:pt x="14913" y="8093"/>
                  </a:lnTo>
                  <a:lnTo>
                    <a:pt x="15297" y="8153"/>
                  </a:lnTo>
                  <a:lnTo>
                    <a:pt x="15680" y="8194"/>
                  </a:lnTo>
                  <a:lnTo>
                    <a:pt x="16063" y="8214"/>
                  </a:lnTo>
                  <a:lnTo>
                    <a:pt x="16427" y="8214"/>
                  </a:lnTo>
                  <a:lnTo>
                    <a:pt x="16770" y="8174"/>
                  </a:lnTo>
                  <a:lnTo>
                    <a:pt x="17093" y="8113"/>
                  </a:lnTo>
                  <a:lnTo>
                    <a:pt x="17415" y="8032"/>
                  </a:lnTo>
                  <a:lnTo>
                    <a:pt x="17738" y="7931"/>
                  </a:lnTo>
                  <a:lnTo>
                    <a:pt x="18061" y="7810"/>
                  </a:lnTo>
                  <a:lnTo>
                    <a:pt x="18364" y="7649"/>
                  </a:lnTo>
                  <a:lnTo>
                    <a:pt x="18646" y="7488"/>
                  </a:lnTo>
                  <a:lnTo>
                    <a:pt x="18929" y="7306"/>
                  </a:lnTo>
                  <a:lnTo>
                    <a:pt x="19191" y="7104"/>
                  </a:lnTo>
                  <a:lnTo>
                    <a:pt x="19454" y="6902"/>
                  </a:lnTo>
                  <a:lnTo>
                    <a:pt x="19696" y="6660"/>
                  </a:lnTo>
                  <a:lnTo>
                    <a:pt x="19918" y="6418"/>
                  </a:lnTo>
                  <a:lnTo>
                    <a:pt x="20120" y="6156"/>
                  </a:lnTo>
                  <a:lnTo>
                    <a:pt x="20321" y="5873"/>
                  </a:lnTo>
                  <a:lnTo>
                    <a:pt x="20483" y="5570"/>
                  </a:lnTo>
                  <a:lnTo>
                    <a:pt x="20402" y="5550"/>
                  </a:lnTo>
                  <a:lnTo>
                    <a:pt x="20241" y="5833"/>
                  </a:lnTo>
                  <a:lnTo>
                    <a:pt x="20059" y="6095"/>
                  </a:lnTo>
                  <a:lnTo>
                    <a:pt x="19857" y="6357"/>
                  </a:lnTo>
                  <a:lnTo>
                    <a:pt x="19635" y="6600"/>
                  </a:lnTo>
                  <a:lnTo>
                    <a:pt x="19393" y="6842"/>
                  </a:lnTo>
                  <a:lnTo>
                    <a:pt x="19151" y="7044"/>
                  </a:lnTo>
                  <a:lnTo>
                    <a:pt x="18889" y="7245"/>
                  </a:lnTo>
                  <a:lnTo>
                    <a:pt x="18606" y="7427"/>
                  </a:lnTo>
                  <a:lnTo>
                    <a:pt x="18324" y="7588"/>
                  </a:lnTo>
                  <a:lnTo>
                    <a:pt x="18021" y="7730"/>
                  </a:lnTo>
                  <a:lnTo>
                    <a:pt x="17718" y="7851"/>
                  </a:lnTo>
                  <a:lnTo>
                    <a:pt x="17395" y="7952"/>
                  </a:lnTo>
                  <a:lnTo>
                    <a:pt x="17072" y="8032"/>
                  </a:lnTo>
                  <a:lnTo>
                    <a:pt x="16750" y="8093"/>
                  </a:lnTo>
                  <a:lnTo>
                    <a:pt x="16427" y="8133"/>
                  </a:lnTo>
                  <a:lnTo>
                    <a:pt x="16063" y="8133"/>
                  </a:lnTo>
                  <a:lnTo>
                    <a:pt x="15680" y="8113"/>
                  </a:lnTo>
                  <a:lnTo>
                    <a:pt x="15317" y="8073"/>
                  </a:lnTo>
                  <a:lnTo>
                    <a:pt x="14933" y="8012"/>
                  </a:lnTo>
                  <a:lnTo>
                    <a:pt x="14550" y="7931"/>
                  </a:lnTo>
                  <a:lnTo>
                    <a:pt x="14187" y="7831"/>
                  </a:lnTo>
                  <a:lnTo>
                    <a:pt x="13823" y="7730"/>
                  </a:lnTo>
                  <a:lnTo>
                    <a:pt x="13097" y="7488"/>
                  </a:lnTo>
                  <a:lnTo>
                    <a:pt x="12532" y="7306"/>
                  </a:lnTo>
                  <a:lnTo>
                    <a:pt x="11947" y="7124"/>
                  </a:lnTo>
                  <a:lnTo>
                    <a:pt x="11523" y="7003"/>
                  </a:lnTo>
                  <a:lnTo>
                    <a:pt x="11059" y="6902"/>
                  </a:lnTo>
                  <a:lnTo>
                    <a:pt x="10615" y="6822"/>
                  </a:lnTo>
                  <a:lnTo>
                    <a:pt x="10171" y="6741"/>
                  </a:lnTo>
                  <a:lnTo>
                    <a:pt x="9263" y="6640"/>
                  </a:lnTo>
                  <a:lnTo>
                    <a:pt x="8355" y="6559"/>
                  </a:lnTo>
                  <a:lnTo>
                    <a:pt x="7426" y="6519"/>
                  </a:lnTo>
                  <a:lnTo>
                    <a:pt x="4682" y="6519"/>
                  </a:lnTo>
                  <a:lnTo>
                    <a:pt x="3007" y="6539"/>
                  </a:lnTo>
                  <a:lnTo>
                    <a:pt x="2563" y="6519"/>
                  </a:lnTo>
                  <a:lnTo>
                    <a:pt x="2159" y="6478"/>
                  </a:lnTo>
                  <a:lnTo>
                    <a:pt x="1796" y="6398"/>
                  </a:lnTo>
                  <a:lnTo>
                    <a:pt x="1493" y="6297"/>
                  </a:lnTo>
                  <a:lnTo>
                    <a:pt x="1231" y="6176"/>
                  </a:lnTo>
                  <a:lnTo>
                    <a:pt x="1110" y="6095"/>
                  </a:lnTo>
                  <a:lnTo>
                    <a:pt x="1009" y="6014"/>
                  </a:lnTo>
                  <a:lnTo>
                    <a:pt x="928" y="5913"/>
                  </a:lnTo>
                  <a:lnTo>
                    <a:pt x="848" y="5833"/>
                  </a:lnTo>
                  <a:lnTo>
                    <a:pt x="767" y="5712"/>
                  </a:lnTo>
                  <a:lnTo>
                    <a:pt x="706" y="5611"/>
                  </a:lnTo>
                  <a:lnTo>
                    <a:pt x="646" y="5429"/>
                  </a:lnTo>
                  <a:lnTo>
                    <a:pt x="606" y="5248"/>
                  </a:lnTo>
                  <a:lnTo>
                    <a:pt x="606" y="5046"/>
                  </a:lnTo>
                  <a:lnTo>
                    <a:pt x="606" y="4864"/>
                  </a:lnTo>
                  <a:lnTo>
                    <a:pt x="626" y="4662"/>
                  </a:lnTo>
                  <a:lnTo>
                    <a:pt x="666" y="4481"/>
                  </a:lnTo>
                  <a:lnTo>
                    <a:pt x="767" y="4077"/>
                  </a:lnTo>
                  <a:lnTo>
                    <a:pt x="888" y="3593"/>
                  </a:lnTo>
                  <a:lnTo>
                    <a:pt x="928" y="3330"/>
                  </a:lnTo>
                  <a:lnTo>
                    <a:pt x="949" y="3088"/>
                  </a:lnTo>
                  <a:lnTo>
                    <a:pt x="928" y="2866"/>
                  </a:lnTo>
                  <a:lnTo>
                    <a:pt x="908" y="2664"/>
                  </a:lnTo>
                  <a:lnTo>
                    <a:pt x="868" y="2463"/>
                  </a:lnTo>
                  <a:lnTo>
                    <a:pt x="807" y="2261"/>
                  </a:lnTo>
                  <a:lnTo>
                    <a:pt x="666" y="1857"/>
                  </a:lnTo>
                  <a:lnTo>
                    <a:pt x="505" y="1454"/>
                  </a:lnTo>
                  <a:lnTo>
                    <a:pt x="363" y="1090"/>
                  </a:lnTo>
                  <a:lnTo>
                    <a:pt x="222" y="727"/>
                  </a:lnTo>
                  <a:lnTo>
                    <a:pt x="121" y="364"/>
                  </a:lnTo>
                  <a:lnTo>
                    <a:pt x="101" y="18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flipH="1">
              <a:off x="-3310451" y="-5112976"/>
              <a:ext cx="886861" cy="530339"/>
            </a:xfrm>
            <a:custGeom>
              <a:rect b="b" l="l" r="r" t="t"/>
              <a:pathLst>
                <a:path extrusionOk="0" h="9486" w="15863">
                  <a:moveTo>
                    <a:pt x="4117" y="82"/>
                  </a:moveTo>
                  <a:lnTo>
                    <a:pt x="4581" y="122"/>
                  </a:lnTo>
                  <a:lnTo>
                    <a:pt x="5025" y="162"/>
                  </a:lnTo>
                  <a:lnTo>
                    <a:pt x="5429" y="223"/>
                  </a:lnTo>
                  <a:lnTo>
                    <a:pt x="6176" y="344"/>
                  </a:lnTo>
                  <a:lnTo>
                    <a:pt x="6741" y="465"/>
                  </a:lnTo>
                  <a:lnTo>
                    <a:pt x="7427" y="626"/>
                  </a:lnTo>
                  <a:lnTo>
                    <a:pt x="8113" y="788"/>
                  </a:lnTo>
                  <a:lnTo>
                    <a:pt x="8799" y="990"/>
                  </a:lnTo>
                  <a:lnTo>
                    <a:pt x="9485" y="1171"/>
                  </a:lnTo>
                  <a:lnTo>
                    <a:pt x="10171" y="1393"/>
                  </a:lnTo>
                  <a:lnTo>
                    <a:pt x="10837" y="1615"/>
                  </a:lnTo>
                  <a:lnTo>
                    <a:pt x="11503" y="1857"/>
                  </a:lnTo>
                  <a:lnTo>
                    <a:pt x="12169" y="2100"/>
                  </a:lnTo>
                  <a:lnTo>
                    <a:pt x="12815" y="2382"/>
                  </a:lnTo>
                  <a:lnTo>
                    <a:pt x="13158" y="2523"/>
                  </a:lnTo>
                  <a:lnTo>
                    <a:pt x="13481" y="2705"/>
                  </a:lnTo>
                  <a:lnTo>
                    <a:pt x="13824" y="2887"/>
                  </a:lnTo>
                  <a:lnTo>
                    <a:pt x="14127" y="3109"/>
                  </a:lnTo>
                  <a:lnTo>
                    <a:pt x="14429" y="3331"/>
                  </a:lnTo>
                  <a:lnTo>
                    <a:pt x="14712" y="3593"/>
                  </a:lnTo>
                  <a:lnTo>
                    <a:pt x="14954" y="3875"/>
                  </a:lnTo>
                  <a:lnTo>
                    <a:pt x="15176" y="4158"/>
                  </a:lnTo>
                  <a:lnTo>
                    <a:pt x="15358" y="4481"/>
                  </a:lnTo>
                  <a:lnTo>
                    <a:pt x="15519" y="4804"/>
                  </a:lnTo>
                  <a:lnTo>
                    <a:pt x="15620" y="5127"/>
                  </a:lnTo>
                  <a:lnTo>
                    <a:pt x="15721" y="5490"/>
                  </a:lnTo>
                  <a:lnTo>
                    <a:pt x="15761" y="5833"/>
                  </a:lnTo>
                  <a:lnTo>
                    <a:pt x="15781" y="6176"/>
                  </a:lnTo>
                  <a:lnTo>
                    <a:pt x="15741" y="6539"/>
                  </a:lnTo>
                  <a:lnTo>
                    <a:pt x="15680" y="6902"/>
                  </a:lnTo>
                  <a:lnTo>
                    <a:pt x="15580" y="7246"/>
                  </a:lnTo>
                  <a:lnTo>
                    <a:pt x="15438" y="7589"/>
                  </a:lnTo>
                  <a:lnTo>
                    <a:pt x="15257" y="7891"/>
                  </a:lnTo>
                  <a:lnTo>
                    <a:pt x="15055" y="8174"/>
                  </a:lnTo>
                  <a:lnTo>
                    <a:pt x="14813" y="8436"/>
                  </a:lnTo>
                  <a:lnTo>
                    <a:pt x="14550" y="8678"/>
                  </a:lnTo>
                  <a:lnTo>
                    <a:pt x="14389" y="8799"/>
                  </a:lnTo>
                  <a:lnTo>
                    <a:pt x="14207" y="8900"/>
                  </a:lnTo>
                  <a:lnTo>
                    <a:pt x="14026" y="8981"/>
                  </a:lnTo>
                  <a:lnTo>
                    <a:pt x="13844" y="9082"/>
                  </a:lnTo>
                  <a:lnTo>
                    <a:pt x="13481" y="9203"/>
                  </a:lnTo>
                  <a:lnTo>
                    <a:pt x="13097" y="9304"/>
                  </a:lnTo>
                  <a:lnTo>
                    <a:pt x="12734" y="9364"/>
                  </a:lnTo>
                  <a:lnTo>
                    <a:pt x="12371" y="9385"/>
                  </a:lnTo>
                  <a:lnTo>
                    <a:pt x="12028" y="9405"/>
                  </a:lnTo>
                  <a:lnTo>
                    <a:pt x="11725" y="9385"/>
                  </a:lnTo>
                  <a:lnTo>
                    <a:pt x="11362" y="9364"/>
                  </a:lnTo>
                  <a:lnTo>
                    <a:pt x="10999" y="9324"/>
                  </a:lnTo>
                  <a:lnTo>
                    <a:pt x="10615" y="9264"/>
                  </a:lnTo>
                  <a:lnTo>
                    <a:pt x="10272" y="9183"/>
                  </a:lnTo>
                  <a:lnTo>
                    <a:pt x="9546" y="9021"/>
                  </a:lnTo>
                  <a:lnTo>
                    <a:pt x="8839" y="8840"/>
                  </a:lnTo>
                  <a:lnTo>
                    <a:pt x="7810" y="8577"/>
                  </a:lnTo>
                  <a:lnTo>
                    <a:pt x="7306" y="8476"/>
                  </a:lnTo>
                  <a:lnTo>
                    <a:pt x="6781" y="8376"/>
                  </a:lnTo>
                  <a:lnTo>
                    <a:pt x="6055" y="8295"/>
                  </a:lnTo>
                  <a:lnTo>
                    <a:pt x="5328" y="8234"/>
                  </a:lnTo>
                  <a:lnTo>
                    <a:pt x="4622" y="8214"/>
                  </a:lnTo>
                  <a:lnTo>
                    <a:pt x="3895" y="8214"/>
                  </a:lnTo>
                  <a:lnTo>
                    <a:pt x="2866" y="8194"/>
                  </a:lnTo>
                  <a:lnTo>
                    <a:pt x="2341" y="8174"/>
                  </a:lnTo>
                  <a:lnTo>
                    <a:pt x="1837" y="8133"/>
                  </a:lnTo>
                  <a:lnTo>
                    <a:pt x="1393" y="8073"/>
                  </a:lnTo>
                  <a:lnTo>
                    <a:pt x="1171" y="8033"/>
                  </a:lnTo>
                  <a:lnTo>
                    <a:pt x="969" y="7972"/>
                  </a:lnTo>
                  <a:lnTo>
                    <a:pt x="767" y="7871"/>
                  </a:lnTo>
                  <a:lnTo>
                    <a:pt x="586" y="7770"/>
                  </a:lnTo>
                  <a:lnTo>
                    <a:pt x="404" y="7629"/>
                  </a:lnTo>
                  <a:lnTo>
                    <a:pt x="283" y="7467"/>
                  </a:lnTo>
                  <a:lnTo>
                    <a:pt x="223" y="7367"/>
                  </a:lnTo>
                  <a:lnTo>
                    <a:pt x="162" y="7246"/>
                  </a:lnTo>
                  <a:lnTo>
                    <a:pt x="101" y="7024"/>
                  </a:lnTo>
                  <a:lnTo>
                    <a:pt x="81" y="6802"/>
                  </a:lnTo>
                  <a:lnTo>
                    <a:pt x="101" y="6580"/>
                  </a:lnTo>
                  <a:lnTo>
                    <a:pt x="142" y="6337"/>
                  </a:lnTo>
                  <a:lnTo>
                    <a:pt x="182" y="6095"/>
                  </a:lnTo>
                  <a:lnTo>
                    <a:pt x="323" y="5611"/>
                  </a:lnTo>
                  <a:lnTo>
                    <a:pt x="445" y="5248"/>
                  </a:lnTo>
                  <a:lnTo>
                    <a:pt x="525" y="4905"/>
                  </a:lnTo>
                  <a:lnTo>
                    <a:pt x="545" y="4723"/>
                  </a:lnTo>
                  <a:lnTo>
                    <a:pt x="566" y="4562"/>
                  </a:lnTo>
                  <a:lnTo>
                    <a:pt x="586" y="4380"/>
                  </a:lnTo>
                  <a:lnTo>
                    <a:pt x="566" y="4218"/>
                  </a:lnTo>
                  <a:lnTo>
                    <a:pt x="485" y="3795"/>
                  </a:lnTo>
                  <a:lnTo>
                    <a:pt x="384" y="3391"/>
                  </a:lnTo>
                  <a:lnTo>
                    <a:pt x="263" y="2887"/>
                  </a:lnTo>
                  <a:lnTo>
                    <a:pt x="223" y="2644"/>
                  </a:lnTo>
                  <a:lnTo>
                    <a:pt x="182" y="2382"/>
                  </a:lnTo>
                  <a:lnTo>
                    <a:pt x="202" y="2140"/>
                  </a:lnTo>
                  <a:lnTo>
                    <a:pt x="243" y="1898"/>
                  </a:lnTo>
                  <a:lnTo>
                    <a:pt x="323" y="1656"/>
                  </a:lnTo>
                  <a:lnTo>
                    <a:pt x="445" y="1393"/>
                  </a:lnTo>
                  <a:lnTo>
                    <a:pt x="566" y="1212"/>
                  </a:lnTo>
                  <a:lnTo>
                    <a:pt x="707" y="1050"/>
                  </a:lnTo>
                  <a:lnTo>
                    <a:pt x="868" y="889"/>
                  </a:lnTo>
                  <a:lnTo>
                    <a:pt x="1030" y="748"/>
                  </a:lnTo>
                  <a:lnTo>
                    <a:pt x="1211" y="626"/>
                  </a:lnTo>
                  <a:lnTo>
                    <a:pt x="1393" y="526"/>
                  </a:lnTo>
                  <a:lnTo>
                    <a:pt x="1595" y="425"/>
                  </a:lnTo>
                  <a:lnTo>
                    <a:pt x="1797" y="344"/>
                  </a:lnTo>
                  <a:lnTo>
                    <a:pt x="2019" y="283"/>
                  </a:lnTo>
                  <a:lnTo>
                    <a:pt x="2241" y="223"/>
                  </a:lnTo>
                  <a:lnTo>
                    <a:pt x="2705" y="142"/>
                  </a:lnTo>
                  <a:lnTo>
                    <a:pt x="3189" y="82"/>
                  </a:lnTo>
                  <a:close/>
                  <a:moveTo>
                    <a:pt x="3552" y="1"/>
                  </a:moveTo>
                  <a:lnTo>
                    <a:pt x="3088" y="21"/>
                  </a:lnTo>
                  <a:lnTo>
                    <a:pt x="2604" y="61"/>
                  </a:lnTo>
                  <a:lnTo>
                    <a:pt x="2160" y="162"/>
                  </a:lnTo>
                  <a:lnTo>
                    <a:pt x="1938" y="223"/>
                  </a:lnTo>
                  <a:lnTo>
                    <a:pt x="1716" y="283"/>
                  </a:lnTo>
                  <a:lnTo>
                    <a:pt x="1514" y="384"/>
                  </a:lnTo>
                  <a:lnTo>
                    <a:pt x="1312" y="465"/>
                  </a:lnTo>
                  <a:lnTo>
                    <a:pt x="1131" y="586"/>
                  </a:lnTo>
                  <a:lnTo>
                    <a:pt x="949" y="707"/>
                  </a:lnTo>
                  <a:lnTo>
                    <a:pt x="788" y="848"/>
                  </a:lnTo>
                  <a:lnTo>
                    <a:pt x="646" y="990"/>
                  </a:lnTo>
                  <a:lnTo>
                    <a:pt x="505" y="1171"/>
                  </a:lnTo>
                  <a:lnTo>
                    <a:pt x="384" y="1353"/>
                  </a:lnTo>
                  <a:lnTo>
                    <a:pt x="243" y="1615"/>
                  </a:lnTo>
                  <a:lnTo>
                    <a:pt x="162" y="1878"/>
                  </a:lnTo>
                  <a:lnTo>
                    <a:pt x="122" y="2140"/>
                  </a:lnTo>
                  <a:lnTo>
                    <a:pt x="101" y="2382"/>
                  </a:lnTo>
                  <a:lnTo>
                    <a:pt x="142" y="2644"/>
                  </a:lnTo>
                  <a:lnTo>
                    <a:pt x="182" y="2887"/>
                  </a:lnTo>
                  <a:lnTo>
                    <a:pt x="303" y="3411"/>
                  </a:lnTo>
                  <a:lnTo>
                    <a:pt x="404" y="3815"/>
                  </a:lnTo>
                  <a:lnTo>
                    <a:pt x="485" y="4218"/>
                  </a:lnTo>
                  <a:lnTo>
                    <a:pt x="505" y="4380"/>
                  </a:lnTo>
                  <a:lnTo>
                    <a:pt x="485" y="4541"/>
                  </a:lnTo>
                  <a:lnTo>
                    <a:pt x="445" y="4884"/>
                  </a:lnTo>
                  <a:lnTo>
                    <a:pt x="364" y="5227"/>
                  </a:lnTo>
                  <a:lnTo>
                    <a:pt x="263" y="5591"/>
                  </a:lnTo>
                  <a:lnTo>
                    <a:pt x="101" y="6075"/>
                  </a:lnTo>
                  <a:lnTo>
                    <a:pt x="61" y="6337"/>
                  </a:lnTo>
                  <a:lnTo>
                    <a:pt x="21" y="6580"/>
                  </a:lnTo>
                  <a:lnTo>
                    <a:pt x="1" y="6822"/>
                  </a:lnTo>
                  <a:lnTo>
                    <a:pt x="41" y="7064"/>
                  </a:lnTo>
                  <a:lnTo>
                    <a:pt x="101" y="7286"/>
                  </a:lnTo>
                  <a:lnTo>
                    <a:pt x="142" y="7387"/>
                  </a:lnTo>
                  <a:lnTo>
                    <a:pt x="202" y="7508"/>
                  </a:lnTo>
                  <a:lnTo>
                    <a:pt x="344" y="7689"/>
                  </a:lnTo>
                  <a:lnTo>
                    <a:pt x="525" y="7831"/>
                  </a:lnTo>
                  <a:lnTo>
                    <a:pt x="727" y="7952"/>
                  </a:lnTo>
                  <a:lnTo>
                    <a:pt x="929" y="8033"/>
                  </a:lnTo>
                  <a:lnTo>
                    <a:pt x="1151" y="8113"/>
                  </a:lnTo>
                  <a:lnTo>
                    <a:pt x="1373" y="8154"/>
                  </a:lnTo>
                  <a:lnTo>
                    <a:pt x="1817" y="8214"/>
                  </a:lnTo>
                  <a:lnTo>
                    <a:pt x="2341" y="8255"/>
                  </a:lnTo>
                  <a:lnTo>
                    <a:pt x="2866" y="8275"/>
                  </a:lnTo>
                  <a:lnTo>
                    <a:pt x="3895" y="8295"/>
                  </a:lnTo>
                  <a:lnTo>
                    <a:pt x="4602" y="8295"/>
                  </a:lnTo>
                  <a:lnTo>
                    <a:pt x="5328" y="8315"/>
                  </a:lnTo>
                  <a:lnTo>
                    <a:pt x="6055" y="8376"/>
                  </a:lnTo>
                  <a:lnTo>
                    <a:pt x="6761" y="8456"/>
                  </a:lnTo>
                  <a:lnTo>
                    <a:pt x="7286" y="8557"/>
                  </a:lnTo>
                  <a:lnTo>
                    <a:pt x="7790" y="8658"/>
                  </a:lnTo>
                  <a:lnTo>
                    <a:pt x="8819" y="8920"/>
                  </a:lnTo>
                  <a:lnTo>
                    <a:pt x="9526" y="9102"/>
                  </a:lnTo>
                  <a:lnTo>
                    <a:pt x="10252" y="9264"/>
                  </a:lnTo>
                  <a:lnTo>
                    <a:pt x="10615" y="9344"/>
                  </a:lnTo>
                  <a:lnTo>
                    <a:pt x="10979" y="9385"/>
                  </a:lnTo>
                  <a:lnTo>
                    <a:pt x="11342" y="9445"/>
                  </a:lnTo>
                  <a:lnTo>
                    <a:pt x="11725" y="9465"/>
                  </a:lnTo>
                  <a:lnTo>
                    <a:pt x="12048" y="9485"/>
                  </a:lnTo>
                  <a:lnTo>
                    <a:pt x="12351" y="9465"/>
                  </a:lnTo>
                  <a:lnTo>
                    <a:pt x="12674" y="9445"/>
                  </a:lnTo>
                  <a:lnTo>
                    <a:pt x="12997" y="9405"/>
                  </a:lnTo>
                  <a:lnTo>
                    <a:pt x="13319" y="9324"/>
                  </a:lnTo>
                  <a:lnTo>
                    <a:pt x="13662" y="9223"/>
                  </a:lnTo>
                  <a:lnTo>
                    <a:pt x="13985" y="9102"/>
                  </a:lnTo>
                  <a:lnTo>
                    <a:pt x="14288" y="8941"/>
                  </a:lnTo>
                  <a:lnTo>
                    <a:pt x="14591" y="8739"/>
                  </a:lnTo>
                  <a:lnTo>
                    <a:pt x="14873" y="8497"/>
                  </a:lnTo>
                  <a:lnTo>
                    <a:pt x="15115" y="8234"/>
                  </a:lnTo>
                  <a:lnTo>
                    <a:pt x="15337" y="7932"/>
                  </a:lnTo>
                  <a:lnTo>
                    <a:pt x="15499" y="7609"/>
                  </a:lnTo>
                  <a:lnTo>
                    <a:pt x="15660" y="7286"/>
                  </a:lnTo>
                  <a:lnTo>
                    <a:pt x="15761" y="6923"/>
                  </a:lnTo>
                  <a:lnTo>
                    <a:pt x="15822" y="6559"/>
                  </a:lnTo>
                  <a:lnTo>
                    <a:pt x="15862" y="6176"/>
                  </a:lnTo>
                  <a:lnTo>
                    <a:pt x="15842" y="5833"/>
                  </a:lnTo>
                  <a:lnTo>
                    <a:pt x="15802" y="5470"/>
                  </a:lnTo>
                  <a:lnTo>
                    <a:pt x="15701" y="5106"/>
                  </a:lnTo>
                  <a:lnTo>
                    <a:pt x="15580" y="4763"/>
                  </a:lnTo>
                  <a:lnTo>
                    <a:pt x="15418" y="4440"/>
                  </a:lnTo>
                  <a:lnTo>
                    <a:pt x="15236" y="4118"/>
                  </a:lnTo>
                  <a:lnTo>
                    <a:pt x="15015" y="3815"/>
                  </a:lnTo>
                  <a:lnTo>
                    <a:pt x="14772" y="3532"/>
                  </a:lnTo>
                  <a:lnTo>
                    <a:pt x="14490" y="3270"/>
                  </a:lnTo>
                  <a:lnTo>
                    <a:pt x="14187" y="3028"/>
                  </a:lnTo>
                  <a:lnTo>
                    <a:pt x="13864" y="2826"/>
                  </a:lnTo>
                  <a:lnTo>
                    <a:pt x="13541" y="2624"/>
                  </a:lnTo>
                  <a:lnTo>
                    <a:pt x="13198" y="2463"/>
                  </a:lnTo>
                  <a:lnTo>
                    <a:pt x="12855" y="2301"/>
                  </a:lnTo>
                  <a:lnTo>
                    <a:pt x="12189" y="2039"/>
                  </a:lnTo>
                  <a:lnTo>
                    <a:pt x="11523" y="1777"/>
                  </a:lnTo>
                  <a:lnTo>
                    <a:pt x="10857" y="1535"/>
                  </a:lnTo>
                  <a:lnTo>
                    <a:pt x="10191" y="1313"/>
                  </a:lnTo>
                  <a:lnTo>
                    <a:pt x="9505" y="1111"/>
                  </a:lnTo>
                  <a:lnTo>
                    <a:pt x="8819" y="909"/>
                  </a:lnTo>
                  <a:lnTo>
                    <a:pt x="8133" y="707"/>
                  </a:lnTo>
                  <a:lnTo>
                    <a:pt x="7447" y="546"/>
                  </a:lnTo>
                  <a:lnTo>
                    <a:pt x="6761" y="384"/>
                  </a:lnTo>
                  <a:lnTo>
                    <a:pt x="6176" y="263"/>
                  </a:lnTo>
                  <a:lnTo>
                    <a:pt x="5389" y="142"/>
                  </a:lnTo>
                  <a:lnTo>
                    <a:pt x="4965" y="82"/>
                  </a:lnTo>
                  <a:lnTo>
                    <a:pt x="4501" y="2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flipH="1">
              <a:off x="-3290097" y="-5084743"/>
              <a:ext cx="669045" cy="364461"/>
            </a:xfrm>
            <a:custGeom>
              <a:rect b="b" l="l" r="r" t="t"/>
              <a:pathLst>
                <a:path extrusionOk="0" h="6519" w="11967">
                  <a:moveTo>
                    <a:pt x="6216" y="81"/>
                  </a:moveTo>
                  <a:lnTo>
                    <a:pt x="6720" y="121"/>
                  </a:lnTo>
                  <a:lnTo>
                    <a:pt x="7204" y="202"/>
                  </a:lnTo>
                  <a:lnTo>
                    <a:pt x="7709" y="283"/>
                  </a:lnTo>
                  <a:lnTo>
                    <a:pt x="8173" y="404"/>
                  </a:lnTo>
                  <a:lnTo>
                    <a:pt x="8657" y="565"/>
                  </a:lnTo>
                  <a:lnTo>
                    <a:pt x="9121" y="727"/>
                  </a:lnTo>
                  <a:lnTo>
                    <a:pt x="9565" y="929"/>
                  </a:lnTo>
                  <a:lnTo>
                    <a:pt x="9868" y="1090"/>
                  </a:lnTo>
                  <a:lnTo>
                    <a:pt x="10171" y="1272"/>
                  </a:lnTo>
                  <a:lnTo>
                    <a:pt x="10433" y="1433"/>
                  </a:lnTo>
                  <a:lnTo>
                    <a:pt x="10675" y="1615"/>
                  </a:lnTo>
                  <a:lnTo>
                    <a:pt x="10897" y="1796"/>
                  </a:lnTo>
                  <a:lnTo>
                    <a:pt x="11099" y="1998"/>
                  </a:lnTo>
                  <a:lnTo>
                    <a:pt x="11261" y="2200"/>
                  </a:lnTo>
                  <a:lnTo>
                    <a:pt x="11422" y="2402"/>
                  </a:lnTo>
                  <a:lnTo>
                    <a:pt x="11583" y="2684"/>
                  </a:lnTo>
                  <a:lnTo>
                    <a:pt x="11725" y="2967"/>
                  </a:lnTo>
                  <a:lnTo>
                    <a:pt x="11805" y="3270"/>
                  </a:lnTo>
                  <a:lnTo>
                    <a:pt x="11866" y="3552"/>
                  </a:lnTo>
                  <a:lnTo>
                    <a:pt x="11886" y="3855"/>
                  </a:lnTo>
                  <a:lnTo>
                    <a:pt x="11866" y="4137"/>
                  </a:lnTo>
                  <a:lnTo>
                    <a:pt x="11805" y="4420"/>
                  </a:lnTo>
                  <a:lnTo>
                    <a:pt x="11725" y="4662"/>
                  </a:lnTo>
                  <a:lnTo>
                    <a:pt x="11644" y="4823"/>
                  </a:lnTo>
                  <a:lnTo>
                    <a:pt x="11543" y="4965"/>
                  </a:lnTo>
                  <a:lnTo>
                    <a:pt x="11442" y="5106"/>
                  </a:lnTo>
                  <a:lnTo>
                    <a:pt x="11321" y="5247"/>
                  </a:lnTo>
                  <a:lnTo>
                    <a:pt x="11180" y="5388"/>
                  </a:lnTo>
                  <a:lnTo>
                    <a:pt x="11039" y="5510"/>
                  </a:lnTo>
                  <a:lnTo>
                    <a:pt x="10877" y="5631"/>
                  </a:lnTo>
                  <a:lnTo>
                    <a:pt x="10695" y="5752"/>
                  </a:lnTo>
                  <a:lnTo>
                    <a:pt x="10494" y="5853"/>
                  </a:lnTo>
                  <a:lnTo>
                    <a:pt x="10292" y="5953"/>
                  </a:lnTo>
                  <a:lnTo>
                    <a:pt x="10070" y="6054"/>
                  </a:lnTo>
                  <a:lnTo>
                    <a:pt x="9848" y="6135"/>
                  </a:lnTo>
                  <a:lnTo>
                    <a:pt x="9606" y="6216"/>
                  </a:lnTo>
                  <a:lnTo>
                    <a:pt x="9364" y="6276"/>
                  </a:lnTo>
                  <a:lnTo>
                    <a:pt x="8859" y="6377"/>
                  </a:lnTo>
                  <a:lnTo>
                    <a:pt x="8314" y="6438"/>
                  </a:lnTo>
                  <a:lnTo>
                    <a:pt x="7729" y="6438"/>
                  </a:lnTo>
                  <a:lnTo>
                    <a:pt x="7103" y="6418"/>
                  </a:lnTo>
                  <a:lnTo>
                    <a:pt x="6438" y="6357"/>
                  </a:lnTo>
                  <a:lnTo>
                    <a:pt x="5731" y="6256"/>
                  </a:lnTo>
                  <a:lnTo>
                    <a:pt x="5025" y="6115"/>
                  </a:lnTo>
                  <a:lnTo>
                    <a:pt x="4339" y="5953"/>
                  </a:lnTo>
                  <a:lnTo>
                    <a:pt x="3653" y="5772"/>
                  </a:lnTo>
                  <a:lnTo>
                    <a:pt x="2987" y="5550"/>
                  </a:lnTo>
                  <a:lnTo>
                    <a:pt x="2321" y="5308"/>
                  </a:lnTo>
                  <a:lnTo>
                    <a:pt x="1655" y="5025"/>
                  </a:lnTo>
                  <a:lnTo>
                    <a:pt x="1009" y="4722"/>
                  </a:lnTo>
                  <a:lnTo>
                    <a:pt x="787" y="4581"/>
                  </a:lnTo>
                  <a:lnTo>
                    <a:pt x="585" y="4460"/>
                  </a:lnTo>
                  <a:lnTo>
                    <a:pt x="424" y="4299"/>
                  </a:lnTo>
                  <a:lnTo>
                    <a:pt x="283" y="4137"/>
                  </a:lnTo>
                  <a:lnTo>
                    <a:pt x="182" y="3956"/>
                  </a:lnTo>
                  <a:lnTo>
                    <a:pt x="121" y="3754"/>
                  </a:lnTo>
                  <a:lnTo>
                    <a:pt x="81" y="3552"/>
                  </a:lnTo>
                  <a:lnTo>
                    <a:pt x="81" y="3350"/>
                  </a:lnTo>
                  <a:lnTo>
                    <a:pt x="101" y="3148"/>
                  </a:lnTo>
                  <a:lnTo>
                    <a:pt x="141" y="2947"/>
                  </a:lnTo>
                  <a:lnTo>
                    <a:pt x="222" y="2745"/>
                  </a:lnTo>
                  <a:lnTo>
                    <a:pt x="303" y="2543"/>
                  </a:lnTo>
                  <a:lnTo>
                    <a:pt x="424" y="2341"/>
                  </a:lnTo>
                  <a:lnTo>
                    <a:pt x="545" y="2139"/>
                  </a:lnTo>
                  <a:lnTo>
                    <a:pt x="686" y="1958"/>
                  </a:lnTo>
                  <a:lnTo>
                    <a:pt x="827" y="1776"/>
                  </a:lnTo>
                  <a:lnTo>
                    <a:pt x="989" y="1595"/>
                  </a:lnTo>
                  <a:lnTo>
                    <a:pt x="1171" y="1433"/>
                  </a:lnTo>
                  <a:lnTo>
                    <a:pt x="1352" y="1272"/>
                  </a:lnTo>
                  <a:lnTo>
                    <a:pt x="1534" y="1130"/>
                  </a:lnTo>
                  <a:lnTo>
                    <a:pt x="1715" y="1009"/>
                  </a:lnTo>
                  <a:lnTo>
                    <a:pt x="1917" y="888"/>
                  </a:lnTo>
                  <a:lnTo>
                    <a:pt x="2099" y="787"/>
                  </a:lnTo>
                  <a:lnTo>
                    <a:pt x="2301" y="707"/>
                  </a:lnTo>
                  <a:lnTo>
                    <a:pt x="2724" y="565"/>
                  </a:lnTo>
                  <a:lnTo>
                    <a:pt x="3148" y="424"/>
                  </a:lnTo>
                  <a:lnTo>
                    <a:pt x="3572" y="323"/>
                  </a:lnTo>
                  <a:lnTo>
                    <a:pt x="3996" y="222"/>
                  </a:lnTo>
                  <a:lnTo>
                    <a:pt x="4419" y="162"/>
                  </a:lnTo>
                  <a:lnTo>
                    <a:pt x="4863" y="121"/>
                  </a:lnTo>
                  <a:lnTo>
                    <a:pt x="5287" y="81"/>
                  </a:lnTo>
                  <a:close/>
                  <a:moveTo>
                    <a:pt x="5550" y="0"/>
                  </a:moveTo>
                  <a:lnTo>
                    <a:pt x="5085" y="21"/>
                  </a:lnTo>
                  <a:lnTo>
                    <a:pt x="4601" y="61"/>
                  </a:lnTo>
                  <a:lnTo>
                    <a:pt x="4137" y="121"/>
                  </a:lnTo>
                  <a:lnTo>
                    <a:pt x="3653" y="222"/>
                  </a:lnTo>
                  <a:lnTo>
                    <a:pt x="3189" y="323"/>
                  </a:lnTo>
                  <a:lnTo>
                    <a:pt x="2724" y="464"/>
                  </a:lnTo>
                  <a:lnTo>
                    <a:pt x="2260" y="626"/>
                  </a:lnTo>
                  <a:lnTo>
                    <a:pt x="2079" y="707"/>
                  </a:lnTo>
                  <a:lnTo>
                    <a:pt x="1877" y="808"/>
                  </a:lnTo>
                  <a:lnTo>
                    <a:pt x="1675" y="929"/>
                  </a:lnTo>
                  <a:lnTo>
                    <a:pt x="1493" y="1070"/>
                  </a:lnTo>
                  <a:lnTo>
                    <a:pt x="1292" y="1211"/>
                  </a:lnTo>
                  <a:lnTo>
                    <a:pt x="1110" y="1373"/>
                  </a:lnTo>
                  <a:lnTo>
                    <a:pt x="928" y="1554"/>
                  </a:lnTo>
                  <a:lnTo>
                    <a:pt x="767" y="1716"/>
                  </a:lnTo>
                  <a:lnTo>
                    <a:pt x="605" y="1917"/>
                  </a:lnTo>
                  <a:lnTo>
                    <a:pt x="464" y="2119"/>
                  </a:lnTo>
                  <a:lnTo>
                    <a:pt x="343" y="2301"/>
                  </a:lnTo>
                  <a:lnTo>
                    <a:pt x="242" y="2523"/>
                  </a:lnTo>
                  <a:lnTo>
                    <a:pt x="141" y="2725"/>
                  </a:lnTo>
                  <a:lnTo>
                    <a:pt x="81" y="2926"/>
                  </a:lnTo>
                  <a:lnTo>
                    <a:pt x="20" y="3128"/>
                  </a:lnTo>
                  <a:lnTo>
                    <a:pt x="0" y="3330"/>
                  </a:lnTo>
                  <a:lnTo>
                    <a:pt x="0" y="3572"/>
                  </a:lnTo>
                  <a:lnTo>
                    <a:pt x="40" y="3774"/>
                  </a:lnTo>
                  <a:lnTo>
                    <a:pt x="121" y="3976"/>
                  </a:lnTo>
                  <a:lnTo>
                    <a:pt x="222" y="4178"/>
                  </a:lnTo>
                  <a:lnTo>
                    <a:pt x="363" y="4339"/>
                  </a:lnTo>
                  <a:lnTo>
                    <a:pt x="525" y="4501"/>
                  </a:lnTo>
                  <a:lnTo>
                    <a:pt x="747" y="4662"/>
                  </a:lnTo>
                  <a:lnTo>
                    <a:pt x="969" y="4783"/>
                  </a:lnTo>
                  <a:lnTo>
                    <a:pt x="1614" y="5106"/>
                  </a:lnTo>
                  <a:lnTo>
                    <a:pt x="2280" y="5368"/>
                  </a:lnTo>
                  <a:lnTo>
                    <a:pt x="2946" y="5631"/>
                  </a:lnTo>
                  <a:lnTo>
                    <a:pt x="3632" y="5853"/>
                  </a:lnTo>
                  <a:lnTo>
                    <a:pt x="4319" y="6034"/>
                  </a:lnTo>
                  <a:lnTo>
                    <a:pt x="5025" y="6196"/>
                  </a:lnTo>
                  <a:lnTo>
                    <a:pt x="5731" y="6337"/>
                  </a:lnTo>
                  <a:lnTo>
                    <a:pt x="6438" y="6438"/>
                  </a:lnTo>
                  <a:lnTo>
                    <a:pt x="7144" y="6498"/>
                  </a:lnTo>
                  <a:lnTo>
                    <a:pt x="7790" y="6519"/>
                  </a:lnTo>
                  <a:lnTo>
                    <a:pt x="8234" y="6519"/>
                  </a:lnTo>
                  <a:lnTo>
                    <a:pt x="8637" y="6478"/>
                  </a:lnTo>
                  <a:lnTo>
                    <a:pt x="9041" y="6418"/>
                  </a:lnTo>
                  <a:lnTo>
                    <a:pt x="9424" y="6357"/>
                  </a:lnTo>
                  <a:lnTo>
                    <a:pt x="9767" y="6256"/>
                  </a:lnTo>
                  <a:lnTo>
                    <a:pt x="10110" y="6135"/>
                  </a:lnTo>
                  <a:lnTo>
                    <a:pt x="10433" y="5974"/>
                  </a:lnTo>
                  <a:lnTo>
                    <a:pt x="10736" y="5812"/>
                  </a:lnTo>
                  <a:lnTo>
                    <a:pt x="10917" y="5691"/>
                  </a:lnTo>
                  <a:lnTo>
                    <a:pt x="11079" y="5570"/>
                  </a:lnTo>
                  <a:lnTo>
                    <a:pt x="11240" y="5429"/>
                  </a:lnTo>
                  <a:lnTo>
                    <a:pt x="11382" y="5308"/>
                  </a:lnTo>
                  <a:lnTo>
                    <a:pt x="11503" y="5166"/>
                  </a:lnTo>
                  <a:lnTo>
                    <a:pt x="11604" y="5005"/>
                  </a:lnTo>
                  <a:lnTo>
                    <a:pt x="11704" y="4864"/>
                  </a:lnTo>
                  <a:lnTo>
                    <a:pt x="11785" y="4702"/>
                  </a:lnTo>
                  <a:lnTo>
                    <a:pt x="11886" y="4440"/>
                  </a:lnTo>
                  <a:lnTo>
                    <a:pt x="11947" y="4137"/>
                  </a:lnTo>
                  <a:lnTo>
                    <a:pt x="11967" y="3855"/>
                  </a:lnTo>
                  <a:lnTo>
                    <a:pt x="11947" y="3552"/>
                  </a:lnTo>
                  <a:lnTo>
                    <a:pt x="11886" y="3249"/>
                  </a:lnTo>
                  <a:lnTo>
                    <a:pt x="11805" y="2947"/>
                  </a:lnTo>
                  <a:lnTo>
                    <a:pt x="11664" y="2644"/>
                  </a:lnTo>
                  <a:lnTo>
                    <a:pt x="11483" y="2361"/>
                  </a:lnTo>
                  <a:lnTo>
                    <a:pt x="11341" y="2160"/>
                  </a:lnTo>
                  <a:lnTo>
                    <a:pt x="11160" y="1938"/>
                  </a:lnTo>
                  <a:lnTo>
                    <a:pt x="10958" y="1736"/>
                  </a:lnTo>
                  <a:lnTo>
                    <a:pt x="10716" y="1554"/>
                  </a:lnTo>
                  <a:lnTo>
                    <a:pt x="10474" y="1373"/>
                  </a:lnTo>
                  <a:lnTo>
                    <a:pt x="10211" y="1191"/>
                  </a:lnTo>
                  <a:lnTo>
                    <a:pt x="9908" y="1030"/>
                  </a:lnTo>
                  <a:lnTo>
                    <a:pt x="9606" y="868"/>
                  </a:lnTo>
                  <a:lnTo>
                    <a:pt x="9182" y="666"/>
                  </a:lnTo>
                  <a:lnTo>
                    <a:pt x="8758" y="505"/>
                  </a:lnTo>
                  <a:lnTo>
                    <a:pt x="8314" y="364"/>
                  </a:lnTo>
                  <a:lnTo>
                    <a:pt x="7870" y="243"/>
                  </a:lnTo>
                  <a:lnTo>
                    <a:pt x="7406" y="142"/>
                  </a:lnTo>
                  <a:lnTo>
                    <a:pt x="6942" y="81"/>
                  </a:lnTo>
                  <a:lnTo>
                    <a:pt x="6478" y="21"/>
                  </a:lnTo>
                  <a:lnTo>
                    <a:pt x="6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flipH="1">
              <a:off x="-246264" y="-1063843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flipH="1">
              <a:off x="-486582" y="-3332637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flipH="1">
              <a:off x="396816" y="-3077703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flipH="1">
              <a:off x="2086879" y="-1327833"/>
              <a:ext cx="152348" cy="92527"/>
            </a:xfrm>
            <a:custGeom>
              <a:rect b="b" l="l" r="r" t="t"/>
              <a:pathLst>
                <a:path extrusionOk="0" h="1655" w="2725">
                  <a:moveTo>
                    <a:pt x="2099" y="81"/>
                  </a:moveTo>
                  <a:lnTo>
                    <a:pt x="2240" y="101"/>
                  </a:lnTo>
                  <a:lnTo>
                    <a:pt x="2382" y="121"/>
                  </a:lnTo>
                  <a:lnTo>
                    <a:pt x="2483" y="182"/>
                  </a:lnTo>
                  <a:lnTo>
                    <a:pt x="2563" y="262"/>
                  </a:lnTo>
                  <a:lnTo>
                    <a:pt x="2624" y="363"/>
                  </a:lnTo>
                  <a:lnTo>
                    <a:pt x="2644" y="424"/>
                  </a:lnTo>
                  <a:lnTo>
                    <a:pt x="2644" y="484"/>
                  </a:lnTo>
                  <a:lnTo>
                    <a:pt x="2644" y="565"/>
                  </a:lnTo>
                  <a:lnTo>
                    <a:pt x="2604" y="626"/>
                  </a:lnTo>
                  <a:lnTo>
                    <a:pt x="2503" y="767"/>
                  </a:lnTo>
                  <a:lnTo>
                    <a:pt x="2321" y="969"/>
                  </a:lnTo>
                  <a:lnTo>
                    <a:pt x="2099" y="1150"/>
                  </a:lnTo>
                  <a:lnTo>
                    <a:pt x="1857" y="1312"/>
                  </a:lnTo>
                  <a:lnTo>
                    <a:pt x="1595" y="1433"/>
                  </a:lnTo>
                  <a:lnTo>
                    <a:pt x="1332" y="1534"/>
                  </a:lnTo>
                  <a:lnTo>
                    <a:pt x="1191" y="1554"/>
                  </a:lnTo>
                  <a:lnTo>
                    <a:pt x="1050" y="1574"/>
                  </a:lnTo>
                  <a:lnTo>
                    <a:pt x="909" y="1574"/>
                  </a:lnTo>
                  <a:lnTo>
                    <a:pt x="767" y="1554"/>
                  </a:lnTo>
                  <a:lnTo>
                    <a:pt x="646" y="1514"/>
                  </a:lnTo>
                  <a:lnTo>
                    <a:pt x="505" y="1473"/>
                  </a:lnTo>
                  <a:lnTo>
                    <a:pt x="364" y="1392"/>
                  </a:lnTo>
                  <a:lnTo>
                    <a:pt x="263" y="1312"/>
                  </a:lnTo>
                  <a:lnTo>
                    <a:pt x="182" y="1231"/>
                  </a:lnTo>
                  <a:lnTo>
                    <a:pt x="122" y="1110"/>
                  </a:lnTo>
                  <a:lnTo>
                    <a:pt x="81" y="1009"/>
                  </a:lnTo>
                  <a:lnTo>
                    <a:pt x="101" y="868"/>
                  </a:lnTo>
                  <a:lnTo>
                    <a:pt x="142" y="747"/>
                  </a:lnTo>
                  <a:lnTo>
                    <a:pt x="222" y="646"/>
                  </a:lnTo>
                  <a:lnTo>
                    <a:pt x="364" y="505"/>
                  </a:lnTo>
                  <a:lnTo>
                    <a:pt x="566" y="404"/>
                  </a:lnTo>
                  <a:lnTo>
                    <a:pt x="787" y="303"/>
                  </a:lnTo>
                  <a:lnTo>
                    <a:pt x="1030" y="242"/>
                  </a:lnTo>
                  <a:lnTo>
                    <a:pt x="1252" y="182"/>
                  </a:lnTo>
                  <a:lnTo>
                    <a:pt x="1474" y="161"/>
                  </a:lnTo>
                  <a:lnTo>
                    <a:pt x="1655" y="121"/>
                  </a:lnTo>
                  <a:lnTo>
                    <a:pt x="1877" y="101"/>
                  </a:lnTo>
                  <a:lnTo>
                    <a:pt x="2099" y="81"/>
                  </a:lnTo>
                  <a:close/>
                  <a:moveTo>
                    <a:pt x="2018" y="0"/>
                  </a:moveTo>
                  <a:lnTo>
                    <a:pt x="1837" y="20"/>
                  </a:lnTo>
                  <a:lnTo>
                    <a:pt x="1635" y="40"/>
                  </a:lnTo>
                  <a:lnTo>
                    <a:pt x="1474" y="81"/>
                  </a:lnTo>
                  <a:lnTo>
                    <a:pt x="1231" y="101"/>
                  </a:lnTo>
                  <a:lnTo>
                    <a:pt x="989" y="161"/>
                  </a:lnTo>
                  <a:lnTo>
                    <a:pt x="767" y="222"/>
                  </a:lnTo>
                  <a:lnTo>
                    <a:pt x="525" y="323"/>
                  </a:lnTo>
                  <a:lnTo>
                    <a:pt x="323" y="444"/>
                  </a:lnTo>
                  <a:lnTo>
                    <a:pt x="162" y="585"/>
                  </a:lnTo>
                  <a:lnTo>
                    <a:pt x="61" y="727"/>
                  </a:lnTo>
                  <a:lnTo>
                    <a:pt x="21" y="868"/>
                  </a:lnTo>
                  <a:lnTo>
                    <a:pt x="0" y="1009"/>
                  </a:lnTo>
                  <a:lnTo>
                    <a:pt x="41" y="1150"/>
                  </a:lnTo>
                  <a:lnTo>
                    <a:pt x="101" y="1271"/>
                  </a:lnTo>
                  <a:lnTo>
                    <a:pt x="202" y="1372"/>
                  </a:lnTo>
                  <a:lnTo>
                    <a:pt x="323" y="1473"/>
                  </a:lnTo>
                  <a:lnTo>
                    <a:pt x="465" y="1554"/>
                  </a:lnTo>
                  <a:lnTo>
                    <a:pt x="606" y="1594"/>
                  </a:lnTo>
                  <a:lnTo>
                    <a:pt x="727" y="1635"/>
                  </a:lnTo>
                  <a:lnTo>
                    <a:pt x="868" y="1635"/>
                  </a:lnTo>
                  <a:lnTo>
                    <a:pt x="989" y="1655"/>
                  </a:lnTo>
                  <a:lnTo>
                    <a:pt x="1211" y="1635"/>
                  </a:lnTo>
                  <a:lnTo>
                    <a:pt x="1433" y="1574"/>
                  </a:lnTo>
                  <a:lnTo>
                    <a:pt x="1655" y="1514"/>
                  </a:lnTo>
                  <a:lnTo>
                    <a:pt x="1857" y="1392"/>
                  </a:lnTo>
                  <a:lnTo>
                    <a:pt x="2059" y="1271"/>
                  </a:lnTo>
                  <a:lnTo>
                    <a:pt x="2240" y="1130"/>
                  </a:lnTo>
                  <a:lnTo>
                    <a:pt x="2422" y="969"/>
                  </a:lnTo>
                  <a:lnTo>
                    <a:pt x="2563" y="807"/>
                  </a:lnTo>
                  <a:lnTo>
                    <a:pt x="2684" y="666"/>
                  </a:lnTo>
                  <a:lnTo>
                    <a:pt x="2705" y="585"/>
                  </a:lnTo>
                  <a:lnTo>
                    <a:pt x="2725" y="484"/>
                  </a:lnTo>
                  <a:lnTo>
                    <a:pt x="2725" y="424"/>
                  </a:lnTo>
                  <a:lnTo>
                    <a:pt x="2705" y="343"/>
                  </a:lnTo>
                  <a:lnTo>
                    <a:pt x="2684" y="283"/>
                  </a:lnTo>
                  <a:lnTo>
                    <a:pt x="2644" y="222"/>
                  </a:lnTo>
                  <a:lnTo>
                    <a:pt x="2523" y="121"/>
                  </a:lnTo>
                  <a:lnTo>
                    <a:pt x="2402" y="40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flipH="1">
              <a:off x="2120703" y="-1885164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0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2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1" y="727"/>
                  </a:lnTo>
                  <a:lnTo>
                    <a:pt x="0" y="908"/>
                  </a:lnTo>
                  <a:lnTo>
                    <a:pt x="21" y="1090"/>
                  </a:lnTo>
                  <a:lnTo>
                    <a:pt x="81" y="1251"/>
                  </a:lnTo>
                  <a:lnTo>
                    <a:pt x="162" y="141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413"/>
                  </a:lnTo>
                  <a:lnTo>
                    <a:pt x="1736" y="1251"/>
                  </a:lnTo>
                  <a:lnTo>
                    <a:pt x="1776" y="1090"/>
                  </a:lnTo>
                  <a:lnTo>
                    <a:pt x="1796" y="908"/>
                  </a:lnTo>
                  <a:lnTo>
                    <a:pt x="177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2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 flipH="1">
              <a:off x="2118467" y="-1887456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1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8"/>
                  </a:lnTo>
                  <a:lnTo>
                    <a:pt x="1797" y="949"/>
                  </a:lnTo>
                  <a:lnTo>
                    <a:pt x="1777" y="1111"/>
                  </a:lnTo>
                  <a:lnTo>
                    <a:pt x="1736" y="1272"/>
                  </a:lnTo>
                  <a:lnTo>
                    <a:pt x="1656" y="1413"/>
                  </a:lnTo>
                  <a:lnTo>
                    <a:pt x="1555" y="1555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5"/>
                  </a:lnTo>
                  <a:lnTo>
                    <a:pt x="223" y="1413"/>
                  </a:lnTo>
                  <a:lnTo>
                    <a:pt x="14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4" y="283"/>
                  </a:lnTo>
                  <a:lnTo>
                    <a:pt x="162" y="404"/>
                  </a:lnTo>
                  <a:lnTo>
                    <a:pt x="82" y="56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2"/>
                  </a:lnTo>
                  <a:lnTo>
                    <a:pt x="162" y="1474"/>
                  </a:lnTo>
                  <a:lnTo>
                    <a:pt x="284" y="161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7"/>
                  </a:lnTo>
                  <a:lnTo>
                    <a:pt x="949" y="1877"/>
                  </a:lnTo>
                  <a:lnTo>
                    <a:pt x="1131" y="1857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817" y="566"/>
                  </a:lnTo>
                  <a:lnTo>
                    <a:pt x="1716" y="40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3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 flipH="1">
              <a:off x="1892829" y="-3305578"/>
              <a:ext cx="100466" cy="101584"/>
            </a:xfrm>
            <a:custGeom>
              <a:rect b="b" l="l" r="r" t="t"/>
              <a:pathLst>
                <a:path extrusionOk="0" h="1817" w="1797">
                  <a:moveTo>
                    <a:pt x="889" y="0"/>
                  </a:moveTo>
                  <a:lnTo>
                    <a:pt x="707" y="21"/>
                  </a:lnTo>
                  <a:lnTo>
                    <a:pt x="546" y="81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4"/>
                  </a:lnTo>
                  <a:lnTo>
                    <a:pt x="61" y="56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2"/>
                  </a:lnTo>
                  <a:lnTo>
                    <a:pt x="142" y="1413"/>
                  </a:lnTo>
                  <a:lnTo>
                    <a:pt x="263" y="1554"/>
                  </a:lnTo>
                  <a:lnTo>
                    <a:pt x="384" y="1655"/>
                  </a:lnTo>
                  <a:lnTo>
                    <a:pt x="546" y="1736"/>
                  </a:lnTo>
                  <a:lnTo>
                    <a:pt x="707" y="1796"/>
                  </a:lnTo>
                  <a:lnTo>
                    <a:pt x="889" y="1817"/>
                  </a:lnTo>
                  <a:lnTo>
                    <a:pt x="1070" y="1796"/>
                  </a:lnTo>
                  <a:lnTo>
                    <a:pt x="1252" y="1736"/>
                  </a:lnTo>
                  <a:lnTo>
                    <a:pt x="1393" y="1655"/>
                  </a:lnTo>
                  <a:lnTo>
                    <a:pt x="1534" y="1554"/>
                  </a:lnTo>
                  <a:lnTo>
                    <a:pt x="1635" y="1413"/>
                  </a:lnTo>
                  <a:lnTo>
                    <a:pt x="1736" y="1252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65"/>
                  </a:lnTo>
                  <a:lnTo>
                    <a:pt x="1635" y="404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1"/>
                  </a:lnTo>
                  <a:lnTo>
                    <a:pt x="1070" y="21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 flipH="1">
              <a:off x="1890536" y="-3307870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29" y="82"/>
                  </a:moveTo>
                  <a:lnTo>
                    <a:pt x="1110" y="102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4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31"/>
                  </a:lnTo>
                  <a:lnTo>
                    <a:pt x="1736" y="1293"/>
                  </a:lnTo>
                  <a:lnTo>
                    <a:pt x="1655" y="143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97"/>
                  </a:lnTo>
                  <a:lnTo>
                    <a:pt x="929" y="1817"/>
                  </a:lnTo>
                  <a:lnTo>
                    <a:pt x="767" y="179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23" y="1555"/>
                  </a:lnTo>
                  <a:lnTo>
                    <a:pt x="222" y="1434"/>
                  </a:lnTo>
                  <a:lnTo>
                    <a:pt x="142" y="1293"/>
                  </a:lnTo>
                  <a:lnTo>
                    <a:pt x="101" y="113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7" y="102"/>
                  </a:lnTo>
                  <a:lnTo>
                    <a:pt x="929" y="82"/>
                  </a:lnTo>
                  <a:close/>
                  <a:moveTo>
                    <a:pt x="92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3" y="284"/>
                  </a:lnTo>
                  <a:lnTo>
                    <a:pt x="162" y="425"/>
                  </a:lnTo>
                  <a:lnTo>
                    <a:pt x="61" y="586"/>
                  </a:lnTo>
                  <a:lnTo>
                    <a:pt x="21" y="76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61" y="1313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4" y="1736"/>
                  </a:lnTo>
                  <a:lnTo>
                    <a:pt x="565" y="1817"/>
                  </a:lnTo>
                  <a:lnTo>
                    <a:pt x="747" y="1878"/>
                  </a:lnTo>
                  <a:lnTo>
                    <a:pt x="929" y="1898"/>
                  </a:lnTo>
                  <a:lnTo>
                    <a:pt x="1130" y="1878"/>
                  </a:lnTo>
                  <a:lnTo>
                    <a:pt x="1312" y="1817"/>
                  </a:lnTo>
                  <a:lnTo>
                    <a:pt x="1453" y="173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6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8"/>
                  </a:lnTo>
                  <a:lnTo>
                    <a:pt x="1796" y="586"/>
                  </a:lnTo>
                  <a:lnTo>
                    <a:pt x="1716" y="425"/>
                  </a:lnTo>
                  <a:lnTo>
                    <a:pt x="1595" y="284"/>
                  </a:lnTo>
                  <a:lnTo>
                    <a:pt x="145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 flipH="1">
              <a:off x="511885" y="-3871966"/>
              <a:ext cx="100466" cy="101640"/>
            </a:xfrm>
            <a:custGeom>
              <a:rect b="b" l="l" r="r" t="t"/>
              <a:pathLst>
                <a:path extrusionOk="0" h="1818" w="1797">
                  <a:moveTo>
                    <a:pt x="908" y="1"/>
                  </a:moveTo>
                  <a:lnTo>
                    <a:pt x="727" y="21"/>
                  </a:lnTo>
                  <a:lnTo>
                    <a:pt x="54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5"/>
                  </a:lnTo>
                  <a:lnTo>
                    <a:pt x="6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61" y="1252"/>
                  </a:lnTo>
                  <a:lnTo>
                    <a:pt x="162" y="1414"/>
                  </a:lnTo>
                  <a:lnTo>
                    <a:pt x="262" y="1535"/>
                  </a:lnTo>
                  <a:lnTo>
                    <a:pt x="404" y="1656"/>
                  </a:lnTo>
                  <a:lnTo>
                    <a:pt x="54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35"/>
                  </a:lnTo>
                  <a:lnTo>
                    <a:pt x="1655" y="1414"/>
                  </a:lnTo>
                  <a:lnTo>
                    <a:pt x="173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36" y="566"/>
                  </a:lnTo>
                  <a:lnTo>
                    <a:pt x="1655" y="405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 flipH="1">
              <a:off x="509648" y="-3874202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49" y="81"/>
                  </a:moveTo>
                  <a:lnTo>
                    <a:pt x="1111" y="101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13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102" y="1110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66" y="1817"/>
                  </a:lnTo>
                  <a:lnTo>
                    <a:pt x="747" y="1877"/>
                  </a:lnTo>
                  <a:lnTo>
                    <a:pt x="949" y="1898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7"/>
                  </a:lnTo>
                  <a:lnTo>
                    <a:pt x="1817" y="586"/>
                  </a:lnTo>
                  <a:lnTo>
                    <a:pt x="171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 flipH="1">
              <a:off x="-1037114" y="-3361987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0" y="727"/>
                  </a:lnTo>
                  <a:lnTo>
                    <a:pt x="0" y="908"/>
                  </a:lnTo>
                  <a:lnTo>
                    <a:pt x="20" y="109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1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6" y="1090"/>
                  </a:lnTo>
                  <a:lnTo>
                    <a:pt x="1796" y="908"/>
                  </a:lnTo>
                  <a:lnTo>
                    <a:pt x="179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61"/>
                  </a:lnTo>
                  <a:lnTo>
                    <a:pt x="1090" y="21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 flipH="1">
              <a:off x="-1039350" y="-336428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3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97" y="768"/>
                  </a:lnTo>
                  <a:lnTo>
                    <a:pt x="1797" y="949"/>
                  </a:lnTo>
                  <a:lnTo>
                    <a:pt x="1797" y="1111"/>
                  </a:lnTo>
                  <a:lnTo>
                    <a:pt x="1736" y="1272"/>
                  </a:lnTo>
                  <a:lnTo>
                    <a:pt x="1656" y="1414"/>
                  </a:lnTo>
                  <a:lnTo>
                    <a:pt x="1555" y="1555"/>
                  </a:lnTo>
                  <a:lnTo>
                    <a:pt x="1434" y="1656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44" y="1555"/>
                  </a:lnTo>
                  <a:lnTo>
                    <a:pt x="223" y="1414"/>
                  </a:lnTo>
                  <a:lnTo>
                    <a:pt x="16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6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2"/>
                  </a:lnTo>
                  <a:lnTo>
                    <a:pt x="425" y="162"/>
                  </a:lnTo>
                  <a:lnTo>
                    <a:pt x="283" y="284"/>
                  </a:lnTo>
                  <a:lnTo>
                    <a:pt x="162" y="405"/>
                  </a:lnTo>
                  <a:lnTo>
                    <a:pt x="82" y="566"/>
                  </a:lnTo>
                  <a:lnTo>
                    <a:pt x="21" y="748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8"/>
                  </a:lnTo>
                  <a:lnTo>
                    <a:pt x="949" y="1878"/>
                  </a:lnTo>
                  <a:lnTo>
                    <a:pt x="1131" y="1858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78" y="1131"/>
                  </a:lnTo>
                  <a:lnTo>
                    <a:pt x="1878" y="949"/>
                  </a:lnTo>
                  <a:lnTo>
                    <a:pt x="1878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4"/>
                  </a:lnTo>
                  <a:lnTo>
                    <a:pt x="1474" y="162"/>
                  </a:lnTo>
                  <a:lnTo>
                    <a:pt x="1313" y="82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 flipH="1">
              <a:off x="1080509" y="-1366241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888" y="1"/>
                  </a:moveTo>
                  <a:lnTo>
                    <a:pt x="707" y="21"/>
                  </a:lnTo>
                  <a:lnTo>
                    <a:pt x="545" y="82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5"/>
                  </a:lnTo>
                  <a:lnTo>
                    <a:pt x="61" y="546"/>
                  </a:lnTo>
                  <a:lnTo>
                    <a:pt x="21" y="727"/>
                  </a:lnTo>
                  <a:lnTo>
                    <a:pt x="0" y="909"/>
                  </a:lnTo>
                  <a:lnTo>
                    <a:pt x="21" y="1091"/>
                  </a:lnTo>
                  <a:lnTo>
                    <a:pt x="61" y="1252"/>
                  </a:lnTo>
                  <a:lnTo>
                    <a:pt x="142" y="1414"/>
                  </a:lnTo>
                  <a:lnTo>
                    <a:pt x="263" y="1535"/>
                  </a:lnTo>
                  <a:lnTo>
                    <a:pt x="384" y="1656"/>
                  </a:lnTo>
                  <a:lnTo>
                    <a:pt x="545" y="1736"/>
                  </a:lnTo>
                  <a:lnTo>
                    <a:pt x="707" y="1797"/>
                  </a:lnTo>
                  <a:lnTo>
                    <a:pt x="1070" y="1797"/>
                  </a:lnTo>
                  <a:lnTo>
                    <a:pt x="1252" y="1736"/>
                  </a:lnTo>
                  <a:lnTo>
                    <a:pt x="1393" y="1656"/>
                  </a:lnTo>
                  <a:lnTo>
                    <a:pt x="1534" y="1535"/>
                  </a:lnTo>
                  <a:lnTo>
                    <a:pt x="1635" y="1414"/>
                  </a:lnTo>
                  <a:lnTo>
                    <a:pt x="171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16" y="546"/>
                  </a:lnTo>
                  <a:lnTo>
                    <a:pt x="1635" y="405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2"/>
                  </a:lnTo>
                  <a:lnTo>
                    <a:pt x="1070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 flipH="1">
              <a:off x="1078272" y="-1368477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29" y="81"/>
                  </a:moveTo>
                  <a:lnTo>
                    <a:pt x="1111" y="101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35" y="34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6" y="1433"/>
                  </a:lnTo>
                  <a:lnTo>
                    <a:pt x="1535" y="1554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4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82" y="1110"/>
                  </a:lnTo>
                  <a:lnTo>
                    <a:pt x="82" y="949"/>
                  </a:lnTo>
                  <a:lnTo>
                    <a:pt x="8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45" y="223"/>
                  </a:lnTo>
                  <a:lnTo>
                    <a:pt x="606" y="142"/>
                  </a:lnTo>
                  <a:lnTo>
                    <a:pt x="768" y="101"/>
                  </a:lnTo>
                  <a:lnTo>
                    <a:pt x="929" y="81"/>
                  </a:lnTo>
                  <a:close/>
                  <a:moveTo>
                    <a:pt x="929" y="1"/>
                  </a:moveTo>
                  <a:lnTo>
                    <a:pt x="748" y="21"/>
                  </a:lnTo>
                  <a:lnTo>
                    <a:pt x="566" y="81"/>
                  </a:lnTo>
                  <a:lnTo>
                    <a:pt x="405" y="162"/>
                  </a:lnTo>
                  <a:lnTo>
                    <a:pt x="263" y="283"/>
                  </a:lnTo>
                  <a:lnTo>
                    <a:pt x="162" y="424"/>
                  </a:lnTo>
                  <a:lnTo>
                    <a:pt x="62" y="58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62" y="1312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5" y="1716"/>
                  </a:lnTo>
                  <a:lnTo>
                    <a:pt x="566" y="1817"/>
                  </a:lnTo>
                  <a:lnTo>
                    <a:pt x="748" y="1857"/>
                  </a:lnTo>
                  <a:lnTo>
                    <a:pt x="929" y="1877"/>
                  </a:lnTo>
                  <a:lnTo>
                    <a:pt x="1131" y="1857"/>
                  </a:lnTo>
                  <a:lnTo>
                    <a:pt x="1293" y="1817"/>
                  </a:lnTo>
                  <a:lnTo>
                    <a:pt x="1454" y="171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797" y="586"/>
                  </a:lnTo>
                  <a:lnTo>
                    <a:pt x="1716" y="424"/>
                  </a:lnTo>
                  <a:lnTo>
                    <a:pt x="1595" y="283"/>
                  </a:lnTo>
                  <a:lnTo>
                    <a:pt x="1454" y="162"/>
                  </a:lnTo>
                  <a:lnTo>
                    <a:pt x="1293" y="81"/>
                  </a:lnTo>
                  <a:lnTo>
                    <a:pt x="1131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flipH="1">
              <a:off x="-1522213" y="-1840048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9" y="0"/>
                  </a:moveTo>
                  <a:lnTo>
                    <a:pt x="727" y="20"/>
                  </a:lnTo>
                  <a:lnTo>
                    <a:pt x="546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61" y="54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1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6" y="1736"/>
                  </a:lnTo>
                  <a:lnTo>
                    <a:pt x="727" y="1776"/>
                  </a:lnTo>
                  <a:lnTo>
                    <a:pt x="909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1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flipH="1">
              <a:off x="-1524506" y="-184234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0" y="102"/>
                  </a:lnTo>
                  <a:lnTo>
                    <a:pt x="1272" y="142"/>
                  </a:lnTo>
                  <a:lnTo>
                    <a:pt x="1413" y="223"/>
                  </a:lnTo>
                  <a:lnTo>
                    <a:pt x="1554" y="32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11"/>
                  </a:lnTo>
                  <a:lnTo>
                    <a:pt x="1736" y="1272"/>
                  </a:lnTo>
                  <a:lnTo>
                    <a:pt x="1655" y="141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77"/>
                  </a:lnTo>
                  <a:lnTo>
                    <a:pt x="949" y="1797"/>
                  </a:lnTo>
                  <a:lnTo>
                    <a:pt x="767" y="1777"/>
                  </a:lnTo>
                  <a:lnTo>
                    <a:pt x="606" y="1736"/>
                  </a:lnTo>
                  <a:lnTo>
                    <a:pt x="464" y="1656"/>
                  </a:lnTo>
                  <a:lnTo>
                    <a:pt x="323" y="1555"/>
                  </a:lnTo>
                  <a:lnTo>
                    <a:pt x="222" y="1414"/>
                  </a:lnTo>
                  <a:lnTo>
                    <a:pt x="142" y="1272"/>
                  </a:lnTo>
                  <a:lnTo>
                    <a:pt x="101" y="111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24"/>
                  </a:lnTo>
                  <a:lnTo>
                    <a:pt x="464" y="223"/>
                  </a:lnTo>
                  <a:lnTo>
                    <a:pt x="606" y="142"/>
                  </a:lnTo>
                  <a:lnTo>
                    <a:pt x="767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24" y="162"/>
                  </a:lnTo>
                  <a:lnTo>
                    <a:pt x="283" y="283"/>
                  </a:lnTo>
                  <a:lnTo>
                    <a:pt x="162" y="405"/>
                  </a:lnTo>
                  <a:lnTo>
                    <a:pt x="81" y="566"/>
                  </a:lnTo>
                  <a:lnTo>
                    <a:pt x="21" y="74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81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65" y="1797"/>
                  </a:lnTo>
                  <a:lnTo>
                    <a:pt x="747" y="1857"/>
                  </a:lnTo>
                  <a:lnTo>
                    <a:pt x="949" y="1878"/>
                  </a:lnTo>
                  <a:lnTo>
                    <a:pt x="1130" y="1857"/>
                  </a:lnTo>
                  <a:lnTo>
                    <a:pt x="1312" y="1797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3"/>
                  </a:lnTo>
                  <a:lnTo>
                    <a:pt x="147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flipH="1">
              <a:off x="-3230321" y="-2914121"/>
              <a:ext cx="101584" cy="101640"/>
            </a:xfrm>
            <a:custGeom>
              <a:rect b="b" l="l" r="r" t="t"/>
              <a:pathLst>
                <a:path extrusionOk="0" h="1818" w="1817">
                  <a:moveTo>
                    <a:pt x="908" y="1"/>
                  </a:moveTo>
                  <a:lnTo>
                    <a:pt x="72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4"/>
                  </a:lnTo>
                  <a:lnTo>
                    <a:pt x="8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81" y="1252"/>
                  </a:lnTo>
                  <a:lnTo>
                    <a:pt x="162" y="1413"/>
                  </a:lnTo>
                  <a:lnTo>
                    <a:pt x="262" y="1555"/>
                  </a:lnTo>
                  <a:lnTo>
                    <a:pt x="404" y="1656"/>
                  </a:lnTo>
                  <a:lnTo>
                    <a:pt x="56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55"/>
                  </a:lnTo>
                  <a:lnTo>
                    <a:pt x="1655" y="1413"/>
                  </a:lnTo>
                  <a:lnTo>
                    <a:pt x="1736" y="1252"/>
                  </a:lnTo>
                  <a:lnTo>
                    <a:pt x="1796" y="1091"/>
                  </a:lnTo>
                  <a:lnTo>
                    <a:pt x="1816" y="909"/>
                  </a:lnTo>
                  <a:lnTo>
                    <a:pt x="1796" y="727"/>
                  </a:lnTo>
                  <a:lnTo>
                    <a:pt x="1736" y="566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flipH="1">
              <a:off x="-3232558" y="-2916358"/>
              <a:ext cx="106112" cy="106112"/>
            </a:xfrm>
            <a:custGeom>
              <a:rect b="b" l="l" r="r" t="t"/>
              <a:pathLst>
                <a:path extrusionOk="0" h="1898" w="1898">
                  <a:moveTo>
                    <a:pt x="949" y="81"/>
                  </a:moveTo>
                  <a:lnTo>
                    <a:pt x="1131" y="101"/>
                  </a:lnTo>
                  <a:lnTo>
                    <a:pt x="1292" y="162"/>
                  </a:lnTo>
                  <a:lnTo>
                    <a:pt x="1434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97" y="767"/>
                  </a:lnTo>
                  <a:lnTo>
                    <a:pt x="1817" y="949"/>
                  </a:lnTo>
                  <a:lnTo>
                    <a:pt x="1797" y="1131"/>
                  </a:lnTo>
                  <a:lnTo>
                    <a:pt x="1736" y="129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34" y="1655"/>
                  </a:lnTo>
                  <a:lnTo>
                    <a:pt x="1292" y="1736"/>
                  </a:lnTo>
                  <a:lnTo>
                    <a:pt x="113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4"/>
                  </a:lnTo>
                  <a:lnTo>
                    <a:pt x="243" y="1433"/>
                  </a:lnTo>
                  <a:lnTo>
                    <a:pt x="162" y="1292"/>
                  </a:lnTo>
                  <a:lnTo>
                    <a:pt x="102" y="1131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62" y="606"/>
                  </a:lnTo>
                  <a:lnTo>
                    <a:pt x="243" y="465"/>
                  </a:lnTo>
                  <a:lnTo>
                    <a:pt x="34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86" y="1817"/>
                  </a:lnTo>
                  <a:lnTo>
                    <a:pt x="768" y="1877"/>
                  </a:lnTo>
                  <a:lnTo>
                    <a:pt x="949" y="1897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36" y="1474"/>
                  </a:lnTo>
                  <a:lnTo>
                    <a:pt x="1817" y="1312"/>
                  </a:lnTo>
                  <a:lnTo>
                    <a:pt x="1877" y="1131"/>
                  </a:lnTo>
                  <a:lnTo>
                    <a:pt x="1898" y="949"/>
                  </a:lnTo>
                  <a:lnTo>
                    <a:pt x="1877" y="767"/>
                  </a:lnTo>
                  <a:lnTo>
                    <a:pt x="1817" y="586"/>
                  </a:lnTo>
                  <a:lnTo>
                    <a:pt x="173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flipH="1">
              <a:off x="-1102524" y="-4869280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flipH="1">
              <a:off x="-1104816" y="-4871516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 flipH="1">
              <a:off x="915810" y="-2826125"/>
              <a:ext cx="4584" cy="51994"/>
            </a:xfrm>
            <a:custGeom>
              <a:rect b="b" l="l" r="r" t="t"/>
              <a:pathLst>
                <a:path extrusionOk="0" h="930" w="82">
                  <a:moveTo>
                    <a:pt x="1" y="1"/>
                  </a:moveTo>
                  <a:lnTo>
                    <a:pt x="1" y="929"/>
                  </a:lnTo>
                  <a:lnTo>
                    <a:pt x="82" y="929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flipH="1">
              <a:off x="892105" y="-2802420"/>
              <a:ext cx="51938" cy="4584"/>
            </a:xfrm>
            <a:custGeom>
              <a:rect b="b" l="l" r="r" t="t"/>
              <a:pathLst>
                <a:path extrusionOk="0" h="82" w="929">
                  <a:moveTo>
                    <a:pt x="0" y="1"/>
                  </a:moveTo>
                  <a:lnTo>
                    <a:pt x="0" y="81"/>
                  </a:lnTo>
                  <a:lnTo>
                    <a:pt x="928" y="81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 flipH="1">
              <a:off x="161018" y="-3857262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 flipH="1">
              <a:off x="136195" y="-3832440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 flipH="1">
              <a:off x="-2522936" y="-2096155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 flipH="1">
              <a:off x="-2548878" y="-2071332"/>
              <a:ext cx="55348" cy="4584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2"/>
          <p:cNvSpPr/>
          <p:nvPr/>
        </p:nvSpPr>
        <p:spPr>
          <a:xfrm flipH="1">
            <a:off x="3923500" y="0"/>
            <a:ext cx="454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2"/>
          <p:cNvGrpSpPr/>
          <p:nvPr/>
        </p:nvGrpSpPr>
        <p:grpSpPr>
          <a:xfrm>
            <a:off x="8720580" y="1912541"/>
            <a:ext cx="1209708" cy="1147945"/>
            <a:chOff x="5235125" y="2636100"/>
            <a:chExt cx="796175" cy="755525"/>
          </a:xfrm>
        </p:grpSpPr>
        <p:sp>
          <p:nvSpPr>
            <p:cNvPr id="86" name="Google Shape;86;p2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2"/>
          <p:cNvSpPr/>
          <p:nvPr/>
        </p:nvSpPr>
        <p:spPr>
          <a:xfrm>
            <a:off x="1733088" y="9325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"/>
          <p:cNvGrpSpPr/>
          <p:nvPr/>
        </p:nvGrpSpPr>
        <p:grpSpPr>
          <a:xfrm>
            <a:off x="3539540" y="4393300"/>
            <a:ext cx="754524" cy="750237"/>
            <a:chOff x="8523754" y="10"/>
            <a:chExt cx="516408" cy="513439"/>
          </a:xfrm>
        </p:grpSpPr>
        <p:sp>
          <p:nvSpPr>
            <p:cNvPr id="154" name="Google Shape;154;p2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"/>
          <p:cNvSpPr txBox="1"/>
          <p:nvPr>
            <p:ph type="ctrTitle"/>
          </p:nvPr>
        </p:nvSpPr>
        <p:spPr>
          <a:xfrm>
            <a:off x="4304753" y="1484801"/>
            <a:ext cx="41148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7" name="Google Shape;157;p2"/>
          <p:cNvSpPr txBox="1"/>
          <p:nvPr>
            <p:ph idx="1" type="subTitle"/>
          </p:nvPr>
        </p:nvSpPr>
        <p:spPr>
          <a:xfrm>
            <a:off x="4304753" y="3109999"/>
            <a:ext cx="344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2530200" y="0"/>
            <a:ext cx="4083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 txBox="1"/>
          <p:nvPr>
            <p:ph type="title"/>
          </p:nvPr>
        </p:nvSpPr>
        <p:spPr>
          <a:xfrm>
            <a:off x="3014400" y="2680488"/>
            <a:ext cx="31152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" name="Google Shape;161;p3"/>
          <p:cNvSpPr txBox="1"/>
          <p:nvPr>
            <p:ph idx="1" type="subTitle"/>
          </p:nvPr>
        </p:nvSpPr>
        <p:spPr>
          <a:xfrm>
            <a:off x="3037200" y="329086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2" name="Google Shape;162;p3"/>
          <p:cNvSpPr txBox="1"/>
          <p:nvPr>
            <p:ph hasCustomPrompt="1" idx="2" type="title"/>
          </p:nvPr>
        </p:nvSpPr>
        <p:spPr>
          <a:xfrm>
            <a:off x="4027950" y="169348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3" name="Google Shape;163;p3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3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206" name="Google Shape;206;p3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3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239" name="Google Shape;239;p3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3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272" name="Google Shape;272;p3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3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3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277" name="Google Shape;277;p3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3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"/>
          <p:cNvSpPr/>
          <p:nvPr/>
        </p:nvSpPr>
        <p:spPr>
          <a:xfrm>
            <a:off x="2876020" y="48110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8" name="Google Shape;288;p4"/>
          <p:cNvSpPr txBox="1"/>
          <p:nvPr>
            <p:ph idx="1" type="body"/>
          </p:nvPr>
        </p:nvSpPr>
        <p:spPr>
          <a:xfrm>
            <a:off x="959775" y="1040100"/>
            <a:ext cx="7470900" cy="3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2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9pPr>
          </a:lstStyle>
          <a:p/>
        </p:txBody>
      </p:sp>
      <p:sp>
        <p:nvSpPr>
          <p:cNvPr id="289" name="Google Shape;289;p4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" name="Google Shape;290;p4"/>
          <p:cNvGrpSpPr/>
          <p:nvPr/>
        </p:nvGrpSpPr>
        <p:grpSpPr>
          <a:xfrm>
            <a:off x="-395554" y="1878269"/>
            <a:ext cx="1001862" cy="1525380"/>
            <a:chOff x="2060921" y="-3413869"/>
            <a:chExt cx="1001862" cy="1525380"/>
          </a:xfrm>
        </p:grpSpPr>
        <p:sp>
          <p:nvSpPr>
            <p:cNvPr id="291" name="Google Shape;291;p4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4"/>
          <p:cNvGrpSpPr/>
          <p:nvPr/>
        </p:nvGrpSpPr>
        <p:grpSpPr>
          <a:xfrm>
            <a:off x="-2233707" y="-256851"/>
            <a:ext cx="2946940" cy="1512969"/>
            <a:chOff x="-1306807" y="-1638114"/>
            <a:chExt cx="2946940" cy="1512969"/>
          </a:xfrm>
        </p:grpSpPr>
        <p:sp>
          <p:nvSpPr>
            <p:cNvPr id="294" name="Google Shape;294;p4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4"/>
          <p:cNvSpPr/>
          <p:nvPr/>
        </p:nvSpPr>
        <p:spPr>
          <a:xfrm>
            <a:off x="128050" y="35059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"/>
          <p:cNvSpPr/>
          <p:nvPr/>
        </p:nvSpPr>
        <p:spPr>
          <a:xfrm>
            <a:off x="128063" y="40376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"/>
          <p:cNvSpPr/>
          <p:nvPr/>
        </p:nvSpPr>
        <p:spPr>
          <a:xfrm>
            <a:off x="4176595" y="4757340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4"/>
          <p:cNvGrpSpPr/>
          <p:nvPr/>
        </p:nvGrpSpPr>
        <p:grpSpPr>
          <a:xfrm>
            <a:off x="3967146" y="-825334"/>
            <a:ext cx="1209708" cy="1147945"/>
            <a:chOff x="5235125" y="2636100"/>
            <a:chExt cx="796175" cy="755525"/>
          </a:xfrm>
        </p:grpSpPr>
        <p:sp>
          <p:nvSpPr>
            <p:cNvPr id="301" name="Google Shape;301;p4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5"/>
          <p:cNvSpPr txBox="1"/>
          <p:nvPr>
            <p:ph idx="1" type="subTitle"/>
          </p:nvPr>
        </p:nvSpPr>
        <p:spPr>
          <a:xfrm>
            <a:off x="1353275" y="2834834"/>
            <a:ext cx="2578500" cy="1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9pPr>
          </a:lstStyle>
          <a:p/>
        </p:txBody>
      </p:sp>
      <p:sp>
        <p:nvSpPr>
          <p:cNvPr id="368" name="Google Shape;368;p5"/>
          <p:cNvSpPr txBox="1"/>
          <p:nvPr>
            <p:ph idx="2" type="subTitle"/>
          </p:nvPr>
        </p:nvSpPr>
        <p:spPr>
          <a:xfrm>
            <a:off x="5213525" y="2834834"/>
            <a:ext cx="2575500" cy="1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9pPr>
          </a:lstStyle>
          <a:p/>
        </p:txBody>
      </p:sp>
      <p:sp>
        <p:nvSpPr>
          <p:cNvPr id="369" name="Google Shape;369;p5"/>
          <p:cNvSpPr txBox="1"/>
          <p:nvPr>
            <p:ph idx="3" type="subTitle"/>
          </p:nvPr>
        </p:nvSpPr>
        <p:spPr>
          <a:xfrm>
            <a:off x="1354775" y="3226684"/>
            <a:ext cx="257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0" name="Google Shape;370;p5"/>
          <p:cNvSpPr txBox="1"/>
          <p:nvPr>
            <p:ph idx="4" type="subTitle"/>
          </p:nvPr>
        </p:nvSpPr>
        <p:spPr>
          <a:xfrm>
            <a:off x="5212025" y="3229059"/>
            <a:ext cx="2578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1" name="Google Shape;371;p5"/>
          <p:cNvSpPr/>
          <p:nvPr/>
        </p:nvSpPr>
        <p:spPr>
          <a:xfrm>
            <a:off x="-607780" y="-650361"/>
            <a:ext cx="1170000" cy="117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5"/>
          <p:cNvGrpSpPr/>
          <p:nvPr/>
        </p:nvGrpSpPr>
        <p:grpSpPr>
          <a:xfrm flipH="1">
            <a:off x="-1670733" y="-144769"/>
            <a:ext cx="2383952" cy="1642730"/>
            <a:chOff x="497192" y="-5154682"/>
            <a:chExt cx="2383952" cy="1642730"/>
          </a:xfrm>
        </p:grpSpPr>
        <p:sp>
          <p:nvSpPr>
            <p:cNvPr id="373" name="Google Shape;373;p5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5"/>
          <p:cNvSpPr/>
          <p:nvPr/>
        </p:nvSpPr>
        <p:spPr>
          <a:xfrm>
            <a:off x="146963" y="45272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"/>
          <p:cNvSpPr/>
          <p:nvPr/>
        </p:nvSpPr>
        <p:spPr>
          <a:xfrm>
            <a:off x="76776" y="119510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"/>
          <p:cNvSpPr/>
          <p:nvPr/>
        </p:nvSpPr>
        <p:spPr>
          <a:xfrm rot="5400000">
            <a:off x="76811" y="181844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"/>
          <p:cNvSpPr/>
          <p:nvPr/>
        </p:nvSpPr>
        <p:spPr>
          <a:xfrm>
            <a:off x="4572000" y="0"/>
            <a:ext cx="4600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"/>
          <p:cNvSpPr/>
          <p:nvPr/>
        </p:nvSpPr>
        <p:spPr>
          <a:xfrm>
            <a:off x="8614188" y="9785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8747301" y="11229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8861238" y="11837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7790515" y="-14831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7862690" y="-79489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7966509" y="299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5"/>
          <p:cNvGrpSpPr/>
          <p:nvPr/>
        </p:nvGrpSpPr>
        <p:grpSpPr>
          <a:xfrm>
            <a:off x="1162260" y="4250607"/>
            <a:ext cx="2960526" cy="1551321"/>
            <a:chOff x="1162260" y="4250607"/>
            <a:chExt cx="2960526" cy="1551321"/>
          </a:xfrm>
        </p:grpSpPr>
        <p:sp>
          <p:nvSpPr>
            <p:cNvPr id="387" name="Google Shape;387;p5"/>
            <p:cNvSpPr/>
            <p:nvPr/>
          </p:nvSpPr>
          <p:spPr>
            <a:xfrm>
              <a:off x="1162260" y="4250607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1326960" y="4373601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1475895" y="4628534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5"/>
          <p:cNvSpPr/>
          <p:nvPr/>
        </p:nvSpPr>
        <p:spPr>
          <a:xfrm>
            <a:off x="8432548" y="27193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8724715" y="28422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"/>
          <p:cNvSpPr/>
          <p:nvPr/>
        </p:nvSpPr>
        <p:spPr>
          <a:xfrm>
            <a:off x="7728806" y="46383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7884505" y="48053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8740763" y="40194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"/>
          <p:cNvSpPr/>
          <p:nvPr/>
        </p:nvSpPr>
        <p:spPr>
          <a:xfrm>
            <a:off x="9502037" y="28276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8890201" y="2672917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9054181" y="19564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8637957" y="4766946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"/>
          <p:cNvSpPr/>
          <p:nvPr/>
        </p:nvSpPr>
        <p:spPr>
          <a:xfrm>
            <a:off x="8635665" y="4764710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10574937" y="3307063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"/>
          <p:cNvSpPr/>
          <p:nvPr/>
        </p:nvSpPr>
        <p:spPr>
          <a:xfrm>
            <a:off x="10551288" y="3330767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"/>
          <p:cNvSpPr/>
          <p:nvPr/>
        </p:nvSpPr>
        <p:spPr>
          <a:xfrm>
            <a:off x="8581725" y="1009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5"/>
          <p:cNvGrpSpPr/>
          <p:nvPr/>
        </p:nvGrpSpPr>
        <p:grpSpPr>
          <a:xfrm>
            <a:off x="4725677" y="4534063"/>
            <a:ext cx="2338846" cy="1739785"/>
            <a:chOff x="4725677" y="4534063"/>
            <a:chExt cx="2338846" cy="1739785"/>
          </a:xfrm>
        </p:grpSpPr>
        <p:sp>
          <p:nvSpPr>
            <p:cNvPr id="404" name="Google Shape;404;p5"/>
            <p:cNvSpPr/>
            <p:nvPr/>
          </p:nvSpPr>
          <p:spPr>
            <a:xfrm rot="10800000">
              <a:off x="4775279" y="4534063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 rot="10800000">
              <a:off x="5869686" y="4710085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 rot="10800000">
              <a:off x="4850875" y="4692004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 rot="10800000">
              <a:off x="5935099" y="4759732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 rot="10800000">
              <a:off x="5074290" y="5064293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 rot="10800000">
              <a:off x="5370998" y="5496405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 rot="10800000">
              <a:off x="4727969" y="5773987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 rot="10800000">
              <a:off x="4725677" y="5771695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 rot="10800000">
              <a:off x="5991512" y="4807087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 rot="10800000">
              <a:off x="5966688" y="4833084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5"/>
          <p:cNvSpPr/>
          <p:nvPr/>
        </p:nvSpPr>
        <p:spPr>
          <a:xfrm>
            <a:off x="-354230" y="30783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"/>
          <p:cNvSpPr/>
          <p:nvPr/>
        </p:nvSpPr>
        <p:spPr>
          <a:xfrm flipH="1">
            <a:off x="0" y="4591500"/>
            <a:ext cx="9144000" cy="55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8" name="Google Shape;418;p6"/>
          <p:cNvSpPr/>
          <p:nvPr/>
        </p:nvSpPr>
        <p:spPr>
          <a:xfrm>
            <a:off x="8574900" y="1960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6"/>
          <p:cNvSpPr/>
          <p:nvPr/>
        </p:nvSpPr>
        <p:spPr>
          <a:xfrm>
            <a:off x="8574913" y="7277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6"/>
          <p:cNvGrpSpPr/>
          <p:nvPr/>
        </p:nvGrpSpPr>
        <p:grpSpPr>
          <a:xfrm>
            <a:off x="-4552" y="1997778"/>
            <a:ext cx="717765" cy="1144906"/>
            <a:chOff x="-4552" y="1997778"/>
            <a:chExt cx="717765" cy="1144906"/>
          </a:xfrm>
        </p:grpSpPr>
        <p:sp>
          <p:nvSpPr>
            <p:cNvPr id="421" name="Google Shape;421;p6"/>
            <p:cNvSpPr/>
            <p:nvPr/>
          </p:nvSpPr>
          <p:spPr>
            <a:xfrm>
              <a:off x="330286" y="2465335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491988" y="2618642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1564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168584" y="1997778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493508" y="3084680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3083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166305" y="2152643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332565" y="2153402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328007" y="3086200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163266" y="3083161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804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495027" y="2931373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-4552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167824" y="2308989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332565" y="2309748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330286" y="2925257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164785" y="292985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804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494267" y="2774229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-1475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167065" y="2464575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333363" y="1998575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330286" y="2775786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162506" y="2771190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804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326488" y="2620922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804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167065" y="2617883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497344" y="2000854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659806" y="2621681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649094" y="3085440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495787" y="2465335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659046" y="2776546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496584" y="2155681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495787" y="2311268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658249" y="2931373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659806" y="2467614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658249" y="2312787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660566" y="2157201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661325" y="2001614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6"/>
          <p:cNvSpPr/>
          <p:nvPr/>
        </p:nvSpPr>
        <p:spPr>
          <a:xfrm flipH="1" rot="-4956197">
            <a:off x="7632555" y="3926549"/>
            <a:ext cx="1596445" cy="180296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6"/>
          <p:cNvSpPr/>
          <p:nvPr/>
        </p:nvSpPr>
        <p:spPr>
          <a:xfrm flipH="1" rot="-4956197">
            <a:off x="7746076" y="3985059"/>
            <a:ext cx="1395625" cy="165067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"/>
          <p:cNvSpPr/>
          <p:nvPr/>
        </p:nvSpPr>
        <p:spPr>
          <a:xfrm flipH="1" rot="-4956197">
            <a:off x="7846970" y="4097316"/>
            <a:ext cx="1193686" cy="142726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"/>
          <p:cNvSpPr/>
          <p:nvPr/>
        </p:nvSpPr>
        <p:spPr>
          <a:xfrm flipH="1" rot="-4956197">
            <a:off x="7975705" y="4243332"/>
            <a:ext cx="901512" cy="110456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"/>
          <p:cNvSpPr/>
          <p:nvPr/>
        </p:nvSpPr>
        <p:spPr>
          <a:xfrm flipH="1">
            <a:off x="50" y="0"/>
            <a:ext cx="2648100" cy="55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"/>
          <p:cNvSpPr/>
          <p:nvPr/>
        </p:nvSpPr>
        <p:spPr>
          <a:xfrm flipH="1">
            <a:off x="1843950" y="-10536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"/>
          <p:cNvSpPr/>
          <p:nvPr/>
        </p:nvSpPr>
        <p:spPr>
          <a:xfrm flipH="1">
            <a:off x="1988360" y="-36539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"/>
          <p:cNvSpPr/>
          <p:nvPr/>
        </p:nvSpPr>
        <p:spPr>
          <a:xfrm flipH="1">
            <a:off x="2132827" y="729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"/>
          <p:cNvSpPr/>
          <p:nvPr/>
        </p:nvSpPr>
        <p:spPr>
          <a:xfrm>
            <a:off x="115625" y="38166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"/>
          <p:cNvSpPr/>
          <p:nvPr/>
        </p:nvSpPr>
        <p:spPr>
          <a:xfrm rot="5400000">
            <a:off x="115625" y="44217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"/>
          <p:cNvSpPr/>
          <p:nvPr/>
        </p:nvSpPr>
        <p:spPr>
          <a:xfrm flipH="1">
            <a:off x="645130" y="-405428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"/>
          <p:cNvSpPr/>
          <p:nvPr/>
        </p:nvSpPr>
        <p:spPr>
          <a:xfrm flipH="1">
            <a:off x="746662" y="-29825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"/>
          <p:cNvSpPr/>
          <p:nvPr/>
        </p:nvSpPr>
        <p:spPr>
          <a:xfrm flipH="1">
            <a:off x="509761" y="6874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"/>
          <p:cNvSpPr/>
          <p:nvPr/>
        </p:nvSpPr>
        <p:spPr>
          <a:xfrm flipH="1">
            <a:off x="281161" y="3064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"/>
          <p:cNvSpPr/>
          <p:nvPr/>
        </p:nvSpPr>
        <p:spPr>
          <a:xfrm flipH="1">
            <a:off x="1347961" y="1540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"/>
          <p:cNvSpPr/>
          <p:nvPr/>
        </p:nvSpPr>
        <p:spPr>
          <a:xfrm flipH="1">
            <a:off x="2262361" y="2302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"/>
          <p:cNvSpPr/>
          <p:nvPr/>
        </p:nvSpPr>
        <p:spPr>
          <a:xfrm flipH="1">
            <a:off x="738361" y="16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"/>
          <p:cNvSpPr/>
          <p:nvPr/>
        </p:nvSpPr>
        <p:spPr>
          <a:xfrm>
            <a:off x="7312070" y="-32433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"/>
          <p:cNvSpPr txBox="1"/>
          <p:nvPr>
            <p:ph type="title"/>
          </p:nvPr>
        </p:nvSpPr>
        <p:spPr>
          <a:xfrm>
            <a:off x="875453" y="1695457"/>
            <a:ext cx="3684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1" name="Google Shape;481;p7"/>
          <p:cNvSpPr txBox="1"/>
          <p:nvPr>
            <p:ph idx="1" type="subTitle"/>
          </p:nvPr>
        </p:nvSpPr>
        <p:spPr>
          <a:xfrm>
            <a:off x="875453" y="2350643"/>
            <a:ext cx="36849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2" name="Google Shape;482;p7"/>
          <p:cNvSpPr/>
          <p:nvPr/>
        </p:nvSpPr>
        <p:spPr>
          <a:xfrm>
            <a:off x="169575" y="12946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7"/>
          <p:cNvSpPr/>
          <p:nvPr/>
        </p:nvSpPr>
        <p:spPr>
          <a:xfrm>
            <a:off x="169588" y="18264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"/>
          <p:cNvSpPr/>
          <p:nvPr/>
        </p:nvSpPr>
        <p:spPr>
          <a:xfrm flipH="1" rot="10800000">
            <a:off x="-5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"/>
          <p:cNvSpPr/>
          <p:nvPr/>
        </p:nvSpPr>
        <p:spPr>
          <a:xfrm rot="10800000">
            <a:off x="333238" y="144117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"/>
          <p:cNvSpPr/>
          <p:nvPr/>
        </p:nvSpPr>
        <p:spPr>
          <a:xfrm>
            <a:off x="99376" y="3833359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"/>
          <p:cNvSpPr/>
          <p:nvPr/>
        </p:nvSpPr>
        <p:spPr>
          <a:xfrm rot="5400000">
            <a:off x="99411" y="44566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"/>
          <p:cNvSpPr/>
          <p:nvPr/>
        </p:nvSpPr>
        <p:spPr>
          <a:xfrm>
            <a:off x="5238625" y="0"/>
            <a:ext cx="3933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" name="Google Shape;489;p7"/>
          <p:cNvGrpSpPr/>
          <p:nvPr/>
        </p:nvGrpSpPr>
        <p:grpSpPr>
          <a:xfrm rot="10800000">
            <a:off x="5378348" y="-98900"/>
            <a:ext cx="6861861" cy="5143530"/>
            <a:chOff x="-3799077" y="-5268675"/>
            <a:chExt cx="6861861" cy="5143530"/>
          </a:xfrm>
        </p:grpSpPr>
        <p:sp>
          <p:nvSpPr>
            <p:cNvPr id="490" name="Google Shape;490;p7"/>
            <p:cNvSpPr/>
            <p:nvPr/>
          </p:nvSpPr>
          <p:spPr>
            <a:xfrm flipH="1">
              <a:off x="-3052066" y="-2688483"/>
              <a:ext cx="1596439" cy="1802961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 flipH="1">
              <a:off x="-3799077" y="-5170503"/>
              <a:ext cx="6754688" cy="4497143"/>
            </a:xfrm>
            <a:custGeom>
              <a:rect b="b" l="l" r="r" t="t"/>
              <a:pathLst>
                <a:path extrusionOk="0" h="80439" w="120819">
                  <a:moveTo>
                    <a:pt x="94887" y="81"/>
                  </a:moveTo>
                  <a:lnTo>
                    <a:pt x="96400" y="122"/>
                  </a:lnTo>
                  <a:lnTo>
                    <a:pt x="97914" y="182"/>
                  </a:lnTo>
                  <a:lnTo>
                    <a:pt x="99427" y="283"/>
                  </a:lnTo>
                  <a:lnTo>
                    <a:pt x="100941" y="424"/>
                  </a:lnTo>
                  <a:lnTo>
                    <a:pt x="102454" y="586"/>
                  </a:lnTo>
                  <a:lnTo>
                    <a:pt x="103968" y="788"/>
                  </a:lnTo>
                  <a:lnTo>
                    <a:pt x="105481" y="1030"/>
                  </a:lnTo>
                  <a:lnTo>
                    <a:pt x="106894" y="1272"/>
                  </a:lnTo>
                  <a:lnTo>
                    <a:pt x="107620" y="1413"/>
                  </a:lnTo>
                  <a:lnTo>
                    <a:pt x="108367" y="1595"/>
                  </a:lnTo>
                  <a:lnTo>
                    <a:pt x="109114" y="1777"/>
                  </a:lnTo>
                  <a:lnTo>
                    <a:pt x="109860" y="1998"/>
                  </a:lnTo>
                  <a:lnTo>
                    <a:pt x="110607" y="2241"/>
                  </a:lnTo>
                  <a:lnTo>
                    <a:pt x="111354" y="2503"/>
                  </a:lnTo>
                  <a:lnTo>
                    <a:pt x="112100" y="2806"/>
                  </a:lnTo>
                  <a:lnTo>
                    <a:pt x="112827" y="3129"/>
                  </a:lnTo>
                  <a:lnTo>
                    <a:pt x="113533" y="3492"/>
                  </a:lnTo>
                  <a:lnTo>
                    <a:pt x="114219" y="3895"/>
                  </a:lnTo>
                  <a:lnTo>
                    <a:pt x="114562" y="4117"/>
                  </a:lnTo>
                  <a:lnTo>
                    <a:pt x="114885" y="4339"/>
                  </a:lnTo>
                  <a:lnTo>
                    <a:pt x="115208" y="4582"/>
                  </a:lnTo>
                  <a:lnTo>
                    <a:pt x="115531" y="4824"/>
                  </a:lnTo>
                  <a:lnTo>
                    <a:pt x="115834" y="5086"/>
                  </a:lnTo>
                  <a:lnTo>
                    <a:pt x="116136" y="5369"/>
                  </a:lnTo>
                  <a:lnTo>
                    <a:pt x="116419" y="5651"/>
                  </a:lnTo>
                  <a:lnTo>
                    <a:pt x="116701" y="5934"/>
                  </a:lnTo>
                  <a:lnTo>
                    <a:pt x="117044" y="6317"/>
                  </a:lnTo>
                  <a:lnTo>
                    <a:pt x="117367" y="6721"/>
                  </a:lnTo>
                  <a:lnTo>
                    <a:pt x="117690" y="7165"/>
                  </a:lnTo>
                  <a:lnTo>
                    <a:pt x="118033" y="7669"/>
                  </a:lnTo>
                  <a:lnTo>
                    <a:pt x="118336" y="8194"/>
                  </a:lnTo>
                  <a:lnTo>
                    <a:pt x="118659" y="8799"/>
                  </a:lnTo>
                  <a:lnTo>
                    <a:pt x="118941" y="9445"/>
                  </a:lnTo>
                  <a:lnTo>
                    <a:pt x="119224" y="10171"/>
                  </a:lnTo>
                  <a:lnTo>
                    <a:pt x="119486" y="10958"/>
                  </a:lnTo>
                  <a:lnTo>
                    <a:pt x="119728" y="11826"/>
                  </a:lnTo>
                  <a:lnTo>
                    <a:pt x="119950" y="12795"/>
                  </a:lnTo>
                  <a:lnTo>
                    <a:pt x="120152" y="13824"/>
                  </a:lnTo>
                  <a:lnTo>
                    <a:pt x="120334" y="14974"/>
                  </a:lnTo>
                  <a:lnTo>
                    <a:pt x="120475" y="16205"/>
                  </a:lnTo>
                  <a:lnTo>
                    <a:pt x="120576" y="17557"/>
                  </a:lnTo>
                  <a:lnTo>
                    <a:pt x="120657" y="19010"/>
                  </a:lnTo>
                  <a:lnTo>
                    <a:pt x="120697" y="20241"/>
                  </a:lnTo>
                  <a:lnTo>
                    <a:pt x="120717" y="21472"/>
                  </a:lnTo>
                  <a:lnTo>
                    <a:pt x="120737" y="22683"/>
                  </a:lnTo>
                  <a:lnTo>
                    <a:pt x="120737" y="23914"/>
                  </a:lnTo>
                  <a:lnTo>
                    <a:pt x="120717" y="25145"/>
                  </a:lnTo>
                  <a:lnTo>
                    <a:pt x="120697" y="26376"/>
                  </a:lnTo>
                  <a:lnTo>
                    <a:pt x="120657" y="27607"/>
                  </a:lnTo>
                  <a:lnTo>
                    <a:pt x="120616" y="28838"/>
                  </a:lnTo>
                  <a:lnTo>
                    <a:pt x="120536" y="30049"/>
                  </a:lnTo>
                  <a:lnTo>
                    <a:pt x="120455" y="31280"/>
                  </a:lnTo>
                  <a:lnTo>
                    <a:pt x="120374" y="32511"/>
                  </a:lnTo>
                  <a:lnTo>
                    <a:pt x="120253" y="33722"/>
                  </a:lnTo>
                  <a:lnTo>
                    <a:pt x="120152" y="34953"/>
                  </a:lnTo>
                  <a:lnTo>
                    <a:pt x="120011" y="36163"/>
                  </a:lnTo>
                  <a:lnTo>
                    <a:pt x="119870" y="37394"/>
                  </a:lnTo>
                  <a:lnTo>
                    <a:pt x="119708" y="38605"/>
                  </a:lnTo>
                  <a:lnTo>
                    <a:pt x="119567" y="39533"/>
                  </a:lnTo>
                  <a:lnTo>
                    <a:pt x="119405" y="40462"/>
                  </a:lnTo>
                  <a:lnTo>
                    <a:pt x="119224" y="41390"/>
                  </a:lnTo>
                  <a:lnTo>
                    <a:pt x="119103" y="41834"/>
                  </a:lnTo>
                  <a:lnTo>
                    <a:pt x="118982" y="42278"/>
                  </a:lnTo>
                  <a:lnTo>
                    <a:pt x="118820" y="42722"/>
                  </a:lnTo>
                  <a:lnTo>
                    <a:pt x="118659" y="43166"/>
                  </a:lnTo>
                  <a:lnTo>
                    <a:pt x="118497" y="43590"/>
                  </a:lnTo>
                  <a:lnTo>
                    <a:pt x="118296" y="43993"/>
                  </a:lnTo>
                  <a:lnTo>
                    <a:pt x="118074" y="44397"/>
                  </a:lnTo>
                  <a:lnTo>
                    <a:pt x="117831" y="44800"/>
                  </a:lnTo>
                  <a:lnTo>
                    <a:pt x="117549" y="45164"/>
                  </a:lnTo>
                  <a:lnTo>
                    <a:pt x="117266" y="45527"/>
                  </a:lnTo>
                  <a:lnTo>
                    <a:pt x="117105" y="45709"/>
                  </a:lnTo>
                  <a:lnTo>
                    <a:pt x="116943" y="45870"/>
                  </a:lnTo>
                  <a:lnTo>
                    <a:pt x="116782" y="45991"/>
                  </a:lnTo>
                  <a:lnTo>
                    <a:pt x="116621" y="46112"/>
                  </a:lnTo>
                  <a:lnTo>
                    <a:pt x="116459" y="46193"/>
                  </a:lnTo>
                  <a:lnTo>
                    <a:pt x="116298" y="46253"/>
                  </a:lnTo>
                  <a:lnTo>
                    <a:pt x="116136" y="46294"/>
                  </a:lnTo>
                  <a:lnTo>
                    <a:pt x="115975" y="46314"/>
                  </a:lnTo>
                  <a:lnTo>
                    <a:pt x="115813" y="46314"/>
                  </a:lnTo>
                  <a:lnTo>
                    <a:pt x="115632" y="46294"/>
                  </a:lnTo>
                  <a:lnTo>
                    <a:pt x="115490" y="46253"/>
                  </a:lnTo>
                  <a:lnTo>
                    <a:pt x="115349" y="46193"/>
                  </a:lnTo>
                  <a:lnTo>
                    <a:pt x="115228" y="46092"/>
                  </a:lnTo>
                  <a:lnTo>
                    <a:pt x="115107" y="45991"/>
                  </a:lnTo>
                  <a:lnTo>
                    <a:pt x="115006" y="45890"/>
                  </a:lnTo>
                  <a:lnTo>
                    <a:pt x="114905" y="45749"/>
                  </a:lnTo>
                  <a:lnTo>
                    <a:pt x="114724" y="45446"/>
                  </a:lnTo>
                  <a:lnTo>
                    <a:pt x="114562" y="45103"/>
                  </a:lnTo>
                  <a:lnTo>
                    <a:pt x="114441" y="44740"/>
                  </a:lnTo>
                  <a:lnTo>
                    <a:pt x="114300" y="44336"/>
                  </a:lnTo>
                  <a:lnTo>
                    <a:pt x="114360" y="44316"/>
                  </a:lnTo>
                  <a:lnTo>
                    <a:pt x="114199" y="43751"/>
                  </a:lnTo>
                  <a:lnTo>
                    <a:pt x="114017" y="43186"/>
                  </a:lnTo>
                  <a:lnTo>
                    <a:pt x="113816" y="42641"/>
                  </a:lnTo>
                  <a:lnTo>
                    <a:pt x="113594" y="42096"/>
                  </a:lnTo>
                  <a:lnTo>
                    <a:pt x="113331" y="41551"/>
                  </a:lnTo>
                  <a:lnTo>
                    <a:pt x="113049" y="41027"/>
                  </a:lnTo>
                  <a:lnTo>
                    <a:pt x="112746" y="40522"/>
                  </a:lnTo>
                  <a:lnTo>
                    <a:pt x="112403" y="40018"/>
                  </a:lnTo>
                  <a:lnTo>
                    <a:pt x="112040" y="39533"/>
                  </a:lnTo>
                  <a:lnTo>
                    <a:pt x="111656" y="39049"/>
                  </a:lnTo>
                  <a:lnTo>
                    <a:pt x="111253" y="38605"/>
                  </a:lnTo>
                  <a:lnTo>
                    <a:pt x="110829" y="38161"/>
                  </a:lnTo>
                  <a:lnTo>
                    <a:pt x="110365" y="37717"/>
                  </a:lnTo>
                  <a:lnTo>
                    <a:pt x="109901" y="37314"/>
                  </a:lnTo>
                  <a:lnTo>
                    <a:pt x="109396" y="36910"/>
                  </a:lnTo>
                  <a:lnTo>
                    <a:pt x="108892" y="36547"/>
                  </a:lnTo>
                  <a:lnTo>
                    <a:pt x="108367" y="36184"/>
                  </a:lnTo>
                  <a:lnTo>
                    <a:pt x="107822" y="35861"/>
                  </a:lnTo>
                  <a:lnTo>
                    <a:pt x="107277" y="35558"/>
                  </a:lnTo>
                  <a:lnTo>
                    <a:pt x="106712" y="35275"/>
                  </a:lnTo>
                  <a:lnTo>
                    <a:pt x="106147" y="35033"/>
                  </a:lnTo>
                  <a:lnTo>
                    <a:pt x="105582" y="34811"/>
                  </a:lnTo>
                  <a:lnTo>
                    <a:pt x="104997" y="34610"/>
                  </a:lnTo>
                  <a:lnTo>
                    <a:pt x="104412" y="34428"/>
                  </a:lnTo>
                  <a:lnTo>
                    <a:pt x="103826" y="34287"/>
                  </a:lnTo>
                  <a:lnTo>
                    <a:pt x="103241" y="34166"/>
                  </a:lnTo>
                  <a:lnTo>
                    <a:pt x="102636" y="34065"/>
                  </a:lnTo>
                  <a:lnTo>
                    <a:pt x="102051" y="34004"/>
                  </a:lnTo>
                  <a:lnTo>
                    <a:pt x="101445" y="33964"/>
                  </a:lnTo>
                  <a:lnTo>
                    <a:pt x="100860" y="33944"/>
                  </a:lnTo>
                  <a:lnTo>
                    <a:pt x="100255" y="33964"/>
                  </a:lnTo>
                  <a:lnTo>
                    <a:pt x="99669" y="34004"/>
                  </a:lnTo>
                  <a:lnTo>
                    <a:pt x="99084" y="34085"/>
                  </a:lnTo>
                  <a:lnTo>
                    <a:pt x="98499" y="34166"/>
                  </a:lnTo>
                  <a:lnTo>
                    <a:pt x="97914" y="34307"/>
                  </a:lnTo>
                  <a:lnTo>
                    <a:pt x="97349" y="34448"/>
                  </a:lnTo>
                  <a:lnTo>
                    <a:pt x="96763" y="34630"/>
                  </a:lnTo>
                  <a:lnTo>
                    <a:pt x="96198" y="34831"/>
                  </a:lnTo>
                  <a:lnTo>
                    <a:pt x="95654" y="35053"/>
                  </a:lnTo>
                  <a:lnTo>
                    <a:pt x="95109" y="35296"/>
                  </a:lnTo>
                  <a:lnTo>
                    <a:pt x="94564" y="35578"/>
                  </a:lnTo>
                  <a:lnTo>
                    <a:pt x="94019" y="35861"/>
                  </a:lnTo>
                  <a:lnTo>
                    <a:pt x="93494" y="36184"/>
                  </a:lnTo>
                  <a:lnTo>
                    <a:pt x="92990" y="36527"/>
                  </a:lnTo>
                  <a:lnTo>
                    <a:pt x="92485" y="36910"/>
                  </a:lnTo>
                  <a:lnTo>
                    <a:pt x="92001" y="37293"/>
                  </a:lnTo>
                  <a:lnTo>
                    <a:pt x="91517" y="37697"/>
                  </a:lnTo>
                  <a:lnTo>
                    <a:pt x="91052" y="38141"/>
                  </a:lnTo>
                  <a:lnTo>
                    <a:pt x="90609" y="38585"/>
                  </a:lnTo>
                  <a:lnTo>
                    <a:pt x="90185" y="39049"/>
                  </a:lnTo>
                  <a:lnTo>
                    <a:pt x="89781" y="39513"/>
                  </a:lnTo>
                  <a:lnTo>
                    <a:pt x="89398" y="40018"/>
                  </a:lnTo>
                  <a:lnTo>
                    <a:pt x="89055" y="40502"/>
                  </a:lnTo>
                  <a:lnTo>
                    <a:pt x="88712" y="41027"/>
                  </a:lnTo>
                  <a:lnTo>
                    <a:pt x="88389" y="41551"/>
                  </a:lnTo>
                  <a:lnTo>
                    <a:pt x="88086" y="42076"/>
                  </a:lnTo>
                  <a:lnTo>
                    <a:pt x="87824" y="42621"/>
                  </a:lnTo>
                  <a:lnTo>
                    <a:pt x="87561" y="43186"/>
                  </a:lnTo>
                  <a:lnTo>
                    <a:pt x="87339" y="43751"/>
                  </a:lnTo>
                  <a:lnTo>
                    <a:pt x="87138" y="44316"/>
                  </a:lnTo>
                  <a:lnTo>
                    <a:pt x="86956" y="44881"/>
                  </a:lnTo>
                  <a:lnTo>
                    <a:pt x="86815" y="45466"/>
                  </a:lnTo>
                  <a:lnTo>
                    <a:pt x="86673" y="46052"/>
                  </a:lnTo>
                  <a:lnTo>
                    <a:pt x="86573" y="46637"/>
                  </a:lnTo>
                  <a:lnTo>
                    <a:pt x="86492" y="47283"/>
                  </a:lnTo>
                  <a:lnTo>
                    <a:pt x="86411" y="47928"/>
                  </a:lnTo>
                  <a:lnTo>
                    <a:pt x="86290" y="49240"/>
                  </a:lnTo>
                  <a:lnTo>
                    <a:pt x="86209" y="50330"/>
                  </a:lnTo>
                  <a:lnTo>
                    <a:pt x="86088" y="51399"/>
                  </a:lnTo>
                  <a:lnTo>
                    <a:pt x="86007" y="51924"/>
                  </a:lnTo>
                  <a:lnTo>
                    <a:pt x="85927" y="52449"/>
                  </a:lnTo>
                  <a:lnTo>
                    <a:pt x="85806" y="52973"/>
                  </a:lnTo>
                  <a:lnTo>
                    <a:pt x="85685" y="53458"/>
                  </a:lnTo>
                  <a:lnTo>
                    <a:pt x="85543" y="53962"/>
                  </a:lnTo>
                  <a:lnTo>
                    <a:pt x="85362" y="54426"/>
                  </a:lnTo>
                  <a:lnTo>
                    <a:pt x="85160" y="54870"/>
                  </a:lnTo>
                  <a:lnTo>
                    <a:pt x="84918" y="55314"/>
                  </a:lnTo>
                  <a:lnTo>
                    <a:pt x="84655" y="55718"/>
                  </a:lnTo>
                  <a:lnTo>
                    <a:pt x="84353" y="56101"/>
                  </a:lnTo>
                  <a:lnTo>
                    <a:pt x="84171" y="56303"/>
                  </a:lnTo>
                  <a:lnTo>
                    <a:pt x="84010" y="56465"/>
                  </a:lnTo>
                  <a:lnTo>
                    <a:pt x="83808" y="56646"/>
                  </a:lnTo>
                  <a:lnTo>
                    <a:pt x="83606" y="56808"/>
                  </a:lnTo>
                  <a:lnTo>
                    <a:pt x="83344" y="56989"/>
                  </a:lnTo>
                  <a:lnTo>
                    <a:pt x="83041" y="57191"/>
                  </a:lnTo>
                  <a:lnTo>
                    <a:pt x="82658" y="57393"/>
                  </a:lnTo>
                  <a:lnTo>
                    <a:pt x="82173" y="57595"/>
                  </a:lnTo>
                  <a:lnTo>
                    <a:pt x="81628" y="57776"/>
                  </a:lnTo>
                  <a:lnTo>
                    <a:pt x="81326" y="57877"/>
                  </a:lnTo>
                  <a:lnTo>
                    <a:pt x="80983" y="57958"/>
                  </a:lnTo>
                  <a:lnTo>
                    <a:pt x="80599" y="58018"/>
                  </a:lnTo>
                  <a:lnTo>
                    <a:pt x="80216" y="58099"/>
                  </a:lnTo>
                  <a:lnTo>
                    <a:pt x="79792" y="58160"/>
                  </a:lnTo>
                  <a:lnTo>
                    <a:pt x="79328" y="58200"/>
                  </a:lnTo>
                  <a:lnTo>
                    <a:pt x="78642" y="58261"/>
                  </a:lnTo>
                  <a:lnTo>
                    <a:pt x="77935" y="58281"/>
                  </a:lnTo>
                  <a:lnTo>
                    <a:pt x="77249" y="58301"/>
                  </a:lnTo>
                  <a:lnTo>
                    <a:pt x="76543" y="58301"/>
                  </a:lnTo>
                  <a:lnTo>
                    <a:pt x="75837" y="58281"/>
                  </a:lnTo>
                  <a:lnTo>
                    <a:pt x="75151" y="58240"/>
                  </a:lnTo>
                  <a:lnTo>
                    <a:pt x="74444" y="58180"/>
                  </a:lnTo>
                  <a:lnTo>
                    <a:pt x="73758" y="58119"/>
                  </a:lnTo>
                  <a:lnTo>
                    <a:pt x="72366" y="57958"/>
                  </a:lnTo>
                  <a:lnTo>
                    <a:pt x="70994" y="57776"/>
                  </a:lnTo>
                  <a:lnTo>
                    <a:pt x="69601" y="57574"/>
                  </a:lnTo>
                  <a:lnTo>
                    <a:pt x="68249" y="57352"/>
                  </a:lnTo>
                  <a:lnTo>
                    <a:pt x="66937" y="57151"/>
                  </a:lnTo>
                  <a:lnTo>
                    <a:pt x="65605" y="56949"/>
                  </a:lnTo>
                  <a:lnTo>
                    <a:pt x="64294" y="56767"/>
                  </a:lnTo>
                  <a:lnTo>
                    <a:pt x="62962" y="56606"/>
                  </a:lnTo>
                  <a:lnTo>
                    <a:pt x="61771" y="56505"/>
                  </a:lnTo>
                  <a:lnTo>
                    <a:pt x="60581" y="56424"/>
                  </a:lnTo>
                  <a:lnTo>
                    <a:pt x="59390" y="56384"/>
                  </a:lnTo>
                  <a:lnTo>
                    <a:pt x="58179" y="56364"/>
                  </a:lnTo>
                  <a:lnTo>
                    <a:pt x="56968" y="56384"/>
                  </a:lnTo>
                  <a:lnTo>
                    <a:pt x="55778" y="56444"/>
                  </a:lnTo>
                  <a:lnTo>
                    <a:pt x="54567" y="56525"/>
                  </a:lnTo>
                  <a:lnTo>
                    <a:pt x="53356" y="56646"/>
                  </a:lnTo>
                  <a:lnTo>
                    <a:pt x="52145" y="56787"/>
                  </a:lnTo>
                  <a:lnTo>
                    <a:pt x="50935" y="56949"/>
                  </a:lnTo>
                  <a:lnTo>
                    <a:pt x="49744" y="57151"/>
                  </a:lnTo>
                  <a:lnTo>
                    <a:pt x="48553" y="57393"/>
                  </a:lnTo>
                  <a:lnTo>
                    <a:pt x="47343" y="57655"/>
                  </a:lnTo>
                  <a:lnTo>
                    <a:pt x="46172" y="57958"/>
                  </a:lnTo>
                  <a:lnTo>
                    <a:pt x="44981" y="58281"/>
                  </a:lnTo>
                  <a:lnTo>
                    <a:pt x="43811" y="58644"/>
                  </a:lnTo>
                  <a:lnTo>
                    <a:pt x="42661" y="59027"/>
                  </a:lnTo>
                  <a:lnTo>
                    <a:pt x="41510" y="59451"/>
                  </a:lnTo>
                  <a:lnTo>
                    <a:pt x="40380" y="59895"/>
                  </a:lnTo>
                  <a:lnTo>
                    <a:pt x="39250" y="60359"/>
                  </a:lnTo>
                  <a:lnTo>
                    <a:pt x="38140" y="60864"/>
                  </a:lnTo>
                  <a:lnTo>
                    <a:pt x="37031" y="61409"/>
                  </a:lnTo>
                  <a:lnTo>
                    <a:pt x="35961" y="61954"/>
                  </a:lnTo>
                  <a:lnTo>
                    <a:pt x="34891" y="62539"/>
                  </a:lnTo>
                  <a:lnTo>
                    <a:pt x="33842" y="63144"/>
                  </a:lnTo>
                  <a:lnTo>
                    <a:pt x="32813" y="63790"/>
                  </a:lnTo>
                  <a:lnTo>
                    <a:pt x="31784" y="64436"/>
                  </a:lnTo>
                  <a:lnTo>
                    <a:pt x="30795" y="65122"/>
                  </a:lnTo>
                  <a:lnTo>
                    <a:pt x="29826" y="65828"/>
                  </a:lnTo>
                  <a:lnTo>
                    <a:pt x="28878" y="66555"/>
                  </a:lnTo>
                  <a:lnTo>
                    <a:pt x="27950" y="67321"/>
                  </a:lnTo>
                  <a:lnTo>
                    <a:pt x="27041" y="68088"/>
                  </a:lnTo>
                  <a:lnTo>
                    <a:pt x="26113" y="68916"/>
                  </a:lnTo>
                  <a:lnTo>
                    <a:pt x="25205" y="69763"/>
                  </a:lnTo>
                  <a:lnTo>
                    <a:pt x="23429" y="71499"/>
                  </a:lnTo>
                  <a:lnTo>
                    <a:pt x="22279" y="72609"/>
                  </a:lnTo>
                  <a:lnTo>
                    <a:pt x="21129" y="73719"/>
                  </a:lnTo>
                  <a:lnTo>
                    <a:pt x="19938" y="74788"/>
                  </a:lnTo>
                  <a:lnTo>
                    <a:pt x="19333" y="75313"/>
                  </a:lnTo>
                  <a:lnTo>
                    <a:pt x="18707" y="75837"/>
                  </a:lnTo>
                  <a:lnTo>
                    <a:pt x="18081" y="76342"/>
                  </a:lnTo>
                  <a:lnTo>
                    <a:pt x="17456" y="76826"/>
                  </a:lnTo>
                  <a:lnTo>
                    <a:pt x="16810" y="77290"/>
                  </a:lnTo>
                  <a:lnTo>
                    <a:pt x="16144" y="77734"/>
                  </a:lnTo>
                  <a:lnTo>
                    <a:pt x="15458" y="78158"/>
                  </a:lnTo>
                  <a:lnTo>
                    <a:pt x="14772" y="78542"/>
                  </a:lnTo>
                  <a:lnTo>
                    <a:pt x="14066" y="78925"/>
                  </a:lnTo>
                  <a:lnTo>
                    <a:pt x="13339" y="79268"/>
                  </a:lnTo>
                  <a:lnTo>
                    <a:pt x="12915" y="79450"/>
                  </a:lnTo>
                  <a:lnTo>
                    <a:pt x="12492" y="79611"/>
                  </a:lnTo>
                  <a:lnTo>
                    <a:pt x="12048" y="79752"/>
                  </a:lnTo>
                  <a:lnTo>
                    <a:pt x="11604" y="79894"/>
                  </a:lnTo>
                  <a:lnTo>
                    <a:pt x="11160" y="79995"/>
                  </a:lnTo>
                  <a:lnTo>
                    <a:pt x="10716" y="80095"/>
                  </a:lnTo>
                  <a:lnTo>
                    <a:pt x="10252" y="80196"/>
                  </a:lnTo>
                  <a:lnTo>
                    <a:pt x="9787" y="80257"/>
                  </a:lnTo>
                  <a:lnTo>
                    <a:pt x="9344" y="80297"/>
                  </a:lnTo>
                  <a:lnTo>
                    <a:pt x="8879" y="80338"/>
                  </a:lnTo>
                  <a:lnTo>
                    <a:pt x="8415" y="80358"/>
                  </a:lnTo>
                  <a:lnTo>
                    <a:pt x="7951" y="80358"/>
                  </a:lnTo>
                  <a:lnTo>
                    <a:pt x="7507" y="80338"/>
                  </a:lnTo>
                  <a:lnTo>
                    <a:pt x="7063" y="80317"/>
                  </a:lnTo>
                  <a:lnTo>
                    <a:pt x="6619" y="80257"/>
                  </a:lnTo>
                  <a:lnTo>
                    <a:pt x="6175" y="80196"/>
                  </a:lnTo>
                  <a:lnTo>
                    <a:pt x="5691" y="80095"/>
                  </a:lnTo>
                  <a:lnTo>
                    <a:pt x="5247" y="79974"/>
                  </a:lnTo>
                  <a:lnTo>
                    <a:pt x="4803" y="79853"/>
                  </a:lnTo>
                  <a:lnTo>
                    <a:pt x="4379" y="79692"/>
                  </a:lnTo>
                  <a:lnTo>
                    <a:pt x="3955" y="79510"/>
                  </a:lnTo>
                  <a:lnTo>
                    <a:pt x="3572" y="79329"/>
                  </a:lnTo>
                  <a:lnTo>
                    <a:pt x="3189" y="79107"/>
                  </a:lnTo>
                  <a:lnTo>
                    <a:pt x="2846" y="78885"/>
                  </a:lnTo>
                  <a:lnTo>
                    <a:pt x="2502" y="78642"/>
                  </a:lnTo>
                  <a:lnTo>
                    <a:pt x="2180" y="78380"/>
                  </a:lnTo>
                  <a:lnTo>
                    <a:pt x="1897" y="78098"/>
                  </a:lnTo>
                  <a:lnTo>
                    <a:pt x="1615" y="77795"/>
                  </a:lnTo>
                  <a:lnTo>
                    <a:pt x="1352" y="77472"/>
                  </a:lnTo>
                  <a:lnTo>
                    <a:pt x="1130" y="77149"/>
                  </a:lnTo>
                  <a:lnTo>
                    <a:pt x="908" y="76806"/>
                  </a:lnTo>
                  <a:lnTo>
                    <a:pt x="727" y="76443"/>
                  </a:lnTo>
                  <a:lnTo>
                    <a:pt x="585" y="76180"/>
                  </a:lnTo>
                  <a:lnTo>
                    <a:pt x="484" y="75898"/>
                  </a:lnTo>
                  <a:lnTo>
                    <a:pt x="384" y="75636"/>
                  </a:lnTo>
                  <a:lnTo>
                    <a:pt x="303" y="75353"/>
                  </a:lnTo>
                  <a:lnTo>
                    <a:pt x="242" y="75050"/>
                  </a:lnTo>
                  <a:lnTo>
                    <a:pt x="182" y="74768"/>
                  </a:lnTo>
                  <a:lnTo>
                    <a:pt x="141" y="74465"/>
                  </a:lnTo>
                  <a:lnTo>
                    <a:pt x="101" y="74162"/>
                  </a:lnTo>
                  <a:lnTo>
                    <a:pt x="81" y="73860"/>
                  </a:lnTo>
                  <a:lnTo>
                    <a:pt x="81" y="73557"/>
                  </a:lnTo>
                  <a:lnTo>
                    <a:pt x="101" y="73254"/>
                  </a:lnTo>
                  <a:lnTo>
                    <a:pt x="121" y="72952"/>
                  </a:lnTo>
                  <a:lnTo>
                    <a:pt x="162" y="72629"/>
                  </a:lnTo>
                  <a:lnTo>
                    <a:pt x="202" y="72306"/>
                  </a:lnTo>
                  <a:lnTo>
                    <a:pt x="262" y="71983"/>
                  </a:lnTo>
                  <a:lnTo>
                    <a:pt x="343" y="71680"/>
                  </a:lnTo>
                  <a:lnTo>
                    <a:pt x="525" y="71075"/>
                  </a:lnTo>
                  <a:lnTo>
                    <a:pt x="727" y="70490"/>
                  </a:lnTo>
                  <a:lnTo>
                    <a:pt x="989" y="69925"/>
                  </a:lnTo>
                  <a:lnTo>
                    <a:pt x="1292" y="69380"/>
                  </a:lnTo>
                  <a:lnTo>
                    <a:pt x="1615" y="68835"/>
                  </a:lnTo>
                  <a:lnTo>
                    <a:pt x="1998" y="68330"/>
                  </a:lnTo>
                  <a:lnTo>
                    <a:pt x="2381" y="67846"/>
                  </a:lnTo>
                  <a:lnTo>
                    <a:pt x="2825" y="67382"/>
                  </a:lnTo>
                  <a:lnTo>
                    <a:pt x="3209" y="67019"/>
                  </a:lnTo>
                  <a:lnTo>
                    <a:pt x="3612" y="66676"/>
                  </a:lnTo>
                  <a:lnTo>
                    <a:pt x="4036" y="66353"/>
                  </a:lnTo>
                  <a:lnTo>
                    <a:pt x="4500" y="66030"/>
                  </a:lnTo>
                  <a:lnTo>
                    <a:pt x="4964" y="65727"/>
                  </a:lnTo>
                  <a:lnTo>
                    <a:pt x="5449" y="65445"/>
                  </a:lnTo>
                  <a:lnTo>
                    <a:pt x="5973" y="65162"/>
                  </a:lnTo>
                  <a:lnTo>
                    <a:pt x="6518" y="64900"/>
                  </a:lnTo>
                  <a:lnTo>
                    <a:pt x="7063" y="64658"/>
                  </a:lnTo>
                  <a:lnTo>
                    <a:pt x="7669" y="64415"/>
                  </a:lnTo>
                  <a:lnTo>
                    <a:pt x="8274" y="64194"/>
                  </a:lnTo>
                  <a:lnTo>
                    <a:pt x="8920" y="63992"/>
                  </a:lnTo>
                  <a:lnTo>
                    <a:pt x="9586" y="63790"/>
                  </a:lnTo>
                  <a:lnTo>
                    <a:pt x="10272" y="63608"/>
                  </a:lnTo>
                  <a:lnTo>
                    <a:pt x="10978" y="63427"/>
                  </a:lnTo>
                  <a:lnTo>
                    <a:pt x="11745" y="63265"/>
                  </a:lnTo>
                  <a:lnTo>
                    <a:pt x="12673" y="63084"/>
                  </a:lnTo>
                  <a:lnTo>
                    <a:pt x="13460" y="62942"/>
                  </a:lnTo>
                  <a:lnTo>
                    <a:pt x="14227" y="62781"/>
                  </a:lnTo>
                  <a:lnTo>
                    <a:pt x="15014" y="62579"/>
                  </a:lnTo>
                  <a:lnTo>
                    <a:pt x="15761" y="62377"/>
                  </a:lnTo>
                  <a:lnTo>
                    <a:pt x="16144" y="62256"/>
                  </a:lnTo>
                  <a:lnTo>
                    <a:pt x="16507" y="62115"/>
                  </a:lnTo>
                  <a:lnTo>
                    <a:pt x="16871" y="61974"/>
                  </a:lnTo>
                  <a:lnTo>
                    <a:pt x="17234" y="61812"/>
                  </a:lnTo>
                  <a:lnTo>
                    <a:pt x="17577" y="61631"/>
                  </a:lnTo>
                  <a:lnTo>
                    <a:pt x="17920" y="61429"/>
                  </a:lnTo>
                  <a:lnTo>
                    <a:pt x="18243" y="61227"/>
                  </a:lnTo>
                  <a:lnTo>
                    <a:pt x="18566" y="61005"/>
                  </a:lnTo>
                  <a:lnTo>
                    <a:pt x="18909" y="60723"/>
                  </a:lnTo>
                  <a:lnTo>
                    <a:pt x="19232" y="60420"/>
                  </a:lnTo>
                  <a:lnTo>
                    <a:pt x="19534" y="60097"/>
                  </a:lnTo>
                  <a:lnTo>
                    <a:pt x="19817" y="59754"/>
                  </a:lnTo>
                  <a:lnTo>
                    <a:pt x="20099" y="59391"/>
                  </a:lnTo>
                  <a:lnTo>
                    <a:pt x="20362" y="59007"/>
                  </a:lnTo>
                  <a:lnTo>
                    <a:pt x="20604" y="58604"/>
                  </a:lnTo>
                  <a:lnTo>
                    <a:pt x="20826" y="58160"/>
                  </a:lnTo>
                  <a:lnTo>
                    <a:pt x="21028" y="57716"/>
                  </a:lnTo>
                  <a:lnTo>
                    <a:pt x="21230" y="57252"/>
                  </a:lnTo>
                  <a:lnTo>
                    <a:pt x="21391" y="56767"/>
                  </a:lnTo>
                  <a:lnTo>
                    <a:pt x="21552" y="56263"/>
                  </a:lnTo>
                  <a:lnTo>
                    <a:pt x="21694" y="55738"/>
                  </a:lnTo>
                  <a:lnTo>
                    <a:pt x="21795" y="55213"/>
                  </a:lnTo>
                  <a:lnTo>
                    <a:pt x="21895" y="54648"/>
                  </a:lnTo>
                  <a:lnTo>
                    <a:pt x="21976" y="54083"/>
                  </a:lnTo>
                  <a:lnTo>
                    <a:pt x="22037" y="53478"/>
                  </a:lnTo>
                  <a:lnTo>
                    <a:pt x="22077" y="52872"/>
                  </a:lnTo>
                  <a:lnTo>
                    <a:pt x="22097" y="52267"/>
                  </a:lnTo>
                  <a:lnTo>
                    <a:pt x="22117" y="51662"/>
                  </a:lnTo>
                  <a:lnTo>
                    <a:pt x="22097" y="51056"/>
                  </a:lnTo>
                  <a:lnTo>
                    <a:pt x="22077" y="50451"/>
                  </a:lnTo>
                  <a:lnTo>
                    <a:pt x="21996" y="49240"/>
                  </a:lnTo>
                  <a:lnTo>
                    <a:pt x="21875" y="48029"/>
                  </a:lnTo>
                  <a:lnTo>
                    <a:pt x="21734" y="46818"/>
                  </a:lnTo>
                  <a:lnTo>
                    <a:pt x="21552" y="45608"/>
                  </a:lnTo>
                  <a:lnTo>
                    <a:pt x="21371" y="44417"/>
                  </a:lnTo>
                  <a:lnTo>
                    <a:pt x="21068" y="42359"/>
                  </a:lnTo>
                  <a:lnTo>
                    <a:pt x="20927" y="41309"/>
                  </a:lnTo>
                  <a:lnTo>
                    <a:pt x="20806" y="40280"/>
                  </a:lnTo>
                  <a:lnTo>
                    <a:pt x="20745" y="39493"/>
                  </a:lnTo>
                  <a:lnTo>
                    <a:pt x="20685" y="38706"/>
                  </a:lnTo>
                  <a:lnTo>
                    <a:pt x="20665" y="37879"/>
                  </a:lnTo>
                  <a:lnTo>
                    <a:pt x="20665" y="37031"/>
                  </a:lnTo>
                  <a:lnTo>
                    <a:pt x="20685" y="36184"/>
                  </a:lnTo>
                  <a:lnTo>
                    <a:pt x="20765" y="35316"/>
                  </a:lnTo>
                  <a:lnTo>
                    <a:pt x="20866" y="34448"/>
                  </a:lnTo>
                  <a:lnTo>
                    <a:pt x="21008" y="33560"/>
                  </a:lnTo>
                  <a:lnTo>
                    <a:pt x="21088" y="33136"/>
                  </a:lnTo>
                  <a:lnTo>
                    <a:pt x="21189" y="32713"/>
                  </a:lnTo>
                  <a:lnTo>
                    <a:pt x="21290" y="32269"/>
                  </a:lnTo>
                  <a:lnTo>
                    <a:pt x="21431" y="31845"/>
                  </a:lnTo>
                  <a:lnTo>
                    <a:pt x="21552" y="31441"/>
                  </a:lnTo>
                  <a:lnTo>
                    <a:pt x="21714" y="31017"/>
                  </a:lnTo>
                  <a:lnTo>
                    <a:pt x="21875" y="30614"/>
                  </a:lnTo>
                  <a:lnTo>
                    <a:pt x="22057" y="30210"/>
                  </a:lnTo>
                  <a:lnTo>
                    <a:pt x="22259" y="29807"/>
                  </a:lnTo>
                  <a:lnTo>
                    <a:pt x="22461" y="29423"/>
                  </a:lnTo>
                  <a:lnTo>
                    <a:pt x="22703" y="29040"/>
                  </a:lnTo>
                  <a:lnTo>
                    <a:pt x="22945" y="28677"/>
                  </a:lnTo>
                  <a:lnTo>
                    <a:pt x="23207" y="28313"/>
                  </a:lnTo>
                  <a:lnTo>
                    <a:pt x="23470" y="27950"/>
                  </a:lnTo>
                  <a:lnTo>
                    <a:pt x="23772" y="27607"/>
                  </a:lnTo>
                  <a:lnTo>
                    <a:pt x="24095" y="27284"/>
                  </a:lnTo>
                  <a:lnTo>
                    <a:pt x="24458" y="26921"/>
                  </a:lnTo>
                  <a:lnTo>
                    <a:pt x="24862" y="26578"/>
                  </a:lnTo>
                  <a:lnTo>
                    <a:pt x="25266" y="26275"/>
                  </a:lnTo>
                  <a:lnTo>
                    <a:pt x="25710" y="25972"/>
                  </a:lnTo>
                  <a:lnTo>
                    <a:pt x="26153" y="25690"/>
                  </a:lnTo>
                  <a:lnTo>
                    <a:pt x="26597" y="25448"/>
                  </a:lnTo>
                  <a:lnTo>
                    <a:pt x="27082" y="25226"/>
                  </a:lnTo>
                  <a:lnTo>
                    <a:pt x="27586" y="25004"/>
                  </a:lnTo>
                  <a:lnTo>
                    <a:pt x="28091" y="24822"/>
                  </a:lnTo>
                  <a:lnTo>
                    <a:pt x="28615" y="24661"/>
                  </a:lnTo>
                  <a:lnTo>
                    <a:pt x="29160" y="24519"/>
                  </a:lnTo>
                  <a:lnTo>
                    <a:pt x="29705" y="24398"/>
                  </a:lnTo>
                  <a:lnTo>
                    <a:pt x="30290" y="24297"/>
                  </a:lnTo>
                  <a:lnTo>
                    <a:pt x="30876" y="24217"/>
                  </a:lnTo>
                  <a:lnTo>
                    <a:pt x="31481" y="24176"/>
                  </a:lnTo>
                  <a:lnTo>
                    <a:pt x="32086" y="24136"/>
                  </a:lnTo>
                  <a:lnTo>
                    <a:pt x="33297" y="24136"/>
                  </a:lnTo>
                  <a:lnTo>
                    <a:pt x="33903" y="24176"/>
                  </a:lnTo>
                  <a:lnTo>
                    <a:pt x="34508" y="24217"/>
                  </a:lnTo>
                  <a:lnTo>
                    <a:pt x="35113" y="24277"/>
                  </a:lnTo>
                  <a:lnTo>
                    <a:pt x="35699" y="24358"/>
                  </a:lnTo>
                  <a:lnTo>
                    <a:pt x="36264" y="24459"/>
                  </a:lnTo>
                  <a:lnTo>
                    <a:pt x="36829" y="24580"/>
                  </a:lnTo>
                  <a:lnTo>
                    <a:pt x="37394" y="24681"/>
                  </a:lnTo>
                  <a:lnTo>
                    <a:pt x="38443" y="24943"/>
                  </a:lnTo>
                  <a:lnTo>
                    <a:pt x="39412" y="25246"/>
                  </a:lnTo>
                  <a:lnTo>
                    <a:pt x="40320" y="25549"/>
                  </a:lnTo>
                  <a:lnTo>
                    <a:pt x="41147" y="25851"/>
                  </a:lnTo>
                  <a:lnTo>
                    <a:pt x="41874" y="26134"/>
                  </a:lnTo>
                  <a:lnTo>
                    <a:pt x="42600" y="26437"/>
                  </a:lnTo>
                  <a:lnTo>
                    <a:pt x="43327" y="26759"/>
                  </a:lnTo>
                  <a:lnTo>
                    <a:pt x="44033" y="27082"/>
                  </a:lnTo>
                  <a:lnTo>
                    <a:pt x="45466" y="27768"/>
                  </a:lnTo>
                  <a:lnTo>
                    <a:pt x="46878" y="28495"/>
                  </a:lnTo>
                  <a:lnTo>
                    <a:pt x="48271" y="29242"/>
                  </a:lnTo>
                  <a:lnTo>
                    <a:pt x="49643" y="30008"/>
                  </a:lnTo>
                  <a:lnTo>
                    <a:pt x="52367" y="31542"/>
                  </a:lnTo>
                  <a:lnTo>
                    <a:pt x="54486" y="32753"/>
                  </a:lnTo>
                  <a:lnTo>
                    <a:pt x="56646" y="33944"/>
                  </a:lnTo>
                  <a:lnTo>
                    <a:pt x="57735" y="34529"/>
                  </a:lnTo>
                  <a:lnTo>
                    <a:pt x="58825" y="35094"/>
                  </a:lnTo>
                  <a:lnTo>
                    <a:pt x="59935" y="35639"/>
                  </a:lnTo>
                  <a:lnTo>
                    <a:pt x="61045" y="36163"/>
                  </a:lnTo>
                  <a:lnTo>
                    <a:pt x="61953" y="36547"/>
                  </a:lnTo>
                  <a:lnTo>
                    <a:pt x="62821" y="36890"/>
                  </a:lnTo>
                  <a:lnTo>
                    <a:pt x="63668" y="37193"/>
                  </a:lnTo>
                  <a:lnTo>
                    <a:pt x="64496" y="37435"/>
                  </a:lnTo>
                  <a:lnTo>
                    <a:pt x="65283" y="37637"/>
                  </a:lnTo>
                  <a:lnTo>
                    <a:pt x="66049" y="37798"/>
                  </a:lnTo>
                  <a:lnTo>
                    <a:pt x="66816" y="37899"/>
                  </a:lnTo>
                  <a:lnTo>
                    <a:pt x="67523" y="37959"/>
                  </a:lnTo>
                  <a:lnTo>
                    <a:pt x="68229" y="37980"/>
                  </a:lnTo>
                  <a:lnTo>
                    <a:pt x="68552" y="37959"/>
                  </a:lnTo>
                  <a:lnTo>
                    <a:pt x="68895" y="37939"/>
                  </a:lnTo>
                  <a:lnTo>
                    <a:pt x="69218" y="37899"/>
                  </a:lnTo>
                  <a:lnTo>
                    <a:pt x="69541" y="37859"/>
                  </a:lnTo>
                  <a:lnTo>
                    <a:pt x="69843" y="37798"/>
                  </a:lnTo>
                  <a:lnTo>
                    <a:pt x="70166" y="37737"/>
                  </a:lnTo>
                  <a:lnTo>
                    <a:pt x="70449" y="37657"/>
                  </a:lnTo>
                  <a:lnTo>
                    <a:pt x="70751" y="37556"/>
                  </a:lnTo>
                  <a:lnTo>
                    <a:pt x="71034" y="37455"/>
                  </a:lnTo>
                  <a:lnTo>
                    <a:pt x="71316" y="37334"/>
                  </a:lnTo>
                  <a:lnTo>
                    <a:pt x="71579" y="37193"/>
                  </a:lnTo>
                  <a:lnTo>
                    <a:pt x="71861" y="37051"/>
                  </a:lnTo>
                  <a:lnTo>
                    <a:pt x="72103" y="36890"/>
                  </a:lnTo>
                  <a:lnTo>
                    <a:pt x="72366" y="36728"/>
                  </a:lnTo>
                  <a:lnTo>
                    <a:pt x="72628" y="36547"/>
                  </a:lnTo>
                  <a:lnTo>
                    <a:pt x="72870" y="36345"/>
                  </a:lnTo>
                  <a:lnTo>
                    <a:pt x="73112" y="36143"/>
                  </a:lnTo>
                  <a:lnTo>
                    <a:pt x="73355" y="35921"/>
                  </a:lnTo>
                  <a:lnTo>
                    <a:pt x="73577" y="35679"/>
                  </a:lnTo>
                  <a:lnTo>
                    <a:pt x="73778" y="35437"/>
                  </a:lnTo>
                  <a:lnTo>
                    <a:pt x="74000" y="35195"/>
                  </a:lnTo>
                  <a:lnTo>
                    <a:pt x="74182" y="34912"/>
                  </a:lnTo>
                  <a:lnTo>
                    <a:pt x="74384" y="34650"/>
                  </a:lnTo>
                  <a:lnTo>
                    <a:pt x="74565" y="34347"/>
                  </a:lnTo>
                  <a:lnTo>
                    <a:pt x="74727" y="34065"/>
                  </a:lnTo>
                  <a:lnTo>
                    <a:pt x="74888" y="33742"/>
                  </a:lnTo>
                  <a:lnTo>
                    <a:pt x="75050" y="33419"/>
                  </a:lnTo>
                  <a:lnTo>
                    <a:pt x="75191" y="33096"/>
                  </a:lnTo>
                  <a:lnTo>
                    <a:pt x="75312" y="32753"/>
                  </a:lnTo>
                  <a:lnTo>
                    <a:pt x="75433" y="32410"/>
                  </a:lnTo>
                  <a:lnTo>
                    <a:pt x="75635" y="31784"/>
                  </a:lnTo>
                  <a:lnTo>
                    <a:pt x="75796" y="31139"/>
                  </a:lnTo>
                  <a:lnTo>
                    <a:pt x="75917" y="30473"/>
                  </a:lnTo>
                  <a:lnTo>
                    <a:pt x="76018" y="29786"/>
                  </a:lnTo>
                  <a:lnTo>
                    <a:pt x="76099" y="29080"/>
                  </a:lnTo>
                  <a:lnTo>
                    <a:pt x="76139" y="28374"/>
                  </a:lnTo>
                  <a:lnTo>
                    <a:pt x="76139" y="27627"/>
                  </a:lnTo>
                  <a:lnTo>
                    <a:pt x="76119" y="26901"/>
                  </a:lnTo>
                  <a:lnTo>
                    <a:pt x="76059" y="25791"/>
                  </a:lnTo>
                  <a:lnTo>
                    <a:pt x="75998" y="24721"/>
                  </a:lnTo>
                  <a:lnTo>
                    <a:pt x="75837" y="22703"/>
                  </a:lnTo>
                  <a:lnTo>
                    <a:pt x="75655" y="20786"/>
                  </a:lnTo>
                  <a:lnTo>
                    <a:pt x="75453" y="18950"/>
                  </a:lnTo>
                  <a:lnTo>
                    <a:pt x="75252" y="16932"/>
                  </a:lnTo>
                  <a:lnTo>
                    <a:pt x="75050" y="14833"/>
                  </a:lnTo>
                  <a:lnTo>
                    <a:pt x="74929" y="13642"/>
                  </a:lnTo>
                  <a:lnTo>
                    <a:pt x="74787" y="12452"/>
                  </a:lnTo>
                  <a:lnTo>
                    <a:pt x="74606" y="11140"/>
                  </a:lnTo>
                  <a:lnTo>
                    <a:pt x="74545" y="10494"/>
                  </a:lnTo>
                  <a:lnTo>
                    <a:pt x="74485" y="9849"/>
                  </a:lnTo>
                  <a:lnTo>
                    <a:pt x="74444" y="9203"/>
                  </a:lnTo>
                  <a:lnTo>
                    <a:pt x="74424" y="8577"/>
                  </a:lnTo>
                  <a:lnTo>
                    <a:pt x="74424" y="7952"/>
                  </a:lnTo>
                  <a:lnTo>
                    <a:pt x="74464" y="7346"/>
                  </a:lnTo>
                  <a:lnTo>
                    <a:pt x="74525" y="6741"/>
                  </a:lnTo>
                  <a:lnTo>
                    <a:pt x="74646" y="6176"/>
                  </a:lnTo>
                  <a:lnTo>
                    <a:pt x="74707" y="5893"/>
                  </a:lnTo>
                  <a:lnTo>
                    <a:pt x="74787" y="5611"/>
                  </a:lnTo>
                  <a:lnTo>
                    <a:pt x="74888" y="5348"/>
                  </a:lnTo>
                  <a:lnTo>
                    <a:pt x="74989" y="5066"/>
                  </a:lnTo>
                  <a:lnTo>
                    <a:pt x="75110" y="4824"/>
                  </a:lnTo>
                  <a:lnTo>
                    <a:pt x="75231" y="4561"/>
                  </a:lnTo>
                  <a:lnTo>
                    <a:pt x="75393" y="4319"/>
                  </a:lnTo>
                  <a:lnTo>
                    <a:pt x="75554" y="4077"/>
                  </a:lnTo>
                  <a:lnTo>
                    <a:pt x="75716" y="3835"/>
                  </a:lnTo>
                  <a:lnTo>
                    <a:pt x="75917" y="3613"/>
                  </a:lnTo>
                  <a:lnTo>
                    <a:pt x="76119" y="3391"/>
                  </a:lnTo>
                  <a:lnTo>
                    <a:pt x="76341" y="3189"/>
                  </a:lnTo>
                  <a:lnTo>
                    <a:pt x="76604" y="2967"/>
                  </a:lnTo>
                  <a:lnTo>
                    <a:pt x="76886" y="2765"/>
                  </a:lnTo>
                  <a:lnTo>
                    <a:pt x="77169" y="2584"/>
                  </a:lnTo>
                  <a:lnTo>
                    <a:pt x="77471" y="2422"/>
                  </a:lnTo>
                  <a:lnTo>
                    <a:pt x="77754" y="2261"/>
                  </a:lnTo>
                  <a:lnTo>
                    <a:pt x="78077" y="2120"/>
                  </a:lnTo>
                  <a:lnTo>
                    <a:pt x="78379" y="1998"/>
                  </a:lnTo>
                  <a:lnTo>
                    <a:pt x="78702" y="1877"/>
                  </a:lnTo>
                  <a:lnTo>
                    <a:pt x="79348" y="1676"/>
                  </a:lnTo>
                  <a:lnTo>
                    <a:pt x="80014" y="1514"/>
                  </a:lnTo>
                  <a:lnTo>
                    <a:pt x="80660" y="1373"/>
                  </a:lnTo>
                  <a:lnTo>
                    <a:pt x="81306" y="1232"/>
                  </a:lnTo>
                  <a:lnTo>
                    <a:pt x="82799" y="989"/>
                  </a:lnTo>
                  <a:lnTo>
                    <a:pt x="84312" y="747"/>
                  </a:lnTo>
                  <a:lnTo>
                    <a:pt x="85826" y="566"/>
                  </a:lnTo>
                  <a:lnTo>
                    <a:pt x="87319" y="404"/>
                  </a:lnTo>
                  <a:lnTo>
                    <a:pt x="88833" y="283"/>
                  </a:lnTo>
                  <a:lnTo>
                    <a:pt x="90346" y="182"/>
                  </a:lnTo>
                  <a:lnTo>
                    <a:pt x="91860" y="122"/>
                  </a:lnTo>
                  <a:lnTo>
                    <a:pt x="93373" y="81"/>
                  </a:lnTo>
                  <a:close/>
                  <a:moveTo>
                    <a:pt x="93373" y="1"/>
                  </a:moveTo>
                  <a:lnTo>
                    <a:pt x="91860" y="41"/>
                  </a:lnTo>
                  <a:lnTo>
                    <a:pt x="90346" y="102"/>
                  </a:lnTo>
                  <a:lnTo>
                    <a:pt x="88833" y="202"/>
                  </a:lnTo>
                  <a:lnTo>
                    <a:pt x="87319" y="324"/>
                  </a:lnTo>
                  <a:lnTo>
                    <a:pt x="85806" y="485"/>
                  </a:lnTo>
                  <a:lnTo>
                    <a:pt x="84292" y="667"/>
                  </a:lnTo>
                  <a:lnTo>
                    <a:pt x="82799" y="909"/>
                  </a:lnTo>
                  <a:lnTo>
                    <a:pt x="81285" y="1171"/>
                  </a:lnTo>
                  <a:lnTo>
                    <a:pt x="80640" y="1292"/>
                  </a:lnTo>
                  <a:lnTo>
                    <a:pt x="79994" y="1433"/>
                  </a:lnTo>
                  <a:lnTo>
                    <a:pt x="79328" y="1595"/>
                  </a:lnTo>
                  <a:lnTo>
                    <a:pt x="78682" y="1797"/>
                  </a:lnTo>
                  <a:lnTo>
                    <a:pt x="78359" y="1918"/>
                  </a:lnTo>
                  <a:lnTo>
                    <a:pt x="78036" y="2059"/>
                  </a:lnTo>
                  <a:lnTo>
                    <a:pt x="77734" y="2200"/>
                  </a:lnTo>
                  <a:lnTo>
                    <a:pt x="77411" y="2342"/>
                  </a:lnTo>
                  <a:lnTo>
                    <a:pt x="77128" y="2523"/>
                  </a:lnTo>
                  <a:lnTo>
                    <a:pt x="76846" y="2705"/>
                  </a:lnTo>
                  <a:lnTo>
                    <a:pt x="76563" y="2907"/>
                  </a:lnTo>
                  <a:lnTo>
                    <a:pt x="76301" y="3129"/>
                  </a:lnTo>
                  <a:lnTo>
                    <a:pt x="76059" y="3330"/>
                  </a:lnTo>
                  <a:lnTo>
                    <a:pt x="75857" y="3552"/>
                  </a:lnTo>
                  <a:lnTo>
                    <a:pt x="75655" y="3795"/>
                  </a:lnTo>
                  <a:lnTo>
                    <a:pt x="75473" y="4017"/>
                  </a:lnTo>
                  <a:lnTo>
                    <a:pt x="75312" y="4259"/>
                  </a:lnTo>
                  <a:lnTo>
                    <a:pt x="75171" y="4521"/>
                  </a:lnTo>
                  <a:lnTo>
                    <a:pt x="75030" y="4763"/>
                  </a:lnTo>
                  <a:lnTo>
                    <a:pt x="74908" y="5026"/>
                  </a:lnTo>
                  <a:lnTo>
                    <a:pt x="74808" y="5308"/>
                  </a:lnTo>
                  <a:lnTo>
                    <a:pt x="74707" y="5570"/>
                  </a:lnTo>
                  <a:lnTo>
                    <a:pt x="74626" y="5853"/>
                  </a:lnTo>
                  <a:lnTo>
                    <a:pt x="74565" y="6135"/>
                  </a:lnTo>
                  <a:lnTo>
                    <a:pt x="74444" y="6721"/>
                  </a:lnTo>
                  <a:lnTo>
                    <a:pt x="74384" y="7326"/>
                  </a:lnTo>
                  <a:lnTo>
                    <a:pt x="74343" y="7931"/>
                  </a:lnTo>
                  <a:lnTo>
                    <a:pt x="74343" y="8557"/>
                  </a:lnTo>
                  <a:lnTo>
                    <a:pt x="74364" y="9203"/>
                  </a:lnTo>
                  <a:lnTo>
                    <a:pt x="74404" y="9849"/>
                  </a:lnTo>
                  <a:lnTo>
                    <a:pt x="74464" y="10494"/>
                  </a:lnTo>
                  <a:lnTo>
                    <a:pt x="74525" y="11160"/>
                  </a:lnTo>
                  <a:lnTo>
                    <a:pt x="74707" y="12472"/>
                  </a:lnTo>
                  <a:lnTo>
                    <a:pt x="74848" y="13663"/>
                  </a:lnTo>
                  <a:lnTo>
                    <a:pt x="74969" y="14833"/>
                  </a:lnTo>
                  <a:lnTo>
                    <a:pt x="75171" y="16932"/>
                  </a:lnTo>
                  <a:lnTo>
                    <a:pt x="75373" y="18950"/>
                  </a:lnTo>
                  <a:lnTo>
                    <a:pt x="75574" y="20806"/>
                  </a:lnTo>
                  <a:lnTo>
                    <a:pt x="75756" y="22703"/>
                  </a:lnTo>
                  <a:lnTo>
                    <a:pt x="75917" y="24741"/>
                  </a:lnTo>
                  <a:lnTo>
                    <a:pt x="75978" y="25791"/>
                  </a:lnTo>
                  <a:lnTo>
                    <a:pt x="76039" y="26901"/>
                  </a:lnTo>
                  <a:lnTo>
                    <a:pt x="76059" y="27627"/>
                  </a:lnTo>
                  <a:lnTo>
                    <a:pt x="76059" y="28354"/>
                  </a:lnTo>
                  <a:lnTo>
                    <a:pt x="76018" y="29080"/>
                  </a:lnTo>
                  <a:lnTo>
                    <a:pt x="75938" y="29766"/>
                  </a:lnTo>
                  <a:lnTo>
                    <a:pt x="75837" y="30452"/>
                  </a:lnTo>
                  <a:lnTo>
                    <a:pt x="75716" y="31118"/>
                  </a:lnTo>
                  <a:lnTo>
                    <a:pt x="75554" y="31764"/>
                  </a:lnTo>
                  <a:lnTo>
                    <a:pt x="75373" y="32370"/>
                  </a:lnTo>
                  <a:lnTo>
                    <a:pt x="75252" y="32733"/>
                  </a:lnTo>
                  <a:lnTo>
                    <a:pt x="75110" y="33056"/>
                  </a:lnTo>
                  <a:lnTo>
                    <a:pt x="74969" y="33399"/>
                  </a:lnTo>
                  <a:lnTo>
                    <a:pt x="74808" y="33701"/>
                  </a:lnTo>
                  <a:lnTo>
                    <a:pt x="74666" y="34024"/>
                  </a:lnTo>
                  <a:lnTo>
                    <a:pt x="74485" y="34307"/>
                  </a:lnTo>
                  <a:lnTo>
                    <a:pt x="74303" y="34589"/>
                  </a:lnTo>
                  <a:lnTo>
                    <a:pt x="74121" y="34872"/>
                  </a:lnTo>
                  <a:lnTo>
                    <a:pt x="73920" y="35134"/>
                  </a:lnTo>
                  <a:lnTo>
                    <a:pt x="73718" y="35397"/>
                  </a:lnTo>
                  <a:lnTo>
                    <a:pt x="73516" y="35639"/>
                  </a:lnTo>
                  <a:lnTo>
                    <a:pt x="73294" y="35861"/>
                  </a:lnTo>
                  <a:lnTo>
                    <a:pt x="73052" y="36083"/>
                  </a:lnTo>
                  <a:lnTo>
                    <a:pt x="72830" y="36284"/>
                  </a:lnTo>
                  <a:lnTo>
                    <a:pt x="72568" y="36486"/>
                  </a:lnTo>
                  <a:lnTo>
                    <a:pt x="72325" y="36668"/>
                  </a:lnTo>
                  <a:lnTo>
                    <a:pt x="72063" y="36829"/>
                  </a:lnTo>
                  <a:lnTo>
                    <a:pt x="71821" y="36991"/>
                  </a:lnTo>
                  <a:lnTo>
                    <a:pt x="71538" y="37132"/>
                  </a:lnTo>
                  <a:lnTo>
                    <a:pt x="71276" y="37253"/>
                  </a:lnTo>
                  <a:lnTo>
                    <a:pt x="70994" y="37374"/>
                  </a:lnTo>
                  <a:lnTo>
                    <a:pt x="70711" y="37475"/>
                  </a:lnTo>
                  <a:lnTo>
                    <a:pt x="70428" y="37576"/>
                  </a:lnTo>
                  <a:lnTo>
                    <a:pt x="70126" y="37657"/>
                  </a:lnTo>
                  <a:lnTo>
                    <a:pt x="69823" y="37717"/>
                  </a:lnTo>
                  <a:lnTo>
                    <a:pt x="69520" y="37778"/>
                  </a:lnTo>
                  <a:lnTo>
                    <a:pt x="69197" y="37838"/>
                  </a:lnTo>
                  <a:lnTo>
                    <a:pt x="68875" y="37859"/>
                  </a:lnTo>
                  <a:lnTo>
                    <a:pt x="68209" y="37899"/>
                  </a:lnTo>
                  <a:lnTo>
                    <a:pt x="67523" y="37879"/>
                  </a:lnTo>
                  <a:lnTo>
                    <a:pt x="66796" y="37818"/>
                  </a:lnTo>
                  <a:lnTo>
                    <a:pt x="66070" y="37717"/>
                  </a:lnTo>
                  <a:lnTo>
                    <a:pt x="65303" y="37556"/>
                  </a:lnTo>
                  <a:lnTo>
                    <a:pt x="64496" y="37354"/>
                  </a:lnTo>
                  <a:lnTo>
                    <a:pt x="63688" y="37112"/>
                  </a:lnTo>
                  <a:lnTo>
                    <a:pt x="62841" y="36829"/>
                  </a:lnTo>
                  <a:lnTo>
                    <a:pt x="61973" y="36486"/>
                  </a:lnTo>
                  <a:lnTo>
                    <a:pt x="61085" y="36083"/>
                  </a:lnTo>
                  <a:lnTo>
                    <a:pt x="59975" y="35558"/>
                  </a:lnTo>
                  <a:lnTo>
                    <a:pt x="58865" y="35013"/>
                  </a:lnTo>
                  <a:lnTo>
                    <a:pt x="57776" y="34448"/>
                  </a:lnTo>
                  <a:lnTo>
                    <a:pt x="56686" y="33863"/>
                  </a:lnTo>
                  <a:lnTo>
                    <a:pt x="54527" y="32672"/>
                  </a:lnTo>
                  <a:lnTo>
                    <a:pt x="52408" y="31461"/>
                  </a:lnTo>
                  <a:lnTo>
                    <a:pt x="49683" y="29928"/>
                  </a:lnTo>
                  <a:lnTo>
                    <a:pt x="48311" y="29161"/>
                  </a:lnTo>
                  <a:lnTo>
                    <a:pt x="46919" y="28414"/>
                  </a:lnTo>
                  <a:lnTo>
                    <a:pt x="45506" y="27708"/>
                  </a:lnTo>
                  <a:lnTo>
                    <a:pt x="44073" y="27022"/>
                  </a:lnTo>
                  <a:lnTo>
                    <a:pt x="43347" y="26679"/>
                  </a:lnTo>
                  <a:lnTo>
                    <a:pt x="42641" y="26376"/>
                  </a:lnTo>
                  <a:lnTo>
                    <a:pt x="41894" y="26053"/>
                  </a:lnTo>
                  <a:lnTo>
                    <a:pt x="41167" y="25771"/>
                  </a:lnTo>
                  <a:lnTo>
                    <a:pt x="40300" y="25448"/>
                  </a:lnTo>
                  <a:lnTo>
                    <a:pt x="39331" y="25125"/>
                  </a:lnTo>
                  <a:lnTo>
                    <a:pt x="38282" y="24822"/>
                  </a:lnTo>
                  <a:lnTo>
                    <a:pt x="37717" y="24681"/>
                  </a:lnTo>
                  <a:lnTo>
                    <a:pt x="37152" y="24560"/>
                  </a:lnTo>
                  <a:lnTo>
                    <a:pt x="36566" y="24439"/>
                  </a:lnTo>
                  <a:lnTo>
                    <a:pt x="35961" y="24318"/>
                  </a:lnTo>
                  <a:lnTo>
                    <a:pt x="35335" y="24237"/>
                  </a:lnTo>
                  <a:lnTo>
                    <a:pt x="34710" y="24156"/>
                  </a:lnTo>
                  <a:lnTo>
                    <a:pt x="34064" y="24096"/>
                  </a:lnTo>
                  <a:lnTo>
                    <a:pt x="33418" y="24055"/>
                  </a:lnTo>
                  <a:lnTo>
                    <a:pt x="32086" y="24055"/>
                  </a:lnTo>
                  <a:lnTo>
                    <a:pt x="31461" y="24096"/>
                  </a:lnTo>
                  <a:lnTo>
                    <a:pt x="30855" y="24136"/>
                  </a:lnTo>
                  <a:lnTo>
                    <a:pt x="30270" y="24217"/>
                  </a:lnTo>
                  <a:lnTo>
                    <a:pt x="29685" y="24318"/>
                  </a:lnTo>
                  <a:lnTo>
                    <a:pt x="29140" y="24439"/>
                  </a:lnTo>
                  <a:lnTo>
                    <a:pt x="28595" y="24580"/>
                  </a:lnTo>
                  <a:lnTo>
                    <a:pt x="28050" y="24741"/>
                  </a:lnTo>
                  <a:lnTo>
                    <a:pt x="27546" y="24943"/>
                  </a:lnTo>
                  <a:lnTo>
                    <a:pt x="27041" y="25145"/>
                  </a:lnTo>
                  <a:lnTo>
                    <a:pt x="26577" y="25367"/>
                  </a:lnTo>
                  <a:lnTo>
                    <a:pt x="26113" y="25629"/>
                  </a:lnTo>
                  <a:lnTo>
                    <a:pt x="25649" y="25912"/>
                  </a:lnTo>
                  <a:lnTo>
                    <a:pt x="25225" y="26194"/>
                  </a:lnTo>
                  <a:lnTo>
                    <a:pt x="24801" y="26517"/>
                  </a:lnTo>
                  <a:lnTo>
                    <a:pt x="24418" y="26860"/>
                  </a:lnTo>
                  <a:lnTo>
                    <a:pt x="24035" y="27224"/>
                  </a:lnTo>
                  <a:lnTo>
                    <a:pt x="23712" y="27546"/>
                  </a:lnTo>
                  <a:lnTo>
                    <a:pt x="23409" y="27890"/>
                  </a:lnTo>
                  <a:lnTo>
                    <a:pt x="23147" y="28253"/>
                  </a:lnTo>
                  <a:lnTo>
                    <a:pt x="22884" y="28616"/>
                  </a:lnTo>
                  <a:lnTo>
                    <a:pt x="22622" y="28999"/>
                  </a:lnTo>
                  <a:lnTo>
                    <a:pt x="22400" y="29383"/>
                  </a:lnTo>
                  <a:lnTo>
                    <a:pt x="22178" y="29766"/>
                  </a:lnTo>
                  <a:lnTo>
                    <a:pt x="21996" y="30170"/>
                  </a:lnTo>
                  <a:lnTo>
                    <a:pt x="21815" y="30573"/>
                  </a:lnTo>
                  <a:lnTo>
                    <a:pt x="21633" y="30977"/>
                  </a:lnTo>
                  <a:lnTo>
                    <a:pt x="21492" y="31401"/>
                  </a:lnTo>
                  <a:lnTo>
                    <a:pt x="21351" y="31825"/>
                  </a:lnTo>
                  <a:lnTo>
                    <a:pt x="21230" y="32248"/>
                  </a:lnTo>
                  <a:lnTo>
                    <a:pt x="21108" y="32672"/>
                  </a:lnTo>
                  <a:lnTo>
                    <a:pt x="21008" y="33116"/>
                  </a:lnTo>
                  <a:lnTo>
                    <a:pt x="20927" y="33540"/>
                  </a:lnTo>
                  <a:lnTo>
                    <a:pt x="20786" y="34428"/>
                  </a:lnTo>
                  <a:lnTo>
                    <a:pt x="20685" y="35296"/>
                  </a:lnTo>
                  <a:lnTo>
                    <a:pt x="20604" y="36163"/>
                  </a:lnTo>
                  <a:lnTo>
                    <a:pt x="20584" y="37031"/>
                  </a:lnTo>
                  <a:lnTo>
                    <a:pt x="20584" y="37879"/>
                  </a:lnTo>
                  <a:lnTo>
                    <a:pt x="20604" y="38706"/>
                  </a:lnTo>
                  <a:lnTo>
                    <a:pt x="20665" y="39513"/>
                  </a:lnTo>
                  <a:lnTo>
                    <a:pt x="20725" y="40280"/>
                  </a:lnTo>
                  <a:lnTo>
                    <a:pt x="20846" y="41329"/>
                  </a:lnTo>
                  <a:lnTo>
                    <a:pt x="20987" y="42359"/>
                  </a:lnTo>
                  <a:lnTo>
                    <a:pt x="21290" y="44437"/>
                  </a:lnTo>
                  <a:lnTo>
                    <a:pt x="21472" y="45628"/>
                  </a:lnTo>
                  <a:lnTo>
                    <a:pt x="21653" y="46818"/>
                  </a:lnTo>
                  <a:lnTo>
                    <a:pt x="21795" y="48029"/>
                  </a:lnTo>
                  <a:lnTo>
                    <a:pt x="21916" y="49240"/>
                  </a:lnTo>
                  <a:lnTo>
                    <a:pt x="21996" y="50451"/>
                  </a:lnTo>
                  <a:lnTo>
                    <a:pt x="22017" y="51056"/>
                  </a:lnTo>
                  <a:lnTo>
                    <a:pt x="22037" y="51662"/>
                  </a:lnTo>
                  <a:lnTo>
                    <a:pt x="22017" y="52267"/>
                  </a:lnTo>
                  <a:lnTo>
                    <a:pt x="21996" y="52872"/>
                  </a:lnTo>
                  <a:lnTo>
                    <a:pt x="21956" y="53478"/>
                  </a:lnTo>
                  <a:lnTo>
                    <a:pt x="21895" y="54083"/>
                  </a:lnTo>
                  <a:lnTo>
                    <a:pt x="21815" y="54648"/>
                  </a:lnTo>
                  <a:lnTo>
                    <a:pt x="21734" y="55193"/>
                  </a:lnTo>
                  <a:lnTo>
                    <a:pt x="21613" y="55718"/>
                  </a:lnTo>
                  <a:lnTo>
                    <a:pt x="21472" y="56243"/>
                  </a:lnTo>
                  <a:lnTo>
                    <a:pt x="21330" y="56727"/>
                  </a:lnTo>
                  <a:lnTo>
                    <a:pt x="21149" y="57211"/>
                  </a:lnTo>
                  <a:lnTo>
                    <a:pt x="20967" y="57675"/>
                  </a:lnTo>
                  <a:lnTo>
                    <a:pt x="20745" y="58119"/>
                  </a:lnTo>
                  <a:lnTo>
                    <a:pt x="20523" y="58543"/>
                  </a:lnTo>
                  <a:lnTo>
                    <a:pt x="20281" y="58967"/>
                  </a:lnTo>
                  <a:lnTo>
                    <a:pt x="20039" y="59350"/>
                  </a:lnTo>
                  <a:lnTo>
                    <a:pt x="19756" y="59714"/>
                  </a:lnTo>
                  <a:lnTo>
                    <a:pt x="19474" y="60057"/>
                  </a:lnTo>
                  <a:lnTo>
                    <a:pt x="19171" y="60359"/>
                  </a:lnTo>
                  <a:lnTo>
                    <a:pt x="18848" y="60662"/>
                  </a:lnTo>
                  <a:lnTo>
                    <a:pt x="18505" y="60945"/>
                  </a:lnTo>
                  <a:lnTo>
                    <a:pt x="18203" y="61167"/>
                  </a:lnTo>
                  <a:lnTo>
                    <a:pt x="17880" y="61368"/>
                  </a:lnTo>
                  <a:lnTo>
                    <a:pt x="17537" y="61570"/>
                  </a:lnTo>
                  <a:lnTo>
                    <a:pt x="17194" y="61732"/>
                  </a:lnTo>
                  <a:lnTo>
                    <a:pt x="16830" y="61893"/>
                  </a:lnTo>
                  <a:lnTo>
                    <a:pt x="16467" y="62034"/>
                  </a:lnTo>
                  <a:lnTo>
                    <a:pt x="16104" y="62176"/>
                  </a:lnTo>
                  <a:lnTo>
                    <a:pt x="15741" y="62297"/>
                  </a:lnTo>
                  <a:lnTo>
                    <a:pt x="14974" y="62519"/>
                  </a:lnTo>
                  <a:lnTo>
                    <a:pt x="14207" y="62700"/>
                  </a:lnTo>
                  <a:lnTo>
                    <a:pt x="13440" y="62862"/>
                  </a:lnTo>
                  <a:lnTo>
                    <a:pt x="12653" y="63003"/>
                  </a:lnTo>
                  <a:lnTo>
                    <a:pt x="11725" y="63185"/>
                  </a:lnTo>
                  <a:lnTo>
                    <a:pt x="10978" y="63346"/>
                  </a:lnTo>
                  <a:lnTo>
                    <a:pt x="10252" y="63528"/>
                  </a:lnTo>
                  <a:lnTo>
                    <a:pt x="9545" y="63709"/>
                  </a:lnTo>
                  <a:lnTo>
                    <a:pt x="8879" y="63911"/>
                  </a:lnTo>
                  <a:lnTo>
                    <a:pt x="8234" y="64113"/>
                  </a:lnTo>
                  <a:lnTo>
                    <a:pt x="7628" y="64335"/>
                  </a:lnTo>
                  <a:lnTo>
                    <a:pt x="7043" y="64577"/>
                  </a:lnTo>
                  <a:lnTo>
                    <a:pt x="6478" y="64819"/>
                  </a:lnTo>
                  <a:lnTo>
                    <a:pt x="5933" y="65081"/>
                  </a:lnTo>
                  <a:lnTo>
                    <a:pt x="5408" y="65364"/>
                  </a:lnTo>
                  <a:lnTo>
                    <a:pt x="4924" y="65646"/>
                  </a:lnTo>
                  <a:lnTo>
                    <a:pt x="4440" y="65969"/>
                  </a:lnTo>
                  <a:lnTo>
                    <a:pt x="3996" y="66272"/>
                  </a:lnTo>
                  <a:lnTo>
                    <a:pt x="3572" y="66615"/>
                  </a:lnTo>
                  <a:lnTo>
                    <a:pt x="3148" y="66958"/>
                  </a:lnTo>
                  <a:lnTo>
                    <a:pt x="2765" y="67321"/>
                  </a:lnTo>
                  <a:lnTo>
                    <a:pt x="2321" y="67786"/>
                  </a:lnTo>
                  <a:lnTo>
                    <a:pt x="1917" y="68270"/>
                  </a:lnTo>
                  <a:lnTo>
                    <a:pt x="1554" y="68795"/>
                  </a:lnTo>
                  <a:lnTo>
                    <a:pt x="1211" y="69339"/>
                  </a:lnTo>
                  <a:lnTo>
                    <a:pt x="928" y="69884"/>
                  </a:lnTo>
                  <a:lnTo>
                    <a:pt x="666" y="70470"/>
                  </a:lnTo>
                  <a:lnTo>
                    <a:pt x="444" y="71055"/>
                  </a:lnTo>
                  <a:lnTo>
                    <a:pt x="262" y="71660"/>
                  </a:lnTo>
                  <a:lnTo>
                    <a:pt x="182" y="71983"/>
                  </a:lnTo>
                  <a:lnTo>
                    <a:pt x="121" y="72306"/>
                  </a:lnTo>
                  <a:lnTo>
                    <a:pt x="81" y="72609"/>
                  </a:lnTo>
                  <a:lnTo>
                    <a:pt x="41" y="72931"/>
                  </a:lnTo>
                  <a:lnTo>
                    <a:pt x="20" y="73254"/>
                  </a:lnTo>
                  <a:lnTo>
                    <a:pt x="0" y="73557"/>
                  </a:lnTo>
                  <a:lnTo>
                    <a:pt x="0" y="73880"/>
                  </a:lnTo>
                  <a:lnTo>
                    <a:pt x="20" y="74183"/>
                  </a:lnTo>
                  <a:lnTo>
                    <a:pt x="61" y="74485"/>
                  </a:lnTo>
                  <a:lnTo>
                    <a:pt x="101" y="74788"/>
                  </a:lnTo>
                  <a:lnTo>
                    <a:pt x="162" y="75071"/>
                  </a:lnTo>
                  <a:lnTo>
                    <a:pt x="222" y="75373"/>
                  </a:lnTo>
                  <a:lnTo>
                    <a:pt x="323" y="75656"/>
                  </a:lnTo>
                  <a:lnTo>
                    <a:pt x="404" y="75938"/>
                  </a:lnTo>
                  <a:lnTo>
                    <a:pt x="525" y="76201"/>
                  </a:lnTo>
                  <a:lnTo>
                    <a:pt x="646" y="76483"/>
                  </a:lnTo>
                  <a:lnTo>
                    <a:pt x="828" y="76846"/>
                  </a:lnTo>
                  <a:lnTo>
                    <a:pt x="1050" y="77189"/>
                  </a:lnTo>
                  <a:lnTo>
                    <a:pt x="1292" y="77533"/>
                  </a:lnTo>
                  <a:lnTo>
                    <a:pt x="1554" y="77855"/>
                  </a:lnTo>
                  <a:lnTo>
                    <a:pt x="1837" y="78158"/>
                  </a:lnTo>
                  <a:lnTo>
                    <a:pt x="2139" y="78441"/>
                  </a:lnTo>
                  <a:lnTo>
                    <a:pt x="2462" y="78703"/>
                  </a:lnTo>
                  <a:lnTo>
                    <a:pt x="2785" y="78945"/>
                  </a:lnTo>
                  <a:lnTo>
                    <a:pt x="3148" y="79187"/>
                  </a:lnTo>
                  <a:lnTo>
                    <a:pt x="3532" y="79389"/>
                  </a:lnTo>
                  <a:lnTo>
                    <a:pt x="3935" y="79591"/>
                  </a:lnTo>
                  <a:lnTo>
                    <a:pt x="4339" y="79773"/>
                  </a:lnTo>
                  <a:lnTo>
                    <a:pt x="4763" y="79914"/>
                  </a:lnTo>
                  <a:lnTo>
                    <a:pt x="5227" y="80055"/>
                  </a:lnTo>
                  <a:lnTo>
                    <a:pt x="5691" y="80176"/>
                  </a:lnTo>
                  <a:lnTo>
                    <a:pt x="6155" y="80277"/>
                  </a:lnTo>
                  <a:lnTo>
                    <a:pt x="6660" y="80338"/>
                  </a:lnTo>
                  <a:lnTo>
                    <a:pt x="7144" y="80398"/>
                  </a:lnTo>
                  <a:lnTo>
                    <a:pt x="7648" y="80438"/>
                  </a:lnTo>
                  <a:lnTo>
                    <a:pt x="8153" y="80438"/>
                  </a:lnTo>
                  <a:lnTo>
                    <a:pt x="8819" y="80418"/>
                  </a:lnTo>
                  <a:lnTo>
                    <a:pt x="9485" y="80378"/>
                  </a:lnTo>
                  <a:lnTo>
                    <a:pt x="10171" y="80277"/>
                  </a:lnTo>
                  <a:lnTo>
                    <a:pt x="10817" y="80156"/>
                  </a:lnTo>
                  <a:lnTo>
                    <a:pt x="11483" y="80015"/>
                  </a:lnTo>
                  <a:lnTo>
                    <a:pt x="12128" y="79813"/>
                  </a:lnTo>
                  <a:lnTo>
                    <a:pt x="12754" y="79591"/>
                  </a:lnTo>
                  <a:lnTo>
                    <a:pt x="13380" y="79329"/>
                  </a:lnTo>
                  <a:lnTo>
                    <a:pt x="14106" y="78986"/>
                  </a:lnTo>
                  <a:lnTo>
                    <a:pt x="14812" y="78622"/>
                  </a:lnTo>
                  <a:lnTo>
                    <a:pt x="15498" y="78219"/>
                  </a:lnTo>
                  <a:lnTo>
                    <a:pt x="16185" y="77795"/>
                  </a:lnTo>
                  <a:lnTo>
                    <a:pt x="16850" y="77351"/>
                  </a:lnTo>
                  <a:lnTo>
                    <a:pt x="17496" y="76887"/>
                  </a:lnTo>
                  <a:lnTo>
                    <a:pt x="18142" y="76402"/>
                  </a:lnTo>
                  <a:lnTo>
                    <a:pt x="18768" y="75898"/>
                  </a:lnTo>
                  <a:lnTo>
                    <a:pt x="19373" y="75393"/>
                  </a:lnTo>
                  <a:lnTo>
                    <a:pt x="19978" y="74869"/>
                  </a:lnTo>
                  <a:lnTo>
                    <a:pt x="21169" y="73779"/>
                  </a:lnTo>
                  <a:lnTo>
                    <a:pt x="22339" y="72669"/>
                  </a:lnTo>
                  <a:lnTo>
                    <a:pt x="23490" y="71559"/>
                  </a:lnTo>
                  <a:lnTo>
                    <a:pt x="25266" y="69824"/>
                  </a:lnTo>
                  <a:lnTo>
                    <a:pt x="26174" y="68976"/>
                  </a:lnTo>
                  <a:lnTo>
                    <a:pt x="27102" y="68149"/>
                  </a:lnTo>
                  <a:lnTo>
                    <a:pt x="27990" y="67382"/>
                  </a:lnTo>
                  <a:lnTo>
                    <a:pt x="28918" y="66615"/>
                  </a:lnTo>
                  <a:lnTo>
                    <a:pt x="29867" y="65889"/>
                  </a:lnTo>
                  <a:lnTo>
                    <a:pt x="30855" y="65182"/>
                  </a:lnTo>
                  <a:lnTo>
                    <a:pt x="31844" y="64496"/>
                  </a:lnTo>
                  <a:lnTo>
                    <a:pt x="32853" y="63850"/>
                  </a:lnTo>
                  <a:lnTo>
                    <a:pt x="33882" y="63225"/>
                  </a:lnTo>
                  <a:lnTo>
                    <a:pt x="34932" y="62599"/>
                  </a:lnTo>
                  <a:lnTo>
                    <a:pt x="36001" y="62034"/>
                  </a:lnTo>
                  <a:lnTo>
                    <a:pt x="37071" y="61469"/>
                  </a:lnTo>
                  <a:lnTo>
                    <a:pt x="38161" y="60945"/>
                  </a:lnTo>
                  <a:lnTo>
                    <a:pt x="39271" y="60440"/>
                  </a:lnTo>
                  <a:lnTo>
                    <a:pt x="40401" y="59976"/>
                  </a:lnTo>
                  <a:lnTo>
                    <a:pt x="41531" y="59532"/>
                  </a:lnTo>
                  <a:lnTo>
                    <a:pt x="42681" y="59108"/>
                  </a:lnTo>
                  <a:lnTo>
                    <a:pt x="43851" y="58725"/>
                  </a:lnTo>
                  <a:lnTo>
                    <a:pt x="45002" y="58361"/>
                  </a:lnTo>
                  <a:lnTo>
                    <a:pt x="46192" y="58039"/>
                  </a:lnTo>
                  <a:lnTo>
                    <a:pt x="47363" y="57736"/>
                  </a:lnTo>
                  <a:lnTo>
                    <a:pt x="48553" y="57474"/>
                  </a:lnTo>
                  <a:lnTo>
                    <a:pt x="49764" y="57231"/>
                  </a:lnTo>
                  <a:lnTo>
                    <a:pt x="50955" y="57030"/>
                  </a:lnTo>
                  <a:lnTo>
                    <a:pt x="52166" y="56868"/>
                  </a:lnTo>
                  <a:lnTo>
                    <a:pt x="53356" y="56707"/>
                  </a:lnTo>
                  <a:lnTo>
                    <a:pt x="54567" y="56606"/>
                  </a:lnTo>
                  <a:lnTo>
                    <a:pt x="55778" y="56525"/>
                  </a:lnTo>
                  <a:lnTo>
                    <a:pt x="56989" y="56465"/>
                  </a:lnTo>
                  <a:lnTo>
                    <a:pt x="58179" y="56444"/>
                  </a:lnTo>
                  <a:lnTo>
                    <a:pt x="59390" y="56465"/>
                  </a:lnTo>
                  <a:lnTo>
                    <a:pt x="60581" y="56505"/>
                  </a:lnTo>
                  <a:lnTo>
                    <a:pt x="61771" y="56586"/>
                  </a:lnTo>
                  <a:lnTo>
                    <a:pt x="62962" y="56687"/>
                  </a:lnTo>
                  <a:lnTo>
                    <a:pt x="64274" y="56848"/>
                  </a:lnTo>
                  <a:lnTo>
                    <a:pt x="65605" y="57030"/>
                  </a:lnTo>
                  <a:lnTo>
                    <a:pt x="66917" y="57231"/>
                  </a:lnTo>
                  <a:lnTo>
                    <a:pt x="68229" y="57433"/>
                  </a:lnTo>
                  <a:lnTo>
                    <a:pt x="69601" y="57655"/>
                  </a:lnTo>
                  <a:lnTo>
                    <a:pt x="70973" y="57857"/>
                  </a:lnTo>
                  <a:lnTo>
                    <a:pt x="72366" y="58039"/>
                  </a:lnTo>
                  <a:lnTo>
                    <a:pt x="73758" y="58200"/>
                  </a:lnTo>
                  <a:lnTo>
                    <a:pt x="74444" y="58261"/>
                  </a:lnTo>
                  <a:lnTo>
                    <a:pt x="75151" y="58321"/>
                  </a:lnTo>
                  <a:lnTo>
                    <a:pt x="75837" y="58361"/>
                  </a:lnTo>
                  <a:lnTo>
                    <a:pt x="76543" y="58382"/>
                  </a:lnTo>
                  <a:lnTo>
                    <a:pt x="77249" y="58382"/>
                  </a:lnTo>
                  <a:lnTo>
                    <a:pt x="77935" y="58361"/>
                  </a:lnTo>
                  <a:lnTo>
                    <a:pt x="78642" y="58341"/>
                  </a:lnTo>
                  <a:lnTo>
                    <a:pt x="79328" y="58281"/>
                  </a:lnTo>
                  <a:lnTo>
                    <a:pt x="79812" y="58220"/>
                  </a:lnTo>
                  <a:lnTo>
                    <a:pt x="80337" y="58160"/>
                  </a:lnTo>
                  <a:lnTo>
                    <a:pt x="80882" y="58059"/>
                  </a:lnTo>
                  <a:lnTo>
                    <a:pt x="81467" y="57918"/>
                  </a:lnTo>
                  <a:lnTo>
                    <a:pt x="82032" y="57736"/>
                  </a:lnTo>
                  <a:lnTo>
                    <a:pt x="82315" y="57635"/>
                  </a:lnTo>
                  <a:lnTo>
                    <a:pt x="82597" y="57514"/>
                  </a:lnTo>
                  <a:lnTo>
                    <a:pt x="82880" y="57373"/>
                  </a:lnTo>
                  <a:lnTo>
                    <a:pt x="83142" y="57231"/>
                  </a:lnTo>
                  <a:lnTo>
                    <a:pt x="83404" y="57050"/>
                  </a:lnTo>
                  <a:lnTo>
                    <a:pt x="83667" y="56868"/>
                  </a:lnTo>
                  <a:lnTo>
                    <a:pt x="83868" y="56707"/>
                  </a:lnTo>
                  <a:lnTo>
                    <a:pt x="84050" y="56525"/>
                  </a:lnTo>
                  <a:lnTo>
                    <a:pt x="84232" y="56343"/>
                  </a:lnTo>
                  <a:lnTo>
                    <a:pt x="84413" y="56162"/>
                  </a:lnTo>
                  <a:lnTo>
                    <a:pt x="84716" y="55778"/>
                  </a:lnTo>
                  <a:lnTo>
                    <a:pt x="84998" y="55355"/>
                  </a:lnTo>
                  <a:lnTo>
                    <a:pt x="85220" y="54931"/>
                  </a:lnTo>
                  <a:lnTo>
                    <a:pt x="85442" y="54467"/>
                  </a:lnTo>
                  <a:lnTo>
                    <a:pt x="85604" y="53982"/>
                  </a:lnTo>
                  <a:lnTo>
                    <a:pt x="85765" y="53498"/>
                  </a:lnTo>
                  <a:lnTo>
                    <a:pt x="85886" y="52994"/>
                  </a:lnTo>
                  <a:lnTo>
                    <a:pt x="86007" y="52489"/>
                  </a:lnTo>
                  <a:lnTo>
                    <a:pt x="86088" y="51964"/>
                  </a:lnTo>
                  <a:lnTo>
                    <a:pt x="86169" y="51420"/>
                  </a:lnTo>
                  <a:lnTo>
                    <a:pt x="86290" y="50350"/>
                  </a:lnTo>
                  <a:lnTo>
                    <a:pt x="86371" y="49260"/>
                  </a:lnTo>
                  <a:lnTo>
                    <a:pt x="86492" y="47949"/>
                  </a:lnTo>
                  <a:lnTo>
                    <a:pt x="86573" y="47283"/>
                  </a:lnTo>
                  <a:lnTo>
                    <a:pt x="86653" y="46637"/>
                  </a:lnTo>
                  <a:lnTo>
                    <a:pt x="86754" y="46052"/>
                  </a:lnTo>
                  <a:lnTo>
                    <a:pt x="86895" y="45487"/>
                  </a:lnTo>
                  <a:lnTo>
                    <a:pt x="87037" y="44901"/>
                  </a:lnTo>
                  <a:lnTo>
                    <a:pt x="87218" y="44336"/>
                  </a:lnTo>
                  <a:lnTo>
                    <a:pt x="87420" y="43771"/>
                  </a:lnTo>
                  <a:lnTo>
                    <a:pt x="87642" y="43206"/>
                  </a:lnTo>
                  <a:lnTo>
                    <a:pt x="87884" y="42661"/>
                  </a:lnTo>
                  <a:lnTo>
                    <a:pt x="88167" y="42117"/>
                  </a:lnTo>
                  <a:lnTo>
                    <a:pt x="88449" y="41592"/>
                  </a:lnTo>
                  <a:lnTo>
                    <a:pt x="88772" y="41067"/>
                  </a:lnTo>
                  <a:lnTo>
                    <a:pt x="89115" y="40563"/>
                  </a:lnTo>
                  <a:lnTo>
                    <a:pt x="89478" y="40058"/>
                  </a:lnTo>
                  <a:lnTo>
                    <a:pt x="89842" y="39574"/>
                  </a:lnTo>
                  <a:lnTo>
                    <a:pt x="90245" y="39089"/>
                  </a:lnTo>
                  <a:lnTo>
                    <a:pt x="90669" y="38646"/>
                  </a:lnTo>
                  <a:lnTo>
                    <a:pt x="91113" y="38202"/>
                  </a:lnTo>
                  <a:lnTo>
                    <a:pt x="91577" y="37758"/>
                  </a:lnTo>
                  <a:lnTo>
                    <a:pt x="92041" y="37354"/>
                  </a:lnTo>
                  <a:lnTo>
                    <a:pt x="92526" y="36971"/>
                  </a:lnTo>
                  <a:lnTo>
                    <a:pt x="93030" y="36607"/>
                  </a:lnTo>
                  <a:lnTo>
                    <a:pt x="93535" y="36264"/>
                  </a:lnTo>
                  <a:lnTo>
                    <a:pt x="94059" y="35941"/>
                  </a:lnTo>
                  <a:lnTo>
                    <a:pt x="94584" y="35639"/>
                  </a:lnTo>
                  <a:lnTo>
                    <a:pt x="95129" y="35376"/>
                  </a:lnTo>
                  <a:lnTo>
                    <a:pt x="95674" y="35114"/>
                  </a:lnTo>
                  <a:lnTo>
                    <a:pt x="96239" y="34892"/>
                  </a:lnTo>
                  <a:lnTo>
                    <a:pt x="96804" y="34690"/>
                  </a:lnTo>
                  <a:lnTo>
                    <a:pt x="97369" y="34529"/>
                  </a:lnTo>
                  <a:lnTo>
                    <a:pt x="97934" y="34367"/>
                  </a:lnTo>
                  <a:lnTo>
                    <a:pt x="98519" y="34246"/>
                  </a:lnTo>
                  <a:lnTo>
                    <a:pt x="99084" y="34166"/>
                  </a:lnTo>
                  <a:lnTo>
                    <a:pt x="99669" y="34085"/>
                  </a:lnTo>
                  <a:lnTo>
                    <a:pt x="100255" y="34044"/>
                  </a:lnTo>
                  <a:lnTo>
                    <a:pt x="100860" y="34024"/>
                  </a:lnTo>
                  <a:lnTo>
                    <a:pt x="101445" y="34044"/>
                  </a:lnTo>
                  <a:lnTo>
                    <a:pt x="102051" y="34085"/>
                  </a:lnTo>
                  <a:lnTo>
                    <a:pt x="102636" y="34145"/>
                  </a:lnTo>
                  <a:lnTo>
                    <a:pt x="103221" y="34246"/>
                  </a:lnTo>
                  <a:lnTo>
                    <a:pt x="103806" y="34367"/>
                  </a:lnTo>
                  <a:lnTo>
                    <a:pt x="104391" y="34509"/>
                  </a:lnTo>
                  <a:lnTo>
                    <a:pt x="104977" y="34690"/>
                  </a:lnTo>
                  <a:lnTo>
                    <a:pt x="105542" y="34892"/>
                  </a:lnTo>
                  <a:lnTo>
                    <a:pt x="106127" y="35114"/>
                  </a:lnTo>
                  <a:lnTo>
                    <a:pt x="106672" y="35356"/>
                  </a:lnTo>
                  <a:lnTo>
                    <a:pt x="107237" y="35639"/>
                  </a:lnTo>
                  <a:lnTo>
                    <a:pt x="107782" y="35941"/>
                  </a:lnTo>
                  <a:lnTo>
                    <a:pt x="108306" y="36264"/>
                  </a:lnTo>
                  <a:lnTo>
                    <a:pt x="108831" y="36607"/>
                  </a:lnTo>
                  <a:lnTo>
                    <a:pt x="109336" y="36971"/>
                  </a:lnTo>
                  <a:lnTo>
                    <a:pt x="109820" y="37354"/>
                  </a:lnTo>
                  <a:lnTo>
                    <a:pt x="110284" y="37758"/>
                  </a:lnTo>
                  <a:lnTo>
                    <a:pt x="110728" y="38161"/>
                  </a:lnTo>
                  <a:lnTo>
                    <a:pt x="111152" y="38585"/>
                  </a:lnTo>
                  <a:lnTo>
                    <a:pt x="111535" y="39029"/>
                  </a:lnTo>
                  <a:lnTo>
                    <a:pt x="111919" y="39493"/>
                  </a:lnTo>
                  <a:lnTo>
                    <a:pt x="112262" y="39957"/>
                  </a:lnTo>
                  <a:lnTo>
                    <a:pt x="112605" y="40442"/>
                  </a:lnTo>
                  <a:lnTo>
                    <a:pt x="112907" y="40946"/>
                  </a:lnTo>
                  <a:lnTo>
                    <a:pt x="113190" y="41451"/>
                  </a:lnTo>
                  <a:lnTo>
                    <a:pt x="113452" y="41955"/>
                  </a:lnTo>
                  <a:lnTo>
                    <a:pt x="113674" y="42480"/>
                  </a:lnTo>
                  <a:lnTo>
                    <a:pt x="113876" y="43025"/>
                  </a:lnTo>
                  <a:lnTo>
                    <a:pt x="114058" y="43569"/>
                  </a:lnTo>
                  <a:lnTo>
                    <a:pt x="114219" y="44114"/>
                  </a:lnTo>
                  <a:lnTo>
                    <a:pt x="114038" y="43610"/>
                  </a:lnTo>
                  <a:lnTo>
                    <a:pt x="113937" y="43368"/>
                  </a:lnTo>
                  <a:lnTo>
                    <a:pt x="113816" y="43126"/>
                  </a:lnTo>
                  <a:lnTo>
                    <a:pt x="113694" y="42904"/>
                  </a:lnTo>
                  <a:lnTo>
                    <a:pt x="113573" y="42682"/>
                  </a:lnTo>
                  <a:lnTo>
                    <a:pt x="113432" y="42500"/>
                  </a:lnTo>
                  <a:lnTo>
                    <a:pt x="113251" y="42318"/>
                  </a:lnTo>
                  <a:lnTo>
                    <a:pt x="113210" y="42379"/>
                  </a:lnTo>
                  <a:lnTo>
                    <a:pt x="113372" y="42560"/>
                  </a:lnTo>
                  <a:lnTo>
                    <a:pt x="113533" y="42782"/>
                  </a:lnTo>
                  <a:lnTo>
                    <a:pt x="113674" y="43025"/>
                  </a:lnTo>
                  <a:lnTo>
                    <a:pt x="113816" y="43267"/>
                  </a:lnTo>
                  <a:lnTo>
                    <a:pt x="113916" y="43529"/>
                  </a:lnTo>
                  <a:lnTo>
                    <a:pt x="114017" y="43812"/>
                  </a:lnTo>
                  <a:lnTo>
                    <a:pt x="114219" y="44377"/>
                  </a:lnTo>
                  <a:lnTo>
                    <a:pt x="114360" y="44760"/>
                  </a:lnTo>
                  <a:lnTo>
                    <a:pt x="114502" y="45144"/>
                  </a:lnTo>
                  <a:lnTo>
                    <a:pt x="114663" y="45507"/>
                  </a:lnTo>
                  <a:lnTo>
                    <a:pt x="114744" y="45668"/>
                  </a:lnTo>
                  <a:lnTo>
                    <a:pt x="114845" y="45809"/>
                  </a:lnTo>
                  <a:lnTo>
                    <a:pt x="114946" y="45951"/>
                  </a:lnTo>
                  <a:lnTo>
                    <a:pt x="115067" y="46072"/>
                  </a:lnTo>
                  <a:lnTo>
                    <a:pt x="115188" y="46173"/>
                  </a:lnTo>
                  <a:lnTo>
                    <a:pt x="115309" y="46274"/>
                  </a:lnTo>
                  <a:lnTo>
                    <a:pt x="115470" y="46334"/>
                  </a:lnTo>
                  <a:lnTo>
                    <a:pt x="115632" y="46375"/>
                  </a:lnTo>
                  <a:lnTo>
                    <a:pt x="115793" y="46395"/>
                  </a:lnTo>
                  <a:lnTo>
                    <a:pt x="115995" y="46395"/>
                  </a:lnTo>
                  <a:lnTo>
                    <a:pt x="116156" y="46375"/>
                  </a:lnTo>
                  <a:lnTo>
                    <a:pt x="116318" y="46334"/>
                  </a:lnTo>
                  <a:lnTo>
                    <a:pt x="116479" y="46274"/>
                  </a:lnTo>
                  <a:lnTo>
                    <a:pt x="116641" y="46173"/>
                  </a:lnTo>
                  <a:lnTo>
                    <a:pt x="116822" y="46072"/>
                  </a:lnTo>
                  <a:lnTo>
                    <a:pt x="116984" y="45931"/>
                  </a:lnTo>
                  <a:lnTo>
                    <a:pt x="117145" y="45769"/>
                  </a:lnTo>
                  <a:lnTo>
                    <a:pt x="117327" y="45587"/>
                  </a:lnTo>
                  <a:lnTo>
                    <a:pt x="117630" y="45224"/>
                  </a:lnTo>
                  <a:lnTo>
                    <a:pt x="117892" y="44841"/>
                  </a:lnTo>
                  <a:lnTo>
                    <a:pt x="118134" y="44437"/>
                  </a:lnTo>
                  <a:lnTo>
                    <a:pt x="118356" y="44034"/>
                  </a:lnTo>
                  <a:lnTo>
                    <a:pt x="118558" y="43630"/>
                  </a:lnTo>
                  <a:lnTo>
                    <a:pt x="118739" y="43186"/>
                  </a:lnTo>
                  <a:lnTo>
                    <a:pt x="118901" y="42762"/>
                  </a:lnTo>
                  <a:lnTo>
                    <a:pt x="119042" y="42318"/>
                  </a:lnTo>
                  <a:lnTo>
                    <a:pt x="119183" y="41854"/>
                  </a:lnTo>
                  <a:lnTo>
                    <a:pt x="119284" y="41410"/>
                  </a:lnTo>
                  <a:lnTo>
                    <a:pt x="119486" y="40482"/>
                  </a:lnTo>
                  <a:lnTo>
                    <a:pt x="119648" y="39554"/>
                  </a:lnTo>
                  <a:lnTo>
                    <a:pt x="119789" y="38625"/>
                  </a:lnTo>
                  <a:lnTo>
                    <a:pt x="119950" y="37394"/>
                  </a:lnTo>
                  <a:lnTo>
                    <a:pt x="120092" y="36184"/>
                  </a:lnTo>
                  <a:lnTo>
                    <a:pt x="120233" y="34953"/>
                  </a:lnTo>
                  <a:lnTo>
                    <a:pt x="120334" y="33742"/>
                  </a:lnTo>
                  <a:lnTo>
                    <a:pt x="120455" y="32511"/>
                  </a:lnTo>
                  <a:lnTo>
                    <a:pt x="120536" y="31280"/>
                  </a:lnTo>
                  <a:lnTo>
                    <a:pt x="120616" y="30069"/>
                  </a:lnTo>
                  <a:lnTo>
                    <a:pt x="120697" y="28838"/>
                  </a:lnTo>
                  <a:lnTo>
                    <a:pt x="120737" y="27607"/>
                  </a:lnTo>
                  <a:lnTo>
                    <a:pt x="120778" y="26376"/>
                  </a:lnTo>
                  <a:lnTo>
                    <a:pt x="120798" y="25145"/>
                  </a:lnTo>
                  <a:lnTo>
                    <a:pt x="120818" y="23914"/>
                  </a:lnTo>
                  <a:lnTo>
                    <a:pt x="120818" y="22683"/>
                  </a:lnTo>
                  <a:lnTo>
                    <a:pt x="120798" y="21452"/>
                  </a:lnTo>
                  <a:lnTo>
                    <a:pt x="120778" y="20241"/>
                  </a:lnTo>
                  <a:lnTo>
                    <a:pt x="120737" y="19010"/>
                  </a:lnTo>
                  <a:lnTo>
                    <a:pt x="120697" y="18143"/>
                  </a:lnTo>
                  <a:lnTo>
                    <a:pt x="120636" y="17275"/>
                  </a:lnTo>
                  <a:lnTo>
                    <a:pt x="120576" y="16407"/>
                  </a:lnTo>
                  <a:lnTo>
                    <a:pt x="120495" y="15519"/>
                  </a:lnTo>
                  <a:lnTo>
                    <a:pt x="120374" y="14651"/>
                  </a:lnTo>
                  <a:lnTo>
                    <a:pt x="120233" y="13763"/>
                  </a:lnTo>
                  <a:lnTo>
                    <a:pt x="120071" y="12896"/>
                  </a:lnTo>
                  <a:lnTo>
                    <a:pt x="119870" y="12048"/>
                  </a:lnTo>
                  <a:lnTo>
                    <a:pt x="119648" y="11201"/>
                  </a:lnTo>
                  <a:lnTo>
                    <a:pt x="119365" y="10353"/>
                  </a:lnTo>
                  <a:lnTo>
                    <a:pt x="119062" y="9546"/>
                  </a:lnTo>
                  <a:lnTo>
                    <a:pt x="118881" y="9142"/>
                  </a:lnTo>
                  <a:lnTo>
                    <a:pt x="118699" y="8759"/>
                  </a:lnTo>
                  <a:lnTo>
                    <a:pt x="118497" y="8375"/>
                  </a:lnTo>
                  <a:lnTo>
                    <a:pt x="118296" y="7992"/>
                  </a:lnTo>
                  <a:lnTo>
                    <a:pt x="118074" y="7609"/>
                  </a:lnTo>
                  <a:lnTo>
                    <a:pt x="117831" y="7245"/>
                  </a:lnTo>
                  <a:lnTo>
                    <a:pt x="117589" y="6902"/>
                  </a:lnTo>
                  <a:lnTo>
                    <a:pt x="117327" y="6559"/>
                  </a:lnTo>
                  <a:lnTo>
                    <a:pt x="117044" y="6216"/>
                  </a:lnTo>
                  <a:lnTo>
                    <a:pt x="116762" y="5873"/>
                  </a:lnTo>
                  <a:lnTo>
                    <a:pt x="116257" y="5369"/>
                  </a:lnTo>
                  <a:lnTo>
                    <a:pt x="115712" y="4884"/>
                  </a:lnTo>
                  <a:lnTo>
                    <a:pt x="115127" y="4420"/>
                  </a:lnTo>
                  <a:lnTo>
                    <a:pt x="114502" y="3976"/>
                  </a:lnTo>
                  <a:lnTo>
                    <a:pt x="113836" y="3573"/>
                  </a:lnTo>
                  <a:lnTo>
                    <a:pt x="113129" y="3189"/>
                  </a:lnTo>
                  <a:lnTo>
                    <a:pt x="112403" y="2846"/>
                  </a:lnTo>
                  <a:lnTo>
                    <a:pt x="111596" y="2503"/>
                  </a:lnTo>
                  <a:lnTo>
                    <a:pt x="110970" y="2261"/>
                  </a:lnTo>
                  <a:lnTo>
                    <a:pt x="110284" y="2039"/>
                  </a:lnTo>
                  <a:lnTo>
                    <a:pt x="109578" y="1837"/>
                  </a:lnTo>
                  <a:lnTo>
                    <a:pt x="108851" y="1635"/>
                  </a:lnTo>
                  <a:lnTo>
                    <a:pt x="108064" y="1433"/>
                  </a:lnTo>
                  <a:lnTo>
                    <a:pt x="107257" y="1272"/>
                  </a:lnTo>
                  <a:lnTo>
                    <a:pt x="106389" y="1090"/>
                  </a:lnTo>
                  <a:lnTo>
                    <a:pt x="105481" y="949"/>
                  </a:lnTo>
                  <a:lnTo>
                    <a:pt x="103988" y="707"/>
                  </a:lnTo>
                  <a:lnTo>
                    <a:pt x="102474" y="505"/>
                  </a:lnTo>
                  <a:lnTo>
                    <a:pt x="100961" y="344"/>
                  </a:lnTo>
                  <a:lnTo>
                    <a:pt x="99447" y="202"/>
                  </a:lnTo>
                  <a:lnTo>
                    <a:pt x="97934" y="102"/>
                  </a:lnTo>
                  <a:lnTo>
                    <a:pt x="96420" y="41"/>
                  </a:lnTo>
                  <a:lnTo>
                    <a:pt x="948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7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7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 flipH="1">
              <a:off x="1696475" y="-3953198"/>
              <a:ext cx="631867" cy="441222"/>
            </a:xfrm>
            <a:custGeom>
              <a:rect b="b" l="l" r="r" t="t"/>
              <a:pathLst>
                <a:path extrusionOk="0" h="7892" w="11302">
                  <a:moveTo>
                    <a:pt x="10030" y="82"/>
                  </a:moveTo>
                  <a:lnTo>
                    <a:pt x="10252" y="102"/>
                  </a:lnTo>
                  <a:lnTo>
                    <a:pt x="10494" y="142"/>
                  </a:lnTo>
                  <a:lnTo>
                    <a:pt x="10696" y="203"/>
                  </a:lnTo>
                  <a:lnTo>
                    <a:pt x="10797" y="243"/>
                  </a:lnTo>
                  <a:lnTo>
                    <a:pt x="10897" y="304"/>
                  </a:lnTo>
                  <a:lnTo>
                    <a:pt x="10978" y="364"/>
                  </a:lnTo>
                  <a:lnTo>
                    <a:pt x="11059" y="445"/>
                  </a:lnTo>
                  <a:lnTo>
                    <a:pt x="11119" y="526"/>
                  </a:lnTo>
                  <a:lnTo>
                    <a:pt x="11180" y="627"/>
                  </a:lnTo>
                  <a:lnTo>
                    <a:pt x="11220" y="727"/>
                  </a:lnTo>
                  <a:lnTo>
                    <a:pt x="11220" y="828"/>
                  </a:lnTo>
                  <a:lnTo>
                    <a:pt x="11220" y="949"/>
                  </a:lnTo>
                  <a:lnTo>
                    <a:pt x="11180" y="1050"/>
                  </a:lnTo>
                  <a:lnTo>
                    <a:pt x="11140" y="1131"/>
                  </a:lnTo>
                  <a:lnTo>
                    <a:pt x="11079" y="1192"/>
                  </a:lnTo>
                  <a:lnTo>
                    <a:pt x="11019" y="1252"/>
                  </a:lnTo>
                  <a:lnTo>
                    <a:pt x="10938" y="1313"/>
                  </a:lnTo>
                  <a:lnTo>
                    <a:pt x="10756" y="1393"/>
                  </a:lnTo>
                  <a:lnTo>
                    <a:pt x="10554" y="1474"/>
                  </a:lnTo>
                  <a:lnTo>
                    <a:pt x="10433" y="1535"/>
                  </a:lnTo>
                  <a:lnTo>
                    <a:pt x="10131" y="1676"/>
                  </a:lnTo>
                  <a:lnTo>
                    <a:pt x="9888" y="1858"/>
                  </a:lnTo>
                  <a:lnTo>
                    <a:pt x="9666" y="2039"/>
                  </a:lnTo>
                  <a:lnTo>
                    <a:pt x="9505" y="2261"/>
                  </a:lnTo>
                  <a:lnTo>
                    <a:pt x="9364" y="2503"/>
                  </a:lnTo>
                  <a:lnTo>
                    <a:pt x="9243" y="2745"/>
                  </a:lnTo>
                  <a:lnTo>
                    <a:pt x="9021" y="3290"/>
                  </a:lnTo>
                  <a:lnTo>
                    <a:pt x="8819" y="3795"/>
                  </a:lnTo>
                  <a:lnTo>
                    <a:pt x="8617" y="4239"/>
                  </a:lnTo>
                  <a:lnTo>
                    <a:pt x="8415" y="4663"/>
                  </a:lnTo>
                  <a:lnTo>
                    <a:pt x="8193" y="5046"/>
                  </a:lnTo>
                  <a:lnTo>
                    <a:pt x="7992" y="5389"/>
                  </a:lnTo>
                  <a:lnTo>
                    <a:pt x="7749" y="5712"/>
                  </a:lnTo>
                  <a:lnTo>
                    <a:pt x="7527" y="6015"/>
                  </a:lnTo>
                  <a:lnTo>
                    <a:pt x="7285" y="6277"/>
                  </a:lnTo>
                  <a:lnTo>
                    <a:pt x="7023" y="6519"/>
                  </a:lnTo>
                  <a:lnTo>
                    <a:pt x="6821" y="6701"/>
                  </a:lnTo>
                  <a:lnTo>
                    <a:pt x="6599" y="6862"/>
                  </a:lnTo>
                  <a:lnTo>
                    <a:pt x="6357" y="7024"/>
                  </a:lnTo>
                  <a:lnTo>
                    <a:pt x="6115" y="7165"/>
                  </a:lnTo>
                  <a:lnTo>
                    <a:pt x="5873" y="7286"/>
                  </a:lnTo>
                  <a:lnTo>
                    <a:pt x="5630" y="7407"/>
                  </a:lnTo>
                  <a:lnTo>
                    <a:pt x="5368" y="7508"/>
                  </a:lnTo>
                  <a:lnTo>
                    <a:pt x="5086" y="7589"/>
                  </a:lnTo>
                  <a:lnTo>
                    <a:pt x="4823" y="7669"/>
                  </a:lnTo>
                  <a:lnTo>
                    <a:pt x="4541" y="7730"/>
                  </a:lnTo>
                  <a:lnTo>
                    <a:pt x="4278" y="7770"/>
                  </a:lnTo>
                  <a:lnTo>
                    <a:pt x="3996" y="7790"/>
                  </a:lnTo>
                  <a:lnTo>
                    <a:pt x="3713" y="7811"/>
                  </a:lnTo>
                  <a:lnTo>
                    <a:pt x="3431" y="7811"/>
                  </a:lnTo>
                  <a:lnTo>
                    <a:pt x="3169" y="7790"/>
                  </a:lnTo>
                  <a:lnTo>
                    <a:pt x="2886" y="7750"/>
                  </a:lnTo>
                  <a:lnTo>
                    <a:pt x="2603" y="7690"/>
                  </a:lnTo>
                  <a:lnTo>
                    <a:pt x="2321" y="7629"/>
                  </a:lnTo>
                  <a:lnTo>
                    <a:pt x="2059" y="7528"/>
                  </a:lnTo>
                  <a:lnTo>
                    <a:pt x="1796" y="7427"/>
                  </a:lnTo>
                  <a:lnTo>
                    <a:pt x="1554" y="7306"/>
                  </a:lnTo>
                  <a:lnTo>
                    <a:pt x="1332" y="7165"/>
                  </a:lnTo>
                  <a:lnTo>
                    <a:pt x="1110" y="7024"/>
                  </a:lnTo>
                  <a:lnTo>
                    <a:pt x="908" y="6842"/>
                  </a:lnTo>
                  <a:lnTo>
                    <a:pt x="707" y="6640"/>
                  </a:lnTo>
                  <a:lnTo>
                    <a:pt x="545" y="6418"/>
                  </a:lnTo>
                  <a:lnTo>
                    <a:pt x="384" y="6176"/>
                  </a:lnTo>
                  <a:lnTo>
                    <a:pt x="263" y="5934"/>
                  </a:lnTo>
                  <a:lnTo>
                    <a:pt x="182" y="5692"/>
                  </a:lnTo>
                  <a:lnTo>
                    <a:pt x="101" y="5429"/>
                  </a:lnTo>
                  <a:lnTo>
                    <a:pt x="81" y="5167"/>
                  </a:lnTo>
                  <a:lnTo>
                    <a:pt x="81" y="4905"/>
                  </a:lnTo>
                  <a:lnTo>
                    <a:pt x="101" y="4663"/>
                  </a:lnTo>
                  <a:lnTo>
                    <a:pt x="142" y="4441"/>
                  </a:lnTo>
                  <a:lnTo>
                    <a:pt x="222" y="4239"/>
                  </a:lnTo>
                  <a:lnTo>
                    <a:pt x="303" y="4037"/>
                  </a:lnTo>
                  <a:lnTo>
                    <a:pt x="404" y="3835"/>
                  </a:lnTo>
                  <a:lnTo>
                    <a:pt x="525" y="3654"/>
                  </a:lnTo>
                  <a:lnTo>
                    <a:pt x="646" y="3472"/>
                  </a:lnTo>
                  <a:lnTo>
                    <a:pt x="787" y="3311"/>
                  </a:lnTo>
                  <a:lnTo>
                    <a:pt x="1090" y="3008"/>
                  </a:lnTo>
                  <a:lnTo>
                    <a:pt x="1393" y="2745"/>
                  </a:lnTo>
                  <a:lnTo>
                    <a:pt x="1695" y="2523"/>
                  </a:lnTo>
                  <a:lnTo>
                    <a:pt x="1978" y="2342"/>
                  </a:lnTo>
                  <a:lnTo>
                    <a:pt x="2361" y="2120"/>
                  </a:lnTo>
                  <a:lnTo>
                    <a:pt x="2745" y="1918"/>
                  </a:lnTo>
                  <a:lnTo>
                    <a:pt x="3128" y="1736"/>
                  </a:lnTo>
                  <a:lnTo>
                    <a:pt x="3532" y="1555"/>
                  </a:lnTo>
                  <a:lnTo>
                    <a:pt x="4319" y="1252"/>
                  </a:lnTo>
                  <a:lnTo>
                    <a:pt x="5106" y="990"/>
                  </a:lnTo>
                  <a:lnTo>
                    <a:pt x="6175" y="647"/>
                  </a:lnTo>
                  <a:lnTo>
                    <a:pt x="6740" y="505"/>
                  </a:lnTo>
                  <a:lnTo>
                    <a:pt x="7326" y="364"/>
                  </a:lnTo>
                  <a:lnTo>
                    <a:pt x="7911" y="243"/>
                  </a:lnTo>
                  <a:lnTo>
                    <a:pt x="8496" y="162"/>
                  </a:lnTo>
                  <a:lnTo>
                    <a:pt x="9101" y="102"/>
                  </a:lnTo>
                  <a:lnTo>
                    <a:pt x="9727" y="82"/>
                  </a:lnTo>
                  <a:close/>
                  <a:moveTo>
                    <a:pt x="9384" y="1"/>
                  </a:moveTo>
                  <a:lnTo>
                    <a:pt x="8718" y="62"/>
                  </a:lnTo>
                  <a:lnTo>
                    <a:pt x="8092" y="142"/>
                  </a:lnTo>
                  <a:lnTo>
                    <a:pt x="7447" y="243"/>
                  </a:lnTo>
                  <a:lnTo>
                    <a:pt x="6841" y="384"/>
                  </a:lnTo>
                  <a:lnTo>
                    <a:pt x="6236" y="546"/>
                  </a:lnTo>
                  <a:lnTo>
                    <a:pt x="5651" y="727"/>
                  </a:lnTo>
                  <a:lnTo>
                    <a:pt x="5086" y="909"/>
                  </a:lnTo>
                  <a:lnTo>
                    <a:pt x="4299" y="1171"/>
                  </a:lnTo>
                  <a:lnTo>
                    <a:pt x="3491" y="1474"/>
                  </a:lnTo>
                  <a:lnTo>
                    <a:pt x="3108" y="1656"/>
                  </a:lnTo>
                  <a:lnTo>
                    <a:pt x="2704" y="1837"/>
                  </a:lnTo>
                  <a:lnTo>
                    <a:pt x="2321" y="2039"/>
                  </a:lnTo>
                  <a:lnTo>
                    <a:pt x="1938" y="2261"/>
                  </a:lnTo>
                  <a:lnTo>
                    <a:pt x="1655" y="2443"/>
                  </a:lnTo>
                  <a:lnTo>
                    <a:pt x="1352" y="2685"/>
                  </a:lnTo>
                  <a:lnTo>
                    <a:pt x="1029" y="2947"/>
                  </a:lnTo>
                  <a:lnTo>
                    <a:pt x="727" y="3250"/>
                  </a:lnTo>
                  <a:lnTo>
                    <a:pt x="585" y="3432"/>
                  </a:lnTo>
                  <a:lnTo>
                    <a:pt x="464" y="3613"/>
                  </a:lnTo>
                  <a:lnTo>
                    <a:pt x="343" y="3795"/>
                  </a:lnTo>
                  <a:lnTo>
                    <a:pt x="222" y="3997"/>
                  </a:lnTo>
                  <a:lnTo>
                    <a:pt x="142" y="4219"/>
                  </a:lnTo>
                  <a:lnTo>
                    <a:pt x="61" y="4441"/>
                  </a:lnTo>
                  <a:lnTo>
                    <a:pt x="20" y="4663"/>
                  </a:lnTo>
                  <a:lnTo>
                    <a:pt x="0" y="4905"/>
                  </a:lnTo>
                  <a:lnTo>
                    <a:pt x="0" y="5167"/>
                  </a:lnTo>
                  <a:lnTo>
                    <a:pt x="20" y="5429"/>
                  </a:lnTo>
                  <a:lnTo>
                    <a:pt x="101" y="5712"/>
                  </a:lnTo>
                  <a:lnTo>
                    <a:pt x="202" y="5974"/>
                  </a:lnTo>
                  <a:lnTo>
                    <a:pt x="323" y="6216"/>
                  </a:lnTo>
                  <a:lnTo>
                    <a:pt x="485" y="6459"/>
                  </a:lnTo>
                  <a:lnTo>
                    <a:pt x="646" y="6701"/>
                  </a:lnTo>
                  <a:lnTo>
                    <a:pt x="868" y="6903"/>
                  </a:lnTo>
                  <a:lnTo>
                    <a:pt x="1070" y="7084"/>
                  </a:lnTo>
                  <a:lnTo>
                    <a:pt x="1272" y="7225"/>
                  </a:lnTo>
                  <a:lnTo>
                    <a:pt x="1514" y="7367"/>
                  </a:lnTo>
                  <a:lnTo>
                    <a:pt x="1756" y="7488"/>
                  </a:lnTo>
                  <a:lnTo>
                    <a:pt x="2018" y="7609"/>
                  </a:lnTo>
                  <a:lnTo>
                    <a:pt x="2301" y="7690"/>
                  </a:lnTo>
                  <a:lnTo>
                    <a:pt x="2583" y="7770"/>
                  </a:lnTo>
                  <a:lnTo>
                    <a:pt x="2886" y="7831"/>
                  </a:lnTo>
                  <a:lnTo>
                    <a:pt x="3269" y="7871"/>
                  </a:lnTo>
                  <a:lnTo>
                    <a:pt x="3673" y="7891"/>
                  </a:lnTo>
                  <a:lnTo>
                    <a:pt x="4137" y="7871"/>
                  </a:lnTo>
                  <a:lnTo>
                    <a:pt x="4601" y="7811"/>
                  </a:lnTo>
                  <a:lnTo>
                    <a:pt x="5045" y="7710"/>
                  </a:lnTo>
                  <a:lnTo>
                    <a:pt x="5489" y="7548"/>
                  </a:lnTo>
                  <a:lnTo>
                    <a:pt x="5913" y="7367"/>
                  </a:lnTo>
                  <a:lnTo>
                    <a:pt x="6337" y="7145"/>
                  </a:lnTo>
                  <a:lnTo>
                    <a:pt x="6720" y="6882"/>
                  </a:lnTo>
                  <a:lnTo>
                    <a:pt x="7083" y="6580"/>
                  </a:lnTo>
                  <a:lnTo>
                    <a:pt x="7346" y="6338"/>
                  </a:lnTo>
                  <a:lnTo>
                    <a:pt x="7588" y="6055"/>
                  </a:lnTo>
                  <a:lnTo>
                    <a:pt x="7830" y="5752"/>
                  </a:lnTo>
                  <a:lnTo>
                    <a:pt x="8052" y="5429"/>
                  </a:lnTo>
                  <a:lnTo>
                    <a:pt x="8274" y="5086"/>
                  </a:lnTo>
                  <a:lnTo>
                    <a:pt x="8476" y="4703"/>
                  </a:lnTo>
                  <a:lnTo>
                    <a:pt x="8698" y="4279"/>
                  </a:lnTo>
                  <a:lnTo>
                    <a:pt x="8900" y="3815"/>
                  </a:lnTo>
                  <a:lnTo>
                    <a:pt x="9101" y="3311"/>
                  </a:lnTo>
                  <a:lnTo>
                    <a:pt x="9303" y="2786"/>
                  </a:lnTo>
                  <a:lnTo>
                    <a:pt x="9424" y="2544"/>
                  </a:lnTo>
                  <a:lnTo>
                    <a:pt x="9566" y="2322"/>
                  </a:lnTo>
                  <a:lnTo>
                    <a:pt x="9727" y="2100"/>
                  </a:lnTo>
                  <a:lnTo>
                    <a:pt x="9929" y="1918"/>
                  </a:lnTo>
                  <a:lnTo>
                    <a:pt x="10171" y="1757"/>
                  </a:lnTo>
                  <a:lnTo>
                    <a:pt x="10454" y="1615"/>
                  </a:lnTo>
                  <a:lnTo>
                    <a:pt x="10595" y="1555"/>
                  </a:lnTo>
                  <a:lnTo>
                    <a:pt x="10797" y="1474"/>
                  </a:lnTo>
                  <a:lnTo>
                    <a:pt x="10978" y="1373"/>
                  </a:lnTo>
                  <a:lnTo>
                    <a:pt x="11059" y="1313"/>
                  </a:lnTo>
                  <a:lnTo>
                    <a:pt x="11140" y="1252"/>
                  </a:lnTo>
                  <a:lnTo>
                    <a:pt x="11200" y="1171"/>
                  </a:lnTo>
                  <a:lnTo>
                    <a:pt x="11261" y="1071"/>
                  </a:lnTo>
                  <a:lnTo>
                    <a:pt x="11301" y="970"/>
                  </a:lnTo>
                  <a:lnTo>
                    <a:pt x="11301" y="849"/>
                  </a:lnTo>
                  <a:lnTo>
                    <a:pt x="11301" y="727"/>
                  </a:lnTo>
                  <a:lnTo>
                    <a:pt x="11261" y="606"/>
                  </a:lnTo>
                  <a:lnTo>
                    <a:pt x="11200" y="485"/>
                  </a:lnTo>
                  <a:lnTo>
                    <a:pt x="11119" y="384"/>
                  </a:lnTo>
                  <a:lnTo>
                    <a:pt x="11039" y="304"/>
                  </a:lnTo>
                  <a:lnTo>
                    <a:pt x="10938" y="223"/>
                  </a:lnTo>
                  <a:lnTo>
                    <a:pt x="10837" y="162"/>
                  </a:lnTo>
                  <a:lnTo>
                    <a:pt x="10736" y="122"/>
                  </a:lnTo>
                  <a:lnTo>
                    <a:pt x="10514" y="62"/>
                  </a:lnTo>
                  <a:lnTo>
                    <a:pt x="10272" y="21"/>
                  </a:lnTo>
                  <a:lnTo>
                    <a:pt x="10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 flipH="1">
              <a:off x="39193" y="-3980256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 flipH="1">
              <a:off x="-3393920" y="-1511765"/>
              <a:ext cx="935332" cy="741278"/>
            </a:xfrm>
            <a:custGeom>
              <a:rect b="b" l="l" r="r" t="t"/>
              <a:pathLst>
                <a:path extrusionOk="0" h="13259" w="16730">
                  <a:moveTo>
                    <a:pt x="14550" y="81"/>
                  </a:moveTo>
                  <a:lnTo>
                    <a:pt x="14772" y="122"/>
                  </a:lnTo>
                  <a:lnTo>
                    <a:pt x="15014" y="202"/>
                  </a:lnTo>
                  <a:lnTo>
                    <a:pt x="15216" y="324"/>
                  </a:lnTo>
                  <a:lnTo>
                    <a:pt x="15438" y="465"/>
                  </a:lnTo>
                  <a:lnTo>
                    <a:pt x="15640" y="667"/>
                  </a:lnTo>
                  <a:lnTo>
                    <a:pt x="15821" y="889"/>
                  </a:lnTo>
                  <a:lnTo>
                    <a:pt x="15983" y="1131"/>
                  </a:lnTo>
                  <a:lnTo>
                    <a:pt x="16144" y="1413"/>
                  </a:lnTo>
                  <a:lnTo>
                    <a:pt x="16245" y="1655"/>
                  </a:lnTo>
                  <a:lnTo>
                    <a:pt x="16346" y="1898"/>
                  </a:lnTo>
                  <a:lnTo>
                    <a:pt x="16427" y="2140"/>
                  </a:lnTo>
                  <a:lnTo>
                    <a:pt x="16487" y="2422"/>
                  </a:lnTo>
                  <a:lnTo>
                    <a:pt x="16548" y="2685"/>
                  </a:lnTo>
                  <a:lnTo>
                    <a:pt x="16588" y="2967"/>
                  </a:lnTo>
                  <a:lnTo>
                    <a:pt x="16628" y="3250"/>
                  </a:lnTo>
                  <a:lnTo>
                    <a:pt x="16649" y="3552"/>
                  </a:lnTo>
                  <a:lnTo>
                    <a:pt x="16649" y="3855"/>
                  </a:lnTo>
                  <a:lnTo>
                    <a:pt x="16649" y="4178"/>
                  </a:lnTo>
                  <a:lnTo>
                    <a:pt x="16588" y="4844"/>
                  </a:lnTo>
                  <a:lnTo>
                    <a:pt x="16487" y="5550"/>
                  </a:lnTo>
                  <a:lnTo>
                    <a:pt x="16326" y="6317"/>
                  </a:lnTo>
                  <a:lnTo>
                    <a:pt x="16144" y="7044"/>
                  </a:lnTo>
                  <a:lnTo>
                    <a:pt x="15942" y="7709"/>
                  </a:lnTo>
                  <a:lnTo>
                    <a:pt x="15720" y="8315"/>
                  </a:lnTo>
                  <a:lnTo>
                    <a:pt x="15458" y="8860"/>
                  </a:lnTo>
                  <a:lnTo>
                    <a:pt x="15317" y="9122"/>
                  </a:lnTo>
                  <a:lnTo>
                    <a:pt x="15176" y="9364"/>
                  </a:lnTo>
                  <a:lnTo>
                    <a:pt x="15014" y="9586"/>
                  </a:lnTo>
                  <a:lnTo>
                    <a:pt x="14873" y="9808"/>
                  </a:lnTo>
                  <a:lnTo>
                    <a:pt x="14691" y="10010"/>
                  </a:lnTo>
                  <a:lnTo>
                    <a:pt x="14530" y="10212"/>
                  </a:lnTo>
                  <a:lnTo>
                    <a:pt x="14348" y="10393"/>
                  </a:lnTo>
                  <a:lnTo>
                    <a:pt x="14146" y="10555"/>
                  </a:lnTo>
                  <a:lnTo>
                    <a:pt x="13803" y="10837"/>
                  </a:lnTo>
                  <a:lnTo>
                    <a:pt x="13440" y="11080"/>
                  </a:lnTo>
                  <a:lnTo>
                    <a:pt x="13036" y="11302"/>
                  </a:lnTo>
                  <a:lnTo>
                    <a:pt x="12633" y="11483"/>
                  </a:lnTo>
                  <a:lnTo>
                    <a:pt x="12229" y="11665"/>
                  </a:lnTo>
                  <a:lnTo>
                    <a:pt x="11805" y="11806"/>
                  </a:lnTo>
                  <a:lnTo>
                    <a:pt x="11402" y="11947"/>
                  </a:lnTo>
                  <a:lnTo>
                    <a:pt x="10978" y="12068"/>
                  </a:lnTo>
                  <a:lnTo>
                    <a:pt x="10373" y="12230"/>
                  </a:lnTo>
                  <a:lnTo>
                    <a:pt x="9787" y="12371"/>
                  </a:lnTo>
                  <a:lnTo>
                    <a:pt x="9202" y="12512"/>
                  </a:lnTo>
                  <a:lnTo>
                    <a:pt x="8597" y="12633"/>
                  </a:lnTo>
                  <a:lnTo>
                    <a:pt x="7991" y="12734"/>
                  </a:lnTo>
                  <a:lnTo>
                    <a:pt x="7386" y="12835"/>
                  </a:lnTo>
                  <a:lnTo>
                    <a:pt x="6801" y="12936"/>
                  </a:lnTo>
                  <a:lnTo>
                    <a:pt x="6195" y="12997"/>
                  </a:lnTo>
                  <a:lnTo>
                    <a:pt x="5590" y="13057"/>
                  </a:lnTo>
                  <a:lnTo>
                    <a:pt x="4964" y="13118"/>
                  </a:lnTo>
                  <a:lnTo>
                    <a:pt x="4359" y="13158"/>
                  </a:lnTo>
                  <a:lnTo>
                    <a:pt x="3754" y="13178"/>
                  </a:lnTo>
                  <a:lnTo>
                    <a:pt x="1917" y="13178"/>
                  </a:lnTo>
                  <a:lnTo>
                    <a:pt x="1312" y="13138"/>
                  </a:lnTo>
                  <a:lnTo>
                    <a:pt x="1070" y="13118"/>
                  </a:lnTo>
                  <a:lnTo>
                    <a:pt x="848" y="13077"/>
                  </a:lnTo>
                  <a:lnTo>
                    <a:pt x="646" y="13017"/>
                  </a:lnTo>
                  <a:lnTo>
                    <a:pt x="484" y="12956"/>
                  </a:lnTo>
                  <a:lnTo>
                    <a:pt x="343" y="12855"/>
                  </a:lnTo>
                  <a:lnTo>
                    <a:pt x="242" y="12754"/>
                  </a:lnTo>
                  <a:lnTo>
                    <a:pt x="162" y="12613"/>
                  </a:lnTo>
                  <a:lnTo>
                    <a:pt x="101" y="12472"/>
                  </a:lnTo>
                  <a:lnTo>
                    <a:pt x="81" y="12351"/>
                  </a:lnTo>
                  <a:lnTo>
                    <a:pt x="81" y="12210"/>
                  </a:lnTo>
                  <a:lnTo>
                    <a:pt x="101" y="12068"/>
                  </a:lnTo>
                  <a:lnTo>
                    <a:pt x="121" y="11907"/>
                  </a:lnTo>
                  <a:lnTo>
                    <a:pt x="182" y="11745"/>
                  </a:lnTo>
                  <a:lnTo>
                    <a:pt x="242" y="11584"/>
                  </a:lnTo>
                  <a:lnTo>
                    <a:pt x="384" y="11241"/>
                  </a:lnTo>
                  <a:lnTo>
                    <a:pt x="606" y="10878"/>
                  </a:lnTo>
                  <a:lnTo>
                    <a:pt x="848" y="10515"/>
                  </a:lnTo>
                  <a:lnTo>
                    <a:pt x="1110" y="10131"/>
                  </a:lnTo>
                  <a:lnTo>
                    <a:pt x="1413" y="9768"/>
                  </a:lnTo>
                  <a:lnTo>
                    <a:pt x="1715" y="9405"/>
                  </a:lnTo>
                  <a:lnTo>
                    <a:pt x="2038" y="9062"/>
                  </a:lnTo>
                  <a:lnTo>
                    <a:pt x="2341" y="8739"/>
                  </a:lnTo>
                  <a:lnTo>
                    <a:pt x="2644" y="8456"/>
                  </a:lnTo>
                  <a:lnTo>
                    <a:pt x="2926" y="8194"/>
                  </a:lnTo>
                  <a:lnTo>
                    <a:pt x="3189" y="7972"/>
                  </a:lnTo>
                  <a:lnTo>
                    <a:pt x="3411" y="7790"/>
                  </a:lnTo>
                  <a:lnTo>
                    <a:pt x="3592" y="7669"/>
                  </a:lnTo>
                  <a:lnTo>
                    <a:pt x="4198" y="7306"/>
                  </a:lnTo>
                  <a:lnTo>
                    <a:pt x="4823" y="6983"/>
                  </a:lnTo>
                  <a:lnTo>
                    <a:pt x="6095" y="6357"/>
                  </a:lnTo>
                  <a:lnTo>
                    <a:pt x="6720" y="6055"/>
                  </a:lnTo>
                  <a:lnTo>
                    <a:pt x="7346" y="5752"/>
                  </a:lnTo>
                  <a:lnTo>
                    <a:pt x="7971" y="5409"/>
                  </a:lnTo>
                  <a:lnTo>
                    <a:pt x="8597" y="5066"/>
                  </a:lnTo>
                  <a:lnTo>
                    <a:pt x="9101" y="4723"/>
                  </a:lnTo>
                  <a:lnTo>
                    <a:pt x="9606" y="4360"/>
                  </a:lnTo>
                  <a:lnTo>
                    <a:pt x="10110" y="3976"/>
                  </a:lnTo>
                  <a:lnTo>
                    <a:pt x="10574" y="3573"/>
                  </a:lnTo>
                  <a:lnTo>
                    <a:pt x="11018" y="3149"/>
                  </a:lnTo>
                  <a:lnTo>
                    <a:pt x="11442" y="2705"/>
                  </a:lnTo>
                  <a:lnTo>
                    <a:pt x="11866" y="2241"/>
                  </a:lnTo>
                  <a:lnTo>
                    <a:pt x="12249" y="1756"/>
                  </a:lnTo>
                  <a:lnTo>
                    <a:pt x="12290" y="1716"/>
                  </a:lnTo>
                  <a:lnTo>
                    <a:pt x="12754" y="1131"/>
                  </a:lnTo>
                  <a:lnTo>
                    <a:pt x="12996" y="868"/>
                  </a:lnTo>
                  <a:lnTo>
                    <a:pt x="13238" y="606"/>
                  </a:lnTo>
                  <a:lnTo>
                    <a:pt x="13521" y="404"/>
                  </a:lnTo>
                  <a:lnTo>
                    <a:pt x="13662" y="303"/>
                  </a:lnTo>
                  <a:lnTo>
                    <a:pt x="13803" y="223"/>
                  </a:lnTo>
                  <a:lnTo>
                    <a:pt x="13965" y="162"/>
                  </a:lnTo>
                  <a:lnTo>
                    <a:pt x="14126" y="122"/>
                  </a:lnTo>
                  <a:lnTo>
                    <a:pt x="14288" y="102"/>
                  </a:lnTo>
                  <a:lnTo>
                    <a:pt x="14449" y="81"/>
                  </a:lnTo>
                  <a:close/>
                  <a:moveTo>
                    <a:pt x="14368" y="1"/>
                  </a:moveTo>
                  <a:lnTo>
                    <a:pt x="14187" y="21"/>
                  </a:lnTo>
                  <a:lnTo>
                    <a:pt x="14025" y="61"/>
                  </a:lnTo>
                  <a:lnTo>
                    <a:pt x="13864" y="122"/>
                  </a:lnTo>
                  <a:lnTo>
                    <a:pt x="13702" y="202"/>
                  </a:lnTo>
                  <a:lnTo>
                    <a:pt x="13541" y="283"/>
                  </a:lnTo>
                  <a:lnTo>
                    <a:pt x="13400" y="384"/>
                  </a:lnTo>
                  <a:lnTo>
                    <a:pt x="13238" y="505"/>
                  </a:lnTo>
                  <a:lnTo>
                    <a:pt x="12976" y="768"/>
                  </a:lnTo>
                  <a:lnTo>
                    <a:pt x="12714" y="1050"/>
                  </a:lnTo>
                  <a:lnTo>
                    <a:pt x="12451" y="1353"/>
                  </a:lnTo>
                  <a:lnTo>
                    <a:pt x="12229" y="1655"/>
                  </a:lnTo>
                  <a:lnTo>
                    <a:pt x="12189" y="1716"/>
                  </a:lnTo>
                  <a:lnTo>
                    <a:pt x="11805" y="2200"/>
                  </a:lnTo>
                  <a:lnTo>
                    <a:pt x="11382" y="2664"/>
                  </a:lnTo>
                  <a:lnTo>
                    <a:pt x="10958" y="3088"/>
                  </a:lnTo>
                  <a:lnTo>
                    <a:pt x="10514" y="3512"/>
                  </a:lnTo>
                  <a:lnTo>
                    <a:pt x="10050" y="3916"/>
                  </a:lnTo>
                  <a:lnTo>
                    <a:pt x="9565" y="4299"/>
                  </a:lnTo>
                  <a:lnTo>
                    <a:pt x="9061" y="4662"/>
                  </a:lnTo>
                  <a:lnTo>
                    <a:pt x="8556" y="4985"/>
                  </a:lnTo>
                  <a:lnTo>
                    <a:pt x="7931" y="5348"/>
                  </a:lnTo>
                  <a:lnTo>
                    <a:pt x="7305" y="5671"/>
                  </a:lnTo>
                  <a:lnTo>
                    <a:pt x="6680" y="5994"/>
                  </a:lnTo>
                  <a:lnTo>
                    <a:pt x="6054" y="6297"/>
                  </a:lnTo>
                  <a:lnTo>
                    <a:pt x="4783" y="6902"/>
                  </a:lnTo>
                  <a:lnTo>
                    <a:pt x="4157" y="7245"/>
                  </a:lnTo>
                  <a:lnTo>
                    <a:pt x="3552" y="7588"/>
                  </a:lnTo>
                  <a:lnTo>
                    <a:pt x="3370" y="7709"/>
                  </a:lnTo>
                  <a:lnTo>
                    <a:pt x="3168" y="7891"/>
                  </a:lnTo>
                  <a:lnTo>
                    <a:pt x="2624" y="8375"/>
                  </a:lnTo>
                  <a:lnTo>
                    <a:pt x="2321" y="8658"/>
                  </a:lnTo>
                  <a:lnTo>
                    <a:pt x="1998" y="8981"/>
                  </a:lnTo>
                  <a:lnTo>
                    <a:pt x="1675" y="9344"/>
                  </a:lnTo>
                  <a:lnTo>
                    <a:pt x="1352" y="9707"/>
                  </a:lnTo>
                  <a:lnTo>
                    <a:pt x="1050" y="10071"/>
                  </a:lnTo>
                  <a:lnTo>
                    <a:pt x="787" y="10454"/>
                  </a:lnTo>
                  <a:lnTo>
                    <a:pt x="525" y="10837"/>
                  </a:lnTo>
                  <a:lnTo>
                    <a:pt x="323" y="11201"/>
                  </a:lnTo>
                  <a:lnTo>
                    <a:pt x="162" y="11564"/>
                  </a:lnTo>
                  <a:lnTo>
                    <a:pt x="101" y="11725"/>
                  </a:lnTo>
                  <a:lnTo>
                    <a:pt x="41" y="11907"/>
                  </a:lnTo>
                  <a:lnTo>
                    <a:pt x="20" y="12068"/>
                  </a:lnTo>
                  <a:lnTo>
                    <a:pt x="0" y="12210"/>
                  </a:lnTo>
                  <a:lnTo>
                    <a:pt x="0" y="12371"/>
                  </a:lnTo>
                  <a:lnTo>
                    <a:pt x="41" y="12492"/>
                  </a:lnTo>
                  <a:lnTo>
                    <a:pt x="81" y="12654"/>
                  </a:lnTo>
                  <a:lnTo>
                    <a:pt x="182" y="12795"/>
                  </a:lnTo>
                  <a:lnTo>
                    <a:pt x="283" y="12916"/>
                  </a:lnTo>
                  <a:lnTo>
                    <a:pt x="444" y="13017"/>
                  </a:lnTo>
                  <a:lnTo>
                    <a:pt x="606" y="13098"/>
                  </a:lnTo>
                  <a:lnTo>
                    <a:pt x="807" y="13158"/>
                  </a:lnTo>
                  <a:lnTo>
                    <a:pt x="1050" y="13198"/>
                  </a:lnTo>
                  <a:lnTo>
                    <a:pt x="1312" y="13219"/>
                  </a:lnTo>
                  <a:lnTo>
                    <a:pt x="2099" y="13259"/>
                  </a:lnTo>
                  <a:lnTo>
                    <a:pt x="2886" y="13259"/>
                  </a:lnTo>
                  <a:lnTo>
                    <a:pt x="3915" y="13239"/>
                  </a:lnTo>
                  <a:lnTo>
                    <a:pt x="4944" y="13198"/>
                  </a:lnTo>
                  <a:lnTo>
                    <a:pt x="5973" y="13098"/>
                  </a:lnTo>
                  <a:lnTo>
                    <a:pt x="6982" y="12976"/>
                  </a:lnTo>
                  <a:lnTo>
                    <a:pt x="7991" y="12835"/>
                  </a:lnTo>
                  <a:lnTo>
                    <a:pt x="9000" y="12633"/>
                  </a:lnTo>
                  <a:lnTo>
                    <a:pt x="10009" y="12411"/>
                  </a:lnTo>
                  <a:lnTo>
                    <a:pt x="10998" y="12149"/>
                  </a:lnTo>
                  <a:lnTo>
                    <a:pt x="11422" y="12028"/>
                  </a:lnTo>
                  <a:lnTo>
                    <a:pt x="11846" y="11887"/>
                  </a:lnTo>
                  <a:lnTo>
                    <a:pt x="12270" y="11725"/>
                  </a:lnTo>
                  <a:lnTo>
                    <a:pt x="12673" y="11564"/>
                  </a:lnTo>
                  <a:lnTo>
                    <a:pt x="13077" y="11362"/>
                  </a:lnTo>
                  <a:lnTo>
                    <a:pt x="13480" y="11160"/>
                  </a:lnTo>
                  <a:lnTo>
                    <a:pt x="13844" y="10898"/>
                  </a:lnTo>
                  <a:lnTo>
                    <a:pt x="14207" y="10615"/>
                  </a:lnTo>
                  <a:lnTo>
                    <a:pt x="14409" y="10454"/>
                  </a:lnTo>
                  <a:lnTo>
                    <a:pt x="14590" y="10272"/>
                  </a:lnTo>
                  <a:lnTo>
                    <a:pt x="14752" y="10071"/>
                  </a:lnTo>
                  <a:lnTo>
                    <a:pt x="14933" y="9869"/>
                  </a:lnTo>
                  <a:lnTo>
                    <a:pt x="15095" y="9647"/>
                  </a:lnTo>
                  <a:lnTo>
                    <a:pt x="15236" y="9405"/>
                  </a:lnTo>
                  <a:lnTo>
                    <a:pt x="15398" y="9162"/>
                  </a:lnTo>
                  <a:lnTo>
                    <a:pt x="15519" y="8900"/>
                  </a:lnTo>
                  <a:lnTo>
                    <a:pt x="15781" y="8355"/>
                  </a:lnTo>
                  <a:lnTo>
                    <a:pt x="16023" y="7730"/>
                  </a:lnTo>
                  <a:lnTo>
                    <a:pt x="16225" y="7064"/>
                  </a:lnTo>
                  <a:lnTo>
                    <a:pt x="16407" y="6337"/>
                  </a:lnTo>
                  <a:lnTo>
                    <a:pt x="16568" y="5570"/>
                  </a:lnTo>
                  <a:lnTo>
                    <a:pt x="16669" y="4844"/>
                  </a:lnTo>
                  <a:lnTo>
                    <a:pt x="16729" y="4178"/>
                  </a:lnTo>
                  <a:lnTo>
                    <a:pt x="16729" y="3855"/>
                  </a:lnTo>
                  <a:lnTo>
                    <a:pt x="16729" y="3532"/>
                  </a:lnTo>
                  <a:lnTo>
                    <a:pt x="16709" y="3250"/>
                  </a:lnTo>
                  <a:lnTo>
                    <a:pt x="16669" y="2947"/>
                  </a:lnTo>
                  <a:lnTo>
                    <a:pt x="16628" y="2664"/>
                  </a:lnTo>
                  <a:lnTo>
                    <a:pt x="16568" y="2382"/>
                  </a:lnTo>
                  <a:lnTo>
                    <a:pt x="16507" y="2120"/>
                  </a:lnTo>
                  <a:lnTo>
                    <a:pt x="16427" y="1857"/>
                  </a:lnTo>
                  <a:lnTo>
                    <a:pt x="16326" y="1615"/>
                  </a:lnTo>
                  <a:lnTo>
                    <a:pt x="16205" y="1373"/>
                  </a:lnTo>
                  <a:lnTo>
                    <a:pt x="16063" y="1090"/>
                  </a:lnTo>
                  <a:lnTo>
                    <a:pt x="15882" y="828"/>
                  </a:lnTo>
                  <a:lnTo>
                    <a:pt x="15680" y="606"/>
                  </a:lnTo>
                  <a:lnTo>
                    <a:pt x="15478" y="404"/>
                  </a:lnTo>
                  <a:lnTo>
                    <a:pt x="15256" y="243"/>
                  </a:lnTo>
                  <a:lnTo>
                    <a:pt x="15034" y="122"/>
                  </a:lnTo>
                  <a:lnTo>
                    <a:pt x="14792" y="41"/>
                  </a:lnTo>
                  <a:lnTo>
                    <a:pt x="14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 flipH="1">
              <a:off x="-2932478" y="-2601605"/>
              <a:ext cx="1395619" cy="1650669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 flipH="1">
              <a:off x="-3292388" y="-1404593"/>
              <a:ext cx="653335" cy="572101"/>
            </a:xfrm>
            <a:custGeom>
              <a:rect b="b" l="l" r="r" t="t"/>
              <a:pathLst>
                <a:path extrusionOk="0" h="10233" w="11686">
                  <a:moveTo>
                    <a:pt x="10817" y="82"/>
                  </a:moveTo>
                  <a:lnTo>
                    <a:pt x="10918" y="102"/>
                  </a:lnTo>
                  <a:lnTo>
                    <a:pt x="10979" y="142"/>
                  </a:lnTo>
                  <a:lnTo>
                    <a:pt x="11039" y="182"/>
                  </a:lnTo>
                  <a:lnTo>
                    <a:pt x="11120" y="303"/>
                  </a:lnTo>
                  <a:lnTo>
                    <a:pt x="11201" y="445"/>
                  </a:lnTo>
                  <a:lnTo>
                    <a:pt x="11241" y="586"/>
                  </a:lnTo>
                  <a:lnTo>
                    <a:pt x="11382" y="1191"/>
                  </a:lnTo>
                  <a:lnTo>
                    <a:pt x="11504" y="1797"/>
                  </a:lnTo>
                  <a:lnTo>
                    <a:pt x="11564" y="2422"/>
                  </a:lnTo>
                  <a:lnTo>
                    <a:pt x="11604" y="3028"/>
                  </a:lnTo>
                  <a:lnTo>
                    <a:pt x="11584" y="3653"/>
                  </a:lnTo>
                  <a:lnTo>
                    <a:pt x="11544" y="4259"/>
                  </a:lnTo>
                  <a:lnTo>
                    <a:pt x="11463" y="4884"/>
                  </a:lnTo>
                  <a:lnTo>
                    <a:pt x="11342" y="5490"/>
                  </a:lnTo>
                  <a:lnTo>
                    <a:pt x="11241" y="5853"/>
                  </a:lnTo>
                  <a:lnTo>
                    <a:pt x="11140" y="6176"/>
                  </a:lnTo>
                  <a:lnTo>
                    <a:pt x="11019" y="6499"/>
                  </a:lnTo>
                  <a:lnTo>
                    <a:pt x="10878" y="6781"/>
                  </a:lnTo>
                  <a:lnTo>
                    <a:pt x="10737" y="7044"/>
                  </a:lnTo>
                  <a:lnTo>
                    <a:pt x="10575" y="7286"/>
                  </a:lnTo>
                  <a:lnTo>
                    <a:pt x="10414" y="7488"/>
                  </a:lnTo>
                  <a:lnTo>
                    <a:pt x="10212" y="7669"/>
                  </a:lnTo>
                  <a:lnTo>
                    <a:pt x="10030" y="7831"/>
                  </a:lnTo>
                  <a:lnTo>
                    <a:pt x="9849" y="7972"/>
                  </a:lnTo>
                  <a:lnTo>
                    <a:pt x="9647" y="8093"/>
                  </a:lnTo>
                  <a:lnTo>
                    <a:pt x="9425" y="8194"/>
                  </a:lnTo>
                  <a:lnTo>
                    <a:pt x="9001" y="8396"/>
                  </a:lnTo>
                  <a:lnTo>
                    <a:pt x="8557" y="8557"/>
                  </a:lnTo>
                  <a:lnTo>
                    <a:pt x="7730" y="8840"/>
                  </a:lnTo>
                  <a:lnTo>
                    <a:pt x="6862" y="9142"/>
                  </a:lnTo>
                  <a:lnTo>
                    <a:pt x="5974" y="9405"/>
                  </a:lnTo>
                  <a:lnTo>
                    <a:pt x="5066" y="9647"/>
                  </a:lnTo>
                  <a:lnTo>
                    <a:pt x="4158" y="9849"/>
                  </a:lnTo>
                  <a:lnTo>
                    <a:pt x="3714" y="9950"/>
                  </a:lnTo>
                  <a:lnTo>
                    <a:pt x="3270" y="10010"/>
                  </a:lnTo>
                  <a:lnTo>
                    <a:pt x="2806" y="10071"/>
                  </a:lnTo>
                  <a:lnTo>
                    <a:pt x="2362" y="10111"/>
                  </a:lnTo>
                  <a:lnTo>
                    <a:pt x="1918" y="10151"/>
                  </a:lnTo>
                  <a:lnTo>
                    <a:pt x="1252" y="10151"/>
                  </a:lnTo>
                  <a:lnTo>
                    <a:pt x="1070" y="10131"/>
                  </a:lnTo>
                  <a:lnTo>
                    <a:pt x="889" y="10071"/>
                  </a:lnTo>
                  <a:lnTo>
                    <a:pt x="707" y="10010"/>
                  </a:lnTo>
                  <a:lnTo>
                    <a:pt x="566" y="9950"/>
                  </a:lnTo>
                  <a:lnTo>
                    <a:pt x="425" y="9849"/>
                  </a:lnTo>
                  <a:lnTo>
                    <a:pt x="324" y="9748"/>
                  </a:lnTo>
                  <a:lnTo>
                    <a:pt x="223" y="9627"/>
                  </a:lnTo>
                  <a:lnTo>
                    <a:pt x="162" y="9526"/>
                  </a:lnTo>
                  <a:lnTo>
                    <a:pt x="122" y="9405"/>
                  </a:lnTo>
                  <a:lnTo>
                    <a:pt x="102" y="9284"/>
                  </a:lnTo>
                  <a:lnTo>
                    <a:pt x="82" y="9163"/>
                  </a:lnTo>
                  <a:lnTo>
                    <a:pt x="102" y="9021"/>
                  </a:lnTo>
                  <a:lnTo>
                    <a:pt x="122" y="8880"/>
                  </a:lnTo>
                  <a:lnTo>
                    <a:pt x="162" y="8739"/>
                  </a:lnTo>
                  <a:lnTo>
                    <a:pt x="223" y="8577"/>
                  </a:lnTo>
                  <a:lnTo>
                    <a:pt x="324" y="8416"/>
                  </a:lnTo>
                  <a:lnTo>
                    <a:pt x="425" y="8234"/>
                  </a:lnTo>
                  <a:lnTo>
                    <a:pt x="546" y="8073"/>
                  </a:lnTo>
                  <a:lnTo>
                    <a:pt x="667" y="7911"/>
                  </a:lnTo>
                  <a:lnTo>
                    <a:pt x="970" y="7589"/>
                  </a:lnTo>
                  <a:lnTo>
                    <a:pt x="1292" y="7306"/>
                  </a:lnTo>
                  <a:lnTo>
                    <a:pt x="1615" y="7064"/>
                  </a:lnTo>
                  <a:lnTo>
                    <a:pt x="1979" y="6822"/>
                  </a:lnTo>
                  <a:lnTo>
                    <a:pt x="2322" y="6620"/>
                  </a:lnTo>
                  <a:lnTo>
                    <a:pt x="2645" y="6438"/>
                  </a:lnTo>
                  <a:lnTo>
                    <a:pt x="3008" y="6257"/>
                  </a:lnTo>
                  <a:lnTo>
                    <a:pt x="3391" y="6075"/>
                  </a:lnTo>
                  <a:lnTo>
                    <a:pt x="4138" y="5752"/>
                  </a:lnTo>
                  <a:lnTo>
                    <a:pt x="5107" y="5328"/>
                  </a:lnTo>
                  <a:lnTo>
                    <a:pt x="5591" y="5086"/>
                  </a:lnTo>
                  <a:lnTo>
                    <a:pt x="6055" y="4824"/>
                  </a:lnTo>
                  <a:lnTo>
                    <a:pt x="6459" y="4582"/>
                  </a:lnTo>
                  <a:lnTo>
                    <a:pt x="6822" y="4319"/>
                  </a:lnTo>
                  <a:lnTo>
                    <a:pt x="7185" y="4017"/>
                  </a:lnTo>
                  <a:lnTo>
                    <a:pt x="7528" y="3714"/>
                  </a:lnTo>
                  <a:lnTo>
                    <a:pt x="7851" y="3391"/>
                  </a:lnTo>
                  <a:lnTo>
                    <a:pt x="8174" y="3048"/>
                  </a:lnTo>
                  <a:lnTo>
                    <a:pt x="8456" y="2685"/>
                  </a:lnTo>
                  <a:lnTo>
                    <a:pt x="8719" y="2301"/>
                  </a:lnTo>
                  <a:lnTo>
                    <a:pt x="9021" y="1817"/>
                  </a:lnTo>
                  <a:lnTo>
                    <a:pt x="9324" y="1353"/>
                  </a:lnTo>
                  <a:lnTo>
                    <a:pt x="9465" y="1131"/>
                  </a:lnTo>
                  <a:lnTo>
                    <a:pt x="9647" y="909"/>
                  </a:lnTo>
                  <a:lnTo>
                    <a:pt x="9808" y="707"/>
                  </a:lnTo>
                  <a:lnTo>
                    <a:pt x="10010" y="525"/>
                  </a:lnTo>
                  <a:lnTo>
                    <a:pt x="10212" y="344"/>
                  </a:lnTo>
                  <a:lnTo>
                    <a:pt x="10434" y="203"/>
                  </a:lnTo>
                  <a:lnTo>
                    <a:pt x="10575" y="122"/>
                  </a:lnTo>
                  <a:lnTo>
                    <a:pt x="10696" y="102"/>
                  </a:lnTo>
                  <a:lnTo>
                    <a:pt x="10817" y="82"/>
                  </a:lnTo>
                  <a:close/>
                  <a:moveTo>
                    <a:pt x="10838" y="1"/>
                  </a:moveTo>
                  <a:lnTo>
                    <a:pt x="10696" y="21"/>
                  </a:lnTo>
                  <a:lnTo>
                    <a:pt x="10555" y="61"/>
                  </a:lnTo>
                  <a:lnTo>
                    <a:pt x="10394" y="122"/>
                  </a:lnTo>
                  <a:lnTo>
                    <a:pt x="10152" y="283"/>
                  </a:lnTo>
                  <a:lnTo>
                    <a:pt x="9950" y="445"/>
                  </a:lnTo>
                  <a:lnTo>
                    <a:pt x="9748" y="647"/>
                  </a:lnTo>
                  <a:lnTo>
                    <a:pt x="9586" y="848"/>
                  </a:lnTo>
                  <a:lnTo>
                    <a:pt x="9405" y="1070"/>
                  </a:lnTo>
                  <a:lnTo>
                    <a:pt x="9264" y="1312"/>
                  </a:lnTo>
                  <a:lnTo>
                    <a:pt x="8961" y="1777"/>
                  </a:lnTo>
                  <a:lnTo>
                    <a:pt x="8658" y="2261"/>
                  </a:lnTo>
                  <a:lnTo>
                    <a:pt x="8396" y="2624"/>
                  </a:lnTo>
                  <a:lnTo>
                    <a:pt x="8113" y="2987"/>
                  </a:lnTo>
                  <a:lnTo>
                    <a:pt x="7790" y="3331"/>
                  </a:lnTo>
                  <a:lnTo>
                    <a:pt x="7468" y="3653"/>
                  </a:lnTo>
                  <a:lnTo>
                    <a:pt x="7145" y="3956"/>
                  </a:lnTo>
                  <a:lnTo>
                    <a:pt x="6781" y="4239"/>
                  </a:lnTo>
                  <a:lnTo>
                    <a:pt x="6398" y="4521"/>
                  </a:lnTo>
                  <a:lnTo>
                    <a:pt x="6015" y="4763"/>
                  </a:lnTo>
                  <a:lnTo>
                    <a:pt x="5550" y="5026"/>
                  </a:lnTo>
                  <a:lnTo>
                    <a:pt x="5066" y="5248"/>
                  </a:lnTo>
                  <a:lnTo>
                    <a:pt x="4097" y="5692"/>
                  </a:lnTo>
                  <a:lnTo>
                    <a:pt x="3351" y="6014"/>
                  </a:lnTo>
                  <a:lnTo>
                    <a:pt x="2988" y="6176"/>
                  </a:lnTo>
                  <a:lnTo>
                    <a:pt x="2604" y="6358"/>
                  </a:lnTo>
                  <a:lnTo>
                    <a:pt x="2281" y="6539"/>
                  </a:lnTo>
                  <a:lnTo>
                    <a:pt x="1918" y="6761"/>
                  </a:lnTo>
                  <a:lnTo>
                    <a:pt x="1575" y="7003"/>
                  </a:lnTo>
                  <a:lnTo>
                    <a:pt x="1232" y="7266"/>
                  </a:lnTo>
                  <a:lnTo>
                    <a:pt x="909" y="7548"/>
                  </a:lnTo>
                  <a:lnTo>
                    <a:pt x="606" y="7851"/>
                  </a:lnTo>
                  <a:lnTo>
                    <a:pt x="485" y="8012"/>
                  </a:lnTo>
                  <a:lnTo>
                    <a:pt x="364" y="8194"/>
                  </a:lnTo>
                  <a:lnTo>
                    <a:pt x="243" y="8376"/>
                  </a:lnTo>
                  <a:lnTo>
                    <a:pt x="162" y="8557"/>
                  </a:lnTo>
                  <a:lnTo>
                    <a:pt x="102" y="8719"/>
                  </a:lnTo>
                  <a:lnTo>
                    <a:pt x="41" y="8860"/>
                  </a:lnTo>
                  <a:lnTo>
                    <a:pt x="21" y="9021"/>
                  </a:lnTo>
                  <a:lnTo>
                    <a:pt x="1" y="9163"/>
                  </a:lnTo>
                  <a:lnTo>
                    <a:pt x="21" y="9304"/>
                  </a:lnTo>
                  <a:lnTo>
                    <a:pt x="41" y="9425"/>
                  </a:lnTo>
                  <a:lnTo>
                    <a:pt x="102" y="9546"/>
                  </a:lnTo>
                  <a:lnTo>
                    <a:pt x="162" y="9667"/>
                  </a:lnTo>
                  <a:lnTo>
                    <a:pt x="263" y="9808"/>
                  </a:lnTo>
                  <a:lnTo>
                    <a:pt x="384" y="9909"/>
                  </a:lnTo>
                  <a:lnTo>
                    <a:pt x="526" y="10010"/>
                  </a:lnTo>
                  <a:lnTo>
                    <a:pt x="687" y="10091"/>
                  </a:lnTo>
                  <a:lnTo>
                    <a:pt x="849" y="10151"/>
                  </a:lnTo>
                  <a:lnTo>
                    <a:pt x="1050" y="10192"/>
                  </a:lnTo>
                  <a:lnTo>
                    <a:pt x="1252" y="10232"/>
                  </a:lnTo>
                  <a:lnTo>
                    <a:pt x="1918" y="10232"/>
                  </a:lnTo>
                  <a:lnTo>
                    <a:pt x="2362" y="10192"/>
                  </a:lnTo>
                  <a:lnTo>
                    <a:pt x="2826" y="10151"/>
                  </a:lnTo>
                  <a:lnTo>
                    <a:pt x="3270" y="10091"/>
                  </a:lnTo>
                  <a:lnTo>
                    <a:pt x="3734" y="10030"/>
                  </a:lnTo>
                  <a:lnTo>
                    <a:pt x="4178" y="9929"/>
                  </a:lnTo>
                  <a:lnTo>
                    <a:pt x="5086" y="9728"/>
                  </a:lnTo>
                  <a:lnTo>
                    <a:pt x="5994" y="9485"/>
                  </a:lnTo>
                  <a:lnTo>
                    <a:pt x="6882" y="9223"/>
                  </a:lnTo>
                  <a:lnTo>
                    <a:pt x="7750" y="8920"/>
                  </a:lnTo>
                  <a:lnTo>
                    <a:pt x="8577" y="8638"/>
                  </a:lnTo>
                  <a:lnTo>
                    <a:pt x="9021" y="8456"/>
                  </a:lnTo>
                  <a:lnTo>
                    <a:pt x="9465" y="8275"/>
                  </a:lnTo>
                  <a:lnTo>
                    <a:pt x="9687" y="8154"/>
                  </a:lnTo>
                  <a:lnTo>
                    <a:pt x="9889" y="8032"/>
                  </a:lnTo>
                  <a:lnTo>
                    <a:pt x="10091" y="7891"/>
                  </a:lnTo>
                  <a:lnTo>
                    <a:pt x="10273" y="7730"/>
                  </a:lnTo>
                  <a:lnTo>
                    <a:pt x="10474" y="7548"/>
                  </a:lnTo>
                  <a:lnTo>
                    <a:pt x="10636" y="7326"/>
                  </a:lnTo>
                  <a:lnTo>
                    <a:pt x="10817" y="7084"/>
                  </a:lnTo>
                  <a:lnTo>
                    <a:pt x="10959" y="6822"/>
                  </a:lnTo>
                  <a:lnTo>
                    <a:pt x="11100" y="6539"/>
                  </a:lnTo>
                  <a:lnTo>
                    <a:pt x="11221" y="6216"/>
                  </a:lnTo>
                  <a:lnTo>
                    <a:pt x="11322" y="5873"/>
                  </a:lnTo>
                  <a:lnTo>
                    <a:pt x="11423" y="5510"/>
                  </a:lnTo>
                  <a:lnTo>
                    <a:pt x="11544" y="4884"/>
                  </a:lnTo>
                  <a:lnTo>
                    <a:pt x="11625" y="4279"/>
                  </a:lnTo>
                  <a:lnTo>
                    <a:pt x="11665" y="3653"/>
                  </a:lnTo>
                  <a:lnTo>
                    <a:pt x="11685" y="3028"/>
                  </a:lnTo>
                  <a:lnTo>
                    <a:pt x="11645" y="2402"/>
                  </a:lnTo>
                  <a:lnTo>
                    <a:pt x="11584" y="1797"/>
                  </a:lnTo>
                  <a:lnTo>
                    <a:pt x="11463" y="1171"/>
                  </a:lnTo>
                  <a:lnTo>
                    <a:pt x="11322" y="566"/>
                  </a:lnTo>
                  <a:lnTo>
                    <a:pt x="11261" y="404"/>
                  </a:lnTo>
                  <a:lnTo>
                    <a:pt x="11201" y="263"/>
                  </a:lnTo>
                  <a:lnTo>
                    <a:pt x="11140" y="182"/>
                  </a:lnTo>
                  <a:lnTo>
                    <a:pt x="11100" y="122"/>
                  </a:lnTo>
                  <a:lnTo>
                    <a:pt x="11019" y="82"/>
                  </a:lnTo>
                  <a:lnTo>
                    <a:pt x="10959" y="41"/>
                  </a:lnTo>
                  <a:lnTo>
                    <a:pt x="10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 flipH="1">
              <a:off x="1840885" y="-3884377"/>
              <a:ext cx="415281" cy="285520"/>
            </a:xfrm>
            <a:custGeom>
              <a:rect b="b" l="l" r="r" t="t"/>
              <a:pathLst>
                <a:path extrusionOk="0" h="5107" w="7428">
                  <a:moveTo>
                    <a:pt x="7124" y="82"/>
                  </a:moveTo>
                  <a:lnTo>
                    <a:pt x="7205" y="102"/>
                  </a:lnTo>
                  <a:lnTo>
                    <a:pt x="7286" y="142"/>
                  </a:lnTo>
                  <a:lnTo>
                    <a:pt x="7326" y="223"/>
                  </a:lnTo>
                  <a:lnTo>
                    <a:pt x="7346" y="344"/>
                  </a:lnTo>
                  <a:lnTo>
                    <a:pt x="7346" y="485"/>
                  </a:lnTo>
                  <a:lnTo>
                    <a:pt x="7306" y="647"/>
                  </a:lnTo>
                  <a:lnTo>
                    <a:pt x="7225" y="808"/>
                  </a:lnTo>
                  <a:lnTo>
                    <a:pt x="7064" y="1212"/>
                  </a:lnTo>
                  <a:lnTo>
                    <a:pt x="6842" y="1615"/>
                  </a:lnTo>
                  <a:lnTo>
                    <a:pt x="6600" y="1999"/>
                  </a:lnTo>
                  <a:lnTo>
                    <a:pt x="6357" y="2362"/>
                  </a:lnTo>
                  <a:lnTo>
                    <a:pt x="6055" y="2786"/>
                  </a:lnTo>
                  <a:lnTo>
                    <a:pt x="5732" y="3149"/>
                  </a:lnTo>
                  <a:lnTo>
                    <a:pt x="5389" y="3472"/>
                  </a:lnTo>
                  <a:lnTo>
                    <a:pt x="5026" y="3775"/>
                  </a:lnTo>
                  <a:lnTo>
                    <a:pt x="4642" y="4037"/>
                  </a:lnTo>
                  <a:lnTo>
                    <a:pt x="4259" y="4279"/>
                  </a:lnTo>
                  <a:lnTo>
                    <a:pt x="3835" y="4501"/>
                  </a:lnTo>
                  <a:lnTo>
                    <a:pt x="3411" y="4683"/>
                  </a:lnTo>
                  <a:lnTo>
                    <a:pt x="2987" y="4824"/>
                  </a:lnTo>
                  <a:lnTo>
                    <a:pt x="2745" y="4905"/>
                  </a:lnTo>
                  <a:lnTo>
                    <a:pt x="2463" y="4965"/>
                  </a:lnTo>
                  <a:lnTo>
                    <a:pt x="2160" y="5006"/>
                  </a:lnTo>
                  <a:lnTo>
                    <a:pt x="1837" y="5026"/>
                  </a:lnTo>
                  <a:lnTo>
                    <a:pt x="1514" y="5006"/>
                  </a:lnTo>
                  <a:lnTo>
                    <a:pt x="1353" y="4965"/>
                  </a:lnTo>
                  <a:lnTo>
                    <a:pt x="1171" y="4945"/>
                  </a:lnTo>
                  <a:lnTo>
                    <a:pt x="1010" y="4885"/>
                  </a:lnTo>
                  <a:lnTo>
                    <a:pt x="848" y="4824"/>
                  </a:lnTo>
                  <a:lnTo>
                    <a:pt x="707" y="4743"/>
                  </a:lnTo>
                  <a:lnTo>
                    <a:pt x="546" y="4642"/>
                  </a:lnTo>
                  <a:lnTo>
                    <a:pt x="445" y="4562"/>
                  </a:lnTo>
                  <a:lnTo>
                    <a:pt x="364" y="4461"/>
                  </a:lnTo>
                  <a:lnTo>
                    <a:pt x="283" y="4380"/>
                  </a:lnTo>
                  <a:lnTo>
                    <a:pt x="203" y="4279"/>
                  </a:lnTo>
                  <a:lnTo>
                    <a:pt x="162" y="4178"/>
                  </a:lnTo>
                  <a:lnTo>
                    <a:pt x="122" y="4057"/>
                  </a:lnTo>
                  <a:lnTo>
                    <a:pt x="81" y="3956"/>
                  </a:lnTo>
                  <a:lnTo>
                    <a:pt x="81" y="3855"/>
                  </a:lnTo>
                  <a:lnTo>
                    <a:pt x="81" y="3654"/>
                  </a:lnTo>
                  <a:lnTo>
                    <a:pt x="142" y="3492"/>
                  </a:lnTo>
                  <a:lnTo>
                    <a:pt x="243" y="3331"/>
                  </a:lnTo>
                  <a:lnTo>
                    <a:pt x="364" y="3169"/>
                  </a:lnTo>
                  <a:lnTo>
                    <a:pt x="505" y="3028"/>
                  </a:lnTo>
                  <a:lnTo>
                    <a:pt x="647" y="2907"/>
                  </a:lnTo>
                  <a:lnTo>
                    <a:pt x="949" y="2685"/>
                  </a:lnTo>
                  <a:lnTo>
                    <a:pt x="1656" y="2261"/>
                  </a:lnTo>
                  <a:lnTo>
                    <a:pt x="2362" y="1858"/>
                  </a:lnTo>
                  <a:lnTo>
                    <a:pt x="3088" y="1474"/>
                  </a:lnTo>
                  <a:lnTo>
                    <a:pt x="3835" y="1131"/>
                  </a:lnTo>
                  <a:lnTo>
                    <a:pt x="4602" y="828"/>
                  </a:lnTo>
                  <a:lnTo>
                    <a:pt x="5369" y="566"/>
                  </a:lnTo>
                  <a:lnTo>
                    <a:pt x="6156" y="324"/>
                  </a:lnTo>
                  <a:lnTo>
                    <a:pt x="6943" y="122"/>
                  </a:lnTo>
                  <a:lnTo>
                    <a:pt x="7044" y="102"/>
                  </a:lnTo>
                  <a:lnTo>
                    <a:pt x="7124" y="82"/>
                  </a:lnTo>
                  <a:close/>
                  <a:moveTo>
                    <a:pt x="7145" y="1"/>
                  </a:moveTo>
                  <a:lnTo>
                    <a:pt x="7084" y="21"/>
                  </a:lnTo>
                  <a:lnTo>
                    <a:pt x="6923" y="41"/>
                  </a:lnTo>
                  <a:lnTo>
                    <a:pt x="6136" y="243"/>
                  </a:lnTo>
                  <a:lnTo>
                    <a:pt x="5348" y="485"/>
                  </a:lnTo>
                  <a:lnTo>
                    <a:pt x="4561" y="768"/>
                  </a:lnTo>
                  <a:lnTo>
                    <a:pt x="3795" y="1071"/>
                  </a:lnTo>
                  <a:lnTo>
                    <a:pt x="3048" y="1414"/>
                  </a:lnTo>
                  <a:lnTo>
                    <a:pt x="2321" y="1777"/>
                  </a:lnTo>
                  <a:lnTo>
                    <a:pt x="1595" y="2180"/>
                  </a:lnTo>
                  <a:lnTo>
                    <a:pt x="909" y="2624"/>
                  </a:lnTo>
                  <a:lnTo>
                    <a:pt x="586" y="2846"/>
                  </a:lnTo>
                  <a:lnTo>
                    <a:pt x="445" y="2988"/>
                  </a:lnTo>
                  <a:lnTo>
                    <a:pt x="283" y="3129"/>
                  </a:lnTo>
                  <a:lnTo>
                    <a:pt x="162" y="3290"/>
                  </a:lnTo>
                  <a:lnTo>
                    <a:pt x="81" y="3472"/>
                  </a:lnTo>
                  <a:lnTo>
                    <a:pt x="21" y="3654"/>
                  </a:lnTo>
                  <a:lnTo>
                    <a:pt x="1" y="3754"/>
                  </a:lnTo>
                  <a:lnTo>
                    <a:pt x="1" y="3855"/>
                  </a:lnTo>
                  <a:lnTo>
                    <a:pt x="1" y="3976"/>
                  </a:lnTo>
                  <a:lnTo>
                    <a:pt x="41" y="4077"/>
                  </a:lnTo>
                  <a:lnTo>
                    <a:pt x="81" y="4198"/>
                  </a:lnTo>
                  <a:lnTo>
                    <a:pt x="142" y="4320"/>
                  </a:lnTo>
                  <a:lnTo>
                    <a:pt x="203" y="4420"/>
                  </a:lnTo>
                  <a:lnTo>
                    <a:pt x="303" y="4521"/>
                  </a:lnTo>
                  <a:lnTo>
                    <a:pt x="384" y="4622"/>
                  </a:lnTo>
                  <a:lnTo>
                    <a:pt x="505" y="4703"/>
                  </a:lnTo>
                  <a:lnTo>
                    <a:pt x="667" y="4804"/>
                  </a:lnTo>
                  <a:lnTo>
                    <a:pt x="808" y="4885"/>
                  </a:lnTo>
                  <a:lnTo>
                    <a:pt x="990" y="4965"/>
                  </a:lnTo>
                  <a:lnTo>
                    <a:pt x="1151" y="5006"/>
                  </a:lnTo>
                  <a:lnTo>
                    <a:pt x="1312" y="5046"/>
                  </a:lnTo>
                  <a:lnTo>
                    <a:pt x="1494" y="5086"/>
                  </a:lnTo>
                  <a:lnTo>
                    <a:pt x="1837" y="5107"/>
                  </a:lnTo>
                  <a:lnTo>
                    <a:pt x="2160" y="5086"/>
                  </a:lnTo>
                  <a:lnTo>
                    <a:pt x="2483" y="5046"/>
                  </a:lnTo>
                  <a:lnTo>
                    <a:pt x="2765" y="4985"/>
                  </a:lnTo>
                  <a:lnTo>
                    <a:pt x="3008" y="4905"/>
                  </a:lnTo>
                  <a:lnTo>
                    <a:pt x="3452" y="4763"/>
                  </a:lnTo>
                  <a:lnTo>
                    <a:pt x="3875" y="4582"/>
                  </a:lnTo>
                  <a:lnTo>
                    <a:pt x="4299" y="4360"/>
                  </a:lnTo>
                  <a:lnTo>
                    <a:pt x="4703" y="4118"/>
                  </a:lnTo>
                  <a:lnTo>
                    <a:pt x="5086" y="3835"/>
                  </a:lnTo>
                  <a:lnTo>
                    <a:pt x="5449" y="3532"/>
                  </a:lnTo>
                  <a:lnTo>
                    <a:pt x="5792" y="3189"/>
                  </a:lnTo>
                  <a:lnTo>
                    <a:pt x="6115" y="2846"/>
                  </a:lnTo>
                  <a:lnTo>
                    <a:pt x="6398" y="2443"/>
                  </a:lnTo>
                  <a:lnTo>
                    <a:pt x="6640" y="2080"/>
                  </a:lnTo>
                  <a:lnTo>
                    <a:pt x="6882" y="1676"/>
                  </a:lnTo>
                  <a:lnTo>
                    <a:pt x="7124" y="1252"/>
                  </a:lnTo>
                  <a:lnTo>
                    <a:pt x="7306" y="849"/>
                  </a:lnTo>
                  <a:lnTo>
                    <a:pt x="7366" y="667"/>
                  </a:lnTo>
                  <a:lnTo>
                    <a:pt x="7407" y="485"/>
                  </a:lnTo>
                  <a:lnTo>
                    <a:pt x="7427" y="324"/>
                  </a:lnTo>
                  <a:lnTo>
                    <a:pt x="7407" y="203"/>
                  </a:lnTo>
                  <a:lnTo>
                    <a:pt x="7387" y="142"/>
                  </a:lnTo>
                  <a:lnTo>
                    <a:pt x="7346" y="82"/>
                  </a:lnTo>
                  <a:lnTo>
                    <a:pt x="7286" y="41"/>
                  </a:lnTo>
                  <a:lnTo>
                    <a:pt x="7225" y="21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 flipH="1">
              <a:off x="104606" y="-3909143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 flipH="1">
              <a:off x="-2832066" y="-2489904"/>
              <a:ext cx="1193681" cy="1427263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 flipH="1">
              <a:off x="1985352" y="-3774912"/>
              <a:ext cx="166996" cy="99348"/>
            </a:xfrm>
            <a:custGeom>
              <a:rect b="b" l="l" r="r" t="t"/>
              <a:pathLst>
                <a:path extrusionOk="0" h="1777" w="2987">
                  <a:moveTo>
                    <a:pt x="2240" y="81"/>
                  </a:moveTo>
                  <a:lnTo>
                    <a:pt x="2442" y="101"/>
                  </a:lnTo>
                  <a:lnTo>
                    <a:pt x="2644" y="122"/>
                  </a:lnTo>
                  <a:lnTo>
                    <a:pt x="2745" y="162"/>
                  </a:lnTo>
                  <a:lnTo>
                    <a:pt x="2805" y="182"/>
                  </a:lnTo>
                  <a:lnTo>
                    <a:pt x="2866" y="243"/>
                  </a:lnTo>
                  <a:lnTo>
                    <a:pt x="2906" y="283"/>
                  </a:lnTo>
                  <a:lnTo>
                    <a:pt x="2906" y="364"/>
                  </a:lnTo>
                  <a:lnTo>
                    <a:pt x="2906" y="444"/>
                  </a:lnTo>
                  <a:lnTo>
                    <a:pt x="2846" y="525"/>
                  </a:lnTo>
                  <a:lnTo>
                    <a:pt x="2765" y="626"/>
                  </a:lnTo>
                  <a:lnTo>
                    <a:pt x="2543" y="868"/>
                  </a:lnTo>
                  <a:lnTo>
                    <a:pt x="2281" y="1070"/>
                  </a:lnTo>
                  <a:lnTo>
                    <a:pt x="1998" y="1252"/>
                  </a:lnTo>
                  <a:lnTo>
                    <a:pt x="1716" y="1413"/>
                  </a:lnTo>
                  <a:lnTo>
                    <a:pt x="1393" y="1534"/>
                  </a:lnTo>
                  <a:lnTo>
                    <a:pt x="1090" y="1615"/>
                  </a:lnTo>
                  <a:lnTo>
                    <a:pt x="747" y="1675"/>
                  </a:lnTo>
                  <a:lnTo>
                    <a:pt x="424" y="1696"/>
                  </a:lnTo>
                  <a:lnTo>
                    <a:pt x="263" y="1696"/>
                  </a:lnTo>
                  <a:lnTo>
                    <a:pt x="182" y="1655"/>
                  </a:lnTo>
                  <a:lnTo>
                    <a:pt x="121" y="1615"/>
                  </a:lnTo>
                  <a:lnTo>
                    <a:pt x="81" y="1554"/>
                  </a:lnTo>
                  <a:lnTo>
                    <a:pt x="81" y="1494"/>
                  </a:lnTo>
                  <a:lnTo>
                    <a:pt x="81" y="1433"/>
                  </a:lnTo>
                  <a:lnTo>
                    <a:pt x="101" y="1373"/>
                  </a:lnTo>
                  <a:lnTo>
                    <a:pt x="182" y="1252"/>
                  </a:lnTo>
                  <a:lnTo>
                    <a:pt x="263" y="1151"/>
                  </a:lnTo>
                  <a:lnTo>
                    <a:pt x="485" y="949"/>
                  </a:lnTo>
                  <a:lnTo>
                    <a:pt x="686" y="747"/>
                  </a:lnTo>
                  <a:lnTo>
                    <a:pt x="929" y="586"/>
                  </a:lnTo>
                  <a:lnTo>
                    <a:pt x="1171" y="424"/>
                  </a:lnTo>
                  <a:lnTo>
                    <a:pt x="1413" y="283"/>
                  </a:lnTo>
                  <a:lnTo>
                    <a:pt x="1675" y="182"/>
                  </a:lnTo>
                  <a:lnTo>
                    <a:pt x="1958" y="101"/>
                  </a:lnTo>
                  <a:lnTo>
                    <a:pt x="2240" y="81"/>
                  </a:lnTo>
                  <a:close/>
                  <a:moveTo>
                    <a:pt x="2119" y="0"/>
                  </a:moveTo>
                  <a:lnTo>
                    <a:pt x="1938" y="21"/>
                  </a:lnTo>
                  <a:lnTo>
                    <a:pt x="1776" y="61"/>
                  </a:lnTo>
                  <a:lnTo>
                    <a:pt x="1615" y="122"/>
                  </a:lnTo>
                  <a:lnTo>
                    <a:pt x="1453" y="182"/>
                  </a:lnTo>
                  <a:lnTo>
                    <a:pt x="1292" y="243"/>
                  </a:lnTo>
                  <a:lnTo>
                    <a:pt x="1009" y="424"/>
                  </a:lnTo>
                  <a:lnTo>
                    <a:pt x="727" y="626"/>
                  </a:lnTo>
                  <a:lnTo>
                    <a:pt x="464" y="848"/>
                  </a:lnTo>
                  <a:lnTo>
                    <a:pt x="222" y="1090"/>
                  </a:lnTo>
                  <a:lnTo>
                    <a:pt x="101" y="1211"/>
                  </a:lnTo>
                  <a:lnTo>
                    <a:pt x="21" y="1332"/>
                  </a:lnTo>
                  <a:lnTo>
                    <a:pt x="0" y="1433"/>
                  </a:lnTo>
                  <a:lnTo>
                    <a:pt x="0" y="1514"/>
                  </a:lnTo>
                  <a:lnTo>
                    <a:pt x="21" y="1595"/>
                  </a:lnTo>
                  <a:lnTo>
                    <a:pt x="61" y="1655"/>
                  </a:lnTo>
                  <a:lnTo>
                    <a:pt x="121" y="1716"/>
                  </a:lnTo>
                  <a:lnTo>
                    <a:pt x="222" y="1756"/>
                  </a:lnTo>
                  <a:lnTo>
                    <a:pt x="303" y="1776"/>
                  </a:lnTo>
                  <a:lnTo>
                    <a:pt x="424" y="1776"/>
                  </a:lnTo>
                  <a:lnTo>
                    <a:pt x="767" y="1756"/>
                  </a:lnTo>
                  <a:lnTo>
                    <a:pt x="1110" y="1696"/>
                  </a:lnTo>
                  <a:lnTo>
                    <a:pt x="1433" y="1615"/>
                  </a:lnTo>
                  <a:lnTo>
                    <a:pt x="1736" y="1474"/>
                  </a:lnTo>
                  <a:lnTo>
                    <a:pt x="2039" y="1332"/>
                  </a:lnTo>
                  <a:lnTo>
                    <a:pt x="2321" y="1131"/>
                  </a:lnTo>
                  <a:lnTo>
                    <a:pt x="2604" y="929"/>
                  </a:lnTo>
                  <a:lnTo>
                    <a:pt x="2826" y="687"/>
                  </a:lnTo>
                  <a:lnTo>
                    <a:pt x="2926" y="565"/>
                  </a:lnTo>
                  <a:lnTo>
                    <a:pt x="2987" y="465"/>
                  </a:lnTo>
                  <a:lnTo>
                    <a:pt x="2987" y="343"/>
                  </a:lnTo>
                  <a:lnTo>
                    <a:pt x="2967" y="263"/>
                  </a:lnTo>
                  <a:lnTo>
                    <a:pt x="2926" y="182"/>
                  </a:lnTo>
                  <a:lnTo>
                    <a:pt x="2866" y="122"/>
                  </a:lnTo>
                  <a:lnTo>
                    <a:pt x="2765" y="81"/>
                  </a:lnTo>
                  <a:lnTo>
                    <a:pt x="2664" y="41"/>
                  </a:lnTo>
                  <a:lnTo>
                    <a:pt x="2462" y="21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 flipH="1">
              <a:off x="-2673006" y="-2347734"/>
              <a:ext cx="901508" cy="110456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 flipH="1">
              <a:off x="-3379293" y="-5020451"/>
              <a:ext cx="1990251" cy="2226013"/>
            </a:xfrm>
            <a:custGeom>
              <a:rect b="b" l="l" r="r" t="t"/>
              <a:pathLst>
                <a:path extrusionOk="0" h="39816" w="35599">
                  <a:moveTo>
                    <a:pt x="16346" y="81"/>
                  </a:moveTo>
                  <a:lnTo>
                    <a:pt x="18606" y="102"/>
                  </a:lnTo>
                  <a:lnTo>
                    <a:pt x="19737" y="122"/>
                  </a:lnTo>
                  <a:lnTo>
                    <a:pt x="20867" y="162"/>
                  </a:lnTo>
                  <a:lnTo>
                    <a:pt x="22017" y="223"/>
                  </a:lnTo>
                  <a:lnTo>
                    <a:pt x="23147" y="283"/>
                  </a:lnTo>
                  <a:lnTo>
                    <a:pt x="24277" y="364"/>
                  </a:lnTo>
                  <a:lnTo>
                    <a:pt x="25407" y="465"/>
                  </a:lnTo>
                  <a:lnTo>
                    <a:pt x="26537" y="586"/>
                  </a:lnTo>
                  <a:lnTo>
                    <a:pt x="27667" y="747"/>
                  </a:lnTo>
                  <a:lnTo>
                    <a:pt x="28555" y="868"/>
                  </a:lnTo>
                  <a:lnTo>
                    <a:pt x="29443" y="1050"/>
                  </a:lnTo>
                  <a:lnTo>
                    <a:pt x="29887" y="1151"/>
                  </a:lnTo>
                  <a:lnTo>
                    <a:pt x="30311" y="1272"/>
                  </a:lnTo>
                  <a:lnTo>
                    <a:pt x="30755" y="1413"/>
                  </a:lnTo>
                  <a:lnTo>
                    <a:pt x="31179" y="1554"/>
                  </a:lnTo>
                  <a:lnTo>
                    <a:pt x="31582" y="1736"/>
                  </a:lnTo>
                  <a:lnTo>
                    <a:pt x="31986" y="1918"/>
                  </a:lnTo>
                  <a:lnTo>
                    <a:pt x="32369" y="2140"/>
                  </a:lnTo>
                  <a:lnTo>
                    <a:pt x="32732" y="2382"/>
                  </a:lnTo>
                  <a:lnTo>
                    <a:pt x="33076" y="2644"/>
                  </a:lnTo>
                  <a:lnTo>
                    <a:pt x="33419" y="2927"/>
                  </a:lnTo>
                  <a:lnTo>
                    <a:pt x="33721" y="3250"/>
                  </a:lnTo>
                  <a:lnTo>
                    <a:pt x="34004" y="3593"/>
                  </a:lnTo>
                  <a:lnTo>
                    <a:pt x="34165" y="3815"/>
                  </a:lnTo>
                  <a:lnTo>
                    <a:pt x="34307" y="4057"/>
                  </a:lnTo>
                  <a:lnTo>
                    <a:pt x="34448" y="4299"/>
                  </a:lnTo>
                  <a:lnTo>
                    <a:pt x="34569" y="4561"/>
                  </a:lnTo>
                  <a:lnTo>
                    <a:pt x="34771" y="5066"/>
                  </a:lnTo>
                  <a:lnTo>
                    <a:pt x="34932" y="5611"/>
                  </a:lnTo>
                  <a:lnTo>
                    <a:pt x="35073" y="6135"/>
                  </a:lnTo>
                  <a:lnTo>
                    <a:pt x="35174" y="6680"/>
                  </a:lnTo>
                  <a:lnTo>
                    <a:pt x="35255" y="7205"/>
                  </a:lnTo>
                  <a:lnTo>
                    <a:pt x="35316" y="7730"/>
                  </a:lnTo>
                  <a:lnTo>
                    <a:pt x="35416" y="8577"/>
                  </a:lnTo>
                  <a:lnTo>
                    <a:pt x="35477" y="9445"/>
                  </a:lnTo>
                  <a:lnTo>
                    <a:pt x="35517" y="10333"/>
                  </a:lnTo>
                  <a:lnTo>
                    <a:pt x="35517" y="11261"/>
                  </a:lnTo>
                  <a:lnTo>
                    <a:pt x="35517" y="12230"/>
                  </a:lnTo>
                  <a:lnTo>
                    <a:pt x="35497" y="13219"/>
                  </a:lnTo>
                  <a:lnTo>
                    <a:pt x="35457" y="14248"/>
                  </a:lnTo>
                  <a:lnTo>
                    <a:pt x="35376" y="15337"/>
                  </a:lnTo>
                  <a:lnTo>
                    <a:pt x="35316" y="16165"/>
                  </a:lnTo>
                  <a:lnTo>
                    <a:pt x="35235" y="17033"/>
                  </a:lnTo>
                  <a:lnTo>
                    <a:pt x="35134" y="17921"/>
                  </a:lnTo>
                  <a:lnTo>
                    <a:pt x="34993" y="18808"/>
                  </a:lnTo>
                  <a:lnTo>
                    <a:pt x="34831" y="19717"/>
                  </a:lnTo>
                  <a:lnTo>
                    <a:pt x="34629" y="20625"/>
                  </a:lnTo>
                  <a:lnTo>
                    <a:pt x="34508" y="21089"/>
                  </a:lnTo>
                  <a:lnTo>
                    <a:pt x="34367" y="21533"/>
                  </a:lnTo>
                  <a:lnTo>
                    <a:pt x="34226" y="21997"/>
                  </a:lnTo>
                  <a:lnTo>
                    <a:pt x="34064" y="22441"/>
                  </a:lnTo>
                  <a:lnTo>
                    <a:pt x="33943" y="22784"/>
                  </a:lnTo>
                  <a:lnTo>
                    <a:pt x="33782" y="23127"/>
                  </a:lnTo>
                  <a:lnTo>
                    <a:pt x="33620" y="23490"/>
                  </a:lnTo>
                  <a:lnTo>
                    <a:pt x="33419" y="23833"/>
                  </a:lnTo>
                  <a:lnTo>
                    <a:pt x="33197" y="24176"/>
                  </a:lnTo>
                  <a:lnTo>
                    <a:pt x="32934" y="24479"/>
                  </a:lnTo>
                  <a:lnTo>
                    <a:pt x="32793" y="24641"/>
                  </a:lnTo>
                  <a:lnTo>
                    <a:pt x="32632" y="24782"/>
                  </a:lnTo>
                  <a:lnTo>
                    <a:pt x="32470" y="24903"/>
                  </a:lnTo>
                  <a:lnTo>
                    <a:pt x="32309" y="25024"/>
                  </a:lnTo>
                  <a:lnTo>
                    <a:pt x="32107" y="25145"/>
                  </a:lnTo>
                  <a:lnTo>
                    <a:pt x="31925" y="25226"/>
                  </a:lnTo>
                  <a:lnTo>
                    <a:pt x="31723" y="25327"/>
                  </a:lnTo>
                  <a:lnTo>
                    <a:pt x="31522" y="25387"/>
                  </a:lnTo>
                  <a:lnTo>
                    <a:pt x="31118" y="25508"/>
                  </a:lnTo>
                  <a:lnTo>
                    <a:pt x="30694" y="25569"/>
                  </a:lnTo>
                  <a:lnTo>
                    <a:pt x="30250" y="25609"/>
                  </a:lnTo>
                  <a:lnTo>
                    <a:pt x="29403" y="25609"/>
                  </a:lnTo>
                  <a:lnTo>
                    <a:pt x="28979" y="25589"/>
                  </a:lnTo>
                  <a:lnTo>
                    <a:pt x="27809" y="25488"/>
                  </a:lnTo>
                  <a:lnTo>
                    <a:pt x="26658" y="25347"/>
                  </a:lnTo>
                  <a:lnTo>
                    <a:pt x="25508" y="25185"/>
                  </a:lnTo>
                  <a:lnTo>
                    <a:pt x="24358" y="25004"/>
                  </a:lnTo>
                  <a:lnTo>
                    <a:pt x="23248" y="24842"/>
                  </a:lnTo>
                  <a:lnTo>
                    <a:pt x="22118" y="24681"/>
                  </a:lnTo>
                  <a:lnTo>
                    <a:pt x="20988" y="24540"/>
                  </a:lnTo>
                  <a:lnTo>
                    <a:pt x="19837" y="24439"/>
                  </a:lnTo>
                  <a:lnTo>
                    <a:pt x="19272" y="24398"/>
                  </a:lnTo>
                  <a:lnTo>
                    <a:pt x="18707" y="24378"/>
                  </a:lnTo>
                  <a:lnTo>
                    <a:pt x="17577" y="24378"/>
                  </a:lnTo>
                  <a:lnTo>
                    <a:pt x="17012" y="24419"/>
                  </a:lnTo>
                  <a:lnTo>
                    <a:pt x="16447" y="24459"/>
                  </a:lnTo>
                  <a:lnTo>
                    <a:pt x="15882" y="24540"/>
                  </a:lnTo>
                  <a:lnTo>
                    <a:pt x="15317" y="24620"/>
                  </a:lnTo>
                  <a:lnTo>
                    <a:pt x="14631" y="24762"/>
                  </a:lnTo>
                  <a:lnTo>
                    <a:pt x="13965" y="24943"/>
                  </a:lnTo>
                  <a:lnTo>
                    <a:pt x="13319" y="25165"/>
                  </a:lnTo>
                  <a:lnTo>
                    <a:pt x="12674" y="25407"/>
                  </a:lnTo>
                  <a:lnTo>
                    <a:pt x="12048" y="25690"/>
                  </a:lnTo>
                  <a:lnTo>
                    <a:pt x="11422" y="25993"/>
                  </a:lnTo>
                  <a:lnTo>
                    <a:pt x="10817" y="26336"/>
                  </a:lnTo>
                  <a:lnTo>
                    <a:pt x="10232" y="26699"/>
                  </a:lnTo>
                  <a:lnTo>
                    <a:pt x="9667" y="27102"/>
                  </a:lnTo>
                  <a:lnTo>
                    <a:pt x="9122" y="27526"/>
                  </a:lnTo>
                  <a:lnTo>
                    <a:pt x="8597" y="27990"/>
                  </a:lnTo>
                  <a:lnTo>
                    <a:pt x="8093" y="28455"/>
                  </a:lnTo>
                  <a:lnTo>
                    <a:pt x="7608" y="28959"/>
                  </a:lnTo>
                  <a:lnTo>
                    <a:pt x="7164" y="29484"/>
                  </a:lnTo>
                  <a:lnTo>
                    <a:pt x="6741" y="30029"/>
                  </a:lnTo>
                  <a:lnTo>
                    <a:pt x="6357" y="30594"/>
                  </a:lnTo>
                  <a:lnTo>
                    <a:pt x="6014" y="31159"/>
                  </a:lnTo>
                  <a:lnTo>
                    <a:pt x="5691" y="31744"/>
                  </a:lnTo>
                  <a:lnTo>
                    <a:pt x="5389" y="32329"/>
                  </a:lnTo>
                  <a:lnTo>
                    <a:pt x="5106" y="32914"/>
                  </a:lnTo>
                  <a:lnTo>
                    <a:pt x="4844" y="33520"/>
                  </a:lnTo>
                  <a:lnTo>
                    <a:pt x="4581" y="34125"/>
                  </a:lnTo>
                  <a:lnTo>
                    <a:pt x="4097" y="35336"/>
                  </a:lnTo>
                  <a:lnTo>
                    <a:pt x="3714" y="36264"/>
                  </a:lnTo>
                  <a:lnTo>
                    <a:pt x="3330" y="37172"/>
                  </a:lnTo>
                  <a:lnTo>
                    <a:pt x="2927" y="38080"/>
                  </a:lnTo>
                  <a:lnTo>
                    <a:pt x="2705" y="38524"/>
                  </a:lnTo>
                  <a:lnTo>
                    <a:pt x="2483" y="38948"/>
                  </a:lnTo>
                  <a:lnTo>
                    <a:pt x="2402" y="39089"/>
                  </a:lnTo>
                  <a:lnTo>
                    <a:pt x="2321" y="39211"/>
                  </a:lnTo>
                  <a:lnTo>
                    <a:pt x="2220" y="39332"/>
                  </a:lnTo>
                  <a:lnTo>
                    <a:pt x="2099" y="39453"/>
                  </a:lnTo>
                  <a:lnTo>
                    <a:pt x="1978" y="39554"/>
                  </a:lnTo>
                  <a:lnTo>
                    <a:pt x="1857" y="39634"/>
                  </a:lnTo>
                  <a:lnTo>
                    <a:pt x="1736" y="39695"/>
                  </a:lnTo>
                  <a:lnTo>
                    <a:pt x="1615" y="39715"/>
                  </a:lnTo>
                  <a:lnTo>
                    <a:pt x="1413" y="39715"/>
                  </a:lnTo>
                  <a:lnTo>
                    <a:pt x="1312" y="39654"/>
                  </a:lnTo>
                  <a:lnTo>
                    <a:pt x="1231" y="39594"/>
                  </a:lnTo>
                  <a:lnTo>
                    <a:pt x="1191" y="39513"/>
                  </a:lnTo>
                  <a:lnTo>
                    <a:pt x="1131" y="39433"/>
                  </a:lnTo>
                  <a:lnTo>
                    <a:pt x="1110" y="39352"/>
                  </a:lnTo>
                  <a:lnTo>
                    <a:pt x="1090" y="39251"/>
                  </a:lnTo>
                  <a:lnTo>
                    <a:pt x="1090" y="39049"/>
                  </a:lnTo>
                  <a:lnTo>
                    <a:pt x="1110" y="38847"/>
                  </a:lnTo>
                  <a:lnTo>
                    <a:pt x="1252" y="38040"/>
                  </a:lnTo>
                  <a:lnTo>
                    <a:pt x="1393" y="37253"/>
                  </a:lnTo>
                  <a:lnTo>
                    <a:pt x="1575" y="36466"/>
                  </a:lnTo>
                  <a:lnTo>
                    <a:pt x="1776" y="35699"/>
                  </a:lnTo>
                  <a:lnTo>
                    <a:pt x="2018" y="34630"/>
                  </a:lnTo>
                  <a:lnTo>
                    <a:pt x="2261" y="33560"/>
                  </a:lnTo>
                  <a:lnTo>
                    <a:pt x="2422" y="32551"/>
                  </a:lnTo>
                  <a:lnTo>
                    <a:pt x="2563" y="31562"/>
                  </a:lnTo>
                  <a:lnTo>
                    <a:pt x="2664" y="30533"/>
                  </a:lnTo>
                  <a:lnTo>
                    <a:pt x="2705" y="29524"/>
                  </a:lnTo>
                  <a:lnTo>
                    <a:pt x="2745" y="28515"/>
                  </a:lnTo>
                  <a:lnTo>
                    <a:pt x="2745" y="27506"/>
                  </a:lnTo>
                  <a:lnTo>
                    <a:pt x="2705" y="26477"/>
                  </a:lnTo>
                  <a:lnTo>
                    <a:pt x="2644" y="25468"/>
                  </a:lnTo>
                  <a:lnTo>
                    <a:pt x="2563" y="24439"/>
                  </a:lnTo>
                  <a:lnTo>
                    <a:pt x="2462" y="23430"/>
                  </a:lnTo>
                  <a:lnTo>
                    <a:pt x="2362" y="22401"/>
                  </a:lnTo>
                  <a:lnTo>
                    <a:pt x="2240" y="21392"/>
                  </a:lnTo>
                  <a:lnTo>
                    <a:pt x="1958" y="19374"/>
                  </a:lnTo>
                  <a:lnTo>
                    <a:pt x="1655" y="17355"/>
                  </a:lnTo>
                  <a:lnTo>
                    <a:pt x="1595" y="16972"/>
                  </a:lnTo>
                  <a:lnTo>
                    <a:pt x="1030" y="13219"/>
                  </a:lnTo>
                  <a:lnTo>
                    <a:pt x="485" y="9465"/>
                  </a:lnTo>
                  <a:lnTo>
                    <a:pt x="323" y="8234"/>
                  </a:lnTo>
                  <a:lnTo>
                    <a:pt x="182" y="7043"/>
                  </a:lnTo>
                  <a:lnTo>
                    <a:pt x="142" y="6458"/>
                  </a:lnTo>
                  <a:lnTo>
                    <a:pt x="101" y="5873"/>
                  </a:lnTo>
                  <a:lnTo>
                    <a:pt x="81" y="5308"/>
                  </a:lnTo>
                  <a:lnTo>
                    <a:pt x="81" y="4723"/>
                  </a:lnTo>
                  <a:lnTo>
                    <a:pt x="81" y="4521"/>
                  </a:lnTo>
                  <a:lnTo>
                    <a:pt x="101" y="3633"/>
                  </a:lnTo>
                  <a:lnTo>
                    <a:pt x="142" y="3129"/>
                  </a:lnTo>
                  <a:lnTo>
                    <a:pt x="202" y="2604"/>
                  </a:lnTo>
                  <a:lnTo>
                    <a:pt x="283" y="2099"/>
                  </a:lnTo>
                  <a:lnTo>
                    <a:pt x="323" y="1857"/>
                  </a:lnTo>
                  <a:lnTo>
                    <a:pt x="404" y="1635"/>
                  </a:lnTo>
                  <a:lnTo>
                    <a:pt x="465" y="1413"/>
                  </a:lnTo>
                  <a:lnTo>
                    <a:pt x="566" y="1211"/>
                  </a:lnTo>
                  <a:lnTo>
                    <a:pt x="666" y="1010"/>
                  </a:lnTo>
                  <a:lnTo>
                    <a:pt x="767" y="848"/>
                  </a:lnTo>
                  <a:lnTo>
                    <a:pt x="848" y="747"/>
                  </a:lnTo>
                  <a:lnTo>
                    <a:pt x="929" y="687"/>
                  </a:lnTo>
                  <a:lnTo>
                    <a:pt x="1110" y="545"/>
                  </a:lnTo>
                  <a:lnTo>
                    <a:pt x="1332" y="445"/>
                  </a:lnTo>
                  <a:lnTo>
                    <a:pt x="1575" y="364"/>
                  </a:lnTo>
                  <a:lnTo>
                    <a:pt x="1837" y="303"/>
                  </a:lnTo>
                  <a:lnTo>
                    <a:pt x="2099" y="283"/>
                  </a:lnTo>
                  <a:lnTo>
                    <a:pt x="2382" y="263"/>
                  </a:lnTo>
                  <a:lnTo>
                    <a:pt x="2684" y="243"/>
                  </a:lnTo>
                  <a:lnTo>
                    <a:pt x="3169" y="263"/>
                  </a:lnTo>
                  <a:lnTo>
                    <a:pt x="3633" y="283"/>
                  </a:lnTo>
                  <a:lnTo>
                    <a:pt x="4057" y="303"/>
                  </a:lnTo>
                  <a:lnTo>
                    <a:pt x="4440" y="303"/>
                  </a:lnTo>
                  <a:lnTo>
                    <a:pt x="9586" y="202"/>
                  </a:lnTo>
                  <a:lnTo>
                    <a:pt x="11826" y="142"/>
                  </a:lnTo>
                  <a:lnTo>
                    <a:pt x="14066" y="102"/>
                  </a:lnTo>
                  <a:lnTo>
                    <a:pt x="16346" y="81"/>
                  </a:lnTo>
                  <a:close/>
                  <a:moveTo>
                    <a:pt x="16346" y="1"/>
                  </a:moveTo>
                  <a:lnTo>
                    <a:pt x="14066" y="21"/>
                  </a:lnTo>
                  <a:lnTo>
                    <a:pt x="11826" y="61"/>
                  </a:lnTo>
                  <a:lnTo>
                    <a:pt x="9586" y="122"/>
                  </a:lnTo>
                  <a:lnTo>
                    <a:pt x="4420" y="223"/>
                  </a:lnTo>
                  <a:lnTo>
                    <a:pt x="4057" y="223"/>
                  </a:lnTo>
                  <a:lnTo>
                    <a:pt x="3633" y="202"/>
                  </a:lnTo>
                  <a:lnTo>
                    <a:pt x="2805" y="162"/>
                  </a:lnTo>
                  <a:lnTo>
                    <a:pt x="2382" y="182"/>
                  </a:lnTo>
                  <a:lnTo>
                    <a:pt x="1978" y="202"/>
                  </a:lnTo>
                  <a:lnTo>
                    <a:pt x="1595" y="283"/>
                  </a:lnTo>
                  <a:lnTo>
                    <a:pt x="1413" y="324"/>
                  </a:lnTo>
                  <a:lnTo>
                    <a:pt x="1252" y="384"/>
                  </a:lnTo>
                  <a:lnTo>
                    <a:pt x="1090" y="465"/>
                  </a:lnTo>
                  <a:lnTo>
                    <a:pt x="949" y="566"/>
                  </a:lnTo>
                  <a:lnTo>
                    <a:pt x="828" y="667"/>
                  </a:lnTo>
                  <a:lnTo>
                    <a:pt x="707" y="788"/>
                  </a:lnTo>
                  <a:lnTo>
                    <a:pt x="586" y="969"/>
                  </a:lnTo>
                  <a:lnTo>
                    <a:pt x="485" y="1151"/>
                  </a:lnTo>
                  <a:lnTo>
                    <a:pt x="404" y="1373"/>
                  </a:lnTo>
                  <a:lnTo>
                    <a:pt x="323" y="1575"/>
                  </a:lnTo>
                  <a:lnTo>
                    <a:pt x="263" y="1817"/>
                  </a:lnTo>
                  <a:lnTo>
                    <a:pt x="202" y="2059"/>
                  </a:lnTo>
                  <a:lnTo>
                    <a:pt x="122" y="2563"/>
                  </a:lnTo>
                  <a:lnTo>
                    <a:pt x="61" y="3068"/>
                  </a:lnTo>
                  <a:lnTo>
                    <a:pt x="21" y="3593"/>
                  </a:lnTo>
                  <a:lnTo>
                    <a:pt x="0" y="4521"/>
                  </a:lnTo>
                  <a:lnTo>
                    <a:pt x="0" y="4723"/>
                  </a:lnTo>
                  <a:lnTo>
                    <a:pt x="0" y="5308"/>
                  </a:lnTo>
                  <a:lnTo>
                    <a:pt x="21" y="5873"/>
                  </a:lnTo>
                  <a:lnTo>
                    <a:pt x="61" y="6458"/>
                  </a:lnTo>
                  <a:lnTo>
                    <a:pt x="101" y="7043"/>
                  </a:lnTo>
                  <a:lnTo>
                    <a:pt x="243" y="8234"/>
                  </a:lnTo>
                  <a:lnTo>
                    <a:pt x="404" y="9465"/>
                  </a:lnTo>
                  <a:lnTo>
                    <a:pt x="949" y="13219"/>
                  </a:lnTo>
                  <a:lnTo>
                    <a:pt x="1514" y="16992"/>
                  </a:lnTo>
                  <a:lnTo>
                    <a:pt x="1575" y="17376"/>
                  </a:lnTo>
                  <a:lnTo>
                    <a:pt x="1877" y="19374"/>
                  </a:lnTo>
                  <a:lnTo>
                    <a:pt x="2160" y="21392"/>
                  </a:lnTo>
                  <a:lnTo>
                    <a:pt x="2281" y="22421"/>
                  </a:lnTo>
                  <a:lnTo>
                    <a:pt x="2382" y="23430"/>
                  </a:lnTo>
                  <a:lnTo>
                    <a:pt x="2483" y="24439"/>
                  </a:lnTo>
                  <a:lnTo>
                    <a:pt x="2563" y="25468"/>
                  </a:lnTo>
                  <a:lnTo>
                    <a:pt x="2624" y="26477"/>
                  </a:lnTo>
                  <a:lnTo>
                    <a:pt x="2664" y="27486"/>
                  </a:lnTo>
                  <a:lnTo>
                    <a:pt x="2664" y="28515"/>
                  </a:lnTo>
                  <a:lnTo>
                    <a:pt x="2644" y="29524"/>
                  </a:lnTo>
                  <a:lnTo>
                    <a:pt x="2584" y="30533"/>
                  </a:lnTo>
                  <a:lnTo>
                    <a:pt x="2483" y="31542"/>
                  </a:lnTo>
                  <a:lnTo>
                    <a:pt x="2341" y="32551"/>
                  </a:lnTo>
                  <a:lnTo>
                    <a:pt x="2180" y="33540"/>
                  </a:lnTo>
                  <a:lnTo>
                    <a:pt x="1938" y="34630"/>
                  </a:lnTo>
                  <a:lnTo>
                    <a:pt x="1696" y="35679"/>
                  </a:lnTo>
                  <a:lnTo>
                    <a:pt x="1494" y="36466"/>
                  </a:lnTo>
                  <a:lnTo>
                    <a:pt x="1332" y="37233"/>
                  </a:lnTo>
                  <a:lnTo>
                    <a:pt x="1171" y="38040"/>
                  </a:lnTo>
                  <a:lnTo>
                    <a:pt x="1030" y="38827"/>
                  </a:lnTo>
                  <a:lnTo>
                    <a:pt x="1009" y="39049"/>
                  </a:lnTo>
                  <a:lnTo>
                    <a:pt x="1009" y="39271"/>
                  </a:lnTo>
                  <a:lnTo>
                    <a:pt x="1030" y="39372"/>
                  </a:lnTo>
                  <a:lnTo>
                    <a:pt x="1070" y="39473"/>
                  </a:lnTo>
                  <a:lnTo>
                    <a:pt x="1110" y="39574"/>
                  </a:lnTo>
                  <a:lnTo>
                    <a:pt x="1191" y="39654"/>
                  </a:lnTo>
                  <a:lnTo>
                    <a:pt x="1252" y="39715"/>
                  </a:lnTo>
                  <a:lnTo>
                    <a:pt x="1353" y="39776"/>
                  </a:lnTo>
                  <a:lnTo>
                    <a:pt x="1433" y="39796"/>
                  </a:lnTo>
                  <a:lnTo>
                    <a:pt x="1534" y="39816"/>
                  </a:lnTo>
                  <a:lnTo>
                    <a:pt x="1615" y="39796"/>
                  </a:lnTo>
                  <a:lnTo>
                    <a:pt x="1756" y="39776"/>
                  </a:lnTo>
                  <a:lnTo>
                    <a:pt x="1897" y="39695"/>
                  </a:lnTo>
                  <a:lnTo>
                    <a:pt x="2018" y="39614"/>
                  </a:lnTo>
                  <a:lnTo>
                    <a:pt x="2160" y="39513"/>
                  </a:lnTo>
                  <a:lnTo>
                    <a:pt x="2281" y="39392"/>
                  </a:lnTo>
                  <a:lnTo>
                    <a:pt x="2382" y="39271"/>
                  </a:lnTo>
                  <a:lnTo>
                    <a:pt x="2483" y="39130"/>
                  </a:lnTo>
                  <a:lnTo>
                    <a:pt x="2563" y="38989"/>
                  </a:lnTo>
                  <a:lnTo>
                    <a:pt x="2785" y="38565"/>
                  </a:lnTo>
                  <a:lnTo>
                    <a:pt x="3007" y="38101"/>
                  </a:lnTo>
                  <a:lnTo>
                    <a:pt x="3411" y="37193"/>
                  </a:lnTo>
                  <a:lnTo>
                    <a:pt x="3794" y="36284"/>
                  </a:lnTo>
                  <a:lnTo>
                    <a:pt x="4158" y="35376"/>
                  </a:lnTo>
                  <a:lnTo>
                    <a:pt x="4662" y="34166"/>
                  </a:lnTo>
                  <a:lnTo>
                    <a:pt x="4904" y="33560"/>
                  </a:lnTo>
                  <a:lnTo>
                    <a:pt x="5187" y="32955"/>
                  </a:lnTo>
                  <a:lnTo>
                    <a:pt x="5469" y="32369"/>
                  </a:lnTo>
                  <a:lnTo>
                    <a:pt x="5752" y="31784"/>
                  </a:lnTo>
                  <a:lnTo>
                    <a:pt x="6075" y="31199"/>
                  </a:lnTo>
                  <a:lnTo>
                    <a:pt x="6418" y="30654"/>
                  </a:lnTo>
                  <a:lnTo>
                    <a:pt x="6821" y="30089"/>
                  </a:lnTo>
                  <a:lnTo>
                    <a:pt x="7225" y="29544"/>
                  </a:lnTo>
                  <a:lnTo>
                    <a:pt x="7669" y="29020"/>
                  </a:lnTo>
                  <a:lnTo>
                    <a:pt x="8153" y="28515"/>
                  </a:lnTo>
                  <a:lnTo>
                    <a:pt x="8638" y="28051"/>
                  </a:lnTo>
                  <a:lnTo>
                    <a:pt x="9162" y="27587"/>
                  </a:lnTo>
                  <a:lnTo>
                    <a:pt x="9707" y="27163"/>
                  </a:lnTo>
                  <a:lnTo>
                    <a:pt x="10272" y="26780"/>
                  </a:lnTo>
                  <a:lnTo>
                    <a:pt x="10857" y="26396"/>
                  </a:lnTo>
                  <a:lnTo>
                    <a:pt x="11463" y="26073"/>
                  </a:lnTo>
                  <a:lnTo>
                    <a:pt x="12068" y="25750"/>
                  </a:lnTo>
                  <a:lnTo>
                    <a:pt x="12694" y="25468"/>
                  </a:lnTo>
                  <a:lnTo>
                    <a:pt x="13339" y="25226"/>
                  </a:lnTo>
                  <a:lnTo>
                    <a:pt x="14005" y="25024"/>
                  </a:lnTo>
                  <a:lnTo>
                    <a:pt x="14651" y="24842"/>
                  </a:lnTo>
                  <a:lnTo>
                    <a:pt x="15337" y="24701"/>
                  </a:lnTo>
                  <a:lnTo>
                    <a:pt x="15882" y="24600"/>
                  </a:lnTo>
                  <a:lnTo>
                    <a:pt x="16447" y="24540"/>
                  </a:lnTo>
                  <a:lnTo>
                    <a:pt x="17012" y="24499"/>
                  </a:lnTo>
                  <a:lnTo>
                    <a:pt x="17577" y="24459"/>
                  </a:lnTo>
                  <a:lnTo>
                    <a:pt x="18707" y="24459"/>
                  </a:lnTo>
                  <a:lnTo>
                    <a:pt x="19272" y="24479"/>
                  </a:lnTo>
                  <a:lnTo>
                    <a:pt x="19837" y="24519"/>
                  </a:lnTo>
                  <a:lnTo>
                    <a:pt x="20968" y="24620"/>
                  </a:lnTo>
                  <a:lnTo>
                    <a:pt x="22098" y="24762"/>
                  </a:lnTo>
                  <a:lnTo>
                    <a:pt x="23228" y="24923"/>
                  </a:lnTo>
                  <a:lnTo>
                    <a:pt x="24338" y="25084"/>
                  </a:lnTo>
                  <a:lnTo>
                    <a:pt x="25488" y="25266"/>
                  </a:lnTo>
                  <a:lnTo>
                    <a:pt x="26638" y="25428"/>
                  </a:lnTo>
                  <a:lnTo>
                    <a:pt x="27809" y="25569"/>
                  </a:lnTo>
                  <a:lnTo>
                    <a:pt x="28979" y="25670"/>
                  </a:lnTo>
                  <a:lnTo>
                    <a:pt x="29403" y="25690"/>
                  </a:lnTo>
                  <a:lnTo>
                    <a:pt x="30271" y="25690"/>
                  </a:lnTo>
                  <a:lnTo>
                    <a:pt x="30714" y="25650"/>
                  </a:lnTo>
                  <a:lnTo>
                    <a:pt x="31138" y="25569"/>
                  </a:lnTo>
                  <a:lnTo>
                    <a:pt x="31562" y="25468"/>
                  </a:lnTo>
                  <a:lnTo>
                    <a:pt x="31764" y="25387"/>
                  </a:lnTo>
                  <a:lnTo>
                    <a:pt x="31966" y="25306"/>
                  </a:lnTo>
                  <a:lnTo>
                    <a:pt x="32147" y="25206"/>
                  </a:lnTo>
                  <a:lnTo>
                    <a:pt x="32349" y="25084"/>
                  </a:lnTo>
                  <a:lnTo>
                    <a:pt x="32511" y="24963"/>
                  </a:lnTo>
                  <a:lnTo>
                    <a:pt x="32692" y="24842"/>
                  </a:lnTo>
                  <a:lnTo>
                    <a:pt x="32833" y="24701"/>
                  </a:lnTo>
                  <a:lnTo>
                    <a:pt x="32995" y="24540"/>
                  </a:lnTo>
                  <a:lnTo>
                    <a:pt x="33257" y="24217"/>
                  </a:lnTo>
                  <a:lnTo>
                    <a:pt x="33479" y="23874"/>
                  </a:lnTo>
                  <a:lnTo>
                    <a:pt x="33681" y="23531"/>
                  </a:lnTo>
                  <a:lnTo>
                    <a:pt x="33863" y="23167"/>
                  </a:lnTo>
                  <a:lnTo>
                    <a:pt x="34004" y="22804"/>
                  </a:lnTo>
                  <a:lnTo>
                    <a:pt x="34145" y="22461"/>
                  </a:lnTo>
                  <a:lnTo>
                    <a:pt x="34307" y="22017"/>
                  </a:lnTo>
                  <a:lnTo>
                    <a:pt x="34448" y="21573"/>
                  </a:lnTo>
                  <a:lnTo>
                    <a:pt x="34569" y="21109"/>
                  </a:lnTo>
                  <a:lnTo>
                    <a:pt x="34690" y="20645"/>
                  </a:lnTo>
                  <a:lnTo>
                    <a:pt x="34912" y="19737"/>
                  </a:lnTo>
                  <a:lnTo>
                    <a:pt x="35073" y="18829"/>
                  </a:lnTo>
                  <a:lnTo>
                    <a:pt x="35215" y="17921"/>
                  </a:lnTo>
                  <a:lnTo>
                    <a:pt x="35316" y="17033"/>
                  </a:lnTo>
                  <a:lnTo>
                    <a:pt x="35396" y="16185"/>
                  </a:lnTo>
                  <a:lnTo>
                    <a:pt x="35457" y="15337"/>
                  </a:lnTo>
                  <a:lnTo>
                    <a:pt x="35538" y="14248"/>
                  </a:lnTo>
                  <a:lnTo>
                    <a:pt x="35578" y="13219"/>
                  </a:lnTo>
                  <a:lnTo>
                    <a:pt x="35598" y="12230"/>
                  </a:lnTo>
                  <a:lnTo>
                    <a:pt x="35598" y="11261"/>
                  </a:lnTo>
                  <a:lnTo>
                    <a:pt x="35598" y="10333"/>
                  </a:lnTo>
                  <a:lnTo>
                    <a:pt x="35558" y="9445"/>
                  </a:lnTo>
                  <a:lnTo>
                    <a:pt x="35497" y="8557"/>
                  </a:lnTo>
                  <a:lnTo>
                    <a:pt x="35396" y="7709"/>
                  </a:lnTo>
                  <a:lnTo>
                    <a:pt x="35336" y="7185"/>
                  </a:lnTo>
                  <a:lnTo>
                    <a:pt x="35255" y="6660"/>
                  </a:lnTo>
                  <a:lnTo>
                    <a:pt x="35154" y="6115"/>
                  </a:lnTo>
                  <a:lnTo>
                    <a:pt x="35013" y="5570"/>
                  </a:lnTo>
                  <a:lnTo>
                    <a:pt x="34851" y="5046"/>
                  </a:lnTo>
                  <a:lnTo>
                    <a:pt x="34629" y="4521"/>
                  </a:lnTo>
                  <a:lnTo>
                    <a:pt x="34508" y="4259"/>
                  </a:lnTo>
                  <a:lnTo>
                    <a:pt x="34387" y="4016"/>
                  </a:lnTo>
                  <a:lnTo>
                    <a:pt x="34226" y="3774"/>
                  </a:lnTo>
                  <a:lnTo>
                    <a:pt x="34064" y="3552"/>
                  </a:lnTo>
                  <a:lnTo>
                    <a:pt x="33782" y="3189"/>
                  </a:lnTo>
                  <a:lnTo>
                    <a:pt x="33479" y="2866"/>
                  </a:lnTo>
                  <a:lnTo>
                    <a:pt x="33136" y="2584"/>
                  </a:lnTo>
                  <a:lnTo>
                    <a:pt x="32793" y="2301"/>
                  </a:lnTo>
                  <a:lnTo>
                    <a:pt x="32410" y="2079"/>
                  </a:lnTo>
                  <a:lnTo>
                    <a:pt x="32026" y="1857"/>
                  </a:lnTo>
                  <a:lnTo>
                    <a:pt x="31623" y="1655"/>
                  </a:lnTo>
                  <a:lnTo>
                    <a:pt x="31199" y="1494"/>
                  </a:lnTo>
                  <a:lnTo>
                    <a:pt x="30775" y="1333"/>
                  </a:lnTo>
                  <a:lnTo>
                    <a:pt x="30351" y="1191"/>
                  </a:lnTo>
                  <a:lnTo>
                    <a:pt x="29907" y="1070"/>
                  </a:lnTo>
                  <a:lnTo>
                    <a:pt x="29463" y="969"/>
                  </a:lnTo>
                  <a:lnTo>
                    <a:pt x="28555" y="788"/>
                  </a:lnTo>
                  <a:lnTo>
                    <a:pt x="27667" y="667"/>
                  </a:lnTo>
                  <a:lnTo>
                    <a:pt x="26557" y="525"/>
                  </a:lnTo>
                  <a:lnTo>
                    <a:pt x="25427" y="384"/>
                  </a:lnTo>
                  <a:lnTo>
                    <a:pt x="24277" y="283"/>
                  </a:lnTo>
                  <a:lnTo>
                    <a:pt x="23147" y="202"/>
                  </a:lnTo>
                  <a:lnTo>
                    <a:pt x="22017" y="142"/>
                  </a:lnTo>
                  <a:lnTo>
                    <a:pt x="20887" y="81"/>
                  </a:lnTo>
                  <a:lnTo>
                    <a:pt x="19737" y="41"/>
                  </a:lnTo>
                  <a:lnTo>
                    <a:pt x="18606" y="21"/>
                  </a:lnTo>
                  <a:lnTo>
                    <a:pt x="16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 flipH="1">
              <a:off x="-1455741" y="-3455631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 flipH="1">
              <a:off x="1864587" y="-1494826"/>
              <a:ext cx="530339" cy="361051"/>
            </a:xfrm>
            <a:custGeom>
              <a:rect b="b" l="l" r="r" t="t"/>
              <a:pathLst>
                <a:path extrusionOk="0" h="6458" w="9486">
                  <a:moveTo>
                    <a:pt x="8880" y="81"/>
                  </a:moveTo>
                  <a:lnTo>
                    <a:pt x="9021" y="101"/>
                  </a:lnTo>
                  <a:lnTo>
                    <a:pt x="9142" y="142"/>
                  </a:lnTo>
                  <a:lnTo>
                    <a:pt x="9203" y="182"/>
                  </a:lnTo>
                  <a:lnTo>
                    <a:pt x="9263" y="243"/>
                  </a:lnTo>
                  <a:lnTo>
                    <a:pt x="9324" y="364"/>
                  </a:lnTo>
                  <a:lnTo>
                    <a:pt x="9364" y="505"/>
                  </a:lnTo>
                  <a:lnTo>
                    <a:pt x="9384" y="646"/>
                  </a:lnTo>
                  <a:lnTo>
                    <a:pt x="9405" y="868"/>
                  </a:lnTo>
                  <a:lnTo>
                    <a:pt x="9384" y="1070"/>
                  </a:lnTo>
                  <a:lnTo>
                    <a:pt x="9364" y="1272"/>
                  </a:lnTo>
                  <a:lnTo>
                    <a:pt x="9324" y="1474"/>
                  </a:lnTo>
                  <a:lnTo>
                    <a:pt x="9263" y="1675"/>
                  </a:lnTo>
                  <a:lnTo>
                    <a:pt x="9183" y="1877"/>
                  </a:lnTo>
                  <a:lnTo>
                    <a:pt x="9001" y="2261"/>
                  </a:lnTo>
                  <a:lnTo>
                    <a:pt x="8779" y="2624"/>
                  </a:lnTo>
                  <a:lnTo>
                    <a:pt x="8537" y="2967"/>
                  </a:lnTo>
                  <a:lnTo>
                    <a:pt x="8274" y="3290"/>
                  </a:lnTo>
                  <a:lnTo>
                    <a:pt x="8012" y="3592"/>
                  </a:lnTo>
                  <a:lnTo>
                    <a:pt x="7689" y="3936"/>
                  </a:lnTo>
                  <a:lnTo>
                    <a:pt x="7346" y="4299"/>
                  </a:lnTo>
                  <a:lnTo>
                    <a:pt x="6983" y="4662"/>
                  </a:lnTo>
                  <a:lnTo>
                    <a:pt x="6579" y="5005"/>
                  </a:lnTo>
                  <a:lnTo>
                    <a:pt x="6135" y="5348"/>
                  </a:lnTo>
                  <a:lnTo>
                    <a:pt x="5691" y="5651"/>
                  </a:lnTo>
                  <a:lnTo>
                    <a:pt x="5449" y="5772"/>
                  </a:lnTo>
                  <a:lnTo>
                    <a:pt x="5207" y="5913"/>
                  </a:lnTo>
                  <a:lnTo>
                    <a:pt x="4945" y="6014"/>
                  </a:lnTo>
                  <a:lnTo>
                    <a:pt x="4682" y="6115"/>
                  </a:lnTo>
                  <a:lnTo>
                    <a:pt x="4460" y="6196"/>
                  </a:lnTo>
                  <a:lnTo>
                    <a:pt x="4218" y="6256"/>
                  </a:lnTo>
                  <a:lnTo>
                    <a:pt x="3956" y="6317"/>
                  </a:lnTo>
                  <a:lnTo>
                    <a:pt x="3714" y="6357"/>
                  </a:lnTo>
                  <a:lnTo>
                    <a:pt x="3451" y="6377"/>
                  </a:lnTo>
                  <a:lnTo>
                    <a:pt x="2927" y="6377"/>
                  </a:lnTo>
                  <a:lnTo>
                    <a:pt x="2664" y="6337"/>
                  </a:lnTo>
                  <a:lnTo>
                    <a:pt x="2402" y="6297"/>
                  </a:lnTo>
                  <a:lnTo>
                    <a:pt x="2140" y="6236"/>
                  </a:lnTo>
                  <a:lnTo>
                    <a:pt x="1898" y="6155"/>
                  </a:lnTo>
                  <a:lnTo>
                    <a:pt x="1655" y="6054"/>
                  </a:lnTo>
                  <a:lnTo>
                    <a:pt x="1413" y="5933"/>
                  </a:lnTo>
                  <a:lnTo>
                    <a:pt x="1191" y="5792"/>
                  </a:lnTo>
                  <a:lnTo>
                    <a:pt x="969" y="5631"/>
                  </a:lnTo>
                  <a:lnTo>
                    <a:pt x="767" y="5429"/>
                  </a:lnTo>
                  <a:lnTo>
                    <a:pt x="586" y="5227"/>
                  </a:lnTo>
                  <a:lnTo>
                    <a:pt x="424" y="4985"/>
                  </a:lnTo>
                  <a:lnTo>
                    <a:pt x="303" y="4743"/>
                  </a:lnTo>
                  <a:lnTo>
                    <a:pt x="202" y="4501"/>
                  </a:lnTo>
                  <a:lnTo>
                    <a:pt x="122" y="4258"/>
                  </a:lnTo>
                  <a:lnTo>
                    <a:pt x="81" y="4016"/>
                  </a:lnTo>
                  <a:lnTo>
                    <a:pt x="81" y="3774"/>
                  </a:lnTo>
                  <a:lnTo>
                    <a:pt x="122" y="3532"/>
                  </a:lnTo>
                  <a:lnTo>
                    <a:pt x="182" y="3370"/>
                  </a:lnTo>
                  <a:lnTo>
                    <a:pt x="243" y="3189"/>
                  </a:lnTo>
                  <a:lnTo>
                    <a:pt x="344" y="3048"/>
                  </a:lnTo>
                  <a:lnTo>
                    <a:pt x="445" y="2906"/>
                  </a:lnTo>
                  <a:lnTo>
                    <a:pt x="586" y="2785"/>
                  </a:lnTo>
                  <a:lnTo>
                    <a:pt x="747" y="2664"/>
                  </a:lnTo>
                  <a:lnTo>
                    <a:pt x="909" y="2563"/>
                  </a:lnTo>
                  <a:lnTo>
                    <a:pt x="1111" y="2483"/>
                  </a:lnTo>
                  <a:lnTo>
                    <a:pt x="3310" y="1655"/>
                  </a:lnTo>
                  <a:lnTo>
                    <a:pt x="5530" y="868"/>
                  </a:lnTo>
                  <a:lnTo>
                    <a:pt x="6357" y="606"/>
                  </a:lnTo>
                  <a:lnTo>
                    <a:pt x="7165" y="364"/>
                  </a:lnTo>
                  <a:lnTo>
                    <a:pt x="7568" y="263"/>
                  </a:lnTo>
                  <a:lnTo>
                    <a:pt x="7972" y="182"/>
                  </a:lnTo>
                  <a:lnTo>
                    <a:pt x="8375" y="121"/>
                  </a:lnTo>
                  <a:lnTo>
                    <a:pt x="8779" y="81"/>
                  </a:lnTo>
                  <a:close/>
                  <a:moveTo>
                    <a:pt x="8759" y="0"/>
                  </a:moveTo>
                  <a:lnTo>
                    <a:pt x="8355" y="41"/>
                  </a:lnTo>
                  <a:lnTo>
                    <a:pt x="7952" y="101"/>
                  </a:lnTo>
                  <a:lnTo>
                    <a:pt x="7548" y="182"/>
                  </a:lnTo>
                  <a:lnTo>
                    <a:pt x="7144" y="283"/>
                  </a:lnTo>
                  <a:lnTo>
                    <a:pt x="6337" y="525"/>
                  </a:lnTo>
                  <a:lnTo>
                    <a:pt x="5510" y="787"/>
                  </a:lnTo>
                  <a:lnTo>
                    <a:pt x="3290" y="1574"/>
                  </a:lnTo>
                  <a:lnTo>
                    <a:pt x="1070" y="2402"/>
                  </a:lnTo>
                  <a:lnTo>
                    <a:pt x="868" y="2503"/>
                  </a:lnTo>
                  <a:lnTo>
                    <a:pt x="687" y="2604"/>
                  </a:lnTo>
                  <a:lnTo>
                    <a:pt x="525" y="2725"/>
                  </a:lnTo>
                  <a:lnTo>
                    <a:pt x="384" y="2846"/>
                  </a:lnTo>
                  <a:lnTo>
                    <a:pt x="263" y="3007"/>
                  </a:lnTo>
                  <a:lnTo>
                    <a:pt x="182" y="3169"/>
                  </a:lnTo>
                  <a:lnTo>
                    <a:pt x="102" y="3330"/>
                  </a:lnTo>
                  <a:lnTo>
                    <a:pt x="41" y="3512"/>
                  </a:lnTo>
                  <a:lnTo>
                    <a:pt x="1" y="3754"/>
                  </a:lnTo>
                  <a:lnTo>
                    <a:pt x="1" y="4016"/>
                  </a:lnTo>
                  <a:lnTo>
                    <a:pt x="41" y="4279"/>
                  </a:lnTo>
                  <a:lnTo>
                    <a:pt x="122" y="4521"/>
                  </a:lnTo>
                  <a:lnTo>
                    <a:pt x="223" y="4783"/>
                  </a:lnTo>
                  <a:lnTo>
                    <a:pt x="364" y="5025"/>
                  </a:lnTo>
                  <a:lnTo>
                    <a:pt x="525" y="5267"/>
                  </a:lnTo>
                  <a:lnTo>
                    <a:pt x="707" y="5489"/>
                  </a:lnTo>
                  <a:lnTo>
                    <a:pt x="969" y="5732"/>
                  </a:lnTo>
                  <a:lnTo>
                    <a:pt x="1252" y="5933"/>
                  </a:lnTo>
                  <a:lnTo>
                    <a:pt x="1554" y="6095"/>
                  </a:lnTo>
                  <a:lnTo>
                    <a:pt x="1877" y="6236"/>
                  </a:lnTo>
                  <a:lnTo>
                    <a:pt x="2200" y="6337"/>
                  </a:lnTo>
                  <a:lnTo>
                    <a:pt x="2523" y="6397"/>
                  </a:lnTo>
                  <a:lnTo>
                    <a:pt x="2866" y="6438"/>
                  </a:lnTo>
                  <a:lnTo>
                    <a:pt x="3189" y="6458"/>
                  </a:lnTo>
                  <a:lnTo>
                    <a:pt x="3593" y="6438"/>
                  </a:lnTo>
                  <a:lnTo>
                    <a:pt x="3976" y="6397"/>
                  </a:lnTo>
                  <a:lnTo>
                    <a:pt x="4360" y="6317"/>
                  </a:lnTo>
                  <a:lnTo>
                    <a:pt x="4723" y="6196"/>
                  </a:lnTo>
                  <a:lnTo>
                    <a:pt x="4985" y="6095"/>
                  </a:lnTo>
                  <a:lnTo>
                    <a:pt x="5227" y="5974"/>
                  </a:lnTo>
                  <a:lnTo>
                    <a:pt x="5490" y="5853"/>
                  </a:lnTo>
                  <a:lnTo>
                    <a:pt x="5712" y="5711"/>
                  </a:lnTo>
                  <a:lnTo>
                    <a:pt x="6176" y="5409"/>
                  </a:lnTo>
                  <a:lnTo>
                    <a:pt x="6620" y="5066"/>
                  </a:lnTo>
                  <a:lnTo>
                    <a:pt x="7023" y="4723"/>
                  </a:lnTo>
                  <a:lnTo>
                    <a:pt x="7407" y="4359"/>
                  </a:lnTo>
                  <a:lnTo>
                    <a:pt x="7750" y="3996"/>
                  </a:lnTo>
                  <a:lnTo>
                    <a:pt x="8073" y="3653"/>
                  </a:lnTo>
                  <a:lnTo>
                    <a:pt x="8335" y="3330"/>
                  </a:lnTo>
                  <a:lnTo>
                    <a:pt x="8597" y="3007"/>
                  </a:lnTo>
                  <a:lnTo>
                    <a:pt x="8860" y="2664"/>
                  </a:lnTo>
                  <a:lnTo>
                    <a:pt x="9082" y="2281"/>
                  </a:lnTo>
                  <a:lnTo>
                    <a:pt x="9263" y="1897"/>
                  </a:lnTo>
                  <a:lnTo>
                    <a:pt x="9324" y="1696"/>
                  </a:lnTo>
                  <a:lnTo>
                    <a:pt x="9405" y="1494"/>
                  </a:lnTo>
                  <a:lnTo>
                    <a:pt x="9445" y="1292"/>
                  </a:lnTo>
                  <a:lnTo>
                    <a:pt x="9465" y="1070"/>
                  </a:lnTo>
                  <a:lnTo>
                    <a:pt x="9485" y="868"/>
                  </a:lnTo>
                  <a:lnTo>
                    <a:pt x="9465" y="646"/>
                  </a:lnTo>
                  <a:lnTo>
                    <a:pt x="9445" y="444"/>
                  </a:lnTo>
                  <a:lnTo>
                    <a:pt x="9384" y="283"/>
                  </a:lnTo>
                  <a:lnTo>
                    <a:pt x="9304" y="162"/>
                  </a:lnTo>
                  <a:lnTo>
                    <a:pt x="9183" y="61"/>
                  </a:lnTo>
                  <a:lnTo>
                    <a:pt x="9082" y="21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 flipH="1">
              <a:off x="-2591759" y="-2237207"/>
              <a:ext cx="130935" cy="39045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 flipH="1">
              <a:off x="-3345409" y="-5067803"/>
              <a:ext cx="1707024" cy="174879"/>
            </a:xfrm>
            <a:custGeom>
              <a:rect b="b" l="l" r="r" t="t"/>
              <a:pathLst>
                <a:path extrusionOk="0" h="3128" w="30533">
                  <a:moveTo>
                    <a:pt x="17960" y="0"/>
                  </a:moveTo>
                  <a:lnTo>
                    <a:pt x="16750" y="20"/>
                  </a:lnTo>
                  <a:lnTo>
                    <a:pt x="16326" y="20"/>
                  </a:lnTo>
                  <a:lnTo>
                    <a:pt x="13057" y="61"/>
                  </a:lnTo>
                  <a:lnTo>
                    <a:pt x="11422" y="101"/>
                  </a:lnTo>
                  <a:lnTo>
                    <a:pt x="9767" y="182"/>
                  </a:lnTo>
                  <a:lnTo>
                    <a:pt x="8133" y="262"/>
                  </a:lnTo>
                  <a:lnTo>
                    <a:pt x="6478" y="404"/>
                  </a:lnTo>
                  <a:lnTo>
                    <a:pt x="5671" y="484"/>
                  </a:lnTo>
                  <a:lnTo>
                    <a:pt x="4843" y="585"/>
                  </a:lnTo>
                  <a:lnTo>
                    <a:pt x="4036" y="686"/>
                  </a:lnTo>
                  <a:lnTo>
                    <a:pt x="3209" y="807"/>
                  </a:lnTo>
                  <a:lnTo>
                    <a:pt x="2785" y="868"/>
                  </a:lnTo>
                  <a:lnTo>
                    <a:pt x="2361" y="969"/>
                  </a:lnTo>
                  <a:lnTo>
                    <a:pt x="1917" y="1070"/>
                  </a:lnTo>
                  <a:lnTo>
                    <a:pt x="1494" y="1211"/>
                  </a:lnTo>
                  <a:lnTo>
                    <a:pt x="1090" y="1372"/>
                  </a:lnTo>
                  <a:lnTo>
                    <a:pt x="888" y="1473"/>
                  </a:lnTo>
                  <a:lnTo>
                    <a:pt x="686" y="1574"/>
                  </a:lnTo>
                  <a:lnTo>
                    <a:pt x="505" y="1695"/>
                  </a:lnTo>
                  <a:lnTo>
                    <a:pt x="323" y="1836"/>
                  </a:lnTo>
                  <a:lnTo>
                    <a:pt x="162" y="1978"/>
                  </a:lnTo>
                  <a:lnTo>
                    <a:pt x="0" y="2139"/>
                  </a:lnTo>
                  <a:lnTo>
                    <a:pt x="61" y="2200"/>
                  </a:lnTo>
                  <a:lnTo>
                    <a:pt x="222" y="2038"/>
                  </a:lnTo>
                  <a:lnTo>
                    <a:pt x="384" y="1897"/>
                  </a:lnTo>
                  <a:lnTo>
                    <a:pt x="565" y="1756"/>
                  </a:lnTo>
                  <a:lnTo>
                    <a:pt x="747" y="1655"/>
                  </a:lnTo>
                  <a:lnTo>
                    <a:pt x="929" y="1534"/>
                  </a:lnTo>
                  <a:lnTo>
                    <a:pt x="1130" y="1433"/>
                  </a:lnTo>
                  <a:lnTo>
                    <a:pt x="1534" y="1271"/>
                  </a:lnTo>
                  <a:lnTo>
                    <a:pt x="1958" y="1150"/>
                  </a:lnTo>
                  <a:lnTo>
                    <a:pt x="2382" y="1049"/>
                  </a:lnTo>
                  <a:lnTo>
                    <a:pt x="2805" y="949"/>
                  </a:lnTo>
                  <a:lnTo>
                    <a:pt x="3229" y="888"/>
                  </a:lnTo>
                  <a:lnTo>
                    <a:pt x="4036" y="767"/>
                  </a:lnTo>
                  <a:lnTo>
                    <a:pt x="4864" y="666"/>
                  </a:lnTo>
                  <a:lnTo>
                    <a:pt x="5671" y="565"/>
                  </a:lnTo>
                  <a:lnTo>
                    <a:pt x="6498" y="484"/>
                  </a:lnTo>
                  <a:lnTo>
                    <a:pt x="8133" y="343"/>
                  </a:lnTo>
                  <a:lnTo>
                    <a:pt x="9788" y="262"/>
                  </a:lnTo>
                  <a:lnTo>
                    <a:pt x="11422" y="182"/>
                  </a:lnTo>
                  <a:lnTo>
                    <a:pt x="13057" y="141"/>
                  </a:lnTo>
                  <a:lnTo>
                    <a:pt x="16326" y="101"/>
                  </a:lnTo>
                  <a:lnTo>
                    <a:pt x="16750" y="101"/>
                  </a:lnTo>
                  <a:lnTo>
                    <a:pt x="17960" y="81"/>
                  </a:lnTo>
                  <a:lnTo>
                    <a:pt x="19191" y="81"/>
                  </a:lnTo>
                  <a:lnTo>
                    <a:pt x="20402" y="101"/>
                  </a:lnTo>
                  <a:lnTo>
                    <a:pt x="21613" y="161"/>
                  </a:lnTo>
                  <a:lnTo>
                    <a:pt x="22239" y="202"/>
                  </a:lnTo>
                  <a:lnTo>
                    <a:pt x="22844" y="242"/>
                  </a:lnTo>
                  <a:lnTo>
                    <a:pt x="23449" y="303"/>
                  </a:lnTo>
                  <a:lnTo>
                    <a:pt x="24055" y="383"/>
                  </a:lnTo>
                  <a:lnTo>
                    <a:pt x="24640" y="484"/>
                  </a:lnTo>
                  <a:lnTo>
                    <a:pt x="25245" y="585"/>
                  </a:lnTo>
                  <a:lnTo>
                    <a:pt x="25831" y="727"/>
                  </a:lnTo>
                  <a:lnTo>
                    <a:pt x="26436" y="868"/>
                  </a:lnTo>
                  <a:lnTo>
                    <a:pt x="27102" y="1070"/>
                  </a:lnTo>
                  <a:lnTo>
                    <a:pt x="27707" y="1292"/>
                  </a:lnTo>
                  <a:lnTo>
                    <a:pt x="28293" y="1534"/>
                  </a:lnTo>
                  <a:lnTo>
                    <a:pt x="28817" y="1816"/>
                  </a:lnTo>
                  <a:lnTo>
                    <a:pt x="29281" y="2099"/>
                  </a:lnTo>
                  <a:lnTo>
                    <a:pt x="29725" y="2422"/>
                  </a:lnTo>
                  <a:lnTo>
                    <a:pt x="30109" y="2745"/>
                  </a:lnTo>
                  <a:lnTo>
                    <a:pt x="30290" y="2926"/>
                  </a:lnTo>
                  <a:lnTo>
                    <a:pt x="30472" y="3128"/>
                  </a:lnTo>
                  <a:lnTo>
                    <a:pt x="30533" y="3067"/>
                  </a:lnTo>
                  <a:lnTo>
                    <a:pt x="30351" y="2886"/>
                  </a:lnTo>
                  <a:lnTo>
                    <a:pt x="30169" y="2704"/>
                  </a:lnTo>
                  <a:lnTo>
                    <a:pt x="29786" y="2361"/>
                  </a:lnTo>
                  <a:lnTo>
                    <a:pt x="29342" y="2038"/>
                  </a:lnTo>
                  <a:lnTo>
                    <a:pt x="28858" y="1736"/>
                  </a:lnTo>
                  <a:lnTo>
                    <a:pt x="28333" y="1473"/>
                  </a:lnTo>
                  <a:lnTo>
                    <a:pt x="27748" y="1231"/>
                  </a:lnTo>
                  <a:lnTo>
                    <a:pt x="27122" y="989"/>
                  </a:lnTo>
                  <a:lnTo>
                    <a:pt x="26456" y="787"/>
                  </a:lnTo>
                  <a:lnTo>
                    <a:pt x="25851" y="646"/>
                  </a:lnTo>
                  <a:lnTo>
                    <a:pt x="25266" y="525"/>
                  </a:lnTo>
                  <a:lnTo>
                    <a:pt x="24660" y="404"/>
                  </a:lnTo>
                  <a:lnTo>
                    <a:pt x="24055" y="303"/>
                  </a:lnTo>
                  <a:lnTo>
                    <a:pt x="23449" y="222"/>
                  </a:lnTo>
                  <a:lnTo>
                    <a:pt x="22844" y="161"/>
                  </a:lnTo>
                  <a:lnTo>
                    <a:pt x="22239" y="121"/>
                  </a:lnTo>
                  <a:lnTo>
                    <a:pt x="21633" y="81"/>
                  </a:lnTo>
                  <a:lnTo>
                    <a:pt x="20402" y="20"/>
                  </a:lnTo>
                  <a:lnTo>
                    <a:pt x="19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 flipH="1">
              <a:off x="-3431139" y="-4896338"/>
              <a:ext cx="206522" cy="1040271"/>
            </a:xfrm>
            <a:custGeom>
              <a:rect b="b" l="l" r="r" t="t"/>
              <a:pathLst>
                <a:path extrusionOk="0" h="18607" w="3694">
                  <a:moveTo>
                    <a:pt x="2160" y="0"/>
                  </a:moveTo>
                  <a:lnTo>
                    <a:pt x="2099" y="61"/>
                  </a:lnTo>
                  <a:lnTo>
                    <a:pt x="2281" y="283"/>
                  </a:lnTo>
                  <a:lnTo>
                    <a:pt x="2462" y="545"/>
                  </a:lnTo>
                  <a:lnTo>
                    <a:pt x="2624" y="787"/>
                  </a:lnTo>
                  <a:lnTo>
                    <a:pt x="2765" y="1050"/>
                  </a:lnTo>
                  <a:lnTo>
                    <a:pt x="2886" y="1292"/>
                  </a:lnTo>
                  <a:lnTo>
                    <a:pt x="3007" y="1554"/>
                  </a:lnTo>
                  <a:lnTo>
                    <a:pt x="3209" y="2079"/>
                  </a:lnTo>
                  <a:lnTo>
                    <a:pt x="3350" y="2604"/>
                  </a:lnTo>
                  <a:lnTo>
                    <a:pt x="3471" y="3108"/>
                  </a:lnTo>
                  <a:lnTo>
                    <a:pt x="3532" y="3592"/>
                  </a:lnTo>
                  <a:lnTo>
                    <a:pt x="3572" y="4036"/>
                  </a:lnTo>
                  <a:lnTo>
                    <a:pt x="3613" y="4581"/>
                  </a:lnTo>
                  <a:lnTo>
                    <a:pt x="3613" y="5126"/>
                  </a:lnTo>
                  <a:lnTo>
                    <a:pt x="3592" y="5671"/>
                  </a:lnTo>
                  <a:lnTo>
                    <a:pt x="3552" y="6216"/>
                  </a:lnTo>
                  <a:lnTo>
                    <a:pt x="3431" y="7285"/>
                  </a:lnTo>
                  <a:lnTo>
                    <a:pt x="3290" y="8355"/>
                  </a:lnTo>
                  <a:lnTo>
                    <a:pt x="2684" y="12734"/>
                  </a:lnTo>
                  <a:lnTo>
                    <a:pt x="2604" y="13360"/>
                  </a:lnTo>
                  <a:lnTo>
                    <a:pt x="2503" y="14026"/>
                  </a:lnTo>
                  <a:lnTo>
                    <a:pt x="2361" y="14712"/>
                  </a:lnTo>
                  <a:lnTo>
                    <a:pt x="2281" y="15055"/>
                  </a:lnTo>
                  <a:lnTo>
                    <a:pt x="2180" y="15398"/>
                  </a:lnTo>
                  <a:lnTo>
                    <a:pt x="2059" y="15741"/>
                  </a:lnTo>
                  <a:lnTo>
                    <a:pt x="1938" y="16084"/>
                  </a:lnTo>
                  <a:lnTo>
                    <a:pt x="1796" y="16407"/>
                  </a:lnTo>
                  <a:lnTo>
                    <a:pt x="1635" y="16730"/>
                  </a:lnTo>
                  <a:lnTo>
                    <a:pt x="1453" y="17053"/>
                  </a:lnTo>
                  <a:lnTo>
                    <a:pt x="1252" y="17355"/>
                  </a:lnTo>
                  <a:lnTo>
                    <a:pt x="1030" y="17638"/>
                  </a:lnTo>
                  <a:lnTo>
                    <a:pt x="787" y="17900"/>
                  </a:lnTo>
                  <a:lnTo>
                    <a:pt x="606" y="18082"/>
                  </a:lnTo>
                  <a:lnTo>
                    <a:pt x="404" y="18243"/>
                  </a:lnTo>
                  <a:lnTo>
                    <a:pt x="202" y="18384"/>
                  </a:lnTo>
                  <a:lnTo>
                    <a:pt x="0" y="18526"/>
                  </a:lnTo>
                  <a:lnTo>
                    <a:pt x="41" y="18606"/>
                  </a:lnTo>
                  <a:lnTo>
                    <a:pt x="263" y="18465"/>
                  </a:lnTo>
                  <a:lnTo>
                    <a:pt x="465" y="18304"/>
                  </a:lnTo>
                  <a:lnTo>
                    <a:pt x="666" y="18142"/>
                  </a:lnTo>
                  <a:lnTo>
                    <a:pt x="848" y="17961"/>
                  </a:lnTo>
                  <a:lnTo>
                    <a:pt x="1090" y="17678"/>
                  </a:lnTo>
                  <a:lnTo>
                    <a:pt x="1332" y="17396"/>
                  </a:lnTo>
                  <a:lnTo>
                    <a:pt x="1534" y="17093"/>
                  </a:lnTo>
                  <a:lnTo>
                    <a:pt x="1716" y="16790"/>
                  </a:lnTo>
                  <a:lnTo>
                    <a:pt x="1877" y="16447"/>
                  </a:lnTo>
                  <a:lnTo>
                    <a:pt x="2018" y="16124"/>
                  </a:lnTo>
                  <a:lnTo>
                    <a:pt x="2139" y="15781"/>
                  </a:lnTo>
                  <a:lnTo>
                    <a:pt x="2240" y="15438"/>
                  </a:lnTo>
                  <a:lnTo>
                    <a:pt x="2341" y="15075"/>
                  </a:lnTo>
                  <a:lnTo>
                    <a:pt x="2442" y="14732"/>
                  </a:lnTo>
                  <a:lnTo>
                    <a:pt x="2563" y="14046"/>
                  </a:lnTo>
                  <a:lnTo>
                    <a:pt x="2684" y="13380"/>
                  </a:lnTo>
                  <a:lnTo>
                    <a:pt x="2765" y="12734"/>
                  </a:lnTo>
                  <a:lnTo>
                    <a:pt x="3370" y="8375"/>
                  </a:lnTo>
                  <a:lnTo>
                    <a:pt x="3512" y="7306"/>
                  </a:lnTo>
                  <a:lnTo>
                    <a:pt x="3633" y="6216"/>
                  </a:lnTo>
                  <a:lnTo>
                    <a:pt x="3673" y="5671"/>
                  </a:lnTo>
                  <a:lnTo>
                    <a:pt x="3693" y="5126"/>
                  </a:lnTo>
                  <a:lnTo>
                    <a:pt x="3693" y="4581"/>
                  </a:lnTo>
                  <a:lnTo>
                    <a:pt x="3653" y="4036"/>
                  </a:lnTo>
                  <a:lnTo>
                    <a:pt x="3613" y="3572"/>
                  </a:lnTo>
                  <a:lnTo>
                    <a:pt x="3532" y="3088"/>
                  </a:lnTo>
                  <a:lnTo>
                    <a:pt x="3431" y="2583"/>
                  </a:lnTo>
                  <a:lnTo>
                    <a:pt x="3290" y="2059"/>
                  </a:lnTo>
                  <a:lnTo>
                    <a:pt x="3088" y="1534"/>
                  </a:lnTo>
                  <a:lnTo>
                    <a:pt x="2967" y="1272"/>
                  </a:lnTo>
                  <a:lnTo>
                    <a:pt x="2826" y="1009"/>
                  </a:lnTo>
                  <a:lnTo>
                    <a:pt x="2684" y="747"/>
                  </a:lnTo>
                  <a:lnTo>
                    <a:pt x="2523" y="485"/>
                  </a:lnTo>
                  <a:lnTo>
                    <a:pt x="2341" y="243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 flipH="1">
              <a:off x="-3448112" y="-5027215"/>
              <a:ext cx="1867255" cy="1352794"/>
            </a:xfrm>
            <a:custGeom>
              <a:rect b="b" l="l" r="r" t="t"/>
              <a:pathLst>
                <a:path extrusionOk="0" h="24197" w="33399">
                  <a:moveTo>
                    <a:pt x="13521" y="1"/>
                  </a:moveTo>
                  <a:lnTo>
                    <a:pt x="12391" y="21"/>
                  </a:lnTo>
                  <a:lnTo>
                    <a:pt x="11200" y="61"/>
                  </a:lnTo>
                  <a:lnTo>
                    <a:pt x="10009" y="101"/>
                  </a:lnTo>
                  <a:lnTo>
                    <a:pt x="8012" y="223"/>
                  </a:lnTo>
                  <a:lnTo>
                    <a:pt x="5832" y="364"/>
                  </a:lnTo>
                  <a:lnTo>
                    <a:pt x="5287" y="404"/>
                  </a:lnTo>
                  <a:lnTo>
                    <a:pt x="4702" y="424"/>
                  </a:lnTo>
                  <a:lnTo>
                    <a:pt x="3996" y="445"/>
                  </a:lnTo>
                  <a:lnTo>
                    <a:pt x="3289" y="485"/>
                  </a:lnTo>
                  <a:lnTo>
                    <a:pt x="2926" y="525"/>
                  </a:lnTo>
                  <a:lnTo>
                    <a:pt x="2603" y="586"/>
                  </a:lnTo>
                  <a:lnTo>
                    <a:pt x="2260" y="646"/>
                  </a:lnTo>
                  <a:lnTo>
                    <a:pt x="1958" y="747"/>
                  </a:lnTo>
                  <a:lnTo>
                    <a:pt x="1796" y="808"/>
                  </a:lnTo>
                  <a:lnTo>
                    <a:pt x="1655" y="868"/>
                  </a:lnTo>
                  <a:lnTo>
                    <a:pt x="1514" y="949"/>
                  </a:lnTo>
                  <a:lnTo>
                    <a:pt x="1372" y="1050"/>
                  </a:lnTo>
                  <a:lnTo>
                    <a:pt x="1251" y="1151"/>
                  </a:lnTo>
                  <a:lnTo>
                    <a:pt x="1130" y="1272"/>
                  </a:lnTo>
                  <a:lnTo>
                    <a:pt x="1009" y="1413"/>
                  </a:lnTo>
                  <a:lnTo>
                    <a:pt x="888" y="1554"/>
                  </a:lnTo>
                  <a:lnTo>
                    <a:pt x="686" y="1877"/>
                  </a:lnTo>
                  <a:lnTo>
                    <a:pt x="505" y="2241"/>
                  </a:lnTo>
                  <a:lnTo>
                    <a:pt x="343" y="2664"/>
                  </a:lnTo>
                  <a:lnTo>
                    <a:pt x="222" y="3128"/>
                  </a:lnTo>
                  <a:lnTo>
                    <a:pt x="141" y="3532"/>
                  </a:lnTo>
                  <a:lnTo>
                    <a:pt x="81" y="3956"/>
                  </a:lnTo>
                  <a:lnTo>
                    <a:pt x="40" y="4380"/>
                  </a:lnTo>
                  <a:lnTo>
                    <a:pt x="0" y="4783"/>
                  </a:lnTo>
                  <a:lnTo>
                    <a:pt x="0" y="5187"/>
                  </a:lnTo>
                  <a:lnTo>
                    <a:pt x="20" y="5550"/>
                  </a:lnTo>
                  <a:lnTo>
                    <a:pt x="40" y="5893"/>
                  </a:lnTo>
                  <a:lnTo>
                    <a:pt x="61" y="6216"/>
                  </a:lnTo>
                  <a:lnTo>
                    <a:pt x="121" y="6680"/>
                  </a:lnTo>
                  <a:lnTo>
                    <a:pt x="222" y="7144"/>
                  </a:lnTo>
                  <a:lnTo>
                    <a:pt x="323" y="7608"/>
                  </a:lnTo>
                  <a:lnTo>
                    <a:pt x="424" y="8052"/>
                  </a:lnTo>
                  <a:lnTo>
                    <a:pt x="686" y="8960"/>
                  </a:lnTo>
                  <a:lnTo>
                    <a:pt x="969" y="9848"/>
                  </a:lnTo>
                  <a:lnTo>
                    <a:pt x="1191" y="10595"/>
                  </a:lnTo>
                  <a:lnTo>
                    <a:pt x="1413" y="11362"/>
                  </a:lnTo>
                  <a:lnTo>
                    <a:pt x="1635" y="12230"/>
                  </a:lnTo>
                  <a:lnTo>
                    <a:pt x="1836" y="13118"/>
                  </a:lnTo>
                  <a:lnTo>
                    <a:pt x="1998" y="14026"/>
                  </a:lnTo>
                  <a:lnTo>
                    <a:pt x="2119" y="14914"/>
                  </a:lnTo>
                  <a:lnTo>
                    <a:pt x="2220" y="15822"/>
                  </a:lnTo>
                  <a:lnTo>
                    <a:pt x="2280" y="16730"/>
                  </a:lnTo>
                  <a:lnTo>
                    <a:pt x="2321" y="17638"/>
                  </a:lnTo>
                  <a:lnTo>
                    <a:pt x="2321" y="18546"/>
                  </a:lnTo>
                  <a:lnTo>
                    <a:pt x="2280" y="19656"/>
                  </a:lnTo>
                  <a:lnTo>
                    <a:pt x="2260" y="20403"/>
                  </a:lnTo>
                  <a:lnTo>
                    <a:pt x="2240" y="21169"/>
                  </a:lnTo>
                  <a:lnTo>
                    <a:pt x="2260" y="21936"/>
                  </a:lnTo>
                  <a:lnTo>
                    <a:pt x="2301" y="22320"/>
                  </a:lnTo>
                  <a:lnTo>
                    <a:pt x="2341" y="22703"/>
                  </a:lnTo>
                  <a:lnTo>
                    <a:pt x="2381" y="23046"/>
                  </a:lnTo>
                  <a:lnTo>
                    <a:pt x="2442" y="23248"/>
                  </a:lnTo>
                  <a:lnTo>
                    <a:pt x="2502" y="23430"/>
                  </a:lnTo>
                  <a:lnTo>
                    <a:pt x="2583" y="23611"/>
                  </a:lnTo>
                  <a:lnTo>
                    <a:pt x="2684" y="23773"/>
                  </a:lnTo>
                  <a:lnTo>
                    <a:pt x="2825" y="23914"/>
                  </a:lnTo>
                  <a:lnTo>
                    <a:pt x="2987" y="24055"/>
                  </a:lnTo>
                  <a:lnTo>
                    <a:pt x="3128" y="24116"/>
                  </a:lnTo>
                  <a:lnTo>
                    <a:pt x="3249" y="24156"/>
                  </a:lnTo>
                  <a:lnTo>
                    <a:pt x="3390" y="24196"/>
                  </a:lnTo>
                  <a:lnTo>
                    <a:pt x="3532" y="24196"/>
                  </a:lnTo>
                  <a:lnTo>
                    <a:pt x="3733" y="24176"/>
                  </a:lnTo>
                  <a:lnTo>
                    <a:pt x="3955" y="24136"/>
                  </a:lnTo>
                  <a:lnTo>
                    <a:pt x="4177" y="24055"/>
                  </a:lnTo>
                  <a:lnTo>
                    <a:pt x="4379" y="23934"/>
                  </a:lnTo>
                  <a:lnTo>
                    <a:pt x="4601" y="23813"/>
                  </a:lnTo>
                  <a:lnTo>
                    <a:pt x="4823" y="23652"/>
                  </a:lnTo>
                  <a:lnTo>
                    <a:pt x="5247" y="23329"/>
                  </a:lnTo>
                  <a:lnTo>
                    <a:pt x="5630" y="23026"/>
                  </a:lnTo>
                  <a:lnTo>
                    <a:pt x="6014" y="22743"/>
                  </a:lnTo>
                  <a:lnTo>
                    <a:pt x="6417" y="22481"/>
                  </a:lnTo>
                  <a:lnTo>
                    <a:pt x="6821" y="22239"/>
                  </a:lnTo>
                  <a:lnTo>
                    <a:pt x="7245" y="21997"/>
                  </a:lnTo>
                  <a:lnTo>
                    <a:pt x="7689" y="21775"/>
                  </a:lnTo>
                  <a:lnTo>
                    <a:pt x="8133" y="21553"/>
                  </a:lnTo>
                  <a:lnTo>
                    <a:pt x="8577" y="21371"/>
                  </a:lnTo>
                  <a:lnTo>
                    <a:pt x="9041" y="21169"/>
                  </a:lnTo>
                  <a:lnTo>
                    <a:pt x="9525" y="21008"/>
                  </a:lnTo>
                  <a:lnTo>
                    <a:pt x="10009" y="20867"/>
                  </a:lnTo>
                  <a:lnTo>
                    <a:pt x="10494" y="20725"/>
                  </a:lnTo>
                  <a:lnTo>
                    <a:pt x="10998" y="20604"/>
                  </a:lnTo>
                  <a:lnTo>
                    <a:pt x="11503" y="20483"/>
                  </a:lnTo>
                  <a:lnTo>
                    <a:pt x="12027" y="20403"/>
                  </a:lnTo>
                  <a:lnTo>
                    <a:pt x="12552" y="20322"/>
                  </a:lnTo>
                  <a:lnTo>
                    <a:pt x="13460" y="20221"/>
                  </a:lnTo>
                  <a:lnTo>
                    <a:pt x="14409" y="20160"/>
                  </a:lnTo>
                  <a:lnTo>
                    <a:pt x="15377" y="20160"/>
                  </a:lnTo>
                  <a:lnTo>
                    <a:pt x="16366" y="20201"/>
                  </a:lnTo>
                  <a:lnTo>
                    <a:pt x="17355" y="20302"/>
                  </a:lnTo>
                  <a:lnTo>
                    <a:pt x="18384" y="20423"/>
                  </a:lnTo>
                  <a:lnTo>
                    <a:pt x="19433" y="20604"/>
                  </a:lnTo>
                  <a:lnTo>
                    <a:pt x="20503" y="20826"/>
                  </a:lnTo>
                  <a:lnTo>
                    <a:pt x="21714" y="21129"/>
                  </a:lnTo>
                  <a:lnTo>
                    <a:pt x="22642" y="21351"/>
                  </a:lnTo>
                  <a:lnTo>
                    <a:pt x="23591" y="21553"/>
                  </a:lnTo>
                  <a:lnTo>
                    <a:pt x="24055" y="21654"/>
                  </a:lnTo>
                  <a:lnTo>
                    <a:pt x="24539" y="21714"/>
                  </a:lnTo>
                  <a:lnTo>
                    <a:pt x="25023" y="21775"/>
                  </a:lnTo>
                  <a:lnTo>
                    <a:pt x="25508" y="21815"/>
                  </a:lnTo>
                  <a:lnTo>
                    <a:pt x="26053" y="21835"/>
                  </a:lnTo>
                  <a:lnTo>
                    <a:pt x="26597" y="21815"/>
                  </a:lnTo>
                  <a:lnTo>
                    <a:pt x="27122" y="21755"/>
                  </a:lnTo>
                  <a:lnTo>
                    <a:pt x="27647" y="21654"/>
                  </a:lnTo>
                  <a:lnTo>
                    <a:pt x="28131" y="21533"/>
                  </a:lnTo>
                  <a:lnTo>
                    <a:pt x="28595" y="21371"/>
                  </a:lnTo>
                  <a:lnTo>
                    <a:pt x="29039" y="21169"/>
                  </a:lnTo>
                  <a:lnTo>
                    <a:pt x="29443" y="20947"/>
                  </a:lnTo>
                  <a:lnTo>
                    <a:pt x="29402" y="20867"/>
                  </a:lnTo>
                  <a:lnTo>
                    <a:pt x="28999" y="21089"/>
                  </a:lnTo>
                  <a:lnTo>
                    <a:pt x="28555" y="21291"/>
                  </a:lnTo>
                  <a:lnTo>
                    <a:pt x="28111" y="21452"/>
                  </a:lnTo>
                  <a:lnTo>
                    <a:pt x="27627" y="21573"/>
                  </a:lnTo>
                  <a:lnTo>
                    <a:pt x="27122" y="21674"/>
                  </a:lnTo>
                  <a:lnTo>
                    <a:pt x="26597" y="21734"/>
                  </a:lnTo>
                  <a:lnTo>
                    <a:pt x="26053" y="21755"/>
                  </a:lnTo>
                  <a:lnTo>
                    <a:pt x="25508" y="21734"/>
                  </a:lnTo>
                  <a:lnTo>
                    <a:pt x="25023" y="21694"/>
                  </a:lnTo>
                  <a:lnTo>
                    <a:pt x="24539" y="21634"/>
                  </a:lnTo>
                  <a:lnTo>
                    <a:pt x="24075" y="21573"/>
                  </a:lnTo>
                  <a:lnTo>
                    <a:pt x="23591" y="21472"/>
                  </a:lnTo>
                  <a:lnTo>
                    <a:pt x="22662" y="21270"/>
                  </a:lnTo>
                  <a:lnTo>
                    <a:pt x="21734" y="21048"/>
                  </a:lnTo>
                  <a:lnTo>
                    <a:pt x="20503" y="20746"/>
                  </a:lnTo>
                  <a:lnTo>
                    <a:pt x="19454" y="20524"/>
                  </a:lnTo>
                  <a:lnTo>
                    <a:pt x="18404" y="20342"/>
                  </a:lnTo>
                  <a:lnTo>
                    <a:pt x="17375" y="20221"/>
                  </a:lnTo>
                  <a:lnTo>
                    <a:pt x="16366" y="20120"/>
                  </a:lnTo>
                  <a:lnTo>
                    <a:pt x="15377" y="20080"/>
                  </a:lnTo>
                  <a:lnTo>
                    <a:pt x="14409" y="20080"/>
                  </a:lnTo>
                  <a:lnTo>
                    <a:pt x="13460" y="20140"/>
                  </a:lnTo>
                  <a:lnTo>
                    <a:pt x="12532" y="20241"/>
                  </a:lnTo>
                  <a:lnTo>
                    <a:pt x="12007" y="20322"/>
                  </a:lnTo>
                  <a:lnTo>
                    <a:pt x="11503" y="20403"/>
                  </a:lnTo>
                  <a:lnTo>
                    <a:pt x="10978" y="20524"/>
                  </a:lnTo>
                  <a:lnTo>
                    <a:pt x="10474" y="20645"/>
                  </a:lnTo>
                  <a:lnTo>
                    <a:pt x="9989" y="20786"/>
                  </a:lnTo>
                  <a:lnTo>
                    <a:pt x="9505" y="20927"/>
                  </a:lnTo>
                  <a:lnTo>
                    <a:pt x="9021" y="21109"/>
                  </a:lnTo>
                  <a:lnTo>
                    <a:pt x="8556" y="21291"/>
                  </a:lnTo>
                  <a:lnTo>
                    <a:pt x="8092" y="21492"/>
                  </a:lnTo>
                  <a:lnTo>
                    <a:pt x="7648" y="21694"/>
                  </a:lnTo>
                  <a:lnTo>
                    <a:pt x="7204" y="21916"/>
                  </a:lnTo>
                  <a:lnTo>
                    <a:pt x="6781" y="22158"/>
                  </a:lnTo>
                  <a:lnTo>
                    <a:pt x="6377" y="22421"/>
                  </a:lnTo>
                  <a:lnTo>
                    <a:pt x="5973" y="22683"/>
                  </a:lnTo>
                  <a:lnTo>
                    <a:pt x="5590" y="22965"/>
                  </a:lnTo>
                  <a:lnTo>
                    <a:pt x="5207" y="23268"/>
                  </a:lnTo>
                  <a:lnTo>
                    <a:pt x="4924" y="23490"/>
                  </a:lnTo>
                  <a:lnTo>
                    <a:pt x="4641" y="23692"/>
                  </a:lnTo>
                  <a:lnTo>
                    <a:pt x="4359" y="23853"/>
                  </a:lnTo>
                  <a:lnTo>
                    <a:pt x="4076" y="23995"/>
                  </a:lnTo>
                  <a:lnTo>
                    <a:pt x="3935" y="24055"/>
                  </a:lnTo>
                  <a:lnTo>
                    <a:pt x="3814" y="24096"/>
                  </a:lnTo>
                  <a:lnTo>
                    <a:pt x="3673" y="24116"/>
                  </a:lnTo>
                  <a:lnTo>
                    <a:pt x="3411" y="24116"/>
                  </a:lnTo>
                  <a:lnTo>
                    <a:pt x="3269" y="24096"/>
                  </a:lnTo>
                  <a:lnTo>
                    <a:pt x="3148" y="24035"/>
                  </a:lnTo>
                  <a:lnTo>
                    <a:pt x="3027" y="23974"/>
                  </a:lnTo>
                  <a:lnTo>
                    <a:pt x="2886" y="23853"/>
                  </a:lnTo>
                  <a:lnTo>
                    <a:pt x="2745" y="23712"/>
                  </a:lnTo>
                  <a:lnTo>
                    <a:pt x="2644" y="23551"/>
                  </a:lnTo>
                  <a:lnTo>
                    <a:pt x="2583" y="23389"/>
                  </a:lnTo>
                  <a:lnTo>
                    <a:pt x="2523" y="23208"/>
                  </a:lnTo>
                  <a:lnTo>
                    <a:pt x="2462" y="23026"/>
                  </a:lnTo>
                  <a:lnTo>
                    <a:pt x="2422" y="22683"/>
                  </a:lnTo>
                  <a:lnTo>
                    <a:pt x="2381" y="22300"/>
                  </a:lnTo>
                  <a:lnTo>
                    <a:pt x="2341" y="21936"/>
                  </a:lnTo>
                  <a:lnTo>
                    <a:pt x="2321" y="21169"/>
                  </a:lnTo>
                  <a:lnTo>
                    <a:pt x="2341" y="20403"/>
                  </a:lnTo>
                  <a:lnTo>
                    <a:pt x="2361" y="19656"/>
                  </a:lnTo>
                  <a:lnTo>
                    <a:pt x="2402" y="18546"/>
                  </a:lnTo>
                  <a:lnTo>
                    <a:pt x="2402" y="17638"/>
                  </a:lnTo>
                  <a:lnTo>
                    <a:pt x="2361" y="16710"/>
                  </a:lnTo>
                  <a:lnTo>
                    <a:pt x="2301" y="15802"/>
                  </a:lnTo>
                  <a:lnTo>
                    <a:pt x="2200" y="14914"/>
                  </a:lnTo>
                  <a:lnTo>
                    <a:pt x="2079" y="14006"/>
                  </a:lnTo>
                  <a:lnTo>
                    <a:pt x="1917" y="13118"/>
                  </a:lnTo>
                  <a:lnTo>
                    <a:pt x="1715" y="12230"/>
                  </a:lnTo>
                  <a:lnTo>
                    <a:pt x="1493" y="11342"/>
                  </a:lnTo>
                  <a:lnTo>
                    <a:pt x="1271" y="10575"/>
                  </a:lnTo>
                  <a:lnTo>
                    <a:pt x="1029" y="9828"/>
                  </a:lnTo>
                  <a:lnTo>
                    <a:pt x="767" y="8940"/>
                  </a:lnTo>
                  <a:lnTo>
                    <a:pt x="505" y="8032"/>
                  </a:lnTo>
                  <a:lnTo>
                    <a:pt x="404" y="7588"/>
                  </a:lnTo>
                  <a:lnTo>
                    <a:pt x="303" y="7124"/>
                  </a:lnTo>
                  <a:lnTo>
                    <a:pt x="202" y="6660"/>
                  </a:lnTo>
                  <a:lnTo>
                    <a:pt x="141" y="6196"/>
                  </a:lnTo>
                  <a:lnTo>
                    <a:pt x="101" y="5853"/>
                  </a:lnTo>
                  <a:lnTo>
                    <a:pt x="81" y="5469"/>
                  </a:lnTo>
                  <a:lnTo>
                    <a:pt x="81" y="5086"/>
                  </a:lnTo>
                  <a:lnTo>
                    <a:pt x="101" y="4682"/>
                  </a:lnTo>
                  <a:lnTo>
                    <a:pt x="121" y="4279"/>
                  </a:lnTo>
                  <a:lnTo>
                    <a:pt x="162" y="3855"/>
                  </a:lnTo>
                  <a:lnTo>
                    <a:pt x="242" y="3451"/>
                  </a:lnTo>
                  <a:lnTo>
                    <a:pt x="323" y="3048"/>
                  </a:lnTo>
                  <a:lnTo>
                    <a:pt x="424" y="2664"/>
                  </a:lnTo>
                  <a:lnTo>
                    <a:pt x="565" y="2301"/>
                  </a:lnTo>
                  <a:lnTo>
                    <a:pt x="727" y="1958"/>
                  </a:lnTo>
                  <a:lnTo>
                    <a:pt x="928" y="1655"/>
                  </a:lnTo>
                  <a:lnTo>
                    <a:pt x="1130" y="1373"/>
                  </a:lnTo>
                  <a:lnTo>
                    <a:pt x="1251" y="1252"/>
                  </a:lnTo>
                  <a:lnTo>
                    <a:pt x="1393" y="1151"/>
                  </a:lnTo>
                  <a:lnTo>
                    <a:pt x="1514" y="1050"/>
                  </a:lnTo>
                  <a:lnTo>
                    <a:pt x="1655" y="949"/>
                  </a:lnTo>
                  <a:lnTo>
                    <a:pt x="1816" y="888"/>
                  </a:lnTo>
                  <a:lnTo>
                    <a:pt x="1978" y="828"/>
                  </a:lnTo>
                  <a:lnTo>
                    <a:pt x="2280" y="727"/>
                  </a:lnTo>
                  <a:lnTo>
                    <a:pt x="2603" y="666"/>
                  </a:lnTo>
                  <a:lnTo>
                    <a:pt x="2946" y="606"/>
                  </a:lnTo>
                  <a:lnTo>
                    <a:pt x="3289" y="566"/>
                  </a:lnTo>
                  <a:lnTo>
                    <a:pt x="3996" y="525"/>
                  </a:lnTo>
                  <a:lnTo>
                    <a:pt x="4702" y="505"/>
                  </a:lnTo>
                  <a:lnTo>
                    <a:pt x="5287" y="485"/>
                  </a:lnTo>
                  <a:lnTo>
                    <a:pt x="5852" y="445"/>
                  </a:lnTo>
                  <a:lnTo>
                    <a:pt x="8012" y="303"/>
                  </a:lnTo>
                  <a:lnTo>
                    <a:pt x="10009" y="182"/>
                  </a:lnTo>
                  <a:lnTo>
                    <a:pt x="11200" y="142"/>
                  </a:lnTo>
                  <a:lnTo>
                    <a:pt x="12391" y="101"/>
                  </a:lnTo>
                  <a:lnTo>
                    <a:pt x="13521" y="81"/>
                  </a:lnTo>
                  <a:lnTo>
                    <a:pt x="14651" y="81"/>
                  </a:lnTo>
                  <a:lnTo>
                    <a:pt x="15741" y="101"/>
                  </a:lnTo>
                  <a:lnTo>
                    <a:pt x="16790" y="122"/>
                  </a:lnTo>
                  <a:lnTo>
                    <a:pt x="17839" y="182"/>
                  </a:lnTo>
                  <a:lnTo>
                    <a:pt x="18868" y="243"/>
                  </a:lnTo>
                  <a:lnTo>
                    <a:pt x="19857" y="323"/>
                  </a:lnTo>
                  <a:lnTo>
                    <a:pt x="20826" y="404"/>
                  </a:lnTo>
                  <a:lnTo>
                    <a:pt x="21795" y="525"/>
                  </a:lnTo>
                  <a:lnTo>
                    <a:pt x="22723" y="666"/>
                  </a:lnTo>
                  <a:lnTo>
                    <a:pt x="23651" y="808"/>
                  </a:lnTo>
                  <a:lnTo>
                    <a:pt x="24559" y="969"/>
                  </a:lnTo>
                  <a:lnTo>
                    <a:pt x="25447" y="1151"/>
                  </a:lnTo>
                  <a:lnTo>
                    <a:pt x="26335" y="1353"/>
                  </a:lnTo>
                  <a:lnTo>
                    <a:pt x="27082" y="1534"/>
                  </a:lnTo>
                  <a:lnTo>
                    <a:pt x="27828" y="1756"/>
                  </a:lnTo>
                  <a:lnTo>
                    <a:pt x="28575" y="2019"/>
                  </a:lnTo>
                  <a:lnTo>
                    <a:pt x="28958" y="2160"/>
                  </a:lnTo>
                  <a:lnTo>
                    <a:pt x="29322" y="2321"/>
                  </a:lnTo>
                  <a:lnTo>
                    <a:pt x="29665" y="2503"/>
                  </a:lnTo>
                  <a:lnTo>
                    <a:pt x="30028" y="2684"/>
                  </a:lnTo>
                  <a:lnTo>
                    <a:pt x="30371" y="2886"/>
                  </a:lnTo>
                  <a:lnTo>
                    <a:pt x="30694" y="3108"/>
                  </a:lnTo>
                  <a:lnTo>
                    <a:pt x="30997" y="3350"/>
                  </a:lnTo>
                  <a:lnTo>
                    <a:pt x="31299" y="3613"/>
                  </a:lnTo>
                  <a:lnTo>
                    <a:pt x="31582" y="3895"/>
                  </a:lnTo>
                  <a:lnTo>
                    <a:pt x="31844" y="4198"/>
                  </a:lnTo>
                  <a:lnTo>
                    <a:pt x="32086" y="4521"/>
                  </a:lnTo>
                  <a:lnTo>
                    <a:pt x="32288" y="4844"/>
                  </a:lnTo>
                  <a:lnTo>
                    <a:pt x="32470" y="5167"/>
                  </a:lnTo>
                  <a:lnTo>
                    <a:pt x="32631" y="5490"/>
                  </a:lnTo>
                  <a:lnTo>
                    <a:pt x="32772" y="5833"/>
                  </a:lnTo>
                  <a:lnTo>
                    <a:pt x="32894" y="6176"/>
                  </a:lnTo>
                  <a:lnTo>
                    <a:pt x="33015" y="6519"/>
                  </a:lnTo>
                  <a:lnTo>
                    <a:pt x="33095" y="6862"/>
                  </a:lnTo>
                  <a:lnTo>
                    <a:pt x="33156" y="7205"/>
                  </a:lnTo>
                  <a:lnTo>
                    <a:pt x="33216" y="7548"/>
                  </a:lnTo>
                  <a:lnTo>
                    <a:pt x="33277" y="8214"/>
                  </a:lnTo>
                  <a:lnTo>
                    <a:pt x="33317" y="8860"/>
                  </a:lnTo>
                  <a:lnTo>
                    <a:pt x="33297" y="9445"/>
                  </a:lnTo>
                  <a:lnTo>
                    <a:pt x="33277" y="9949"/>
                  </a:lnTo>
                  <a:lnTo>
                    <a:pt x="33216" y="10454"/>
                  </a:lnTo>
                  <a:lnTo>
                    <a:pt x="33156" y="10938"/>
                  </a:lnTo>
                  <a:lnTo>
                    <a:pt x="33095" y="11443"/>
                  </a:lnTo>
                  <a:lnTo>
                    <a:pt x="32914" y="12431"/>
                  </a:lnTo>
                  <a:lnTo>
                    <a:pt x="32732" y="13420"/>
                  </a:lnTo>
                  <a:lnTo>
                    <a:pt x="32450" y="14954"/>
                  </a:lnTo>
                  <a:lnTo>
                    <a:pt x="32288" y="15923"/>
                  </a:lnTo>
                  <a:lnTo>
                    <a:pt x="32167" y="16710"/>
                  </a:lnTo>
                  <a:lnTo>
                    <a:pt x="32026" y="17497"/>
                  </a:lnTo>
                  <a:lnTo>
                    <a:pt x="31844" y="18284"/>
                  </a:lnTo>
                  <a:lnTo>
                    <a:pt x="31743" y="18667"/>
                  </a:lnTo>
                  <a:lnTo>
                    <a:pt x="31622" y="19051"/>
                  </a:lnTo>
                  <a:lnTo>
                    <a:pt x="31481" y="19454"/>
                  </a:lnTo>
                  <a:lnTo>
                    <a:pt x="31319" y="19898"/>
                  </a:lnTo>
                  <a:lnTo>
                    <a:pt x="31098" y="20342"/>
                  </a:lnTo>
                  <a:lnTo>
                    <a:pt x="30835" y="20806"/>
                  </a:lnTo>
                  <a:lnTo>
                    <a:pt x="30553" y="21250"/>
                  </a:lnTo>
                  <a:lnTo>
                    <a:pt x="30371" y="21472"/>
                  </a:lnTo>
                  <a:lnTo>
                    <a:pt x="30210" y="21674"/>
                  </a:lnTo>
                  <a:lnTo>
                    <a:pt x="30008" y="21876"/>
                  </a:lnTo>
                  <a:lnTo>
                    <a:pt x="29806" y="22078"/>
                  </a:lnTo>
                  <a:lnTo>
                    <a:pt x="29584" y="22259"/>
                  </a:lnTo>
                  <a:lnTo>
                    <a:pt x="29362" y="22441"/>
                  </a:lnTo>
                  <a:lnTo>
                    <a:pt x="29402" y="22501"/>
                  </a:lnTo>
                  <a:lnTo>
                    <a:pt x="29766" y="22219"/>
                  </a:lnTo>
                  <a:lnTo>
                    <a:pt x="30129" y="21876"/>
                  </a:lnTo>
                  <a:lnTo>
                    <a:pt x="30452" y="21513"/>
                  </a:lnTo>
                  <a:lnTo>
                    <a:pt x="30754" y="21089"/>
                  </a:lnTo>
                  <a:lnTo>
                    <a:pt x="31037" y="20645"/>
                  </a:lnTo>
                  <a:lnTo>
                    <a:pt x="31279" y="20160"/>
                  </a:lnTo>
                  <a:lnTo>
                    <a:pt x="31501" y="19636"/>
                  </a:lnTo>
                  <a:lnTo>
                    <a:pt x="31703" y="19071"/>
                  </a:lnTo>
                  <a:lnTo>
                    <a:pt x="31824" y="18687"/>
                  </a:lnTo>
                  <a:lnTo>
                    <a:pt x="31925" y="18304"/>
                  </a:lnTo>
                  <a:lnTo>
                    <a:pt x="32086" y="17517"/>
                  </a:lnTo>
                  <a:lnTo>
                    <a:pt x="32248" y="16730"/>
                  </a:lnTo>
                  <a:lnTo>
                    <a:pt x="32369" y="15943"/>
                  </a:lnTo>
                  <a:lnTo>
                    <a:pt x="32530" y="14954"/>
                  </a:lnTo>
                  <a:lnTo>
                    <a:pt x="32813" y="13440"/>
                  </a:lnTo>
                  <a:lnTo>
                    <a:pt x="32994" y="12452"/>
                  </a:lnTo>
                  <a:lnTo>
                    <a:pt x="33176" y="11463"/>
                  </a:lnTo>
                  <a:lnTo>
                    <a:pt x="33237" y="10958"/>
                  </a:lnTo>
                  <a:lnTo>
                    <a:pt x="33297" y="10454"/>
                  </a:lnTo>
                  <a:lnTo>
                    <a:pt x="33358" y="9949"/>
                  </a:lnTo>
                  <a:lnTo>
                    <a:pt x="33378" y="9445"/>
                  </a:lnTo>
                  <a:lnTo>
                    <a:pt x="33398" y="8860"/>
                  </a:lnTo>
                  <a:lnTo>
                    <a:pt x="33358" y="8214"/>
                  </a:lnTo>
                  <a:lnTo>
                    <a:pt x="33337" y="7871"/>
                  </a:lnTo>
                  <a:lnTo>
                    <a:pt x="33297" y="7548"/>
                  </a:lnTo>
                  <a:lnTo>
                    <a:pt x="33237" y="7205"/>
                  </a:lnTo>
                  <a:lnTo>
                    <a:pt x="33176" y="6842"/>
                  </a:lnTo>
                  <a:lnTo>
                    <a:pt x="33075" y="6499"/>
                  </a:lnTo>
                  <a:lnTo>
                    <a:pt x="32974" y="6155"/>
                  </a:lnTo>
                  <a:lnTo>
                    <a:pt x="32853" y="5812"/>
                  </a:lnTo>
                  <a:lnTo>
                    <a:pt x="32712" y="5469"/>
                  </a:lnTo>
                  <a:lnTo>
                    <a:pt x="32550" y="5126"/>
                  </a:lnTo>
                  <a:lnTo>
                    <a:pt x="32369" y="4783"/>
                  </a:lnTo>
                  <a:lnTo>
                    <a:pt x="32147" y="4460"/>
                  </a:lnTo>
                  <a:lnTo>
                    <a:pt x="31925" y="4158"/>
                  </a:lnTo>
                  <a:lnTo>
                    <a:pt x="31642" y="3855"/>
                  </a:lnTo>
                  <a:lnTo>
                    <a:pt x="31360" y="3552"/>
                  </a:lnTo>
                  <a:lnTo>
                    <a:pt x="31057" y="3290"/>
                  </a:lnTo>
                  <a:lnTo>
                    <a:pt x="30734" y="3048"/>
                  </a:lnTo>
                  <a:lnTo>
                    <a:pt x="30411" y="2826"/>
                  </a:lnTo>
                  <a:lnTo>
                    <a:pt x="30068" y="2624"/>
                  </a:lnTo>
                  <a:lnTo>
                    <a:pt x="29725" y="2422"/>
                  </a:lnTo>
                  <a:lnTo>
                    <a:pt x="29362" y="2241"/>
                  </a:lnTo>
                  <a:lnTo>
                    <a:pt x="28979" y="2079"/>
                  </a:lnTo>
                  <a:lnTo>
                    <a:pt x="28615" y="1938"/>
                  </a:lnTo>
                  <a:lnTo>
                    <a:pt x="27849" y="1675"/>
                  </a:lnTo>
                  <a:lnTo>
                    <a:pt x="27102" y="1454"/>
                  </a:lnTo>
                  <a:lnTo>
                    <a:pt x="26355" y="1272"/>
                  </a:lnTo>
                  <a:lnTo>
                    <a:pt x="25467" y="1070"/>
                  </a:lnTo>
                  <a:lnTo>
                    <a:pt x="24579" y="888"/>
                  </a:lnTo>
                  <a:lnTo>
                    <a:pt x="23671" y="727"/>
                  </a:lnTo>
                  <a:lnTo>
                    <a:pt x="22743" y="586"/>
                  </a:lnTo>
                  <a:lnTo>
                    <a:pt x="21795" y="445"/>
                  </a:lnTo>
                  <a:lnTo>
                    <a:pt x="20846" y="344"/>
                  </a:lnTo>
                  <a:lnTo>
                    <a:pt x="19857" y="243"/>
                  </a:lnTo>
                  <a:lnTo>
                    <a:pt x="18868" y="162"/>
                  </a:lnTo>
                  <a:lnTo>
                    <a:pt x="17839" y="101"/>
                  </a:lnTo>
                  <a:lnTo>
                    <a:pt x="16810" y="41"/>
                  </a:lnTo>
                  <a:lnTo>
                    <a:pt x="15741" y="21"/>
                  </a:lnTo>
                  <a:lnTo>
                    <a:pt x="14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 flipH="1">
              <a:off x="-3224708" y="-4984335"/>
              <a:ext cx="1754433" cy="1582965"/>
            </a:xfrm>
            <a:custGeom>
              <a:rect b="b" l="l" r="r" t="t"/>
              <a:pathLst>
                <a:path extrusionOk="0" h="28314" w="31381">
                  <a:moveTo>
                    <a:pt x="3310" y="0"/>
                  </a:moveTo>
                  <a:lnTo>
                    <a:pt x="1938" y="121"/>
                  </a:lnTo>
                  <a:lnTo>
                    <a:pt x="1554" y="162"/>
                  </a:lnTo>
                  <a:lnTo>
                    <a:pt x="1231" y="222"/>
                  </a:lnTo>
                  <a:lnTo>
                    <a:pt x="989" y="303"/>
                  </a:lnTo>
                  <a:lnTo>
                    <a:pt x="868" y="343"/>
                  </a:lnTo>
                  <a:lnTo>
                    <a:pt x="787" y="404"/>
                  </a:lnTo>
                  <a:lnTo>
                    <a:pt x="687" y="485"/>
                  </a:lnTo>
                  <a:lnTo>
                    <a:pt x="626" y="565"/>
                  </a:lnTo>
                  <a:lnTo>
                    <a:pt x="545" y="666"/>
                  </a:lnTo>
                  <a:lnTo>
                    <a:pt x="485" y="787"/>
                  </a:lnTo>
                  <a:lnTo>
                    <a:pt x="384" y="1070"/>
                  </a:lnTo>
                  <a:lnTo>
                    <a:pt x="283" y="1453"/>
                  </a:lnTo>
                  <a:lnTo>
                    <a:pt x="162" y="2180"/>
                  </a:lnTo>
                  <a:lnTo>
                    <a:pt x="61" y="2926"/>
                  </a:lnTo>
                  <a:lnTo>
                    <a:pt x="21" y="3693"/>
                  </a:lnTo>
                  <a:lnTo>
                    <a:pt x="0" y="4501"/>
                  </a:lnTo>
                  <a:lnTo>
                    <a:pt x="21" y="5247"/>
                  </a:lnTo>
                  <a:lnTo>
                    <a:pt x="61" y="5974"/>
                  </a:lnTo>
                  <a:lnTo>
                    <a:pt x="122" y="6700"/>
                  </a:lnTo>
                  <a:lnTo>
                    <a:pt x="202" y="7447"/>
                  </a:lnTo>
                  <a:lnTo>
                    <a:pt x="303" y="8193"/>
                  </a:lnTo>
                  <a:lnTo>
                    <a:pt x="424" y="8940"/>
                  </a:lnTo>
                  <a:lnTo>
                    <a:pt x="666" y="10514"/>
                  </a:lnTo>
                  <a:lnTo>
                    <a:pt x="909" y="11826"/>
                  </a:lnTo>
                  <a:lnTo>
                    <a:pt x="1534" y="15559"/>
                  </a:lnTo>
                  <a:lnTo>
                    <a:pt x="1837" y="17436"/>
                  </a:lnTo>
                  <a:lnTo>
                    <a:pt x="2099" y="19333"/>
                  </a:lnTo>
                  <a:lnTo>
                    <a:pt x="2341" y="21230"/>
                  </a:lnTo>
                  <a:lnTo>
                    <a:pt x="2442" y="22198"/>
                  </a:lnTo>
                  <a:lnTo>
                    <a:pt x="2543" y="23147"/>
                  </a:lnTo>
                  <a:lnTo>
                    <a:pt x="2604" y="24095"/>
                  </a:lnTo>
                  <a:lnTo>
                    <a:pt x="2684" y="25044"/>
                  </a:lnTo>
                  <a:lnTo>
                    <a:pt x="2725" y="26013"/>
                  </a:lnTo>
                  <a:lnTo>
                    <a:pt x="2745" y="26961"/>
                  </a:lnTo>
                  <a:lnTo>
                    <a:pt x="2765" y="27143"/>
                  </a:lnTo>
                  <a:lnTo>
                    <a:pt x="2785" y="27304"/>
                  </a:lnTo>
                  <a:lnTo>
                    <a:pt x="2826" y="27486"/>
                  </a:lnTo>
                  <a:lnTo>
                    <a:pt x="2866" y="27667"/>
                  </a:lnTo>
                  <a:lnTo>
                    <a:pt x="2927" y="27829"/>
                  </a:lnTo>
                  <a:lnTo>
                    <a:pt x="3007" y="27970"/>
                  </a:lnTo>
                  <a:lnTo>
                    <a:pt x="3108" y="28091"/>
                  </a:lnTo>
                  <a:lnTo>
                    <a:pt x="3209" y="28192"/>
                  </a:lnTo>
                  <a:lnTo>
                    <a:pt x="3290" y="28253"/>
                  </a:lnTo>
                  <a:lnTo>
                    <a:pt x="3371" y="28273"/>
                  </a:lnTo>
                  <a:lnTo>
                    <a:pt x="3451" y="28313"/>
                  </a:lnTo>
                  <a:lnTo>
                    <a:pt x="3532" y="28313"/>
                  </a:lnTo>
                  <a:lnTo>
                    <a:pt x="3673" y="28293"/>
                  </a:lnTo>
                  <a:lnTo>
                    <a:pt x="3754" y="28273"/>
                  </a:lnTo>
                  <a:lnTo>
                    <a:pt x="3835" y="28232"/>
                  </a:lnTo>
                  <a:lnTo>
                    <a:pt x="3956" y="28131"/>
                  </a:lnTo>
                  <a:lnTo>
                    <a:pt x="4077" y="28031"/>
                  </a:lnTo>
                  <a:lnTo>
                    <a:pt x="4178" y="27909"/>
                  </a:lnTo>
                  <a:lnTo>
                    <a:pt x="4380" y="27667"/>
                  </a:lnTo>
                  <a:lnTo>
                    <a:pt x="5126" y="26820"/>
                  </a:lnTo>
                  <a:lnTo>
                    <a:pt x="5510" y="26396"/>
                  </a:lnTo>
                  <a:lnTo>
                    <a:pt x="5893" y="25992"/>
                  </a:lnTo>
                  <a:lnTo>
                    <a:pt x="6297" y="25589"/>
                  </a:lnTo>
                  <a:lnTo>
                    <a:pt x="6700" y="25205"/>
                  </a:lnTo>
                  <a:lnTo>
                    <a:pt x="7124" y="24842"/>
                  </a:lnTo>
                  <a:lnTo>
                    <a:pt x="7588" y="24499"/>
                  </a:lnTo>
                  <a:lnTo>
                    <a:pt x="8012" y="24196"/>
                  </a:lnTo>
                  <a:lnTo>
                    <a:pt x="8476" y="23914"/>
                  </a:lnTo>
                  <a:lnTo>
                    <a:pt x="8940" y="23651"/>
                  </a:lnTo>
                  <a:lnTo>
                    <a:pt x="9445" y="23409"/>
                  </a:lnTo>
                  <a:lnTo>
                    <a:pt x="9949" y="23187"/>
                  </a:lnTo>
                  <a:lnTo>
                    <a:pt x="10474" y="22985"/>
                  </a:lnTo>
                  <a:lnTo>
                    <a:pt x="11039" y="22804"/>
                  </a:lnTo>
                  <a:lnTo>
                    <a:pt x="11604" y="22642"/>
                  </a:lnTo>
                  <a:lnTo>
                    <a:pt x="12209" y="22501"/>
                  </a:lnTo>
                  <a:lnTo>
                    <a:pt x="12815" y="22380"/>
                  </a:lnTo>
                  <a:lnTo>
                    <a:pt x="13440" y="22279"/>
                  </a:lnTo>
                  <a:lnTo>
                    <a:pt x="14086" y="22219"/>
                  </a:lnTo>
                  <a:lnTo>
                    <a:pt x="14752" y="22158"/>
                  </a:lnTo>
                  <a:lnTo>
                    <a:pt x="15438" y="22118"/>
                  </a:lnTo>
                  <a:lnTo>
                    <a:pt x="16144" y="22098"/>
                  </a:lnTo>
                  <a:lnTo>
                    <a:pt x="16871" y="22098"/>
                  </a:lnTo>
                  <a:lnTo>
                    <a:pt x="18082" y="22138"/>
                  </a:lnTo>
                  <a:lnTo>
                    <a:pt x="19293" y="22219"/>
                  </a:lnTo>
                  <a:lnTo>
                    <a:pt x="20503" y="22320"/>
                  </a:lnTo>
                  <a:lnTo>
                    <a:pt x="21694" y="22441"/>
                  </a:lnTo>
                  <a:lnTo>
                    <a:pt x="22905" y="22562"/>
                  </a:lnTo>
                  <a:lnTo>
                    <a:pt x="24156" y="22663"/>
                  </a:lnTo>
                  <a:lnTo>
                    <a:pt x="25387" y="22743"/>
                  </a:lnTo>
                  <a:lnTo>
                    <a:pt x="26638" y="22784"/>
                  </a:lnTo>
                  <a:lnTo>
                    <a:pt x="27788" y="22784"/>
                  </a:lnTo>
                  <a:lnTo>
                    <a:pt x="28414" y="22723"/>
                  </a:lnTo>
                  <a:lnTo>
                    <a:pt x="29019" y="22642"/>
                  </a:lnTo>
                  <a:lnTo>
                    <a:pt x="29342" y="22582"/>
                  </a:lnTo>
                  <a:lnTo>
                    <a:pt x="29645" y="22501"/>
                  </a:lnTo>
                  <a:lnTo>
                    <a:pt x="29948" y="22420"/>
                  </a:lnTo>
                  <a:lnTo>
                    <a:pt x="30250" y="22320"/>
                  </a:lnTo>
                  <a:lnTo>
                    <a:pt x="30533" y="22198"/>
                  </a:lnTo>
                  <a:lnTo>
                    <a:pt x="30836" y="22057"/>
                  </a:lnTo>
                  <a:lnTo>
                    <a:pt x="31118" y="21896"/>
                  </a:lnTo>
                  <a:lnTo>
                    <a:pt x="31380" y="21734"/>
                  </a:lnTo>
                  <a:lnTo>
                    <a:pt x="31340" y="21674"/>
                  </a:lnTo>
                  <a:lnTo>
                    <a:pt x="31037" y="21855"/>
                  </a:lnTo>
                  <a:lnTo>
                    <a:pt x="30674" y="22057"/>
                  </a:lnTo>
                  <a:lnTo>
                    <a:pt x="30250" y="22239"/>
                  </a:lnTo>
                  <a:lnTo>
                    <a:pt x="30008" y="22320"/>
                  </a:lnTo>
                  <a:lnTo>
                    <a:pt x="29746" y="22400"/>
                  </a:lnTo>
                  <a:lnTo>
                    <a:pt x="29463" y="22461"/>
                  </a:lnTo>
                  <a:lnTo>
                    <a:pt x="29140" y="22542"/>
                  </a:lnTo>
                  <a:lnTo>
                    <a:pt x="28797" y="22582"/>
                  </a:lnTo>
                  <a:lnTo>
                    <a:pt x="28434" y="22642"/>
                  </a:lnTo>
                  <a:lnTo>
                    <a:pt x="28031" y="22683"/>
                  </a:lnTo>
                  <a:lnTo>
                    <a:pt x="27607" y="22703"/>
                  </a:lnTo>
                  <a:lnTo>
                    <a:pt x="26638" y="22703"/>
                  </a:lnTo>
                  <a:lnTo>
                    <a:pt x="25387" y="22663"/>
                  </a:lnTo>
                  <a:lnTo>
                    <a:pt x="24156" y="22582"/>
                  </a:lnTo>
                  <a:lnTo>
                    <a:pt x="22925" y="22481"/>
                  </a:lnTo>
                  <a:lnTo>
                    <a:pt x="21694" y="22360"/>
                  </a:lnTo>
                  <a:lnTo>
                    <a:pt x="20503" y="22259"/>
                  </a:lnTo>
                  <a:lnTo>
                    <a:pt x="19293" y="22138"/>
                  </a:lnTo>
                  <a:lnTo>
                    <a:pt x="18082" y="22057"/>
                  </a:lnTo>
                  <a:lnTo>
                    <a:pt x="16871" y="22017"/>
                  </a:lnTo>
                  <a:lnTo>
                    <a:pt x="16144" y="22017"/>
                  </a:lnTo>
                  <a:lnTo>
                    <a:pt x="15438" y="22037"/>
                  </a:lnTo>
                  <a:lnTo>
                    <a:pt x="14752" y="22077"/>
                  </a:lnTo>
                  <a:lnTo>
                    <a:pt x="14086" y="22138"/>
                  </a:lnTo>
                  <a:lnTo>
                    <a:pt x="13420" y="22219"/>
                  </a:lnTo>
                  <a:lnTo>
                    <a:pt x="12795" y="22299"/>
                  </a:lnTo>
                  <a:lnTo>
                    <a:pt x="12189" y="22420"/>
                  </a:lnTo>
                  <a:lnTo>
                    <a:pt x="11584" y="22562"/>
                  </a:lnTo>
                  <a:lnTo>
                    <a:pt x="11019" y="22723"/>
                  </a:lnTo>
                  <a:lnTo>
                    <a:pt x="10454" y="22905"/>
                  </a:lnTo>
                  <a:lnTo>
                    <a:pt x="9909" y="23107"/>
                  </a:lnTo>
                  <a:lnTo>
                    <a:pt x="9404" y="23329"/>
                  </a:lnTo>
                  <a:lnTo>
                    <a:pt x="8900" y="23571"/>
                  </a:lnTo>
                  <a:lnTo>
                    <a:pt x="8416" y="23833"/>
                  </a:lnTo>
                  <a:lnTo>
                    <a:pt x="7972" y="24116"/>
                  </a:lnTo>
                  <a:lnTo>
                    <a:pt x="7528" y="24418"/>
                  </a:lnTo>
                  <a:lnTo>
                    <a:pt x="7084" y="24782"/>
                  </a:lnTo>
                  <a:lnTo>
                    <a:pt x="6660" y="25145"/>
                  </a:lnTo>
                  <a:lnTo>
                    <a:pt x="6236" y="25528"/>
                  </a:lnTo>
                  <a:lnTo>
                    <a:pt x="5832" y="25932"/>
                  </a:lnTo>
                  <a:lnTo>
                    <a:pt x="5449" y="26356"/>
                  </a:lnTo>
                  <a:lnTo>
                    <a:pt x="5066" y="26759"/>
                  </a:lnTo>
                  <a:lnTo>
                    <a:pt x="4319" y="27607"/>
                  </a:lnTo>
                  <a:lnTo>
                    <a:pt x="4117" y="27869"/>
                  </a:lnTo>
                  <a:lnTo>
                    <a:pt x="3996" y="27990"/>
                  </a:lnTo>
                  <a:lnTo>
                    <a:pt x="3895" y="28091"/>
                  </a:lnTo>
                  <a:lnTo>
                    <a:pt x="3774" y="28172"/>
                  </a:lnTo>
                  <a:lnTo>
                    <a:pt x="3653" y="28212"/>
                  </a:lnTo>
                  <a:lnTo>
                    <a:pt x="3552" y="28232"/>
                  </a:lnTo>
                  <a:lnTo>
                    <a:pt x="3451" y="28212"/>
                  </a:lnTo>
                  <a:lnTo>
                    <a:pt x="3350" y="28192"/>
                  </a:lnTo>
                  <a:lnTo>
                    <a:pt x="3270" y="28131"/>
                  </a:lnTo>
                  <a:lnTo>
                    <a:pt x="3169" y="28031"/>
                  </a:lnTo>
                  <a:lnTo>
                    <a:pt x="3068" y="27909"/>
                  </a:lnTo>
                  <a:lnTo>
                    <a:pt x="3007" y="27768"/>
                  </a:lnTo>
                  <a:lnTo>
                    <a:pt x="2947" y="27627"/>
                  </a:lnTo>
                  <a:lnTo>
                    <a:pt x="2906" y="27465"/>
                  </a:lnTo>
                  <a:lnTo>
                    <a:pt x="2866" y="27284"/>
                  </a:lnTo>
                  <a:lnTo>
                    <a:pt x="2826" y="26961"/>
                  </a:lnTo>
                  <a:lnTo>
                    <a:pt x="2805" y="26013"/>
                  </a:lnTo>
                  <a:lnTo>
                    <a:pt x="2765" y="25044"/>
                  </a:lnTo>
                  <a:lnTo>
                    <a:pt x="2684" y="24095"/>
                  </a:lnTo>
                  <a:lnTo>
                    <a:pt x="2624" y="23147"/>
                  </a:lnTo>
                  <a:lnTo>
                    <a:pt x="2523" y="22178"/>
                  </a:lnTo>
                  <a:lnTo>
                    <a:pt x="2422" y="21230"/>
                  </a:lnTo>
                  <a:lnTo>
                    <a:pt x="2180" y="19333"/>
                  </a:lnTo>
                  <a:lnTo>
                    <a:pt x="1918" y="17436"/>
                  </a:lnTo>
                  <a:lnTo>
                    <a:pt x="1615" y="15539"/>
                  </a:lnTo>
                  <a:lnTo>
                    <a:pt x="989" y="11806"/>
                  </a:lnTo>
                  <a:lnTo>
                    <a:pt x="747" y="10494"/>
                  </a:lnTo>
                  <a:lnTo>
                    <a:pt x="505" y="8940"/>
                  </a:lnTo>
                  <a:lnTo>
                    <a:pt x="384" y="8173"/>
                  </a:lnTo>
                  <a:lnTo>
                    <a:pt x="283" y="7447"/>
                  </a:lnTo>
                  <a:lnTo>
                    <a:pt x="202" y="6700"/>
                  </a:lnTo>
                  <a:lnTo>
                    <a:pt x="142" y="5974"/>
                  </a:lnTo>
                  <a:lnTo>
                    <a:pt x="101" y="5247"/>
                  </a:lnTo>
                  <a:lnTo>
                    <a:pt x="81" y="4501"/>
                  </a:lnTo>
                  <a:lnTo>
                    <a:pt x="101" y="3693"/>
                  </a:lnTo>
                  <a:lnTo>
                    <a:pt x="142" y="2926"/>
                  </a:lnTo>
                  <a:lnTo>
                    <a:pt x="243" y="2180"/>
                  </a:lnTo>
                  <a:lnTo>
                    <a:pt x="364" y="1474"/>
                  </a:lnTo>
                  <a:lnTo>
                    <a:pt x="444" y="1110"/>
                  </a:lnTo>
                  <a:lnTo>
                    <a:pt x="545" y="828"/>
                  </a:lnTo>
                  <a:lnTo>
                    <a:pt x="606" y="707"/>
                  </a:lnTo>
                  <a:lnTo>
                    <a:pt x="666" y="626"/>
                  </a:lnTo>
                  <a:lnTo>
                    <a:pt x="747" y="545"/>
                  </a:lnTo>
                  <a:lnTo>
                    <a:pt x="828" y="465"/>
                  </a:lnTo>
                  <a:lnTo>
                    <a:pt x="909" y="404"/>
                  </a:lnTo>
                  <a:lnTo>
                    <a:pt x="1009" y="364"/>
                  </a:lnTo>
                  <a:lnTo>
                    <a:pt x="1252" y="303"/>
                  </a:lnTo>
                  <a:lnTo>
                    <a:pt x="1574" y="243"/>
                  </a:lnTo>
                  <a:lnTo>
                    <a:pt x="1958" y="202"/>
                  </a:lnTo>
                  <a:lnTo>
                    <a:pt x="3310" y="81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 flipH="1">
              <a:off x="-3298053" y="-5040745"/>
              <a:ext cx="1571672" cy="1149682"/>
            </a:xfrm>
            <a:custGeom>
              <a:rect b="b" l="l" r="r" t="t"/>
              <a:pathLst>
                <a:path extrusionOk="0" h="20564" w="28112">
                  <a:moveTo>
                    <a:pt x="7083" y="81"/>
                  </a:moveTo>
                  <a:lnTo>
                    <a:pt x="8436" y="142"/>
                  </a:lnTo>
                  <a:lnTo>
                    <a:pt x="9767" y="202"/>
                  </a:lnTo>
                  <a:lnTo>
                    <a:pt x="12956" y="384"/>
                  </a:lnTo>
                  <a:lnTo>
                    <a:pt x="14550" y="485"/>
                  </a:lnTo>
                  <a:lnTo>
                    <a:pt x="16165" y="586"/>
                  </a:lnTo>
                  <a:lnTo>
                    <a:pt x="17779" y="727"/>
                  </a:lnTo>
                  <a:lnTo>
                    <a:pt x="19393" y="868"/>
                  </a:lnTo>
                  <a:lnTo>
                    <a:pt x="21008" y="1030"/>
                  </a:lnTo>
                  <a:lnTo>
                    <a:pt x="22602" y="1211"/>
                  </a:lnTo>
                  <a:lnTo>
                    <a:pt x="23248" y="1312"/>
                  </a:lnTo>
                  <a:lnTo>
                    <a:pt x="23873" y="1433"/>
                  </a:lnTo>
                  <a:lnTo>
                    <a:pt x="24499" y="1574"/>
                  </a:lnTo>
                  <a:lnTo>
                    <a:pt x="24781" y="1675"/>
                  </a:lnTo>
                  <a:lnTo>
                    <a:pt x="25084" y="1776"/>
                  </a:lnTo>
                  <a:lnTo>
                    <a:pt x="25346" y="1877"/>
                  </a:lnTo>
                  <a:lnTo>
                    <a:pt x="25629" y="2018"/>
                  </a:lnTo>
                  <a:lnTo>
                    <a:pt x="25871" y="2160"/>
                  </a:lnTo>
                  <a:lnTo>
                    <a:pt x="26113" y="2301"/>
                  </a:lnTo>
                  <a:lnTo>
                    <a:pt x="26355" y="2483"/>
                  </a:lnTo>
                  <a:lnTo>
                    <a:pt x="26557" y="2684"/>
                  </a:lnTo>
                  <a:lnTo>
                    <a:pt x="26759" y="2886"/>
                  </a:lnTo>
                  <a:lnTo>
                    <a:pt x="26941" y="3128"/>
                  </a:lnTo>
                  <a:lnTo>
                    <a:pt x="27082" y="3370"/>
                  </a:lnTo>
                  <a:lnTo>
                    <a:pt x="27203" y="3613"/>
                  </a:lnTo>
                  <a:lnTo>
                    <a:pt x="27304" y="3855"/>
                  </a:lnTo>
                  <a:lnTo>
                    <a:pt x="27405" y="4137"/>
                  </a:lnTo>
                  <a:lnTo>
                    <a:pt x="27486" y="4400"/>
                  </a:lnTo>
                  <a:lnTo>
                    <a:pt x="27546" y="4662"/>
                  </a:lnTo>
                  <a:lnTo>
                    <a:pt x="27667" y="5207"/>
                  </a:lnTo>
                  <a:lnTo>
                    <a:pt x="27748" y="5772"/>
                  </a:lnTo>
                  <a:lnTo>
                    <a:pt x="27829" y="6337"/>
                  </a:lnTo>
                  <a:lnTo>
                    <a:pt x="27909" y="6922"/>
                  </a:lnTo>
                  <a:lnTo>
                    <a:pt x="27950" y="7487"/>
                  </a:lnTo>
                  <a:lnTo>
                    <a:pt x="27990" y="8072"/>
                  </a:lnTo>
                  <a:lnTo>
                    <a:pt x="28030" y="8678"/>
                  </a:lnTo>
                  <a:lnTo>
                    <a:pt x="28030" y="9283"/>
                  </a:lnTo>
                  <a:lnTo>
                    <a:pt x="28030" y="9889"/>
                  </a:lnTo>
                  <a:lnTo>
                    <a:pt x="28010" y="10494"/>
                  </a:lnTo>
                  <a:lnTo>
                    <a:pt x="27990" y="11120"/>
                  </a:lnTo>
                  <a:lnTo>
                    <a:pt x="27950" y="11765"/>
                  </a:lnTo>
                  <a:lnTo>
                    <a:pt x="27889" y="12411"/>
                  </a:lnTo>
                  <a:lnTo>
                    <a:pt x="27829" y="13057"/>
                  </a:lnTo>
                  <a:lnTo>
                    <a:pt x="27748" y="13723"/>
                  </a:lnTo>
                  <a:lnTo>
                    <a:pt x="27526" y="15075"/>
                  </a:lnTo>
                  <a:lnTo>
                    <a:pt x="27405" y="15700"/>
                  </a:lnTo>
                  <a:lnTo>
                    <a:pt x="27344" y="16003"/>
                  </a:lnTo>
                  <a:lnTo>
                    <a:pt x="27264" y="16306"/>
                  </a:lnTo>
                  <a:lnTo>
                    <a:pt x="27142" y="16609"/>
                  </a:lnTo>
                  <a:lnTo>
                    <a:pt x="27021" y="16891"/>
                  </a:lnTo>
                  <a:lnTo>
                    <a:pt x="26880" y="17174"/>
                  </a:lnTo>
                  <a:lnTo>
                    <a:pt x="26698" y="17436"/>
                  </a:lnTo>
                  <a:lnTo>
                    <a:pt x="26577" y="17597"/>
                  </a:lnTo>
                  <a:lnTo>
                    <a:pt x="26436" y="17739"/>
                  </a:lnTo>
                  <a:lnTo>
                    <a:pt x="26275" y="17900"/>
                  </a:lnTo>
                  <a:lnTo>
                    <a:pt x="26113" y="18021"/>
                  </a:lnTo>
                  <a:lnTo>
                    <a:pt x="25932" y="18162"/>
                  </a:lnTo>
                  <a:lnTo>
                    <a:pt x="25750" y="18284"/>
                  </a:lnTo>
                  <a:lnTo>
                    <a:pt x="25548" y="18384"/>
                  </a:lnTo>
                  <a:lnTo>
                    <a:pt x="25326" y="18485"/>
                  </a:lnTo>
                  <a:lnTo>
                    <a:pt x="25104" y="18586"/>
                  </a:lnTo>
                  <a:lnTo>
                    <a:pt x="24862" y="18667"/>
                  </a:lnTo>
                  <a:lnTo>
                    <a:pt x="24337" y="18828"/>
                  </a:lnTo>
                  <a:lnTo>
                    <a:pt x="23772" y="18949"/>
                  </a:lnTo>
                  <a:lnTo>
                    <a:pt x="23147" y="19030"/>
                  </a:lnTo>
                  <a:lnTo>
                    <a:pt x="22299" y="19091"/>
                  </a:lnTo>
                  <a:lnTo>
                    <a:pt x="21452" y="19111"/>
                  </a:lnTo>
                  <a:lnTo>
                    <a:pt x="20604" y="19091"/>
                  </a:lnTo>
                  <a:lnTo>
                    <a:pt x="19757" y="19050"/>
                  </a:lnTo>
                  <a:lnTo>
                    <a:pt x="18909" y="18990"/>
                  </a:lnTo>
                  <a:lnTo>
                    <a:pt x="18061" y="18909"/>
                  </a:lnTo>
                  <a:lnTo>
                    <a:pt x="16386" y="18727"/>
                  </a:lnTo>
                  <a:lnTo>
                    <a:pt x="15277" y="18606"/>
                  </a:lnTo>
                  <a:lnTo>
                    <a:pt x="14187" y="18485"/>
                  </a:lnTo>
                  <a:lnTo>
                    <a:pt x="13077" y="18405"/>
                  </a:lnTo>
                  <a:lnTo>
                    <a:pt x="11987" y="18344"/>
                  </a:lnTo>
                  <a:lnTo>
                    <a:pt x="10877" y="18344"/>
                  </a:lnTo>
                  <a:lnTo>
                    <a:pt x="10332" y="18384"/>
                  </a:lnTo>
                  <a:lnTo>
                    <a:pt x="9788" y="18425"/>
                  </a:lnTo>
                  <a:lnTo>
                    <a:pt x="9243" y="18485"/>
                  </a:lnTo>
                  <a:lnTo>
                    <a:pt x="8698" y="18566"/>
                  </a:lnTo>
                  <a:lnTo>
                    <a:pt x="8153" y="18667"/>
                  </a:lnTo>
                  <a:lnTo>
                    <a:pt x="7608" y="18808"/>
                  </a:lnTo>
                  <a:lnTo>
                    <a:pt x="7184" y="18929"/>
                  </a:lnTo>
                  <a:lnTo>
                    <a:pt x="6761" y="19071"/>
                  </a:lnTo>
                  <a:lnTo>
                    <a:pt x="5933" y="19373"/>
                  </a:lnTo>
                  <a:lnTo>
                    <a:pt x="5126" y="19716"/>
                  </a:lnTo>
                  <a:lnTo>
                    <a:pt x="4319" y="20059"/>
                  </a:lnTo>
                  <a:lnTo>
                    <a:pt x="4117" y="20140"/>
                  </a:lnTo>
                  <a:lnTo>
                    <a:pt x="3693" y="20322"/>
                  </a:lnTo>
                  <a:lnTo>
                    <a:pt x="3491" y="20382"/>
                  </a:lnTo>
                  <a:lnTo>
                    <a:pt x="3269" y="20443"/>
                  </a:lnTo>
                  <a:lnTo>
                    <a:pt x="3068" y="20463"/>
                  </a:lnTo>
                  <a:lnTo>
                    <a:pt x="2866" y="20483"/>
                  </a:lnTo>
                  <a:lnTo>
                    <a:pt x="2664" y="20443"/>
                  </a:lnTo>
                  <a:lnTo>
                    <a:pt x="2462" y="20382"/>
                  </a:lnTo>
                  <a:lnTo>
                    <a:pt x="2301" y="20302"/>
                  </a:lnTo>
                  <a:lnTo>
                    <a:pt x="2139" y="20180"/>
                  </a:lnTo>
                  <a:lnTo>
                    <a:pt x="2018" y="20059"/>
                  </a:lnTo>
                  <a:lnTo>
                    <a:pt x="1917" y="19898"/>
                  </a:lnTo>
                  <a:lnTo>
                    <a:pt x="1817" y="19737"/>
                  </a:lnTo>
                  <a:lnTo>
                    <a:pt x="1756" y="19575"/>
                  </a:lnTo>
                  <a:lnTo>
                    <a:pt x="1695" y="19414"/>
                  </a:lnTo>
                  <a:lnTo>
                    <a:pt x="1655" y="19252"/>
                  </a:lnTo>
                  <a:lnTo>
                    <a:pt x="1635" y="18909"/>
                  </a:lnTo>
                  <a:lnTo>
                    <a:pt x="1635" y="18586"/>
                  </a:lnTo>
                  <a:lnTo>
                    <a:pt x="1655" y="18243"/>
                  </a:lnTo>
                  <a:lnTo>
                    <a:pt x="1695" y="17920"/>
                  </a:lnTo>
                  <a:lnTo>
                    <a:pt x="1716" y="17759"/>
                  </a:lnTo>
                  <a:lnTo>
                    <a:pt x="1796" y="16851"/>
                  </a:lnTo>
                  <a:lnTo>
                    <a:pt x="1857" y="15922"/>
                  </a:lnTo>
                  <a:lnTo>
                    <a:pt x="1857" y="15014"/>
                  </a:lnTo>
                  <a:lnTo>
                    <a:pt x="1817" y="14106"/>
                  </a:lnTo>
                  <a:lnTo>
                    <a:pt x="1736" y="13198"/>
                  </a:lnTo>
                  <a:lnTo>
                    <a:pt x="1615" y="12290"/>
                  </a:lnTo>
                  <a:lnTo>
                    <a:pt x="1453" y="11382"/>
                  </a:lnTo>
                  <a:lnTo>
                    <a:pt x="1251" y="10474"/>
                  </a:lnTo>
                  <a:lnTo>
                    <a:pt x="1050" y="9747"/>
                  </a:lnTo>
                  <a:lnTo>
                    <a:pt x="848" y="9021"/>
                  </a:lnTo>
                  <a:lnTo>
                    <a:pt x="626" y="8234"/>
                  </a:lnTo>
                  <a:lnTo>
                    <a:pt x="424" y="7447"/>
                  </a:lnTo>
                  <a:lnTo>
                    <a:pt x="323" y="7043"/>
                  </a:lnTo>
                  <a:lnTo>
                    <a:pt x="242" y="6640"/>
                  </a:lnTo>
                  <a:lnTo>
                    <a:pt x="182" y="6236"/>
                  </a:lnTo>
                  <a:lnTo>
                    <a:pt x="121" y="5812"/>
                  </a:lnTo>
                  <a:lnTo>
                    <a:pt x="101" y="5510"/>
                  </a:lnTo>
                  <a:lnTo>
                    <a:pt x="81" y="5227"/>
                  </a:lnTo>
                  <a:lnTo>
                    <a:pt x="81" y="4924"/>
                  </a:lnTo>
                  <a:lnTo>
                    <a:pt x="101" y="4642"/>
                  </a:lnTo>
                  <a:lnTo>
                    <a:pt x="121" y="4339"/>
                  </a:lnTo>
                  <a:lnTo>
                    <a:pt x="162" y="4077"/>
                  </a:lnTo>
                  <a:lnTo>
                    <a:pt x="222" y="3794"/>
                  </a:lnTo>
                  <a:lnTo>
                    <a:pt x="283" y="3532"/>
                  </a:lnTo>
                  <a:lnTo>
                    <a:pt x="343" y="3270"/>
                  </a:lnTo>
                  <a:lnTo>
                    <a:pt x="444" y="3027"/>
                  </a:lnTo>
                  <a:lnTo>
                    <a:pt x="545" y="2765"/>
                  </a:lnTo>
                  <a:lnTo>
                    <a:pt x="646" y="2543"/>
                  </a:lnTo>
                  <a:lnTo>
                    <a:pt x="767" y="2301"/>
                  </a:lnTo>
                  <a:lnTo>
                    <a:pt x="908" y="2099"/>
                  </a:lnTo>
                  <a:lnTo>
                    <a:pt x="1050" y="1877"/>
                  </a:lnTo>
                  <a:lnTo>
                    <a:pt x="1211" y="1675"/>
                  </a:lnTo>
                  <a:lnTo>
                    <a:pt x="1494" y="1352"/>
                  </a:lnTo>
                  <a:lnTo>
                    <a:pt x="1837" y="1070"/>
                  </a:lnTo>
                  <a:lnTo>
                    <a:pt x="2200" y="828"/>
                  </a:lnTo>
                  <a:lnTo>
                    <a:pt x="2583" y="606"/>
                  </a:lnTo>
                  <a:lnTo>
                    <a:pt x="2987" y="444"/>
                  </a:lnTo>
                  <a:lnTo>
                    <a:pt x="3431" y="303"/>
                  </a:lnTo>
                  <a:lnTo>
                    <a:pt x="3895" y="202"/>
                  </a:lnTo>
                  <a:lnTo>
                    <a:pt x="4379" y="142"/>
                  </a:lnTo>
                  <a:lnTo>
                    <a:pt x="5045" y="101"/>
                  </a:lnTo>
                  <a:lnTo>
                    <a:pt x="5731" y="81"/>
                  </a:lnTo>
                  <a:close/>
                  <a:moveTo>
                    <a:pt x="5731" y="0"/>
                  </a:moveTo>
                  <a:lnTo>
                    <a:pt x="5045" y="21"/>
                  </a:lnTo>
                  <a:lnTo>
                    <a:pt x="4359" y="61"/>
                  </a:lnTo>
                  <a:lnTo>
                    <a:pt x="3875" y="121"/>
                  </a:lnTo>
                  <a:lnTo>
                    <a:pt x="3411" y="222"/>
                  </a:lnTo>
                  <a:lnTo>
                    <a:pt x="2967" y="364"/>
                  </a:lnTo>
                  <a:lnTo>
                    <a:pt x="2543" y="545"/>
                  </a:lnTo>
                  <a:lnTo>
                    <a:pt x="2139" y="767"/>
                  </a:lnTo>
                  <a:lnTo>
                    <a:pt x="1776" y="1009"/>
                  </a:lnTo>
                  <a:lnTo>
                    <a:pt x="1453" y="1312"/>
                  </a:lnTo>
                  <a:lnTo>
                    <a:pt x="1151" y="1635"/>
                  </a:lnTo>
                  <a:lnTo>
                    <a:pt x="989" y="1837"/>
                  </a:lnTo>
                  <a:lnTo>
                    <a:pt x="828" y="2039"/>
                  </a:lnTo>
                  <a:lnTo>
                    <a:pt x="707" y="2261"/>
                  </a:lnTo>
                  <a:lnTo>
                    <a:pt x="565" y="2503"/>
                  </a:lnTo>
                  <a:lnTo>
                    <a:pt x="464" y="2745"/>
                  </a:lnTo>
                  <a:lnTo>
                    <a:pt x="364" y="2987"/>
                  </a:lnTo>
                  <a:lnTo>
                    <a:pt x="283" y="3249"/>
                  </a:lnTo>
                  <a:lnTo>
                    <a:pt x="202" y="3512"/>
                  </a:lnTo>
                  <a:lnTo>
                    <a:pt x="142" y="3774"/>
                  </a:lnTo>
                  <a:lnTo>
                    <a:pt x="81" y="4057"/>
                  </a:lnTo>
                  <a:lnTo>
                    <a:pt x="41" y="4339"/>
                  </a:lnTo>
                  <a:lnTo>
                    <a:pt x="20" y="4622"/>
                  </a:lnTo>
                  <a:lnTo>
                    <a:pt x="0" y="4924"/>
                  </a:lnTo>
                  <a:lnTo>
                    <a:pt x="0" y="5227"/>
                  </a:lnTo>
                  <a:lnTo>
                    <a:pt x="20" y="5530"/>
                  </a:lnTo>
                  <a:lnTo>
                    <a:pt x="41" y="5832"/>
                  </a:lnTo>
                  <a:lnTo>
                    <a:pt x="101" y="6236"/>
                  </a:lnTo>
                  <a:lnTo>
                    <a:pt x="162" y="6660"/>
                  </a:lnTo>
                  <a:lnTo>
                    <a:pt x="242" y="7063"/>
                  </a:lnTo>
                  <a:lnTo>
                    <a:pt x="343" y="7467"/>
                  </a:lnTo>
                  <a:lnTo>
                    <a:pt x="545" y="8254"/>
                  </a:lnTo>
                  <a:lnTo>
                    <a:pt x="767" y="9041"/>
                  </a:lnTo>
                  <a:lnTo>
                    <a:pt x="969" y="9768"/>
                  </a:lnTo>
                  <a:lnTo>
                    <a:pt x="1171" y="10494"/>
                  </a:lnTo>
                  <a:lnTo>
                    <a:pt x="1373" y="11402"/>
                  </a:lnTo>
                  <a:lnTo>
                    <a:pt x="1534" y="12290"/>
                  </a:lnTo>
                  <a:lnTo>
                    <a:pt x="1655" y="13198"/>
                  </a:lnTo>
                  <a:lnTo>
                    <a:pt x="1736" y="14106"/>
                  </a:lnTo>
                  <a:lnTo>
                    <a:pt x="1776" y="15014"/>
                  </a:lnTo>
                  <a:lnTo>
                    <a:pt x="1776" y="15922"/>
                  </a:lnTo>
                  <a:lnTo>
                    <a:pt x="1716" y="16851"/>
                  </a:lnTo>
                  <a:lnTo>
                    <a:pt x="1635" y="17759"/>
                  </a:lnTo>
                  <a:lnTo>
                    <a:pt x="1615" y="17900"/>
                  </a:lnTo>
                  <a:lnTo>
                    <a:pt x="1574" y="18243"/>
                  </a:lnTo>
                  <a:lnTo>
                    <a:pt x="1554" y="18586"/>
                  </a:lnTo>
                  <a:lnTo>
                    <a:pt x="1554" y="18929"/>
                  </a:lnTo>
                  <a:lnTo>
                    <a:pt x="1595" y="19252"/>
                  </a:lnTo>
                  <a:lnTo>
                    <a:pt x="1615" y="19434"/>
                  </a:lnTo>
                  <a:lnTo>
                    <a:pt x="1675" y="19595"/>
                  </a:lnTo>
                  <a:lnTo>
                    <a:pt x="1756" y="19777"/>
                  </a:lnTo>
                  <a:lnTo>
                    <a:pt x="1837" y="19938"/>
                  </a:lnTo>
                  <a:lnTo>
                    <a:pt x="1958" y="20100"/>
                  </a:lnTo>
                  <a:lnTo>
                    <a:pt x="2099" y="20241"/>
                  </a:lnTo>
                  <a:lnTo>
                    <a:pt x="2260" y="20362"/>
                  </a:lnTo>
                  <a:lnTo>
                    <a:pt x="2422" y="20463"/>
                  </a:lnTo>
                  <a:lnTo>
                    <a:pt x="2563" y="20503"/>
                  </a:lnTo>
                  <a:lnTo>
                    <a:pt x="2684" y="20544"/>
                  </a:lnTo>
                  <a:lnTo>
                    <a:pt x="2926" y="20564"/>
                  </a:lnTo>
                  <a:lnTo>
                    <a:pt x="3088" y="20544"/>
                  </a:lnTo>
                  <a:lnTo>
                    <a:pt x="3229" y="20524"/>
                  </a:lnTo>
                  <a:lnTo>
                    <a:pt x="3532" y="20463"/>
                  </a:lnTo>
                  <a:lnTo>
                    <a:pt x="3855" y="20342"/>
                  </a:lnTo>
                  <a:lnTo>
                    <a:pt x="4157" y="20221"/>
                  </a:lnTo>
                  <a:lnTo>
                    <a:pt x="4339" y="20140"/>
                  </a:lnTo>
                  <a:lnTo>
                    <a:pt x="5146" y="19777"/>
                  </a:lnTo>
                  <a:lnTo>
                    <a:pt x="5974" y="19454"/>
                  </a:lnTo>
                  <a:lnTo>
                    <a:pt x="6801" y="19131"/>
                  </a:lnTo>
                  <a:lnTo>
                    <a:pt x="7205" y="19010"/>
                  </a:lnTo>
                  <a:lnTo>
                    <a:pt x="7628" y="18889"/>
                  </a:lnTo>
                  <a:lnTo>
                    <a:pt x="8173" y="18748"/>
                  </a:lnTo>
                  <a:lnTo>
                    <a:pt x="8718" y="18647"/>
                  </a:lnTo>
                  <a:lnTo>
                    <a:pt x="9243" y="18566"/>
                  </a:lnTo>
                  <a:lnTo>
                    <a:pt x="9788" y="18506"/>
                  </a:lnTo>
                  <a:lnTo>
                    <a:pt x="10332" y="18465"/>
                  </a:lnTo>
                  <a:lnTo>
                    <a:pt x="10877" y="18425"/>
                  </a:lnTo>
                  <a:lnTo>
                    <a:pt x="11987" y="18425"/>
                  </a:lnTo>
                  <a:lnTo>
                    <a:pt x="13077" y="18485"/>
                  </a:lnTo>
                  <a:lnTo>
                    <a:pt x="14187" y="18566"/>
                  </a:lnTo>
                  <a:lnTo>
                    <a:pt x="15277" y="18687"/>
                  </a:lnTo>
                  <a:lnTo>
                    <a:pt x="16366" y="18808"/>
                  </a:lnTo>
                  <a:lnTo>
                    <a:pt x="18061" y="18990"/>
                  </a:lnTo>
                  <a:lnTo>
                    <a:pt x="18909" y="19071"/>
                  </a:lnTo>
                  <a:lnTo>
                    <a:pt x="19757" y="19131"/>
                  </a:lnTo>
                  <a:lnTo>
                    <a:pt x="20604" y="19171"/>
                  </a:lnTo>
                  <a:lnTo>
                    <a:pt x="21472" y="19192"/>
                  </a:lnTo>
                  <a:lnTo>
                    <a:pt x="22319" y="19171"/>
                  </a:lnTo>
                  <a:lnTo>
                    <a:pt x="23167" y="19111"/>
                  </a:lnTo>
                  <a:lnTo>
                    <a:pt x="23793" y="19010"/>
                  </a:lnTo>
                  <a:lnTo>
                    <a:pt x="24358" y="18909"/>
                  </a:lnTo>
                  <a:lnTo>
                    <a:pt x="24902" y="18748"/>
                  </a:lnTo>
                  <a:lnTo>
                    <a:pt x="25145" y="18667"/>
                  </a:lnTo>
                  <a:lnTo>
                    <a:pt x="25367" y="18566"/>
                  </a:lnTo>
                  <a:lnTo>
                    <a:pt x="25589" y="18465"/>
                  </a:lnTo>
                  <a:lnTo>
                    <a:pt x="25790" y="18344"/>
                  </a:lnTo>
                  <a:lnTo>
                    <a:pt x="25992" y="18223"/>
                  </a:lnTo>
                  <a:lnTo>
                    <a:pt x="26174" y="18082"/>
                  </a:lnTo>
                  <a:lnTo>
                    <a:pt x="26335" y="17961"/>
                  </a:lnTo>
                  <a:lnTo>
                    <a:pt x="26497" y="17799"/>
                  </a:lnTo>
                  <a:lnTo>
                    <a:pt x="26638" y="17638"/>
                  </a:lnTo>
                  <a:lnTo>
                    <a:pt x="26779" y="17476"/>
                  </a:lnTo>
                  <a:lnTo>
                    <a:pt x="26941" y="17214"/>
                  </a:lnTo>
                  <a:lnTo>
                    <a:pt x="27102" y="16931"/>
                  </a:lnTo>
                  <a:lnTo>
                    <a:pt x="27223" y="16629"/>
                  </a:lnTo>
                  <a:lnTo>
                    <a:pt x="27324" y="16326"/>
                  </a:lnTo>
                  <a:lnTo>
                    <a:pt x="27425" y="16023"/>
                  </a:lnTo>
                  <a:lnTo>
                    <a:pt x="27486" y="15721"/>
                  </a:lnTo>
                  <a:lnTo>
                    <a:pt x="27607" y="15095"/>
                  </a:lnTo>
                  <a:lnTo>
                    <a:pt x="27728" y="14409"/>
                  </a:lnTo>
                  <a:lnTo>
                    <a:pt x="27829" y="13723"/>
                  </a:lnTo>
                  <a:lnTo>
                    <a:pt x="27909" y="13057"/>
                  </a:lnTo>
                  <a:lnTo>
                    <a:pt x="27970" y="12411"/>
                  </a:lnTo>
                  <a:lnTo>
                    <a:pt x="28030" y="11765"/>
                  </a:lnTo>
                  <a:lnTo>
                    <a:pt x="28071" y="11140"/>
                  </a:lnTo>
                  <a:lnTo>
                    <a:pt x="28091" y="10494"/>
                  </a:lnTo>
                  <a:lnTo>
                    <a:pt x="28111" y="9889"/>
                  </a:lnTo>
                  <a:lnTo>
                    <a:pt x="28111" y="9263"/>
                  </a:lnTo>
                  <a:lnTo>
                    <a:pt x="28111" y="8678"/>
                  </a:lnTo>
                  <a:lnTo>
                    <a:pt x="28071" y="8072"/>
                  </a:lnTo>
                  <a:lnTo>
                    <a:pt x="28030" y="7487"/>
                  </a:lnTo>
                  <a:lnTo>
                    <a:pt x="27990" y="6902"/>
                  </a:lnTo>
                  <a:lnTo>
                    <a:pt x="27909" y="6337"/>
                  </a:lnTo>
                  <a:lnTo>
                    <a:pt x="27829" y="5752"/>
                  </a:lnTo>
                  <a:lnTo>
                    <a:pt x="27748" y="5207"/>
                  </a:lnTo>
                  <a:lnTo>
                    <a:pt x="27627" y="4642"/>
                  </a:lnTo>
                  <a:lnTo>
                    <a:pt x="27566" y="4379"/>
                  </a:lnTo>
                  <a:lnTo>
                    <a:pt x="27486" y="4097"/>
                  </a:lnTo>
                  <a:lnTo>
                    <a:pt x="27385" y="3835"/>
                  </a:lnTo>
                  <a:lnTo>
                    <a:pt x="27284" y="3572"/>
                  </a:lnTo>
                  <a:lnTo>
                    <a:pt x="27142" y="3330"/>
                  </a:lnTo>
                  <a:lnTo>
                    <a:pt x="27001" y="3088"/>
                  </a:lnTo>
                  <a:lnTo>
                    <a:pt x="26820" y="2846"/>
                  </a:lnTo>
                  <a:lnTo>
                    <a:pt x="26618" y="2624"/>
                  </a:lnTo>
                  <a:lnTo>
                    <a:pt x="26396" y="2422"/>
                  </a:lnTo>
                  <a:lnTo>
                    <a:pt x="26174" y="2240"/>
                  </a:lnTo>
                  <a:lnTo>
                    <a:pt x="25932" y="2079"/>
                  </a:lnTo>
                  <a:lnTo>
                    <a:pt x="25669" y="1938"/>
                  </a:lnTo>
                  <a:lnTo>
                    <a:pt x="25407" y="1817"/>
                  </a:lnTo>
                  <a:lnTo>
                    <a:pt x="25124" y="1696"/>
                  </a:lnTo>
                  <a:lnTo>
                    <a:pt x="24822" y="1595"/>
                  </a:lnTo>
                  <a:lnTo>
                    <a:pt x="24519" y="1494"/>
                  </a:lnTo>
                  <a:lnTo>
                    <a:pt x="23914" y="1352"/>
                  </a:lnTo>
                  <a:lnTo>
                    <a:pt x="23268" y="1231"/>
                  </a:lnTo>
                  <a:lnTo>
                    <a:pt x="22622" y="1130"/>
                  </a:lnTo>
                  <a:lnTo>
                    <a:pt x="21008" y="949"/>
                  </a:lnTo>
                  <a:lnTo>
                    <a:pt x="19413" y="787"/>
                  </a:lnTo>
                  <a:lnTo>
                    <a:pt x="17799" y="646"/>
                  </a:lnTo>
                  <a:lnTo>
                    <a:pt x="16185" y="505"/>
                  </a:lnTo>
                  <a:lnTo>
                    <a:pt x="14570" y="404"/>
                  </a:lnTo>
                  <a:lnTo>
                    <a:pt x="12956" y="303"/>
                  </a:lnTo>
                  <a:lnTo>
                    <a:pt x="9767" y="121"/>
                  </a:lnTo>
                  <a:lnTo>
                    <a:pt x="8436" y="61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 flipH="1">
              <a:off x="-3275464" y="-5033980"/>
              <a:ext cx="1393383" cy="700689"/>
            </a:xfrm>
            <a:custGeom>
              <a:rect b="b" l="l" r="r" t="t"/>
              <a:pathLst>
                <a:path extrusionOk="0" h="12533" w="24923">
                  <a:moveTo>
                    <a:pt x="9525" y="0"/>
                  </a:moveTo>
                  <a:lnTo>
                    <a:pt x="8536" y="21"/>
                  </a:lnTo>
                  <a:lnTo>
                    <a:pt x="7547" y="41"/>
                  </a:lnTo>
                  <a:lnTo>
                    <a:pt x="6579" y="61"/>
                  </a:lnTo>
                  <a:lnTo>
                    <a:pt x="5630" y="122"/>
                  </a:lnTo>
                  <a:lnTo>
                    <a:pt x="4682" y="182"/>
                  </a:lnTo>
                  <a:lnTo>
                    <a:pt x="3754" y="263"/>
                  </a:lnTo>
                  <a:lnTo>
                    <a:pt x="3269" y="303"/>
                  </a:lnTo>
                  <a:lnTo>
                    <a:pt x="2785" y="384"/>
                  </a:lnTo>
                  <a:lnTo>
                    <a:pt x="2301" y="485"/>
                  </a:lnTo>
                  <a:lnTo>
                    <a:pt x="2079" y="545"/>
                  </a:lnTo>
                  <a:lnTo>
                    <a:pt x="1857" y="626"/>
                  </a:lnTo>
                  <a:lnTo>
                    <a:pt x="1635" y="727"/>
                  </a:lnTo>
                  <a:lnTo>
                    <a:pt x="1433" y="828"/>
                  </a:lnTo>
                  <a:lnTo>
                    <a:pt x="1231" y="949"/>
                  </a:lnTo>
                  <a:lnTo>
                    <a:pt x="1029" y="1090"/>
                  </a:lnTo>
                  <a:lnTo>
                    <a:pt x="868" y="1252"/>
                  </a:lnTo>
                  <a:lnTo>
                    <a:pt x="686" y="1413"/>
                  </a:lnTo>
                  <a:lnTo>
                    <a:pt x="545" y="1615"/>
                  </a:lnTo>
                  <a:lnTo>
                    <a:pt x="404" y="1817"/>
                  </a:lnTo>
                  <a:lnTo>
                    <a:pt x="283" y="2059"/>
                  </a:lnTo>
                  <a:lnTo>
                    <a:pt x="182" y="2301"/>
                  </a:lnTo>
                  <a:lnTo>
                    <a:pt x="81" y="2543"/>
                  </a:lnTo>
                  <a:lnTo>
                    <a:pt x="0" y="2805"/>
                  </a:lnTo>
                  <a:lnTo>
                    <a:pt x="61" y="2826"/>
                  </a:lnTo>
                  <a:lnTo>
                    <a:pt x="162" y="2584"/>
                  </a:lnTo>
                  <a:lnTo>
                    <a:pt x="242" y="2321"/>
                  </a:lnTo>
                  <a:lnTo>
                    <a:pt x="363" y="2079"/>
                  </a:lnTo>
                  <a:lnTo>
                    <a:pt x="484" y="1857"/>
                  </a:lnTo>
                  <a:lnTo>
                    <a:pt x="606" y="1655"/>
                  </a:lnTo>
                  <a:lnTo>
                    <a:pt x="767" y="1474"/>
                  </a:lnTo>
                  <a:lnTo>
                    <a:pt x="908" y="1292"/>
                  </a:lnTo>
                  <a:lnTo>
                    <a:pt x="1090" y="1151"/>
                  </a:lnTo>
                  <a:lnTo>
                    <a:pt x="1271" y="1009"/>
                  </a:lnTo>
                  <a:lnTo>
                    <a:pt x="1473" y="909"/>
                  </a:lnTo>
                  <a:lnTo>
                    <a:pt x="1675" y="787"/>
                  </a:lnTo>
                  <a:lnTo>
                    <a:pt x="1897" y="707"/>
                  </a:lnTo>
                  <a:lnTo>
                    <a:pt x="2119" y="626"/>
                  </a:lnTo>
                  <a:lnTo>
                    <a:pt x="2341" y="566"/>
                  </a:lnTo>
                  <a:lnTo>
                    <a:pt x="2805" y="465"/>
                  </a:lnTo>
                  <a:lnTo>
                    <a:pt x="3269" y="384"/>
                  </a:lnTo>
                  <a:lnTo>
                    <a:pt x="3754" y="344"/>
                  </a:lnTo>
                  <a:lnTo>
                    <a:pt x="4682" y="263"/>
                  </a:lnTo>
                  <a:lnTo>
                    <a:pt x="5630" y="202"/>
                  </a:lnTo>
                  <a:lnTo>
                    <a:pt x="6579" y="142"/>
                  </a:lnTo>
                  <a:lnTo>
                    <a:pt x="7547" y="122"/>
                  </a:lnTo>
                  <a:lnTo>
                    <a:pt x="8536" y="101"/>
                  </a:lnTo>
                  <a:lnTo>
                    <a:pt x="9525" y="81"/>
                  </a:lnTo>
                  <a:lnTo>
                    <a:pt x="10514" y="81"/>
                  </a:lnTo>
                  <a:lnTo>
                    <a:pt x="11523" y="101"/>
                  </a:lnTo>
                  <a:lnTo>
                    <a:pt x="12552" y="142"/>
                  </a:lnTo>
                  <a:lnTo>
                    <a:pt x="13601" y="182"/>
                  </a:lnTo>
                  <a:lnTo>
                    <a:pt x="14651" y="243"/>
                  </a:lnTo>
                  <a:lnTo>
                    <a:pt x="15720" y="323"/>
                  </a:lnTo>
                  <a:lnTo>
                    <a:pt x="17900" y="505"/>
                  </a:lnTo>
                  <a:lnTo>
                    <a:pt x="20140" y="727"/>
                  </a:lnTo>
                  <a:lnTo>
                    <a:pt x="20927" y="848"/>
                  </a:lnTo>
                  <a:lnTo>
                    <a:pt x="21330" y="909"/>
                  </a:lnTo>
                  <a:lnTo>
                    <a:pt x="21694" y="989"/>
                  </a:lnTo>
                  <a:lnTo>
                    <a:pt x="22057" y="1110"/>
                  </a:lnTo>
                  <a:lnTo>
                    <a:pt x="22400" y="1231"/>
                  </a:lnTo>
                  <a:lnTo>
                    <a:pt x="22723" y="1413"/>
                  </a:lnTo>
                  <a:lnTo>
                    <a:pt x="23046" y="1615"/>
                  </a:lnTo>
                  <a:lnTo>
                    <a:pt x="23248" y="1796"/>
                  </a:lnTo>
                  <a:lnTo>
                    <a:pt x="23449" y="1978"/>
                  </a:lnTo>
                  <a:lnTo>
                    <a:pt x="23631" y="2200"/>
                  </a:lnTo>
                  <a:lnTo>
                    <a:pt x="23792" y="2422"/>
                  </a:lnTo>
                  <a:lnTo>
                    <a:pt x="23954" y="2664"/>
                  </a:lnTo>
                  <a:lnTo>
                    <a:pt x="24075" y="2906"/>
                  </a:lnTo>
                  <a:lnTo>
                    <a:pt x="24196" y="3149"/>
                  </a:lnTo>
                  <a:lnTo>
                    <a:pt x="24297" y="3411"/>
                  </a:lnTo>
                  <a:lnTo>
                    <a:pt x="24378" y="3673"/>
                  </a:lnTo>
                  <a:lnTo>
                    <a:pt x="24458" y="3915"/>
                  </a:lnTo>
                  <a:lnTo>
                    <a:pt x="24579" y="4440"/>
                  </a:lnTo>
                  <a:lnTo>
                    <a:pt x="24660" y="4945"/>
                  </a:lnTo>
                  <a:lnTo>
                    <a:pt x="24721" y="5409"/>
                  </a:lnTo>
                  <a:lnTo>
                    <a:pt x="24781" y="6095"/>
                  </a:lnTo>
                  <a:lnTo>
                    <a:pt x="24822" y="6781"/>
                  </a:lnTo>
                  <a:lnTo>
                    <a:pt x="24842" y="7487"/>
                  </a:lnTo>
                  <a:lnTo>
                    <a:pt x="24822" y="8173"/>
                  </a:lnTo>
                  <a:lnTo>
                    <a:pt x="24801" y="8860"/>
                  </a:lnTo>
                  <a:lnTo>
                    <a:pt x="24741" y="9566"/>
                  </a:lnTo>
                  <a:lnTo>
                    <a:pt x="24660" y="10252"/>
                  </a:lnTo>
                  <a:lnTo>
                    <a:pt x="24559" y="10938"/>
                  </a:lnTo>
                  <a:lnTo>
                    <a:pt x="24479" y="11362"/>
                  </a:lnTo>
                  <a:lnTo>
                    <a:pt x="24398" y="11765"/>
                  </a:lnTo>
                  <a:lnTo>
                    <a:pt x="24297" y="12149"/>
                  </a:lnTo>
                  <a:lnTo>
                    <a:pt x="24196" y="12512"/>
                  </a:lnTo>
                  <a:lnTo>
                    <a:pt x="24257" y="12532"/>
                  </a:lnTo>
                  <a:lnTo>
                    <a:pt x="24378" y="12169"/>
                  </a:lnTo>
                  <a:lnTo>
                    <a:pt x="24479" y="11765"/>
                  </a:lnTo>
                  <a:lnTo>
                    <a:pt x="24559" y="11362"/>
                  </a:lnTo>
                  <a:lnTo>
                    <a:pt x="24640" y="10938"/>
                  </a:lnTo>
                  <a:lnTo>
                    <a:pt x="24741" y="10252"/>
                  </a:lnTo>
                  <a:lnTo>
                    <a:pt x="24822" y="9566"/>
                  </a:lnTo>
                  <a:lnTo>
                    <a:pt x="24882" y="8880"/>
                  </a:lnTo>
                  <a:lnTo>
                    <a:pt x="24902" y="8173"/>
                  </a:lnTo>
                  <a:lnTo>
                    <a:pt x="24922" y="7487"/>
                  </a:lnTo>
                  <a:lnTo>
                    <a:pt x="24902" y="6781"/>
                  </a:lnTo>
                  <a:lnTo>
                    <a:pt x="24862" y="6095"/>
                  </a:lnTo>
                  <a:lnTo>
                    <a:pt x="24801" y="5409"/>
                  </a:lnTo>
                  <a:lnTo>
                    <a:pt x="24741" y="4924"/>
                  </a:lnTo>
                  <a:lnTo>
                    <a:pt x="24660" y="4420"/>
                  </a:lnTo>
                  <a:lnTo>
                    <a:pt x="24539" y="3895"/>
                  </a:lnTo>
                  <a:lnTo>
                    <a:pt x="24458" y="3633"/>
                  </a:lnTo>
                  <a:lnTo>
                    <a:pt x="24357" y="3371"/>
                  </a:lnTo>
                  <a:lnTo>
                    <a:pt x="24257" y="3108"/>
                  </a:lnTo>
                  <a:lnTo>
                    <a:pt x="24156" y="2866"/>
                  </a:lnTo>
                  <a:lnTo>
                    <a:pt x="24014" y="2604"/>
                  </a:lnTo>
                  <a:lnTo>
                    <a:pt x="23873" y="2362"/>
                  </a:lnTo>
                  <a:lnTo>
                    <a:pt x="23692" y="2140"/>
                  </a:lnTo>
                  <a:lnTo>
                    <a:pt x="23510" y="1918"/>
                  </a:lnTo>
                  <a:lnTo>
                    <a:pt x="23308" y="1736"/>
                  </a:lnTo>
                  <a:lnTo>
                    <a:pt x="23086" y="1534"/>
                  </a:lnTo>
                  <a:lnTo>
                    <a:pt x="22763" y="1332"/>
                  </a:lnTo>
                  <a:lnTo>
                    <a:pt x="22440" y="1171"/>
                  </a:lnTo>
                  <a:lnTo>
                    <a:pt x="22077" y="1030"/>
                  </a:lnTo>
                  <a:lnTo>
                    <a:pt x="21714" y="929"/>
                  </a:lnTo>
                  <a:lnTo>
                    <a:pt x="21351" y="828"/>
                  </a:lnTo>
                  <a:lnTo>
                    <a:pt x="20947" y="767"/>
                  </a:lnTo>
                  <a:lnTo>
                    <a:pt x="20160" y="646"/>
                  </a:lnTo>
                  <a:lnTo>
                    <a:pt x="17900" y="424"/>
                  </a:lnTo>
                  <a:lnTo>
                    <a:pt x="15720" y="243"/>
                  </a:lnTo>
                  <a:lnTo>
                    <a:pt x="14651" y="162"/>
                  </a:lnTo>
                  <a:lnTo>
                    <a:pt x="13601" y="101"/>
                  </a:lnTo>
                  <a:lnTo>
                    <a:pt x="12552" y="61"/>
                  </a:lnTo>
                  <a:lnTo>
                    <a:pt x="11543" y="21"/>
                  </a:lnTo>
                  <a:lnTo>
                    <a:pt x="10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 flipH="1">
              <a:off x="-3238229" y="-4877163"/>
              <a:ext cx="1371970" cy="810100"/>
            </a:xfrm>
            <a:custGeom>
              <a:rect b="b" l="l" r="r" t="t"/>
              <a:pathLst>
                <a:path extrusionOk="0" h="14490" w="24540">
                  <a:moveTo>
                    <a:pt x="283" y="0"/>
                  </a:moveTo>
                  <a:lnTo>
                    <a:pt x="182" y="364"/>
                  </a:lnTo>
                  <a:lnTo>
                    <a:pt x="102" y="747"/>
                  </a:lnTo>
                  <a:lnTo>
                    <a:pt x="41" y="1131"/>
                  </a:lnTo>
                  <a:lnTo>
                    <a:pt x="21" y="1534"/>
                  </a:lnTo>
                  <a:lnTo>
                    <a:pt x="1" y="1938"/>
                  </a:lnTo>
                  <a:lnTo>
                    <a:pt x="21" y="2341"/>
                  </a:lnTo>
                  <a:lnTo>
                    <a:pt x="61" y="2765"/>
                  </a:lnTo>
                  <a:lnTo>
                    <a:pt x="122" y="3189"/>
                  </a:lnTo>
                  <a:lnTo>
                    <a:pt x="223" y="3633"/>
                  </a:lnTo>
                  <a:lnTo>
                    <a:pt x="324" y="4097"/>
                  </a:lnTo>
                  <a:lnTo>
                    <a:pt x="566" y="4985"/>
                  </a:lnTo>
                  <a:lnTo>
                    <a:pt x="848" y="6055"/>
                  </a:lnTo>
                  <a:lnTo>
                    <a:pt x="969" y="6599"/>
                  </a:lnTo>
                  <a:lnTo>
                    <a:pt x="1050" y="7144"/>
                  </a:lnTo>
                  <a:lnTo>
                    <a:pt x="1111" y="7649"/>
                  </a:lnTo>
                  <a:lnTo>
                    <a:pt x="1151" y="8173"/>
                  </a:lnTo>
                  <a:lnTo>
                    <a:pt x="1151" y="8718"/>
                  </a:lnTo>
                  <a:lnTo>
                    <a:pt x="1151" y="9243"/>
                  </a:lnTo>
                  <a:lnTo>
                    <a:pt x="1131" y="9768"/>
                  </a:lnTo>
                  <a:lnTo>
                    <a:pt x="1090" y="10292"/>
                  </a:lnTo>
                  <a:lnTo>
                    <a:pt x="989" y="11342"/>
                  </a:lnTo>
                  <a:lnTo>
                    <a:pt x="929" y="12088"/>
                  </a:lnTo>
                  <a:lnTo>
                    <a:pt x="868" y="12855"/>
                  </a:lnTo>
                  <a:lnTo>
                    <a:pt x="848" y="13218"/>
                  </a:lnTo>
                  <a:lnTo>
                    <a:pt x="868" y="13400"/>
                  </a:lnTo>
                  <a:lnTo>
                    <a:pt x="889" y="13582"/>
                  </a:lnTo>
                  <a:lnTo>
                    <a:pt x="929" y="13743"/>
                  </a:lnTo>
                  <a:lnTo>
                    <a:pt x="989" y="13905"/>
                  </a:lnTo>
                  <a:lnTo>
                    <a:pt x="1070" y="14046"/>
                  </a:lnTo>
                  <a:lnTo>
                    <a:pt x="1171" y="14187"/>
                  </a:lnTo>
                  <a:lnTo>
                    <a:pt x="1252" y="14268"/>
                  </a:lnTo>
                  <a:lnTo>
                    <a:pt x="1353" y="14328"/>
                  </a:lnTo>
                  <a:lnTo>
                    <a:pt x="1433" y="14369"/>
                  </a:lnTo>
                  <a:lnTo>
                    <a:pt x="1534" y="14409"/>
                  </a:lnTo>
                  <a:lnTo>
                    <a:pt x="1756" y="14470"/>
                  </a:lnTo>
                  <a:lnTo>
                    <a:pt x="1958" y="14490"/>
                  </a:lnTo>
                  <a:lnTo>
                    <a:pt x="2180" y="14470"/>
                  </a:lnTo>
                  <a:lnTo>
                    <a:pt x="2402" y="14429"/>
                  </a:lnTo>
                  <a:lnTo>
                    <a:pt x="2644" y="14349"/>
                  </a:lnTo>
                  <a:lnTo>
                    <a:pt x="2886" y="14227"/>
                  </a:lnTo>
                  <a:lnTo>
                    <a:pt x="3330" y="13965"/>
                  </a:lnTo>
                  <a:lnTo>
                    <a:pt x="3532" y="13844"/>
                  </a:lnTo>
                  <a:lnTo>
                    <a:pt x="3895" y="13642"/>
                  </a:lnTo>
                  <a:lnTo>
                    <a:pt x="4259" y="13461"/>
                  </a:lnTo>
                  <a:lnTo>
                    <a:pt x="4642" y="13299"/>
                  </a:lnTo>
                  <a:lnTo>
                    <a:pt x="5046" y="13138"/>
                  </a:lnTo>
                  <a:lnTo>
                    <a:pt x="5449" y="12996"/>
                  </a:lnTo>
                  <a:lnTo>
                    <a:pt x="5873" y="12875"/>
                  </a:lnTo>
                  <a:lnTo>
                    <a:pt x="6317" y="12754"/>
                  </a:lnTo>
                  <a:lnTo>
                    <a:pt x="6761" y="12653"/>
                  </a:lnTo>
                  <a:lnTo>
                    <a:pt x="7225" y="12573"/>
                  </a:lnTo>
                  <a:lnTo>
                    <a:pt x="7689" y="12512"/>
                  </a:lnTo>
                  <a:lnTo>
                    <a:pt x="8174" y="12472"/>
                  </a:lnTo>
                  <a:lnTo>
                    <a:pt x="8678" y="12431"/>
                  </a:lnTo>
                  <a:lnTo>
                    <a:pt x="9183" y="12411"/>
                  </a:lnTo>
                  <a:lnTo>
                    <a:pt x="10232" y="12411"/>
                  </a:lnTo>
                  <a:lnTo>
                    <a:pt x="10777" y="12431"/>
                  </a:lnTo>
                  <a:lnTo>
                    <a:pt x="11887" y="12532"/>
                  </a:lnTo>
                  <a:lnTo>
                    <a:pt x="12976" y="12653"/>
                  </a:lnTo>
                  <a:lnTo>
                    <a:pt x="14066" y="12815"/>
                  </a:lnTo>
                  <a:lnTo>
                    <a:pt x="15156" y="12976"/>
                  </a:lnTo>
                  <a:lnTo>
                    <a:pt x="16690" y="13198"/>
                  </a:lnTo>
                  <a:lnTo>
                    <a:pt x="17477" y="13299"/>
                  </a:lnTo>
                  <a:lnTo>
                    <a:pt x="18243" y="13400"/>
                  </a:lnTo>
                  <a:lnTo>
                    <a:pt x="18768" y="13440"/>
                  </a:lnTo>
                  <a:lnTo>
                    <a:pt x="19273" y="13481"/>
                  </a:lnTo>
                  <a:lnTo>
                    <a:pt x="19797" y="13481"/>
                  </a:lnTo>
                  <a:lnTo>
                    <a:pt x="20302" y="13461"/>
                  </a:lnTo>
                  <a:lnTo>
                    <a:pt x="20806" y="13400"/>
                  </a:lnTo>
                  <a:lnTo>
                    <a:pt x="21048" y="13360"/>
                  </a:lnTo>
                  <a:lnTo>
                    <a:pt x="21291" y="13299"/>
                  </a:lnTo>
                  <a:lnTo>
                    <a:pt x="21533" y="13218"/>
                  </a:lnTo>
                  <a:lnTo>
                    <a:pt x="21775" y="13138"/>
                  </a:lnTo>
                  <a:lnTo>
                    <a:pt x="21997" y="13037"/>
                  </a:lnTo>
                  <a:lnTo>
                    <a:pt x="22219" y="12936"/>
                  </a:lnTo>
                  <a:lnTo>
                    <a:pt x="22421" y="12815"/>
                  </a:lnTo>
                  <a:lnTo>
                    <a:pt x="22602" y="12694"/>
                  </a:lnTo>
                  <a:lnTo>
                    <a:pt x="22784" y="12553"/>
                  </a:lnTo>
                  <a:lnTo>
                    <a:pt x="22966" y="12411"/>
                  </a:lnTo>
                  <a:lnTo>
                    <a:pt x="23127" y="12250"/>
                  </a:lnTo>
                  <a:lnTo>
                    <a:pt x="23288" y="12068"/>
                  </a:lnTo>
                  <a:lnTo>
                    <a:pt x="23450" y="11887"/>
                  </a:lnTo>
                  <a:lnTo>
                    <a:pt x="23591" y="11685"/>
                  </a:lnTo>
                  <a:lnTo>
                    <a:pt x="23874" y="11261"/>
                  </a:lnTo>
                  <a:lnTo>
                    <a:pt x="24116" y="10797"/>
                  </a:lnTo>
                  <a:lnTo>
                    <a:pt x="24358" y="10292"/>
                  </a:lnTo>
                  <a:lnTo>
                    <a:pt x="24540" y="9727"/>
                  </a:lnTo>
                  <a:lnTo>
                    <a:pt x="24479" y="9707"/>
                  </a:lnTo>
                  <a:lnTo>
                    <a:pt x="24277" y="10252"/>
                  </a:lnTo>
                  <a:lnTo>
                    <a:pt x="24055" y="10756"/>
                  </a:lnTo>
                  <a:lnTo>
                    <a:pt x="23813" y="11221"/>
                  </a:lnTo>
                  <a:lnTo>
                    <a:pt x="23531" y="11644"/>
                  </a:lnTo>
                  <a:lnTo>
                    <a:pt x="23228" y="12008"/>
                  </a:lnTo>
                  <a:lnTo>
                    <a:pt x="23066" y="12189"/>
                  </a:lnTo>
                  <a:lnTo>
                    <a:pt x="22905" y="12351"/>
                  </a:lnTo>
                  <a:lnTo>
                    <a:pt x="22744" y="12492"/>
                  </a:lnTo>
                  <a:lnTo>
                    <a:pt x="22562" y="12613"/>
                  </a:lnTo>
                  <a:lnTo>
                    <a:pt x="22380" y="12754"/>
                  </a:lnTo>
                  <a:lnTo>
                    <a:pt x="22178" y="12855"/>
                  </a:lnTo>
                  <a:lnTo>
                    <a:pt x="21957" y="12976"/>
                  </a:lnTo>
                  <a:lnTo>
                    <a:pt x="21735" y="13077"/>
                  </a:lnTo>
                  <a:lnTo>
                    <a:pt x="21492" y="13158"/>
                  </a:lnTo>
                  <a:lnTo>
                    <a:pt x="21270" y="13218"/>
                  </a:lnTo>
                  <a:lnTo>
                    <a:pt x="21028" y="13279"/>
                  </a:lnTo>
                  <a:lnTo>
                    <a:pt x="20786" y="13319"/>
                  </a:lnTo>
                  <a:lnTo>
                    <a:pt x="20282" y="13380"/>
                  </a:lnTo>
                  <a:lnTo>
                    <a:pt x="19777" y="13400"/>
                  </a:lnTo>
                  <a:lnTo>
                    <a:pt x="19273" y="13400"/>
                  </a:lnTo>
                  <a:lnTo>
                    <a:pt x="18768" y="13360"/>
                  </a:lnTo>
                  <a:lnTo>
                    <a:pt x="18264" y="13319"/>
                  </a:lnTo>
                  <a:lnTo>
                    <a:pt x="17477" y="13218"/>
                  </a:lnTo>
                  <a:lnTo>
                    <a:pt x="16710" y="13118"/>
                  </a:lnTo>
                  <a:lnTo>
                    <a:pt x="15156" y="12896"/>
                  </a:lnTo>
                  <a:lnTo>
                    <a:pt x="14086" y="12734"/>
                  </a:lnTo>
                  <a:lnTo>
                    <a:pt x="12997" y="12573"/>
                  </a:lnTo>
                  <a:lnTo>
                    <a:pt x="11887" y="12452"/>
                  </a:lnTo>
                  <a:lnTo>
                    <a:pt x="10797" y="12351"/>
                  </a:lnTo>
                  <a:lnTo>
                    <a:pt x="10252" y="12331"/>
                  </a:lnTo>
                  <a:lnTo>
                    <a:pt x="9183" y="12331"/>
                  </a:lnTo>
                  <a:lnTo>
                    <a:pt x="8658" y="12351"/>
                  </a:lnTo>
                  <a:lnTo>
                    <a:pt x="8174" y="12391"/>
                  </a:lnTo>
                  <a:lnTo>
                    <a:pt x="7669" y="12431"/>
                  </a:lnTo>
                  <a:lnTo>
                    <a:pt x="7205" y="12492"/>
                  </a:lnTo>
                  <a:lnTo>
                    <a:pt x="6741" y="12573"/>
                  </a:lnTo>
                  <a:lnTo>
                    <a:pt x="6277" y="12674"/>
                  </a:lnTo>
                  <a:lnTo>
                    <a:pt x="5853" y="12795"/>
                  </a:lnTo>
                  <a:lnTo>
                    <a:pt x="5429" y="12916"/>
                  </a:lnTo>
                  <a:lnTo>
                    <a:pt x="5005" y="13057"/>
                  </a:lnTo>
                  <a:lnTo>
                    <a:pt x="4602" y="13218"/>
                  </a:lnTo>
                  <a:lnTo>
                    <a:pt x="4218" y="13380"/>
                  </a:lnTo>
                  <a:lnTo>
                    <a:pt x="3855" y="13582"/>
                  </a:lnTo>
                  <a:lnTo>
                    <a:pt x="3492" y="13783"/>
                  </a:lnTo>
                  <a:lnTo>
                    <a:pt x="3290" y="13905"/>
                  </a:lnTo>
                  <a:lnTo>
                    <a:pt x="2846" y="14147"/>
                  </a:lnTo>
                  <a:lnTo>
                    <a:pt x="2624" y="14268"/>
                  </a:lnTo>
                  <a:lnTo>
                    <a:pt x="2382" y="14349"/>
                  </a:lnTo>
                  <a:lnTo>
                    <a:pt x="2241" y="14389"/>
                  </a:lnTo>
                  <a:lnTo>
                    <a:pt x="2079" y="14409"/>
                  </a:lnTo>
                  <a:lnTo>
                    <a:pt x="1938" y="14409"/>
                  </a:lnTo>
                  <a:lnTo>
                    <a:pt x="1776" y="14389"/>
                  </a:lnTo>
                  <a:lnTo>
                    <a:pt x="1635" y="14369"/>
                  </a:lnTo>
                  <a:lnTo>
                    <a:pt x="1494" y="14308"/>
                  </a:lnTo>
                  <a:lnTo>
                    <a:pt x="1353" y="14227"/>
                  </a:lnTo>
                  <a:lnTo>
                    <a:pt x="1232" y="14127"/>
                  </a:lnTo>
                  <a:lnTo>
                    <a:pt x="1131" y="14005"/>
                  </a:lnTo>
                  <a:lnTo>
                    <a:pt x="1050" y="13864"/>
                  </a:lnTo>
                  <a:lnTo>
                    <a:pt x="1010" y="13723"/>
                  </a:lnTo>
                  <a:lnTo>
                    <a:pt x="969" y="13562"/>
                  </a:lnTo>
                  <a:lnTo>
                    <a:pt x="949" y="13380"/>
                  </a:lnTo>
                  <a:lnTo>
                    <a:pt x="929" y="13218"/>
                  </a:lnTo>
                  <a:lnTo>
                    <a:pt x="949" y="12855"/>
                  </a:lnTo>
                  <a:lnTo>
                    <a:pt x="1010" y="12109"/>
                  </a:lnTo>
                  <a:lnTo>
                    <a:pt x="1070" y="11342"/>
                  </a:lnTo>
                  <a:lnTo>
                    <a:pt x="1171" y="10292"/>
                  </a:lnTo>
                  <a:lnTo>
                    <a:pt x="1211" y="9768"/>
                  </a:lnTo>
                  <a:lnTo>
                    <a:pt x="1232" y="9243"/>
                  </a:lnTo>
                  <a:lnTo>
                    <a:pt x="1232" y="8698"/>
                  </a:lnTo>
                  <a:lnTo>
                    <a:pt x="1232" y="8173"/>
                  </a:lnTo>
                  <a:lnTo>
                    <a:pt x="1191" y="7649"/>
                  </a:lnTo>
                  <a:lnTo>
                    <a:pt x="1131" y="7124"/>
                  </a:lnTo>
                  <a:lnTo>
                    <a:pt x="1050" y="6579"/>
                  </a:lnTo>
                  <a:lnTo>
                    <a:pt x="929" y="6034"/>
                  </a:lnTo>
                  <a:lnTo>
                    <a:pt x="646" y="4965"/>
                  </a:lnTo>
                  <a:lnTo>
                    <a:pt x="404" y="4077"/>
                  </a:lnTo>
                  <a:lnTo>
                    <a:pt x="303" y="3633"/>
                  </a:lnTo>
                  <a:lnTo>
                    <a:pt x="202" y="3169"/>
                  </a:lnTo>
                  <a:lnTo>
                    <a:pt x="142" y="2765"/>
                  </a:lnTo>
                  <a:lnTo>
                    <a:pt x="102" y="2341"/>
                  </a:lnTo>
                  <a:lnTo>
                    <a:pt x="81" y="1938"/>
                  </a:lnTo>
                  <a:lnTo>
                    <a:pt x="102" y="1534"/>
                  </a:lnTo>
                  <a:lnTo>
                    <a:pt x="122" y="1151"/>
                  </a:lnTo>
                  <a:lnTo>
                    <a:pt x="182" y="767"/>
                  </a:lnTo>
                  <a:lnTo>
                    <a:pt x="243" y="384"/>
                  </a:lnTo>
                  <a:lnTo>
                    <a:pt x="344" y="2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 flipH="1">
              <a:off x="-3249516" y="-5106211"/>
              <a:ext cx="1060565" cy="526984"/>
            </a:xfrm>
            <a:custGeom>
              <a:rect b="b" l="l" r="r" t="t"/>
              <a:pathLst>
                <a:path extrusionOk="0" h="9426" w="18970">
                  <a:moveTo>
                    <a:pt x="7103" y="1"/>
                  </a:moveTo>
                  <a:lnTo>
                    <a:pt x="5812" y="41"/>
                  </a:lnTo>
                  <a:lnTo>
                    <a:pt x="4480" y="142"/>
                  </a:lnTo>
                  <a:lnTo>
                    <a:pt x="3976" y="183"/>
                  </a:lnTo>
                  <a:lnTo>
                    <a:pt x="3552" y="223"/>
                  </a:lnTo>
                  <a:lnTo>
                    <a:pt x="3168" y="263"/>
                  </a:lnTo>
                  <a:lnTo>
                    <a:pt x="2805" y="324"/>
                  </a:lnTo>
                  <a:lnTo>
                    <a:pt x="2462" y="425"/>
                  </a:lnTo>
                  <a:lnTo>
                    <a:pt x="2301" y="505"/>
                  </a:lnTo>
                  <a:lnTo>
                    <a:pt x="2139" y="586"/>
                  </a:lnTo>
                  <a:lnTo>
                    <a:pt x="1958" y="667"/>
                  </a:lnTo>
                  <a:lnTo>
                    <a:pt x="1796" y="788"/>
                  </a:lnTo>
                  <a:lnTo>
                    <a:pt x="1635" y="909"/>
                  </a:lnTo>
                  <a:lnTo>
                    <a:pt x="1453" y="1070"/>
                  </a:lnTo>
                  <a:lnTo>
                    <a:pt x="1090" y="1434"/>
                  </a:lnTo>
                  <a:lnTo>
                    <a:pt x="827" y="1736"/>
                  </a:lnTo>
                  <a:lnTo>
                    <a:pt x="585" y="2059"/>
                  </a:lnTo>
                  <a:lnTo>
                    <a:pt x="404" y="2362"/>
                  </a:lnTo>
                  <a:lnTo>
                    <a:pt x="242" y="2665"/>
                  </a:lnTo>
                  <a:lnTo>
                    <a:pt x="121" y="2988"/>
                  </a:lnTo>
                  <a:lnTo>
                    <a:pt x="40" y="3290"/>
                  </a:lnTo>
                  <a:lnTo>
                    <a:pt x="0" y="3593"/>
                  </a:lnTo>
                  <a:lnTo>
                    <a:pt x="0" y="3896"/>
                  </a:lnTo>
                  <a:lnTo>
                    <a:pt x="81" y="3896"/>
                  </a:lnTo>
                  <a:lnTo>
                    <a:pt x="81" y="3593"/>
                  </a:lnTo>
                  <a:lnTo>
                    <a:pt x="121" y="3290"/>
                  </a:lnTo>
                  <a:lnTo>
                    <a:pt x="202" y="3008"/>
                  </a:lnTo>
                  <a:lnTo>
                    <a:pt x="323" y="2705"/>
                  </a:lnTo>
                  <a:lnTo>
                    <a:pt x="464" y="2402"/>
                  </a:lnTo>
                  <a:lnTo>
                    <a:pt x="666" y="2100"/>
                  </a:lnTo>
                  <a:lnTo>
                    <a:pt x="888" y="1797"/>
                  </a:lnTo>
                  <a:lnTo>
                    <a:pt x="1150" y="1474"/>
                  </a:lnTo>
                  <a:lnTo>
                    <a:pt x="1514" y="1131"/>
                  </a:lnTo>
                  <a:lnTo>
                    <a:pt x="1675" y="970"/>
                  </a:lnTo>
                  <a:lnTo>
                    <a:pt x="1837" y="848"/>
                  </a:lnTo>
                  <a:lnTo>
                    <a:pt x="2018" y="748"/>
                  </a:lnTo>
                  <a:lnTo>
                    <a:pt x="2180" y="647"/>
                  </a:lnTo>
                  <a:lnTo>
                    <a:pt x="2341" y="566"/>
                  </a:lnTo>
                  <a:lnTo>
                    <a:pt x="2502" y="505"/>
                  </a:lnTo>
                  <a:lnTo>
                    <a:pt x="2825" y="405"/>
                  </a:lnTo>
                  <a:lnTo>
                    <a:pt x="3189" y="344"/>
                  </a:lnTo>
                  <a:lnTo>
                    <a:pt x="3572" y="304"/>
                  </a:lnTo>
                  <a:lnTo>
                    <a:pt x="3996" y="263"/>
                  </a:lnTo>
                  <a:lnTo>
                    <a:pt x="4500" y="223"/>
                  </a:lnTo>
                  <a:lnTo>
                    <a:pt x="5812" y="122"/>
                  </a:lnTo>
                  <a:lnTo>
                    <a:pt x="7103" y="82"/>
                  </a:lnTo>
                  <a:lnTo>
                    <a:pt x="8355" y="82"/>
                  </a:lnTo>
                  <a:lnTo>
                    <a:pt x="9586" y="102"/>
                  </a:lnTo>
                  <a:lnTo>
                    <a:pt x="10574" y="162"/>
                  </a:lnTo>
                  <a:lnTo>
                    <a:pt x="11099" y="223"/>
                  </a:lnTo>
                  <a:lnTo>
                    <a:pt x="11664" y="283"/>
                  </a:lnTo>
                  <a:lnTo>
                    <a:pt x="12209" y="384"/>
                  </a:lnTo>
                  <a:lnTo>
                    <a:pt x="12794" y="505"/>
                  </a:lnTo>
                  <a:lnTo>
                    <a:pt x="13359" y="647"/>
                  </a:lnTo>
                  <a:lnTo>
                    <a:pt x="13945" y="828"/>
                  </a:lnTo>
                  <a:lnTo>
                    <a:pt x="14348" y="990"/>
                  </a:lnTo>
                  <a:lnTo>
                    <a:pt x="14812" y="1171"/>
                  </a:lnTo>
                  <a:lnTo>
                    <a:pt x="15276" y="1414"/>
                  </a:lnTo>
                  <a:lnTo>
                    <a:pt x="15741" y="1696"/>
                  </a:lnTo>
                  <a:lnTo>
                    <a:pt x="16205" y="2019"/>
                  </a:lnTo>
                  <a:lnTo>
                    <a:pt x="16447" y="2201"/>
                  </a:lnTo>
                  <a:lnTo>
                    <a:pt x="16669" y="2382"/>
                  </a:lnTo>
                  <a:lnTo>
                    <a:pt x="16891" y="2604"/>
                  </a:lnTo>
                  <a:lnTo>
                    <a:pt x="17113" y="2826"/>
                  </a:lnTo>
                  <a:lnTo>
                    <a:pt x="17315" y="3068"/>
                  </a:lnTo>
                  <a:lnTo>
                    <a:pt x="17516" y="3310"/>
                  </a:lnTo>
                  <a:lnTo>
                    <a:pt x="17698" y="3593"/>
                  </a:lnTo>
                  <a:lnTo>
                    <a:pt x="17880" y="3876"/>
                  </a:lnTo>
                  <a:lnTo>
                    <a:pt x="18041" y="4178"/>
                  </a:lnTo>
                  <a:lnTo>
                    <a:pt x="18182" y="4501"/>
                  </a:lnTo>
                  <a:lnTo>
                    <a:pt x="18324" y="4824"/>
                  </a:lnTo>
                  <a:lnTo>
                    <a:pt x="18445" y="5187"/>
                  </a:lnTo>
                  <a:lnTo>
                    <a:pt x="18546" y="5530"/>
                  </a:lnTo>
                  <a:lnTo>
                    <a:pt x="18646" y="5914"/>
                  </a:lnTo>
                  <a:lnTo>
                    <a:pt x="18727" y="6297"/>
                  </a:lnTo>
                  <a:lnTo>
                    <a:pt x="18788" y="6701"/>
                  </a:lnTo>
                  <a:lnTo>
                    <a:pt x="18828" y="7125"/>
                  </a:lnTo>
                  <a:lnTo>
                    <a:pt x="18868" y="7548"/>
                  </a:lnTo>
                  <a:lnTo>
                    <a:pt x="18889" y="7992"/>
                  </a:lnTo>
                  <a:lnTo>
                    <a:pt x="18889" y="8456"/>
                  </a:lnTo>
                  <a:lnTo>
                    <a:pt x="18889" y="8941"/>
                  </a:lnTo>
                  <a:lnTo>
                    <a:pt x="18868" y="9425"/>
                  </a:lnTo>
                  <a:lnTo>
                    <a:pt x="18949" y="9425"/>
                  </a:lnTo>
                  <a:lnTo>
                    <a:pt x="18969" y="8941"/>
                  </a:lnTo>
                  <a:lnTo>
                    <a:pt x="18969" y="8456"/>
                  </a:lnTo>
                  <a:lnTo>
                    <a:pt x="18969" y="7992"/>
                  </a:lnTo>
                  <a:lnTo>
                    <a:pt x="18949" y="7528"/>
                  </a:lnTo>
                  <a:lnTo>
                    <a:pt x="18909" y="7104"/>
                  </a:lnTo>
                  <a:lnTo>
                    <a:pt x="18868" y="6681"/>
                  </a:lnTo>
                  <a:lnTo>
                    <a:pt x="18788" y="6277"/>
                  </a:lnTo>
                  <a:lnTo>
                    <a:pt x="18727" y="5894"/>
                  </a:lnTo>
                  <a:lnTo>
                    <a:pt x="18626" y="5510"/>
                  </a:lnTo>
                  <a:lnTo>
                    <a:pt x="18525" y="5147"/>
                  </a:lnTo>
                  <a:lnTo>
                    <a:pt x="18404" y="4804"/>
                  </a:lnTo>
                  <a:lnTo>
                    <a:pt x="18263" y="4461"/>
                  </a:lnTo>
                  <a:lnTo>
                    <a:pt x="18102" y="4138"/>
                  </a:lnTo>
                  <a:lnTo>
                    <a:pt x="17940" y="3835"/>
                  </a:lnTo>
                  <a:lnTo>
                    <a:pt x="17759" y="3553"/>
                  </a:lnTo>
                  <a:lnTo>
                    <a:pt x="17577" y="3270"/>
                  </a:lnTo>
                  <a:lnTo>
                    <a:pt x="17375" y="3008"/>
                  </a:lnTo>
                  <a:lnTo>
                    <a:pt x="17173" y="2766"/>
                  </a:lnTo>
                  <a:lnTo>
                    <a:pt x="16951" y="2544"/>
                  </a:lnTo>
                  <a:lnTo>
                    <a:pt x="16729" y="2322"/>
                  </a:lnTo>
                  <a:lnTo>
                    <a:pt x="16507" y="2140"/>
                  </a:lnTo>
                  <a:lnTo>
                    <a:pt x="16265" y="1958"/>
                  </a:lnTo>
                  <a:lnTo>
                    <a:pt x="15781" y="1615"/>
                  </a:lnTo>
                  <a:lnTo>
                    <a:pt x="15317" y="1333"/>
                  </a:lnTo>
                  <a:lnTo>
                    <a:pt x="14832" y="1111"/>
                  </a:lnTo>
                  <a:lnTo>
                    <a:pt x="14388" y="909"/>
                  </a:lnTo>
                  <a:lnTo>
                    <a:pt x="13965" y="748"/>
                  </a:lnTo>
                  <a:lnTo>
                    <a:pt x="13400" y="566"/>
                  </a:lnTo>
                  <a:lnTo>
                    <a:pt x="12814" y="425"/>
                  </a:lnTo>
                  <a:lnTo>
                    <a:pt x="12229" y="304"/>
                  </a:lnTo>
                  <a:lnTo>
                    <a:pt x="11664" y="223"/>
                  </a:lnTo>
                  <a:lnTo>
                    <a:pt x="11119" y="142"/>
                  </a:lnTo>
                  <a:lnTo>
                    <a:pt x="10574" y="82"/>
                  </a:lnTo>
                  <a:lnTo>
                    <a:pt x="9586" y="21"/>
                  </a:lnTo>
                  <a:lnTo>
                    <a:pt x="8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 flipH="1">
              <a:off x="-3364577" y="-5090390"/>
              <a:ext cx="1339208" cy="816864"/>
            </a:xfrm>
            <a:custGeom>
              <a:rect b="b" l="l" r="r" t="t"/>
              <a:pathLst>
                <a:path extrusionOk="0" h="14611" w="23954">
                  <a:moveTo>
                    <a:pt x="8637" y="0"/>
                  </a:moveTo>
                  <a:lnTo>
                    <a:pt x="7870" y="41"/>
                  </a:lnTo>
                  <a:lnTo>
                    <a:pt x="7083" y="81"/>
                  </a:lnTo>
                  <a:lnTo>
                    <a:pt x="6296" y="162"/>
                  </a:lnTo>
                  <a:lnTo>
                    <a:pt x="5509" y="243"/>
                  </a:lnTo>
                  <a:lnTo>
                    <a:pt x="5065" y="303"/>
                  </a:lnTo>
                  <a:lnTo>
                    <a:pt x="4601" y="384"/>
                  </a:lnTo>
                  <a:lnTo>
                    <a:pt x="4097" y="485"/>
                  </a:lnTo>
                  <a:lnTo>
                    <a:pt x="3592" y="626"/>
                  </a:lnTo>
                  <a:lnTo>
                    <a:pt x="3067" y="787"/>
                  </a:lnTo>
                  <a:lnTo>
                    <a:pt x="2563" y="1009"/>
                  </a:lnTo>
                  <a:lnTo>
                    <a:pt x="2321" y="1131"/>
                  </a:lnTo>
                  <a:lnTo>
                    <a:pt x="2079" y="1252"/>
                  </a:lnTo>
                  <a:lnTo>
                    <a:pt x="1836" y="1393"/>
                  </a:lnTo>
                  <a:lnTo>
                    <a:pt x="1614" y="1554"/>
                  </a:lnTo>
                  <a:lnTo>
                    <a:pt x="1392" y="1716"/>
                  </a:lnTo>
                  <a:lnTo>
                    <a:pt x="1191" y="1897"/>
                  </a:lnTo>
                  <a:lnTo>
                    <a:pt x="1009" y="2079"/>
                  </a:lnTo>
                  <a:lnTo>
                    <a:pt x="827" y="2261"/>
                  </a:lnTo>
                  <a:lnTo>
                    <a:pt x="686" y="2462"/>
                  </a:lnTo>
                  <a:lnTo>
                    <a:pt x="545" y="2664"/>
                  </a:lnTo>
                  <a:lnTo>
                    <a:pt x="404" y="2866"/>
                  </a:lnTo>
                  <a:lnTo>
                    <a:pt x="303" y="3088"/>
                  </a:lnTo>
                  <a:lnTo>
                    <a:pt x="222" y="3330"/>
                  </a:lnTo>
                  <a:lnTo>
                    <a:pt x="141" y="3552"/>
                  </a:lnTo>
                  <a:lnTo>
                    <a:pt x="81" y="3814"/>
                  </a:lnTo>
                  <a:lnTo>
                    <a:pt x="40" y="4057"/>
                  </a:lnTo>
                  <a:lnTo>
                    <a:pt x="0" y="4319"/>
                  </a:lnTo>
                  <a:lnTo>
                    <a:pt x="0" y="4581"/>
                  </a:lnTo>
                  <a:lnTo>
                    <a:pt x="0" y="4864"/>
                  </a:lnTo>
                  <a:lnTo>
                    <a:pt x="20" y="5146"/>
                  </a:lnTo>
                  <a:lnTo>
                    <a:pt x="81" y="5611"/>
                  </a:lnTo>
                  <a:lnTo>
                    <a:pt x="182" y="6095"/>
                  </a:lnTo>
                  <a:lnTo>
                    <a:pt x="303" y="6559"/>
                  </a:lnTo>
                  <a:lnTo>
                    <a:pt x="424" y="7023"/>
                  </a:lnTo>
                  <a:lnTo>
                    <a:pt x="565" y="7588"/>
                  </a:lnTo>
                  <a:lnTo>
                    <a:pt x="706" y="8173"/>
                  </a:lnTo>
                  <a:lnTo>
                    <a:pt x="767" y="8537"/>
                  </a:lnTo>
                  <a:lnTo>
                    <a:pt x="827" y="8920"/>
                  </a:lnTo>
                  <a:lnTo>
                    <a:pt x="868" y="9324"/>
                  </a:lnTo>
                  <a:lnTo>
                    <a:pt x="888" y="9707"/>
                  </a:lnTo>
                  <a:lnTo>
                    <a:pt x="908" y="10090"/>
                  </a:lnTo>
                  <a:lnTo>
                    <a:pt x="888" y="10474"/>
                  </a:lnTo>
                  <a:lnTo>
                    <a:pt x="868" y="10857"/>
                  </a:lnTo>
                  <a:lnTo>
                    <a:pt x="827" y="11241"/>
                  </a:lnTo>
                  <a:lnTo>
                    <a:pt x="807" y="11483"/>
                  </a:lnTo>
                  <a:lnTo>
                    <a:pt x="767" y="11765"/>
                  </a:lnTo>
                  <a:lnTo>
                    <a:pt x="747" y="12068"/>
                  </a:lnTo>
                  <a:lnTo>
                    <a:pt x="747" y="12351"/>
                  </a:lnTo>
                  <a:lnTo>
                    <a:pt x="767" y="12653"/>
                  </a:lnTo>
                  <a:lnTo>
                    <a:pt x="807" y="12815"/>
                  </a:lnTo>
                  <a:lnTo>
                    <a:pt x="848" y="12976"/>
                  </a:lnTo>
                  <a:lnTo>
                    <a:pt x="928" y="13138"/>
                  </a:lnTo>
                  <a:lnTo>
                    <a:pt x="1029" y="13299"/>
                  </a:lnTo>
                  <a:lnTo>
                    <a:pt x="1130" y="13440"/>
                  </a:lnTo>
                  <a:lnTo>
                    <a:pt x="1271" y="13561"/>
                  </a:lnTo>
                  <a:lnTo>
                    <a:pt x="1433" y="13662"/>
                  </a:lnTo>
                  <a:lnTo>
                    <a:pt x="1614" y="13723"/>
                  </a:lnTo>
                  <a:lnTo>
                    <a:pt x="1715" y="13763"/>
                  </a:lnTo>
                  <a:lnTo>
                    <a:pt x="2058" y="13763"/>
                  </a:lnTo>
                  <a:lnTo>
                    <a:pt x="2280" y="13723"/>
                  </a:lnTo>
                  <a:lnTo>
                    <a:pt x="2502" y="13683"/>
                  </a:lnTo>
                  <a:lnTo>
                    <a:pt x="3794" y="13420"/>
                  </a:lnTo>
                  <a:lnTo>
                    <a:pt x="4419" y="13299"/>
                  </a:lnTo>
                  <a:lnTo>
                    <a:pt x="5065" y="13198"/>
                  </a:lnTo>
                  <a:lnTo>
                    <a:pt x="5691" y="13118"/>
                  </a:lnTo>
                  <a:lnTo>
                    <a:pt x="6337" y="13057"/>
                  </a:lnTo>
                  <a:lnTo>
                    <a:pt x="6962" y="13037"/>
                  </a:lnTo>
                  <a:lnTo>
                    <a:pt x="7588" y="13037"/>
                  </a:lnTo>
                  <a:lnTo>
                    <a:pt x="8133" y="13077"/>
                  </a:lnTo>
                  <a:lnTo>
                    <a:pt x="8657" y="13138"/>
                  </a:lnTo>
                  <a:lnTo>
                    <a:pt x="9202" y="13218"/>
                  </a:lnTo>
                  <a:lnTo>
                    <a:pt x="9747" y="13319"/>
                  </a:lnTo>
                  <a:lnTo>
                    <a:pt x="10796" y="13561"/>
                  </a:lnTo>
                  <a:lnTo>
                    <a:pt x="11846" y="13824"/>
                  </a:lnTo>
                  <a:lnTo>
                    <a:pt x="13218" y="14167"/>
                  </a:lnTo>
                  <a:lnTo>
                    <a:pt x="13924" y="14328"/>
                  </a:lnTo>
                  <a:lnTo>
                    <a:pt x="14610" y="14449"/>
                  </a:lnTo>
                  <a:lnTo>
                    <a:pt x="15095" y="14530"/>
                  </a:lnTo>
                  <a:lnTo>
                    <a:pt x="15559" y="14570"/>
                  </a:lnTo>
                  <a:lnTo>
                    <a:pt x="16023" y="14611"/>
                  </a:lnTo>
                  <a:lnTo>
                    <a:pt x="16871" y="14611"/>
                  </a:lnTo>
                  <a:lnTo>
                    <a:pt x="17274" y="14570"/>
                  </a:lnTo>
                  <a:lnTo>
                    <a:pt x="17658" y="14530"/>
                  </a:lnTo>
                  <a:lnTo>
                    <a:pt x="18021" y="14449"/>
                  </a:lnTo>
                  <a:lnTo>
                    <a:pt x="18485" y="14328"/>
                  </a:lnTo>
                  <a:lnTo>
                    <a:pt x="18909" y="14187"/>
                  </a:lnTo>
                  <a:lnTo>
                    <a:pt x="19312" y="14005"/>
                  </a:lnTo>
                  <a:lnTo>
                    <a:pt x="19676" y="13783"/>
                  </a:lnTo>
                  <a:lnTo>
                    <a:pt x="20039" y="13541"/>
                  </a:lnTo>
                  <a:lnTo>
                    <a:pt x="20341" y="13279"/>
                  </a:lnTo>
                  <a:lnTo>
                    <a:pt x="20644" y="12976"/>
                  </a:lnTo>
                  <a:lnTo>
                    <a:pt x="20886" y="12674"/>
                  </a:lnTo>
                  <a:lnTo>
                    <a:pt x="21028" y="12472"/>
                  </a:lnTo>
                  <a:lnTo>
                    <a:pt x="21149" y="12270"/>
                  </a:lnTo>
                  <a:lnTo>
                    <a:pt x="21250" y="12048"/>
                  </a:lnTo>
                  <a:lnTo>
                    <a:pt x="21350" y="11846"/>
                  </a:lnTo>
                  <a:lnTo>
                    <a:pt x="21512" y="11402"/>
                  </a:lnTo>
                  <a:lnTo>
                    <a:pt x="21633" y="10958"/>
                  </a:lnTo>
                  <a:lnTo>
                    <a:pt x="21734" y="10494"/>
                  </a:lnTo>
                  <a:lnTo>
                    <a:pt x="21794" y="10030"/>
                  </a:lnTo>
                  <a:lnTo>
                    <a:pt x="21835" y="9586"/>
                  </a:lnTo>
                  <a:lnTo>
                    <a:pt x="21875" y="9142"/>
                  </a:lnTo>
                  <a:lnTo>
                    <a:pt x="21794" y="9142"/>
                  </a:lnTo>
                  <a:lnTo>
                    <a:pt x="21754" y="9586"/>
                  </a:lnTo>
                  <a:lnTo>
                    <a:pt x="21714" y="10030"/>
                  </a:lnTo>
                  <a:lnTo>
                    <a:pt x="21653" y="10474"/>
                  </a:lnTo>
                  <a:lnTo>
                    <a:pt x="21552" y="10918"/>
                  </a:lnTo>
                  <a:lnTo>
                    <a:pt x="21431" y="11362"/>
                  </a:lnTo>
                  <a:lnTo>
                    <a:pt x="21270" y="11806"/>
                  </a:lnTo>
                  <a:lnTo>
                    <a:pt x="21189" y="12008"/>
                  </a:lnTo>
                  <a:lnTo>
                    <a:pt x="21068" y="12230"/>
                  </a:lnTo>
                  <a:lnTo>
                    <a:pt x="20947" y="12431"/>
                  </a:lnTo>
                  <a:lnTo>
                    <a:pt x="20826" y="12613"/>
                  </a:lnTo>
                  <a:lnTo>
                    <a:pt x="20584" y="12936"/>
                  </a:lnTo>
                  <a:lnTo>
                    <a:pt x="20301" y="13218"/>
                  </a:lnTo>
                  <a:lnTo>
                    <a:pt x="19978" y="13481"/>
                  </a:lnTo>
                  <a:lnTo>
                    <a:pt x="19635" y="13723"/>
                  </a:lnTo>
                  <a:lnTo>
                    <a:pt x="19272" y="13925"/>
                  </a:lnTo>
                  <a:lnTo>
                    <a:pt x="18868" y="14106"/>
                  </a:lnTo>
                  <a:lnTo>
                    <a:pt x="18445" y="14248"/>
                  </a:lnTo>
                  <a:lnTo>
                    <a:pt x="18001" y="14369"/>
                  </a:lnTo>
                  <a:lnTo>
                    <a:pt x="17637" y="14449"/>
                  </a:lnTo>
                  <a:lnTo>
                    <a:pt x="17254" y="14490"/>
                  </a:lnTo>
                  <a:lnTo>
                    <a:pt x="16871" y="14530"/>
                  </a:lnTo>
                  <a:lnTo>
                    <a:pt x="16023" y="14530"/>
                  </a:lnTo>
                  <a:lnTo>
                    <a:pt x="15579" y="14490"/>
                  </a:lnTo>
                  <a:lnTo>
                    <a:pt x="15115" y="14449"/>
                  </a:lnTo>
                  <a:lnTo>
                    <a:pt x="14631" y="14369"/>
                  </a:lnTo>
                  <a:lnTo>
                    <a:pt x="13924" y="14248"/>
                  </a:lnTo>
                  <a:lnTo>
                    <a:pt x="13238" y="14086"/>
                  </a:lnTo>
                  <a:lnTo>
                    <a:pt x="11866" y="13743"/>
                  </a:lnTo>
                  <a:lnTo>
                    <a:pt x="10817" y="13481"/>
                  </a:lnTo>
                  <a:lnTo>
                    <a:pt x="9747" y="13239"/>
                  </a:lnTo>
                  <a:lnTo>
                    <a:pt x="9222" y="13138"/>
                  </a:lnTo>
                  <a:lnTo>
                    <a:pt x="8677" y="13057"/>
                  </a:lnTo>
                  <a:lnTo>
                    <a:pt x="8133" y="12996"/>
                  </a:lnTo>
                  <a:lnTo>
                    <a:pt x="7588" y="12956"/>
                  </a:lnTo>
                  <a:lnTo>
                    <a:pt x="6962" y="12956"/>
                  </a:lnTo>
                  <a:lnTo>
                    <a:pt x="6316" y="12976"/>
                  </a:lnTo>
                  <a:lnTo>
                    <a:pt x="5691" y="13037"/>
                  </a:lnTo>
                  <a:lnTo>
                    <a:pt x="5065" y="13118"/>
                  </a:lnTo>
                  <a:lnTo>
                    <a:pt x="4419" y="13218"/>
                  </a:lnTo>
                  <a:lnTo>
                    <a:pt x="3774" y="13339"/>
                  </a:lnTo>
                  <a:lnTo>
                    <a:pt x="2482" y="13602"/>
                  </a:lnTo>
                  <a:lnTo>
                    <a:pt x="2280" y="13642"/>
                  </a:lnTo>
                  <a:lnTo>
                    <a:pt x="2058" y="13683"/>
                  </a:lnTo>
                  <a:lnTo>
                    <a:pt x="1735" y="13683"/>
                  </a:lnTo>
                  <a:lnTo>
                    <a:pt x="1635" y="13662"/>
                  </a:lnTo>
                  <a:lnTo>
                    <a:pt x="1453" y="13582"/>
                  </a:lnTo>
                  <a:lnTo>
                    <a:pt x="1312" y="13501"/>
                  </a:lnTo>
                  <a:lnTo>
                    <a:pt x="1191" y="13380"/>
                  </a:lnTo>
                  <a:lnTo>
                    <a:pt x="1090" y="13239"/>
                  </a:lnTo>
                  <a:lnTo>
                    <a:pt x="989" y="13097"/>
                  </a:lnTo>
                  <a:lnTo>
                    <a:pt x="928" y="12936"/>
                  </a:lnTo>
                  <a:lnTo>
                    <a:pt x="888" y="12795"/>
                  </a:lnTo>
                  <a:lnTo>
                    <a:pt x="848" y="12633"/>
                  </a:lnTo>
                  <a:lnTo>
                    <a:pt x="827" y="12351"/>
                  </a:lnTo>
                  <a:lnTo>
                    <a:pt x="827" y="12068"/>
                  </a:lnTo>
                  <a:lnTo>
                    <a:pt x="848" y="11765"/>
                  </a:lnTo>
                  <a:lnTo>
                    <a:pt x="888" y="11483"/>
                  </a:lnTo>
                  <a:lnTo>
                    <a:pt x="908" y="11261"/>
                  </a:lnTo>
                  <a:lnTo>
                    <a:pt x="948" y="10857"/>
                  </a:lnTo>
                  <a:lnTo>
                    <a:pt x="969" y="10474"/>
                  </a:lnTo>
                  <a:lnTo>
                    <a:pt x="989" y="10090"/>
                  </a:lnTo>
                  <a:lnTo>
                    <a:pt x="969" y="9707"/>
                  </a:lnTo>
                  <a:lnTo>
                    <a:pt x="948" y="9303"/>
                  </a:lnTo>
                  <a:lnTo>
                    <a:pt x="908" y="8920"/>
                  </a:lnTo>
                  <a:lnTo>
                    <a:pt x="848" y="8537"/>
                  </a:lnTo>
                  <a:lnTo>
                    <a:pt x="787" y="8153"/>
                  </a:lnTo>
                  <a:lnTo>
                    <a:pt x="646" y="7568"/>
                  </a:lnTo>
                  <a:lnTo>
                    <a:pt x="505" y="7003"/>
                  </a:lnTo>
                  <a:lnTo>
                    <a:pt x="383" y="6539"/>
                  </a:lnTo>
                  <a:lnTo>
                    <a:pt x="262" y="6075"/>
                  </a:lnTo>
                  <a:lnTo>
                    <a:pt x="161" y="5611"/>
                  </a:lnTo>
                  <a:lnTo>
                    <a:pt x="101" y="5126"/>
                  </a:lnTo>
                  <a:lnTo>
                    <a:pt x="81" y="4844"/>
                  </a:lnTo>
                  <a:lnTo>
                    <a:pt x="81" y="4581"/>
                  </a:lnTo>
                  <a:lnTo>
                    <a:pt x="81" y="4319"/>
                  </a:lnTo>
                  <a:lnTo>
                    <a:pt x="121" y="4077"/>
                  </a:lnTo>
                  <a:lnTo>
                    <a:pt x="161" y="3835"/>
                  </a:lnTo>
                  <a:lnTo>
                    <a:pt x="222" y="3593"/>
                  </a:lnTo>
                  <a:lnTo>
                    <a:pt x="283" y="3350"/>
                  </a:lnTo>
                  <a:lnTo>
                    <a:pt x="383" y="3128"/>
                  </a:lnTo>
                  <a:lnTo>
                    <a:pt x="484" y="2906"/>
                  </a:lnTo>
                  <a:lnTo>
                    <a:pt x="605" y="2705"/>
                  </a:lnTo>
                  <a:lnTo>
                    <a:pt x="747" y="2503"/>
                  </a:lnTo>
                  <a:lnTo>
                    <a:pt x="888" y="2301"/>
                  </a:lnTo>
                  <a:lnTo>
                    <a:pt x="1070" y="2119"/>
                  </a:lnTo>
                  <a:lnTo>
                    <a:pt x="1251" y="1938"/>
                  </a:lnTo>
                  <a:lnTo>
                    <a:pt x="1453" y="1776"/>
                  </a:lnTo>
                  <a:lnTo>
                    <a:pt x="1655" y="1615"/>
                  </a:lnTo>
                  <a:lnTo>
                    <a:pt x="1897" y="1453"/>
                  </a:lnTo>
                  <a:lnTo>
                    <a:pt x="2119" y="1332"/>
                  </a:lnTo>
                  <a:lnTo>
                    <a:pt x="2361" y="1191"/>
                  </a:lnTo>
                  <a:lnTo>
                    <a:pt x="2603" y="1070"/>
                  </a:lnTo>
                  <a:lnTo>
                    <a:pt x="3108" y="868"/>
                  </a:lnTo>
                  <a:lnTo>
                    <a:pt x="3612" y="707"/>
                  </a:lnTo>
                  <a:lnTo>
                    <a:pt x="4117" y="565"/>
                  </a:lnTo>
                  <a:lnTo>
                    <a:pt x="4621" y="465"/>
                  </a:lnTo>
                  <a:lnTo>
                    <a:pt x="5085" y="384"/>
                  </a:lnTo>
                  <a:lnTo>
                    <a:pt x="5529" y="323"/>
                  </a:lnTo>
                  <a:lnTo>
                    <a:pt x="6316" y="243"/>
                  </a:lnTo>
                  <a:lnTo>
                    <a:pt x="7083" y="162"/>
                  </a:lnTo>
                  <a:lnTo>
                    <a:pt x="7870" y="122"/>
                  </a:lnTo>
                  <a:lnTo>
                    <a:pt x="8637" y="81"/>
                  </a:lnTo>
                  <a:lnTo>
                    <a:pt x="10171" y="81"/>
                  </a:lnTo>
                  <a:lnTo>
                    <a:pt x="10938" y="101"/>
                  </a:lnTo>
                  <a:lnTo>
                    <a:pt x="11704" y="142"/>
                  </a:lnTo>
                  <a:lnTo>
                    <a:pt x="12451" y="202"/>
                  </a:lnTo>
                  <a:lnTo>
                    <a:pt x="13218" y="283"/>
                  </a:lnTo>
                  <a:lnTo>
                    <a:pt x="13965" y="364"/>
                  </a:lnTo>
                  <a:lnTo>
                    <a:pt x="14711" y="485"/>
                  </a:lnTo>
                  <a:lnTo>
                    <a:pt x="15458" y="606"/>
                  </a:lnTo>
                  <a:lnTo>
                    <a:pt x="16225" y="767"/>
                  </a:lnTo>
                  <a:lnTo>
                    <a:pt x="16971" y="929"/>
                  </a:lnTo>
                  <a:lnTo>
                    <a:pt x="17718" y="1110"/>
                  </a:lnTo>
                  <a:lnTo>
                    <a:pt x="18445" y="1312"/>
                  </a:lnTo>
                  <a:lnTo>
                    <a:pt x="19191" y="1554"/>
                  </a:lnTo>
                  <a:lnTo>
                    <a:pt x="19554" y="1675"/>
                  </a:lnTo>
                  <a:lnTo>
                    <a:pt x="19938" y="1817"/>
                  </a:lnTo>
                  <a:lnTo>
                    <a:pt x="20301" y="1978"/>
                  </a:lnTo>
                  <a:lnTo>
                    <a:pt x="20644" y="2140"/>
                  </a:lnTo>
                  <a:lnTo>
                    <a:pt x="20987" y="2321"/>
                  </a:lnTo>
                  <a:lnTo>
                    <a:pt x="21330" y="2523"/>
                  </a:lnTo>
                  <a:lnTo>
                    <a:pt x="21653" y="2745"/>
                  </a:lnTo>
                  <a:lnTo>
                    <a:pt x="21956" y="2967"/>
                  </a:lnTo>
                  <a:lnTo>
                    <a:pt x="22259" y="3229"/>
                  </a:lnTo>
                  <a:lnTo>
                    <a:pt x="22541" y="3492"/>
                  </a:lnTo>
                  <a:lnTo>
                    <a:pt x="22783" y="3794"/>
                  </a:lnTo>
                  <a:lnTo>
                    <a:pt x="23025" y="4097"/>
                  </a:lnTo>
                  <a:lnTo>
                    <a:pt x="23207" y="4380"/>
                  </a:lnTo>
                  <a:lnTo>
                    <a:pt x="23368" y="4682"/>
                  </a:lnTo>
                  <a:lnTo>
                    <a:pt x="23510" y="4965"/>
                  </a:lnTo>
                  <a:lnTo>
                    <a:pt x="23611" y="5288"/>
                  </a:lnTo>
                  <a:lnTo>
                    <a:pt x="23712" y="5611"/>
                  </a:lnTo>
                  <a:lnTo>
                    <a:pt x="23792" y="5933"/>
                  </a:lnTo>
                  <a:lnTo>
                    <a:pt x="23833" y="6256"/>
                  </a:lnTo>
                  <a:lnTo>
                    <a:pt x="23873" y="6579"/>
                  </a:lnTo>
                  <a:lnTo>
                    <a:pt x="23873" y="6922"/>
                  </a:lnTo>
                  <a:lnTo>
                    <a:pt x="23873" y="7245"/>
                  </a:lnTo>
                  <a:lnTo>
                    <a:pt x="23833" y="7588"/>
                  </a:lnTo>
                  <a:lnTo>
                    <a:pt x="23772" y="7911"/>
                  </a:lnTo>
                  <a:lnTo>
                    <a:pt x="23712" y="8234"/>
                  </a:lnTo>
                  <a:lnTo>
                    <a:pt x="23611" y="8537"/>
                  </a:lnTo>
                  <a:lnTo>
                    <a:pt x="23490" y="8860"/>
                  </a:lnTo>
                  <a:lnTo>
                    <a:pt x="23328" y="9162"/>
                  </a:lnTo>
                  <a:lnTo>
                    <a:pt x="23409" y="9182"/>
                  </a:lnTo>
                  <a:lnTo>
                    <a:pt x="23550" y="8880"/>
                  </a:lnTo>
                  <a:lnTo>
                    <a:pt x="23671" y="8577"/>
                  </a:lnTo>
                  <a:lnTo>
                    <a:pt x="23772" y="8254"/>
                  </a:lnTo>
                  <a:lnTo>
                    <a:pt x="23853" y="7931"/>
                  </a:lnTo>
                  <a:lnTo>
                    <a:pt x="23913" y="7588"/>
                  </a:lnTo>
                  <a:lnTo>
                    <a:pt x="23954" y="7265"/>
                  </a:lnTo>
                  <a:lnTo>
                    <a:pt x="23954" y="6922"/>
                  </a:lnTo>
                  <a:lnTo>
                    <a:pt x="23954" y="6579"/>
                  </a:lnTo>
                  <a:lnTo>
                    <a:pt x="23913" y="6236"/>
                  </a:lnTo>
                  <a:lnTo>
                    <a:pt x="23873" y="5913"/>
                  </a:lnTo>
                  <a:lnTo>
                    <a:pt x="23792" y="5590"/>
                  </a:lnTo>
                  <a:lnTo>
                    <a:pt x="23691" y="5267"/>
                  </a:lnTo>
                  <a:lnTo>
                    <a:pt x="23570" y="4945"/>
                  </a:lnTo>
                  <a:lnTo>
                    <a:pt x="23429" y="4642"/>
                  </a:lnTo>
                  <a:lnTo>
                    <a:pt x="23268" y="4339"/>
                  </a:lnTo>
                  <a:lnTo>
                    <a:pt x="23086" y="4057"/>
                  </a:lnTo>
                  <a:lnTo>
                    <a:pt x="22844" y="3734"/>
                  </a:lnTo>
                  <a:lnTo>
                    <a:pt x="22602" y="3451"/>
                  </a:lnTo>
                  <a:lnTo>
                    <a:pt x="22319" y="3169"/>
                  </a:lnTo>
                  <a:lnTo>
                    <a:pt x="22016" y="2906"/>
                  </a:lnTo>
                  <a:lnTo>
                    <a:pt x="21694" y="2684"/>
                  </a:lnTo>
                  <a:lnTo>
                    <a:pt x="21371" y="2462"/>
                  </a:lnTo>
                  <a:lnTo>
                    <a:pt x="21048" y="2261"/>
                  </a:lnTo>
                  <a:lnTo>
                    <a:pt x="20685" y="2079"/>
                  </a:lnTo>
                  <a:lnTo>
                    <a:pt x="20341" y="1897"/>
                  </a:lnTo>
                  <a:lnTo>
                    <a:pt x="19978" y="1756"/>
                  </a:lnTo>
                  <a:lnTo>
                    <a:pt x="19595" y="1595"/>
                  </a:lnTo>
                  <a:lnTo>
                    <a:pt x="19232" y="1474"/>
                  </a:lnTo>
                  <a:lnTo>
                    <a:pt x="18465" y="1231"/>
                  </a:lnTo>
                  <a:lnTo>
                    <a:pt x="17738" y="1030"/>
                  </a:lnTo>
                  <a:lnTo>
                    <a:pt x="16971" y="848"/>
                  </a:lnTo>
                  <a:lnTo>
                    <a:pt x="16225" y="687"/>
                  </a:lnTo>
                  <a:lnTo>
                    <a:pt x="15478" y="545"/>
                  </a:lnTo>
                  <a:lnTo>
                    <a:pt x="14731" y="404"/>
                  </a:lnTo>
                  <a:lnTo>
                    <a:pt x="13985" y="283"/>
                  </a:lnTo>
                  <a:lnTo>
                    <a:pt x="13218" y="202"/>
                  </a:lnTo>
                  <a:lnTo>
                    <a:pt x="12471" y="122"/>
                  </a:lnTo>
                  <a:lnTo>
                    <a:pt x="11704" y="61"/>
                  </a:lnTo>
                  <a:lnTo>
                    <a:pt x="10938" y="21"/>
                  </a:lnTo>
                  <a:lnTo>
                    <a:pt x="10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 flipH="1">
              <a:off x="-3334104" y="-4888456"/>
              <a:ext cx="1145153" cy="459224"/>
            </a:xfrm>
            <a:custGeom>
              <a:rect b="b" l="l" r="r" t="t"/>
              <a:pathLst>
                <a:path extrusionOk="0" h="8214" w="20483">
                  <a:moveTo>
                    <a:pt x="0" y="1"/>
                  </a:moveTo>
                  <a:lnTo>
                    <a:pt x="20" y="182"/>
                  </a:lnTo>
                  <a:lnTo>
                    <a:pt x="40" y="384"/>
                  </a:lnTo>
                  <a:lnTo>
                    <a:pt x="141" y="768"/>
                  </a:lnTo>
                  <a:lnTo>
                    <a:pt x="283" y="1131"/>
                  </a:lnTo>
                  <a:lnTo>
                    <a:pt x="424" y="1494"/>
                  </a:lnTo>
                  <a:lnTo>
                    <a:pt x="585" y="1877"/>
                  </a:lnTo>
                  <a:lnTo>
                    <a:pt x="727" y="2261"/>
                  </a:lnTo>
                  <a:lnTo>
                    <a:pt x="787" y="2463"/>
                  </a:lnTo>
                  <a:lnTo>
                    <a:pt x="827" y="2664"/>
                  </a:lnTo>
                  <a:lnTo>
                    <a:pt x="848" y="2886"/>
                  </a:lnTo>
                  <a:lnTo>
                    <a:pt x="868" y="3088"/>
                  </a:lnTo>
                  <a:lnTo>
                    <a:pt x="848" y="3330"/>
                  </a:lnTo>
                  <a:lnTo>
                    <a:pt x="807" y="3573"/>
                  </a:lnTo>
                  <a:lnTo>
                    <a:pt x="686" y="4057"/>
                  </a:lnTo>
                  <a:lnTo>
                    <a:pt x="585" y="4460"/>
                  </a:lnTo>
                  <a:lnTo>
                    <a:pt x="545" y="4662"/>
                  </a:lnTo>
                  <a:lnTo>
                    <a:pt x="525" y="4864"/>
                  </a:lnTo>
                  <a:lnTo>
                    <a:pt x="525" y="5066"/>
                  </a:lnTo>
                  <a:lnTo>
                    <a:pt x="525" y="5248"/>
                  </a:lnTo>
                  <a:lnTo>
                    <a:pt x="565" y="5449"/>
                  </a:lnTo>
                  <a:lnTo>
                    <a:pt x="646" y="5631"/>
                  </a:lnTo>
                  <a:lnTo>
                    <a:pt x="706" y="5752"/>
                  </a:lnTo>
                  <a:lnTo>
                    <a:pt x="767" y="5873"/>
                  </a:lnTo>
                  <a:lnTo>
                    <a:pt x="848" y="5974"/>
                  </a:lnTo>
                  <a:lnTo>
                    <a:pt x="949" y="6075"/>
                  </a:lnTo>
                  <a:lnTo>
                    <a:pt x="1049" y="6156"/>
                  </a:lnTo>
                  <a:lnTo>
                    <a:pt x="1171" y="6236"/>
                  </a:lnTo>
                  <a:lnTo>
                    <a:pt x="1453" y="6378"/>
                  </a:lnTo>
                  <a:lnTo>
                    <a:pt x="1756" y="6478"/>
                  </a:lnTo>
                  <a:lnTo>
                    <a:pt x="2139" y="6559"/>
                  </a:lnTo>
                  <a:lnTo>
                    <a:pt x="2543" y="6600"/>
                  </a:lnTo>
                  <a:lnTo>
                    <a:pt x="3007" y="6620"/>
                  </a:lnTo>
                  <a:lnTo>
                    <a:pt x="4682" y="6600"/>
                  </a:lnTo>
                  <a:lnTo>
                    <a:pt x="7426" y="6600"/>
                  </a:lnTo>
                  <a:lnTo>
                    <a:pt x="8334" y="6640"/>
                  </a:lnTo>
                  <a:lnTo>
                    <a:pt x="9243" y="6721"/>
                  </a:lnTo>
                  <a:lnTo>
                    <a:pt x="10151" y="6822"/>
                  </a:lnTo>
                  <a:lnTo>
                    <a:pt x="10595" y="6902"/>
                  </a:lnTo>
                  <a:lnTo>
                    <a:pt x="11059" y="6983"/>
                  </a:lnTo>
                  <a:lnTo>
                    <a:pt x="11503" y="7084"/>
                  </a:lnTo>
                  <a:lnTo>
                    <a:pt x="11927" y="7205"/>
                  </a:lnTo>
                  <a:lnTo>
                    <a:pt x="12512" y="7387"/>
                  </a:lnTo>
                  <a:lnTo>
                    <a:pt x="13077" y="7568"/>
                  </a:lnTo>
                  <a:lnTo>
                    <a:pt x="13803" y="7790"/>
                  </a:lnTo>
                  <a:lnTo>
                    <a:pt x="14167" y="7911"/>
                  </a:lnTo>
                  <a:lnTo>
                    <a:pt x="14550" y="8012"/>
                  </a:lnTo>
                  <a:lnTo>
                    <a:pt x="14913" y="8093"/>
                  </a:lnTo>
                  <a:lnTo>
                    <a:pt x="15297" y="8153"/>
                  </a:lnTo>
                  <a:lnTo>
                    <a:pt x="15680" y="8194"/>
                  </a:lnTo>
                  <a:lnTo>
                    <a:pt x="16063" y="8214"/>
                  </a:lnTo>
                  <a:lnTo>
                    <a:pt x="16427" y="8214"/>
                  </a:lnTo>
                  <a:lnTo>
                    <a:pt x="16770" y="8174"/>
                  </a:lnTo>
                  <a:lnTo>
                    <a:pt x="17093" y="8113"/>
                  </a:lnTo>
                  <a:lnTo>
                    <a:pt x="17415" y="8032"/>
                  </a:lnTo>
                  <a:lnTo>
                    <a:pt x="17738" y="7931"/>
                  </a:lnTo>
                  <a:lnTo>
                    <a:pt x="18061" y="7810"/>
                  </a:lnTo>
                  <a:lnTo>
                    <a:pt x="18364" y="7649"/>
                  </a:lnTo>
                  <a:lnTo>
                    <a:pt x="18646" y="7488"/>
                  </a:lnTo>
                  <a:lnTo>
                    <a:pt x="18929" y="7306"/>
                  </a:lnTo>
                  <a:lnTo>
                    <a:pt x="19191" y="7104"/>
                  </a:lnTo>
                  <a:lnTo>
                    <a:pt x="19454" y="6902"/>
                  </a:lnTo>
                  <a:lnTo>
                    <a:pt x="19696" y="6660"/>
                  </a:lnTo>
                  <a:lnTo>
                    <a:pt x="19918" y="6418"/>
                  </a:lnTo>
                  <a:lnTo>
                    <a:pt x="20120" y="6156"/>
                  </a:lnTo>
                  <a:lnTo>
                    <a:pt x="20321" y="5873"/>
                  </a:lnTo>
                  <a:lnTo>
                    <a:pt x="20483" y="5570"/>
                  </a:lnTo>
                  <a:lnTo>
                    <a:pt x="20402" y="5550"/>
                  </a:lnTo>
                  <a:lnTo>
                    <a:pt x="20241" y="5833"/>
                  </a:lnTo>
                  <a:lnTo>
                    <a:pt x="20059" y="6095"/>
                  </a:lnTo>
                  <a:lnTo>
                    <a:pt x="19857" y="6357"/>
                  </a:lnTo>
                  <a:lnTo>
                    <a:pt x="19635" y="6600"/>
                  </a:lnTo>
                  <a:lnTo>
                    <a:pt x="19393" y="6842"/>
                  </a:lnTo>
                  <a:lnTo>
                    <a:pt x="19151" y="7044"/>
                  </a:lnTo>
                  <a:lnTo>
                    <a:pt x="18889" y="7245"/>
                  </a:lnTo>
                  <a:lnTo>
                    <a:pt x="18606" y="7427"/>
                  </a:lnTo>
                  <a:lnTo>
                    <a:pt x="18324" y="7588"/>
                  </a:lnTo>
                  <a:lnTo>
                    <a:pt x="18021" y="7730"/>
                  </a:lnTo>
                  <a:lnTo>
                    <a:pt x="17718" y="7851"/>
                  </a:lnTo>
                  <a:lnTo>
                    <a:pt x="17395" y="7952"/>
                  </a:lnTo>
                  <a:lnTo>
                    <a:pt x="17072" y="8032"/>
                  </a:lnTo>
                  <a:lnTo>
                    <a:pt x="16750" y="8093"/>
                  </a:lnTo>
                  <a:lnTo>
                    <a:pt x="16427" y="8133"/>
                  </a:lnTo>
                  <a:lnTo>
                    <a:pt x="16063" y="8133"/>
                  </a:lnTo>
                  <a:lnTo>
                    <a:pt x="15680" y="8113"/>
                  </a:lnTo>
                  <a:lnTo>
                    <a:pt x="15317" y="8073"/>
                  </a:lnTo>
                  <a:lnTo>
                    <a:pt x="14933" y="8012"/>
                  </a:lnTo>
                  <a:lnTo>
                    <a:pt x="14550" y="7931"/>
                  </a:lnTo>
                  <a:lnTo>
                    <a:pt x="14187" y="7831"/>
                  </a:lnTo>
                  <a:lnTo>
                    <a:pt x="13823" y="7730"/>
                  </a:lnTo>
                  <a:lnTo>
                    <a:pt x="13097" y="7488"/>
                  </a:lnTo>
                  <a:lnTo>
                    <a:pt x="12532" y="7306"/>
                  </a:lnTo>
                  <a:lnTo>
                    <a:pt x="11947" y="7124"/>
                  </a:lnTo>
                  <a:lnTo>
                    <a:pt x="11523" y="7003"/>
                  </a:lnTo>
                  <a:lnTo>
                    <a:pt x="11059" y="6902"/>
                  </a:lnTo>
                  <a:lnTo>
                    <a:pt x="10615" y="6822"/>
                  </a:lnTo>
                  <a:lnTo>
                    <a:pt x="10171" y="6741"/>
                  </a:lnTo>
                  <a:lnTo>
                    <a:pt x="9263" y="6640"/>
                  </a:lnTo>
                  <a:lnTo>
                    <a:pt x="8355" y="6559"/>
                  </a:lnTo>
                  <a:lnTo>
                    <a:pt x="7426" y="6519"/>
                  </a:lnTo>
                  <a:lnTo>
                    <a:pt x="4682" y="6519"/>
                  </a:lnTo>
                  <a:lnTo>
                    <a:pt x="3007" y="6539"/>
                  </a:lnTo>
                  <a:lnTo>
                    <a:pt x="2563" y="6519"/>
                  </a:lnTo>
                  <a:lnTo>
                    <a:pt x="2159" y="6478"/>
                  </a:lnTo>
                  <a:lnTo>
                    <a:pt x="1796" y="6398"/>
                  </a:lnTo>
                  <a:lnTo>
                    <a:pt x="1493" y="6297"/>
                  </a:lnTo>
                  <a:lnTo>
                    <a:pt x="1231" y="6176"/>
                  </a:lnTo>
                  <a:lnTo>
                    <a:pt x="1110" y="6095"/>
                  </a:lnTo>
                  <a:lnTo>
                    <a:pt x="1009" y="6014"/>
                  </a:lnTo>
                  <a:lnTo>
                    <a:pt x="928" y="5913"/>
                  </a:lnTo>
                  <a:lnTo>
                    <a:pt x="848" y="5833"/>
                  </a:lnTo>
                  <a:lnTo>
                    <a:pt x="767" y="5712"/>
                  </a:lnTo>
                  <a:lnTo>
                    <a:pt x="706" y="5611"/>
                  </a:lnTo>
                  <a:lnTo>
                    <a:pt x="646" y="5429"/>
                  </a:lnTo>
                  <a:lnTo>
                    <a:pt x="606" y="5248"/>
                  </a:lnTo>
                  <a:lnTo>
                    <a:pt x="606" y="5046"/>
                  </a:lnTo>
                  <a:lnTo>
                    <a:pt x="606" y="4864"/>
                  </a:lnTo>
                  <a:lnTo>
                    <a:pt x="626" y="4662"/>
                  </a:lnTo>
                  <a:lnTo>
                    <a:pt x="666" y="4481"/>
                  </a:lnTo>
                  <a:lnTo>
                    <a:pt x="767" y="4077"/>
                  </a:lnTo>
                  <a:lnTo>
                    <a:pt x="888" y="3593"/>
                  </a:lnTo>
                  <a:lnTo>
                    <a:pt x="928" y="3330"/>
                  </a:lnTo>
                  <a:lnTo>
                    <a:pt x="949" y="3088"/>
                  </a:lnTo>
                  <a:lnTo>
                    <a:pt x="928" y="2866"/>
                  </a:lnTo>
                  <a:lnTo>
                    <a:pt x="908" y="2664"/>
                  </a:lnTo>
                  <a:lnTo>
                    <a:pt x="868" y="2463"/>
                  </a:lnTo>
                  <a:lnTo>
                    <a:pt x="807" y="2261"/>
                  </a:lnTo>
                  <a:lnTo>
                    <a:pt x="666" y="1857"/>
                  </a:lnTo>
                  <a:lnTo>
                    <a:pt x="505" y="1454"/>
                  </a:lnTo>
                  <a:lnTo>
                    <a:pt x="363" y="1090"/>
                  </a:lnTo>
                  <a:lnTo>
                    <a:pt x="222" y="727"/>
                  </a:lnTo>
                  <a:lnTo>
                    <a:pt x="121" y="364"/>
                  </a:lnTo>
                  <a:lnTo>
                    <a:pt x="101" y="18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 flipH="1">
              <a:off x="-3310451" y="-5112976"/>
              <a:ext cx="886861" cy="530339"/>
            </a:xfrm>
            <a:custGeom>
              <a:rect b="b" l="l" r="r" t="t"/>
              <a:pathLst>
                <a:path extrusionOk="0" h="9486" w="15863">
                  <a:moveTo>
                    <a:pt x="4117" y="82"/>
                  </a:moveTo>
                  <a:lnTo>
                    <a:pt x="4581" y="122"/>
                  </a:lnTo>
                  <a:lnTo>
                    <a:pt x="5025" y="162"/>
                  </a:lnTo>
                  <a:lnTo>
                    <a:pt x="5429" y="223"/>
                  </a:lnTo>
                  <a:lnTo>
                    <a:pt x="6176" y="344"/>
                  </a:lnTo>
                  <a:lnTo>
                    <a:pt x="6741" y="465"/>
                  </a:lnTo>
                  <a:lnTo>
                    <a:pt x="7427" y="626"/>
                  </a:lnTo>
                  <a:lnTo>
                    <a:pt x="8113" y="788"/>
                  </a:lnTo>
                  <a:lnTo>
                    <a:pt x="8799" y="990"/>
                  </a:lnTo>
                  <a:lnTo>
                    <a:pt x="9485" y="1171"/>
                  </a:lnTo>
                  <a:lnTo>
                    <a:pt x="10171" y="1393"/>
                  </a:lnTo>
                  <a:lnTo>
                    <a:pt x="10837" y="1615"/>
                  </a:lnTo>
                  <a:lnTo>
                    <a:pt x="11503" y="1857"/>
                  </a:lnTo>
                  <a:lnTo>
                    <a:pt x="12169" y="2100"/>
                  </a:lnTo>
                  <a:lnTo>
                    <a:pt x="12815" y="2382"/>
                  </a:lnTo>
                  <a:lnTo>
                    <a:pt x="13158" y="2523"/>
                  </a:lnTo>
                  <a:lnTo>
                    <a:pt x="13481" y="2705"/>
                  </a:lnTo>
                  <a:lnTo>
                    <a:pt x="13824" y="2887"/>
                  </a:lnTo>
                  <a:lnTo>
                    <a:pt x="14127" y="3109"/>
                  </a:lnTo>
                  <a:lnTo>
                    <a:pt x="14429" y="3331"/>
                  </a:lnTo>
                  <a:lnTo>
                    <a:pt x="14712" y="3593"/>
                  </a:lnTo>
                  <a:lnTo>
                    <a:pt x="14954" y="3875"/>
                  </a:lnTo>
                  <a:lnTo>
                    <a:pt x="15176" y="4158"/>
                  </a:lnTo>
                  <a:lnTo>
                    <a:pt x="15358" y="4481"/>
                  </a:lnTo>
                  <a:lnTo>
                    <a:pt x="15519" y="4804"/>
                  </a:lnTo>
                  <a:lnTo>
                    <a:pt x="15620" y="5127"/>
                  </a:lnTo>
                  <a:lnTo>
                    <a:pt x="15721" y="5490"/>
                  </a:lnTo>
                  <a:lnTo>
                    <a:pt x="15761" y="5833"/>
                  </a:lnTo>
                  <a:lnTo>
                    <a:pt x="15781" y="6176"/>
                  </a:lnTo>
                  <a:lnTo>
                    <a:pt x="15741" y="6539"/>
                  </a:lnTo>
                  <a:lnTo>
                    <a:pt x="15680" y="6902"/>
                  </a:lnTo>
                  <a:lnTo>
                    <a:pt x="15580" y="7246"/>
                  </a:lnTo>
                  <a:lnTo>
                    <a:pt x="15438" y="7589"/>
                  </a:lnTo>
                  <a:lnTo>
                    <a:pt x="15257" y="7891"/>
                  </a:lnTo>
                  <a:lnTo>
                    <a:pt x="15055" y="8174"/>
                  </a:lnTo>
                  <a:lnTo>
                    <a:pt x="14813" y="8436"/>
                  </a:lnTo>
                  <a:lnTo>
                    <a:pt x="14550" y="8678"/>
                  </a:lnTo>
                  <a:lnTo>
                    <a:pt x="14389" y="8799"/>
                  </a:lnTo>
                  <a:lnTo>
                    <a:pt x="14207" y="8900"/>
                  </a:lnTo>
                  <a:lnTo>
                    <a:pt x="14026" y="8981"/>
                  </a:lnTo>
                  <a:lnTo>
                    <a:pt x="13844" y="9082"/>
                  </a:lnTo>
                  <a:lnTo>
                    <a:pt x="13481" y="9203"/>
                  </a:lnTo>
                  <a:lnTo>
                    <a:pt x="13097" y="9304"/>
                  </a:lnTo>
                  <a:lnTo>
                    <a:pt x="12734" y="9364"/>
                  </a:lnTo>
                  <a:lnTo>
                    <a:pt x="12371" y="9385"/>
                  </a:lnTo>
                  <a:lnTo>
                    <a:pt x="12028" y="9405"/>
                  </a:lnTo>
                  <a:lnTo>
                    <a:pt x="11725" y="9385"/>
                  </a:lnTo>
                  <a:lnTo>
                    <a:pt x="11362" y="9364"/>
                  </a:lnTo>
                  <a:lnTo>
                    <a:pt x="10999" y="9324"/>
                  </a:lnTo>
                  <a:lnTo>
                    <a:pt x="10615" y="9264"/>
                  </a:lnTo>
                  <a:lnTo>
                    <a:pt x="10272" y="9183"/>
                  </a:lnTo>
                  <a:lnTo>
                    <a:pt x="9546" y="9021"/>
                  </a:lnTo>
                  <a:lnTo>
                    <a:pt x="8839" y="8840"/>
                  </a:lnTo>
                  <a:lnTo>
                    <a:pt x="7810" y="8577"/>
                  </a:lnTo>
                  <a:lnTo>
                    <a:pt x="7306" y="8476"/>
                  </a:lnTo>
                  <a:lnTo>
                    <a:pt x="6781" y="8376"/>
                  </a:lnTo>
                  <a:lnTo>
                    <a:pt x="6055" y="8295"/>
                  </a:lnTo>
                  <a:lnTo>
                    <a:pt x="5328" y="8234"/>
                  </a:lnTo>
                  <a:lnTo>
                    <a:pt x="4622" y="8214"/>
                  </a:lnTo>
                  <a:lnTo>
                    <a:pt x="3895" y="8214"/>
                  </a:lnTo>
                  <a:lnTo>
                    <a:pt x="2866" y="8194"/>
                  </a:lnTo>
                  <a:lnTo>
                    <a:pt x="2341" y="8174"/>
                  </a:lnTo>
                  <a:lnTo>
                    <a:pt x="1837" y="8133"/>
                  </a:lnTo>
                  <a:lnTo>
                    <a:pt x="1393" y="8073"/>
                  </a:lnTo>
                  <a:lnTo>
                    <a:pt x="1171" y="8033"/>
                  </a:lnTo>
                  <a:lnTo>
                    <a:pt x="969" y="7972"/>
                  </a:lnTo>
                  <a:lnTo>
                    <a:pt x="767" y="7871"/>
                  </a:lnTo>
                  <a:lnTo>
                    <a:pt x="586" y="7770"/>
                  </a:lnTo>
                  <a:lnTo>
                    <a:pt x="404" y="7629"/>
                  </a:lnTo>
                  <a:lnTo>
                    <a:pt x="283" y="7467"/>
                  </a:lnTo>
                  <a:lnTo>
                    <a:pt x="223" y="7367"/>
                  </a:lnTo>
                  <a:lnTo>
                    <a:pt x="162" y="7246"/>
                  </a:lnTo>
                  <a:lnTo>
                    <a:pt x="101" y="7024"/>
                  </a:lnTo>
                  <a:lnTo>
                    <a:pt x="81" y="6802"/>
                  </a:lnTo>
                  <a:lnTo>
                    <a:pt x="101" y="6580"/>
                  </a:lnTo>
                  <a:lnTo>
                    <a:pt x="142" y="6337"/>
                  </a:lnTo>
                  <a:lnTo>
                    <a:pt x="182" y="6095"/>
                  </a:lnTo>
                  <a:lnTo>
                    <a:pt x="323" y="5611"/>
                  </a:lnTo>
                  <a:lnTo>
                    <a:pt x="445" y="5248"/>
                  </a:lnTo>
                  <a:lnTo>
                    <a:pt x="525" y="4905"/>
                  </a:lnTo>
                  <a:lnTo>
                    <a:pt x="545" y="4723"/>
                  </a:lnTo>
                  <a:lnTo>
                    <a:pt x="566" y="4562"/>
                  </a:lnTo>
                  <a:lnTo>
                    <a:pt x="586" y="4380"/>
                  </a:lnTo>
                  <a:lnTo>
                    <a:pt x="566" y="4218"/>
                  </a:lnTo>
                  <a:lnTo>
                    <a:pt x="485" y="3795"/>
                  </a:lnTo>
                  <a:lnTo>
                    <a:pt x="384" y="3391"/>
                  </a:lnTo>
                  <a:lnTo>
                    <a:pt x="263" y="2887"/>
                  </a:lnTo>
                  <a:lnTo>
                    <a:pt x="223" y="2644"/>
                  </a:lnTo>
                  <a:lnTo>
                    <a:pt x="182" y="2382"/>
                  </a:lnTo>
                  <a:lnTo>
                    <a:pt x="202" y="2140"/>
                  </a:lnTo>
                  <a:lnTo>
                    <a:pt x="243" y="1898"/>
                  </a:lnTo>
                  <a:lnTo>
                    <a:pt x="323" y="1656"/>
                  </a:lnTo>
                  <a:lnTo>
                    <a:pt x="445" y="1393"/>
                  </a:lnTo>
                  <a:lnTo>
                    <a:pt x="566" y="1212"/>
                  </a:lnTo>
                  <a:lnTo>
                    <a:pt x="707" y="1050"/>
                  </a:lnTo>
                  <a:lnTo>
                    <a:pt x="868" y="889"/>
                  </a:lnTo>
                  <a:lnTo>
                    <a:pt x="1030" y="748"/>
                  </a:lnTo>
                  <a:lnTo>
                    <a:pt x="1211" y="626"/>
                  </a:lnTo>
                  <a:lnTo>
                    <a:pt x="1393" y="526"/>
                  </a:lnTo>
                  <a:lnTo>
                    <a:pt x="1595" y="425"/>
                  </a:lnTo>
                  <a:lnTo>
                    <a:pt x="1797" y="344"/>
                  </a:lnTo>
                  <a:lnTo>
                    <a:pt x="2019" y="283"/>
                  </a:lnTo>
                  <a:lnTo>
                    <a:pt x="2241" y="223"/>
                  </a:lnTo>
                  <a:lnTo>
                    <a:pt x="2705" y="142"/>
                  </a:lnTo>
                  <a:lnTo>
                    <a:pt x="3189" y="82"/>
                  </a:lnTo>
                  <a:close/>
                  <a:moveTo>
                    <a:pt x="3552" y="1"/>
                  </a:moveTo>
                  <a:lnTo>
                    <a:pt x="3088" y="21"/>
                  </a:lnTo>
                  <a:lnTo>
                    <a:pt x="2604" y="61"/>
                  </a:lnTo>
                  <a:lnTo>
                    <a:pt x="2160" y="162"/>
                  </a:lnTo>
                  <a:lnTo>
                    <a:pt x="1938" y="223"/>
                  </a:lnTo>
                  <a:lnTo>
                    <a:pt x="1716" y="283"/>
                  </a:lnTo>
                  <a:lnTo>
                    <a:pt x="1514" y="384"/>
                  </a:lnTo>
                  <a:lnTo>
                    <a:pt x="1312" y="465"/>
                  </a:lnTo>
                  <a:lnTo>
                    <a:pt x="1131" y="586"/>
                  </a:lnTo>
                  <a:lnTo>
                    <a:pt x="949" y="707"/>
                  </a:lnTo>
                  <a:lnTo>
                    <a:pt x="788" y="848"/>
                  </a:lnTo>
                  <a:lnTo>
                    <a:pt x="646" y="990"/>
                  </a:lnTo>
                  <a:lnTo>
                    <a:pt x="505" y="1171"/>
                  </a:lnTo>
                  <a:lnTo>
                    <a:pt x="384" y="1353"/>
                  </a:lnTo>
                  <a:lnTo>
                    <a:pt x="243" y="1615"/>
                  </a:lnTo>
                  <a:lnTo>
                    <a:pt x="162" y="1878"/>
                  </a:lnTo>
                  <a:lnTo>
                    <a:pt x="122" y="2140"/>
                  </a:lnTo>
                  <a:lnTo>
                    <a:pt x="101" y="2382"/>
                  </a:lnTo>
                  <a:lnTo>
                    <a:pt x="142" y="2644"/>
                  </a:lnTo>
                  <a:lnTo>
                    <a:pt x="182" y="2887"/>
                  </a:lnTo>
                  <a:lnTo>
                    <a:pt x="303" y="3411"/>
                  </a:lnTo>
                  <a:lnTo>
                    <a:pt x="404" y="3815"/>
                  </a:lnTo>
                  <a:lnTo>
                    <a:pt x="485" y="4218"/>
                  </a:lnTo>
                  <a:lnTo>
                    <a:pt x="505" y="4380"/>
                  </a:lnTo>
                  <a:lnTo>
                    <a:pt x="485" y="4541"/>
                  </a:lnTo>
                  <a:lnTo>
                    <a:pt x="445" y="4884"/>
                  </a:lnTo>
                  <a:lnTo>
                    <a:pt x="364" y="5227"/>
                  </a:lnTo>
                  <a:lnTo>
                    <a:pt x="263" y="5591"/>
                  </a:lnTo>
                  <a:lnTo>
                    <a:pt x="101" y="6075"/>
                  </a:lnTo>
                  <a:lnTo>
                    <a:pt x="61" y="6337"/>
                  </a:lnTo>
                  <a:lnTo>
                    <a:pt x="21" y="6580"/>
                  </a:lnTo>
                  <a:lnTo>
                    <a:pt x="1" y="6822"/>
                  </a:lnTo>
                  <a:lnTo>
                    <a:pt x="41" y="7064"/>
                  </a:lnTo>
                  <a:lnTo>
                    <a:pt x="101" y="7286"/>
                  </a:lnTo>
                  <a:lnTo>
                    <a:pt x="142" y="7387"/>
                  </a:lnTo>
                  <a:lnTo>
                    <a:pt x="202" y="7508"/>
                  </a:lnTo>
                  <a:lnTo>
                    <a:pt x="344" y="7689"/>
                  </a:lnTo>
                  <a:lnTo>
                    <a:pt x="525" y="7831"/>
                  </a:lnTo>
                  <a:lnTo>
                    <a:pt x="727" y="7952"/>
                  </a:lnTo>
                  <a:lnTo>
                    <a:pt x="929" y="8033"/>
                  </a:lnTo>
                  <a:lnTo>
                    <a:pt x="1151" y="8113"/>
                  </a:lnTo>
                  <a:lnTo>
                    <a:pt x="1373" y="8154"/>
                  </a:lnTo>
                  <a:lnTo>
                    <a:pt x="1817" y="8214"/>
                  </a:lnTo>
                  <a:lnTo>
                    <a:pt x="2341" y="8255"/>
                  </a:lnTo>
                  <a:lnTo>
                    <a:pt x="2866" y="8275"/>
                  </a:lnTo>
                  <a:lnTo>
                    <a:pt x="3895" y="8295"/>
                  </a:lnTo>
                  <a:lnTo>
                    <a:pt x="4602" y="8295"/>
                  </a:lnTo>
                  <a:lnTo>
                    <a:pt x="5328" y="8315"/>
                  </a:lnTo>
                  <a:lnTo>
                    <a:pt x="6055" y="8376"/>
                  </a:lnTo>
                  <a:lnTo>
                    <a:pt x="6761" y="8456"/>
                  </a:lnTo>
                  <a:lnTo>
                    <a:pt x="7286" y="8557"/>
                  </a:lnTo>
                  <a:lnTo>
                    <a:pt x="7790" y="8658"/>
                  </a:lnTo>
                  <a:lnTo>
                    <a:pt x="8819" y="8920"/>
                  </a:lnTo>
                  <a:lnTo>
                    <a:pt x="9526" y="9102"/>
                  </a:lnTo>
                  <a:lnTo>
                    <a:pt x="10252" y="9264"/>
                  </a:lnTo>
                  <a:lnTo>
                    <a:pt x="10615" y="9344"/>
                  </a:lnTo>
                  <a:lnTo>
                    <a:pt x="10979" y="9385"/>
                  </a:lnTo>
                  <a:lnTo>
                    <a:pt x="11342" y="9445"/>
                  </a:lnTo>
                  <a:lnTo>
                    <a:pt x="11725" y="9465"/>
                  </a:lnTo>
                  <a:lnTo>
                    <a:pt x="12048" y="9485"/>
                  </a:lnTo>
                  <a:lnTo>
                    <a:pt x="12351" y="9465"/>
                  </a:lnTo>
                  <a:lnTo>
                    <a:pt x="12674" y="9445"/>
                  </a:lnTo>
                  <a:lnTo>
                    <a:pt x="12997" y="9405"/>
                  </a:lnTo>
                  <a:lnTo>
                    <a:pt x="13319" y="9324"/>
                  </a:lnTo>
                  <a:lnTo>
                    <a:pt x="13662" y="9223"/>
                  </a:lnTo>
                  <a:lnTo>
                    <a:pt x="13985" y="9102"/>
                  </a:lnTo>
                  <a:lnTo>
                    <a:pt x="14288" y="8941"/>
                  </a:lnTo>
                  <a:lnTo>
                    <a:pt x="14591" y="8739"/>
                  </a:lnTo>
                  <a:lnTo>
                    <a:pt x="14873" y="8497"/>
                  </a:lnTo>
                  <a:lnTo>
                    <a:pt x="15115" y="8234"/>
                  </a:lnTo>
                  <a:lnTo>
                    <a:pt x="15337" y="7932"/>
                  </a:lnTo>
                  <a:lnTo>
                    <a:pt x="15499" y="7609"/>
                  </a:lnTo>
                  <a:lnTo>
                    <a:pt x="15660" y="7286"/>
                  </a:lnTo>
                  <a:lnTo>
                    <a:pt x="15761" y="6923"/>
                  </a:lnTo>
                  <a:lnTo>
                    <a:pt x="15822" y="6559"/>
                  </a:lnTo>
                  <a:lnTo>
                    <a:pt x="15862" y="6176"/>
                  </a:lnTo>
                  <a:lnTo>
                    <a:pt x="15842" y="5833"/>
                  </a:lnTo>
                  <a:lnTo>
                    <a:pt x="15802" y="5470"/>
                  </a:lnTo>
                  <a:lnTo>
                    <a:pt x="15701" y="5106"/>
                  </a:lnTo>
                  <a:lnTo>
                    <a:pt x="15580" y="4763"/>
                  </a:lnTo>
                  <a:lnTo>
                    <a:pt x="15418" y="4440"/>
                  </a:lnTo>
                  <a:lnTo>
                    <a:pt x="15236" y="4118"/>
                  </a:lnTo>
                  <a:lnTo>
                    <a:pt x="15015" y="3815"/>
                  </a:lnTo>
                  <a:lnTo>
                    <a:pt x="14772" y="3532"/>
                  </a:lnTo>
                  <a:lnTo>
                    <a:pt x="14490" y="3270"/>
                  </a:lnTo>
                  <a:lnTo>
                    <a:pt x="14187" y="3028"/>
                  </a:lnTo>
                  <a:lnTo>
                    <a:pt x="13864" y="2826"/>
                  </a:lnTo>
                  <a:lnTo>
                    <a:pt x="13541" y="2624"/>
                  </a:lnTo>
                  <a:lnTo>
                    <a:pt x="13198" y="2463"/>
                  </a:lnTo>
                  <a:lnTo>
                    <a:pt x="12855" y="2301"/>
                  </a:lnTo>
                  <a:lnTo>
                    <a:pt x="12189" y="2039"/>
                  </a:lnTo>
                  <a:lnTo>
                    <a:pt x="11523" y="1777"/>
                  </a:lnTo>
                  <a:lnTo>
                    <a:pt x="10857" y="1535"/>
                  </a:lnTo>
                  <a:lnTo>
                    <a:pt x="10191" y="1313"/>
                  </a:lnTo>
                  <a:lnTo>
                    <a:pt x="9505" y="1111"/>
                  </a:lnTo>
                  <a:lnTo>
                    <a:pt x="8819" y="909"/>
                  </a:lnTo>
                  <a:lnTo>
                    <a:pt x="8133" y="707"/>
                  </a:lnTo>
                  <a:lnTo>
                    <a:pt x="7447" y="546"/>
                  </a:lnTo>
                  <a:lnTo>
                    <a:pt x="6761" y="384"/>
                  </a:lnTo>
                  <a:lnTo>
                    <a:pt x="6176" y="263"/>
                  </a:lnTo>
                  <a:lnTo>
                    <a:pt x="5389" y="142"/>
                  </a:lnTo>
                  <a:lnTo>
                    <a:pt x="4965" y="82"/>
                  </a:lnTo>
                  <a:lnTo>
                    <a:pt x="4501" y="2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 flipH="1">
              <a:off x="-3290097" y="-5084743"/>
              <a:ext cx="669045" cy="364461"/>
            </a:xfrm>
            <a:custGeom>
              <a:rect b="b" l="l" r="r" t="t"/>
              <a:pathLst>
                <a:path extrusionOk="0" h="6519" w="11967">
                  <a:moveTo>
                    <a:pt x="6216" y="81"/>
                  </a:moveTo>
                  <a:lnTo>
                    <a:pt x="6720" y="121"/>
                  </a:lnTo>
                  <a:lnTo>
                    <a:pt x="7204" y="202"/>
                  </a:lnTo>
                  <a:lnTo>
                    <a:pt x="7709" y="283"/>
                  </a:lnTo>
                  <a:lnTo>
                    <a:pt x="8173" y="404"/>
                  </a:lnTo>
                  <a:lnTo>
                    <a:pt x="8657" y="565"/>
                  </a:lnTo>
                  <a:lnTo>
                    <a:pt x="9121" y="727"/>
                  </a:lnTo>
                  <a:lnTo>
                    <a:pt x="9565" y="929"/>
                  </a:lnTo>
                  <a:lnTo>
                    <a:pt x="9868" y="1090"/>
                  </a:lnTo>
                  <a:lnTo>
                    <a:pt x="10171" y="1272"/>
                  </a:lnTo>
                  <a:lnTo>
                    <a:pt x="10433" y="1433"/>
                  </a:lnTo>
                  <a:lnTo>
                    <a:pt x="10675" y="1615"/>
                  </a:lnTo>
                  <a:lnTo>
                    <a:pt x="10897" y="1796"/>
                  </a:lnTo>
                  <a:lnTo>
                    <a:pt x="11099" y="1998"/>
                  </a:lnTo>
                  <a:lnTo>
                    <a:pt x="11261" y="2200"/>
                  </a:lnTo>
                  <a:lnTo>
                    <a:pt x="11422" y="2402"/>
                  </a:lnTo>
                  <a:lnTo>
                    <a:pt x="11583" y="2684"/>
                  </a:lnTo>
                  <a:lnTo>
                    <a:pt x="11725" y="2967"/>
                  </a:lnTo>
                  <a:lnTo>
                    <a:pt x="11805" y="3270"/>
                  </a:lnTo>
                  <a:lnTo>
                    <a:pt x="11866" y="3552"/>
                  </a:lnTo>
                  <a:lnTo>
                    <a:pt x="11886" y="3855"/>
                  </a:lnTo>
                  <a:lnTo>
                    <a:pt x="11866" y="4137"/>
                  </a:lnTo>
                  <a:lnTo>
                    <a:pt x="11805" y="4420"/>
                  </a:lnTo>
                  <a:lnTo>
                    <a:pt x="11725" y="4662"/>
                  </a:lnTo>
                  <a:lnTo>
                    <a:pt x="11644" y="4823"/>
                  </a:lnTo>
                  <a:lnTo>
                    <a:pt x="11543" y="4965"/>
                  </a:lnTo>
                  <a:lnTo>
                    <a:pt x="11442" y="5106"/>
                  </a:lnTo>
                  <a:lnTo>
                    <a:pt x="11321" y="5247"/>
                  </a:lnTo>
                  <a:lnTo>
                    <a:pt x="11180" y="5388"/>
                  </a:lnTo>
                  <a:lnTo>
                    <a:pt x="11039" y="5510"/>
                  </a:lnTo>
                  <a:lnTo>
                    <a:pt x="10877" y="5631"/>
                  </a:lnTo>
                  <a:lnTo>
                    <a:pt x="10695" y="5752"/>
                  </a:lnTo>
                  <a:lnTo>
                    <a:pt x="10494" y="5853"/>
                  </a:lnTo>
                  <a:lnTo>
                    <a:pt x="10292" y="5953"/>
                  </a:lnTo>
                  <a:lnTo>
                    <a:pt x="10070" y="6054"/>
                  </a:lnTo>
                  <a:lnTo>
                    <a:pt x="9848" y="6135"/>
                  </a:lnTo>
                  <a:lnTo>
                    <a:pt x="9606" y="6216"/>
                  </a:lnTo>
                  <a:lnTo>
                    <a:pt x="9364" y="6276"/>
                  </a:lnTo>
                  <a:lnTo>
                    <a:pt x="8859" y="6377"/>
                  </a:lnTo>
                  <a:lnTo>
                    <a:pt x="8314" y="6438"/>
                  </a:lnTo>
                  <a:lnTo>
                    <a:pt x="7729" y="6438"/>
                  </a:lnTo>
                  <a:lnTo>
                    <a:pt x="7103" y="6418"/>
                  </a:lnTo>
                  <a:lnTo>
                    <a:pt x="6438" y="6357"/>
                  </a:lnTo>
                  <a:lnTo>
                    <a:pt x="5731" y="6256"/>
                  </a:lnTo>
                  <a:lnTo>
                    <a:pt x="5025" y="6115"/>
                  </a:lnTo>
                  <a:lnTo>
                    <a:pt x="4339" y="5953"/>
                  </a:lnTo>
                  <a:lnTo>
                    <a:pt x="3653" y="5772"/>
                  </a:lnTo>
                  <a:lnTo>
                    <a:pt x="2987" y="5550"/>
                  </a:lnTo>
                  <a:lnTo>
                    <a:pt x="2321" y="5308"/>
                  </a:lnTo>
                  <a:lnTo>
                    <a:pt x="1655" y="5025"/>
                  </a:lnTo>
                  <a:lnTo>
                    <a:pt x="1009" y="4722"/>
                  </a:lnTo>
                  <a:lnTo>
                    <a:pt x="787" y="4581"/>
                  </a:lnTo>
                  <a:lnTo>
                    <a:pt x="585" y="4460"/>
                  </a:lnTo>
                  <a:lnTo>
                    <a:pt x="424" y="4299"/>
                  </a:lnTo>
                  <a:lnTo>
                    <a:pt x="283" y="4137"/>
                  </a:lnTo>
                  <a:lnTo>
                    <a:pt x="182" y="3956"/>
                  </a:lnTo>
                  <a:lnTo>
                    <a:pt x="121" y="3754"/>
                  </a:lnTo>
                  <a:lnTo>
                    <a:pt x="81" y="3552"/>
                  </a:lnTo>
                  <a:lnTo>
                    <a:pt x="81" y="3350"/>
                  </a:lnTo>
                  <a:lnTo>
                    <a:pt x="101" y="3148"/>
                  </a:lnTo>
                  <a:lnTo>
                    <a:pt x="141" y="2947"/>
                  </a:lnTo>
                  <a:lnTo>
                    <a:pt x="222" y="2745"/>
                  </a:lnTo>
                  <a:lnTo>
                    <a:pt x="303" y="2543"/>
                  </a:lnTo>
                  <a:lnTo>
                    <a:pt x="424" y="2341"/>
                  </a:lnTo>
                  <a:lnTo>
                    <a:pt x="545" y="2139"/>
                  </a:lnTo>
                  <a:lnTo>
                    <a:pt x="686" y="1958"/>
                  </a:lnTo>
                  <a:lnTo>
                    <a:pt x="827" y="1776"/>
                  </a:lnTo>
                  <a:lnTo>
                    <a:pt x="989" y="1595"/>
                  </a:lnTo>
                  <a:lnTo>
                    <a:pt x="1171" y="1433"/>
                  </a:lnTo>
                  <a:lnTo>
                    <a:pt x="1352" y="1272"/>
                  </a:lnTo>
                  <a:lnTo>
                    <a:pt x="1534" y="1130"/>
                  </a:lnTo>
                  <a:lnTo>
                    <a:pt x="1715" y="1009"/>
                  </a:lnTo>
                  <a:lnTo>
                    <a:pt x="1917" y="888"/>
                  </a:lnTo>
                  <a:lnTo>
                    <a:pt x="2099" y="787"/>
                  </a:lnTo>
                  <a:lnTo>
                    <a:pt x="2301" y="707"/>
                  </a:lnTo>
                  <a:lnTo>
                    <a:pt x="2724" y="565"/>
                  </a:lnTo>
                  <a:lnTo>
                    <a:pt x="3148" y="424"/>
                  </a:lnTo>
                  <a:lnTo>
                    <a:pt x="3572" y="323"/>
                  </a:lnTo>
                  <a:lnTo>
                    <a:pt x="3996" y="222"/>
                  </a:lnTo>
                  <a:lnTo>
                    <a:pt x="4419" y="162"/>
                  </a:lnTo>
                  <a:lnTo>
                    <a:pt x="4863" y="121"/>
                  </a:lnTo>
                  <a:lnTo>
                    <a:pt x="5287" y="81"/>
                  </a:lnTo>
                  <a:close/>
                  <a:moveTo>
                    <a:pt x="5550" y="0"/>
                  </a:moveTo>
                  <a:lnTo>
                    <a:pt x="5085" y="21"/>
                  </a:lnTo>
                  <a:lnTo>
                    <a:pt x="4601" y="61"/>
                  </a:lnTo>
                  <a:lnTo>
                    <a:pt x="4137" y="121"/>
                  </a:lnTo>
                  <a:lnTo>
                    <a:pt x="3653" y="222"/>
                  </a:lnTo>
                  <a:lnTo>
                    <a:pt x="3189" y="323"/>
                  </a:lnTo>
                  <a:lnTo>
                    <a:pt x="2724" y="464"/>
                  </a:lnTo>
                  <a:lnTo>
                    <a:pt x="2260" y="626"/>
                  </a:lnTo>
                  <a:lnTo>
                    <a:pt x="2079" y="707"/>
                  </a:lnTo>
                  <a:lnTo>
                    <a:pt x="1877" y="808"/>
                  </a:lnTo>
                  <a:lnTo>
                    <a:pt x="1675" y="929"/>
                  </a:lnTo>
                  <a:lnTo>
                    <a:pt x="1493" y="1070"/>
                  </a:lnTo>
                  <a:lnTo>
                    <a:pt x="1292" y="1211"/>
                  </a:lnTo>
                  <a:lnTo>
                    <a:pt x="1110" y="1373"/>
                  </a:lnTo>
                  <a:lnTo>
                    <a:pt x="928" y="1554"/>
                  </a:lnTo>
                  <a:lnTo>
                    <a:pt x="767" y="1716"/>
                  </a:lnTo>
                  <a:lnTo>
                    <a:pt x="605" y="1917"/>
                  </a:lnTo>
                  <a:lnTo>
                    <a:pt x="464" y="2119"/>
                  </a:lnTo>
                  <a:lnTo>
                    <a:pt x="343" y="2301"/>
                  </a:lnTo>
                  <a:lnTo>
                    <a:pt x="242" y="2523"/>
                  </a:lnTo>
                  <a:lnTo>
                    <a:pt x="141" y="2725"/>
                  </a:lnTo>
                  <a:lnTo>
                    <a:pt x="81" y="2926"/>
                  </a:lnTo>
                  <a:lnTo>
                    <a:pt x="20" y="3128"/>
                  </a:lnTo>
                  <a:lnTo>
                    <a:pt x="0" y="3330"/>
                  </a:lnTo>
                  <a:lnTo>
                    <a:pt x="0" y="3572"/>
                  </a:lnTo>
                  <a:lnTo>
                    <a:pt x="40" y="3774"/>
                  </a:lnTo>
                  <a:lnTo>
                    <a:pt x="121" y="3976"/>
                  </a:lnTo>
                  <a:lnTo>
                    <a:pt x="222" y="4178"/>
                  </a:lnTo>
                  <a:lnTo>
                    <a:pt x="363" y="4339"/>
                  </a:lnTo>
                  <a:lnTo>
                    <a:pt x="525" y="4501"/>
                  </a:lnTo>
                  <a:lnTo>
                    <a:pt x="747" y="4662"/>
                  </a:lnTo>
                  <a:lnTo>
                    <a:pt x="969" y="4783"/>
                  </a:lnTo>
                  <a:lnTo>
                    <a:pt x="1614" y="5106"/>
                  </a:lnTo>
                  <a:lnTo>
                    <a:pt x="2280" y="5368"/>
                  </a:lnTo>
                  <a:lnTo>
                    <a:pt x="2946" y="5631"/>
                  </a:lnTo>
                  <a:lnTo>
                    <a:pt x="3632" y="5853"/>
                  </a:lnTo>
                  <a:lnTo>
                    <a:pt x="4319" y="6034"/>
                  </a:lnTo>
                  <a:lnTo>
                    <a:pt x="5025" y="6196"/>
                  </a:lnTo>
                  <a:lnTo>
                    <a:pt x="5731" y="6337"/>
                  </a:lnTo>
                  <a:lnTo>
                    <a:pt x="6438" y="6438"/>
                  </a:lnTo>
                  <a:lnTo>
                    <a:pt x="7144" y="6498"/>
                  </a:lnTo>
                  <a:lnTo>
                    <a:pt x="7790" y="6519"/>
                  </a:lnTo>
                  <a:lnTo>
                    <a:pt x="8234" y="6519"/>
                  </a:lnTo>
                  <a:lnTo>
                    <a:pt x="8637" y="6478"/>
                  </a:lnTo>
                  <a:lnTo>
                    <a:pt x="9041" y="6418"/>
                  </a:lnTo>
                  <a:lnTo>
                    <a:pt x="9424" y="6357"/>
                  </a:lnTo>
                  <a:lnTo>
                    <a:pt x="9767" y="6256"/>
                  </a:lnTo>
                  <a:lnTo>
                    <a:pt x="10110" y="6135"/>
                  </a:lnTo>
                  <a:lnTo>
                    <a:pt x="10433" y="5974"/>
                  </a:lnTo>
                  <a:lnTo>
                    <a:pt x="10736" y="5812"/>
                  </a:lnTo>
                  <a:lnTo>
                    <a:pt x="10917" y="5691"/>
                  </a:lnTo>
                  <a:lnTo>
                    <a:pt x="11079" y="5570"/>
                  </a:lnTo>
                  <a:lnTo>
                    <a:pt x="11240" y="5429"/>
                  </a:lnTo>
                  <a:lnTo>
                    <a:pt x="11382" y="5308"/>
                  </a:lnTo>
                  <a:lnTo>
                    <a:pt x="11503" y="5166"/>
                  </a:lnTo>
                  <a:lnTo>
                    <a:pt x="11604" y="5005"/>
                  </a:lnTo>
                  <a:lnTo>
                    <a:pt x="11704" y="4864"/>
                  </a:lnTo>
                  <a:lnTo>
                    <a:pt x="11785" y="4702"/>
                  </a:lnTo>
                  <a:lnTo>
                    <a:pt x="11886" y="4440"/>
                  </a:lnTo>
                  <a:lnTo>
                    <a:pt x="11947" y="4137"/>
                  </a:lnTo>
                  <a:lnTo>
                    <a:pt x="11967" y="3855"/>
                  </a:lnTo>
                  <a:lnTo>
                    <a:pt x="11947" y="3552"/>
                  </a:lnTo>
                  <a:lnTo>
                    <a:pt x="11886" y="3249"/>
                  </a:lnTo>
                  <a:lnTo>
                    <a:pt x="11805" y="2947"/>
                  </a:lnTo>
                  <a:lnTo>
                    <a:pt x="11664" y="2644"/>
                  </a:lnTo>
                  <a:lnTo>
                    <a:pt x="11483" y="2361"/>
                  </a:lnTo>
                  <a:lnTo>
                    <a:pt x="11341" y="2160"/>
                  </a:lnTo>
                  <a:lnTo>
                    <a:pt x="11160" y="1938"/>
                  </a:lnTo>
                  <a:lnTo>
                    <a:pt x="10958" y="1736"/>
                  </a:lnTo>
                  <a:lnTo>
                    <a:pt x="10716" y="1554"/>
                  </a:lnTo>
                  <a:lnTo>
                    <a:pt x="10474" y="1373"/>
                  </a:lnTo>
                  <a:lnTo>
                    <a:pt x="10211" y="1191"/>
                  </a:lnTo>
                  <a:lnTo>
                    <a:pt x="9908" y="1030"/>
                  </a:lnTo>
                  <a:lnTo>
                    <a:pt x="9606" y="868"/>
                  </a:lnTo>
                  <a:lnTo>
                    <a:pt x="9182" y="666"/>
                  </a:lnTo>
                  <a:lnTo>
                    <a:pt x="8758" y="505"/>
                  </a:lnTo>
                  <a:lnTo>
                    <a:pt x="8314" y="364"/>
                  </a:lnTo>
                  <a:lnTo>
                    <a:pt x="7870" y="243"/>
                  </a:lnTo>
                  <a:lnTo>
                    <a:pt x="7406" y="142"/>
                  </a:lnTo>
                  <a:lnTo>
                    <a:pt x="6942" y="81"/>
                  </a:lnTo>
                  <a:lnTo>
                    <a:pt x="6478" y="21"/>
                  </a:lnTo>
                  <a:lnTo>
                    <a:pt x="6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 flipH="1">
              <a:off x="-246264" y="-1063843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 flipH="1">
              <a:off x="-486582" y="-3332637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 flipH="1">
              <a:off x="396816" y="-3077703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 flipH="1">
              <a:off x="2086879" y="-1327833"/>
              <a:ext cx="152348" cy="92527"/>
            </a:xfrm>
            <a:custGeom>
              <a:rect b="b" l="l" r="r" t="t"/>
              <a:pathLst>
                <a:path extrusionOk="0" h="1655" w="2725">
                  <a:moveTo>
                    <a:pt x="2099" y="81"/>
                  </a:moveTo>
                  <a:lnTo>
                    <a:pt x="2240" y="101"/>
                  </a:lnTo>
                  <a:lnTo>
                    <a:pt x="2382" y="121"/>
                  </a:lnTo>
                  <a:lnTo>
                    <a:pt x="2483" y="182"/>
                  </a:lnTo>
                  <a:lnTo>
                    <a:pt x="2563" y="262"/>
                  </a:lnTo>
                  <a:lnTo>
                    <a:pt x="2624" y="363"/>
                  </a:lnTo>
                  <a:lnTo>
                    <a:pt x="2644" y="424"/>
                  </a:lnTo>
                  <a:lnTo>
                    <a:pt x="2644" y="484"/>
                  </a:lnTo>
                  <a:lnTo>
                    <a:pt x="2644" y="565"/>
                  </a:lnTo>
                  <a:lnTo>
                    <a:pt x="2604" y="626"/>
                  </a:lnTo>
                  <a:lnTo>
                    <a:pt x="2503" y="767"/>
                  </a:lnTo>
                  <a:lnTo>
                    <a:pt x="2321" y="969"/>
                  </a:lnTo>
                  <a:lnTo>
                    <a:pt x="2099" y="1150"/>
                  </a:lnTo>
                  <a:lnTo>
                    <a:pt x="1857" y="1312"/>
                  </a:lnTo>
                  <a:lnTo>
                    <a:pt x="1595" y="1433"/>
                  </a:lnTo>
                  <a:lnTo>
                    <a:pt x="1332" y="1534"/>
                  </a:lnTo>
                  <a:lnTo>
                    <a:pt x="1191" y="1554"/>
                  </a:lnTo>
                  <a:lnTo>
                    <a:pt x="1050" y="1574"/>
                  </a:lnTo>
                  <a:lnTo>
                    <a:pt x="909" y="1574"/>
                  </a:lnTo>
                  <a:lnTo>
                    <a:pt x="767" y="1554"/>
                  </a:lnTo>
                  <a:lnTo>
                    <a:pt x="646" y="1514"/>
                  </a:lnTo>
                  <a:lnTo>
                    <a:pt x="505" y="1473"/>
                  </a:lnTo>
                  <a:lnTo>
                    <a:pt x="364" y="1392"/>
                  </a:lnTo>
                  <a:lnTo>
                    <a:pt x="263" y="1312"/>
                  </a:lnTo>
                  <a:lnTo>
                    <a:pt x="182" y="1231"/>
                  </a:lnTo>
                  <a:lnTo>
                    <a:pt x="122" y="1110"/>
                  </a:lnTo>
                  <a:lnTo>
                    <a:pt x="81" y="1009"/>
                  </a:lnTo>
                  <a:lnTo>
                    <a:pt x="101" y="868"/>
                  </a:lnTo>
                  <a:lnTo>
                    <a:pt x="142" y="747"/>
                  </a:lnTo>
                  <a:lnTo>
                    <a:pt x="222" y="646"/>
                  </a:lnTo>
                  <a:lnTo>
                    <a:pt x="364" y="505"/>
                  </a:lnTo>
                  <a:lnTo>
                    <a:pt x="566" y="404"/>
                  </a:lnTo>
                  <a:lnTo>
                    <a:pt x="787" y="303"/>
                  </a:lnTo>
                  <a:lnTo>
                    <a:pt x="1030" y="242"/>
                  </a:lnTo>
                  <a:lnTo>
                    <a:pt x="1252" y="182"/>
                  </a:lnTo>
                  <a:lnTo>
                    <a:pt x="1474" y="161"/>
                  </a:lnTo>
                  <a:lnTo>
                    <a:pt x="1655" y="121"/>
                  </a:lnTo>
                  <a:lnTo>
                    <a:pt x="1877" y="101"/>
                  </a:lnTo>
                  <a:lnTo>
                    <a:pt x="2099" y="81"/>
                  </a:lnTo>
                  <a:close/>
                  <a:moveTo>
                    <a:pt x="2018" y="0"/>
                  </a:moveTo>
                  <a:lnTo>
                    <a:pt x="1837" y="20"/>
                  </a:lnTo>
                  <a:lnTo>
                    <a:pt x="1635" y="40"/>
                  </a:lnTo>
                  <a:lnTo>
                    <a:pt x="1474" y="81"/>
                  </a:lnTo>
                  <a:lnTo>
                    <a:pt x="1231" y="101"/>
                  </a:lnTo>
                  <a:lnTo>
                    <a:pt x="989" y="161"/>
                  </a:lnTo>
                  <a:lnTo>
                    <a:pt x="767" y="222"/>
                  </a:lnTo>
                  <a:lnTo>
                    <a:pt x="525" y="323"/>
                  </a:lnTo>
                  <a:lnTo>
                    <a:pt x="323" y="444"/>
                  </a:lnTo>
                  <a:lnTo>
                    <a:pt x="162" y="585"/>
                  </a:lnTo>
                  <a:lnTo>
                    <a:pt x="61" y="727"/>
                  </a:lnTo>
                  <a:lnTo>
                    <a:pt x="21" y="868"/>
                  </a:lnTo>
                  <a:lnTo>
                    <a:pt x="0" y="1009"/>
                  </a:lnTo>
                  <a:lnTo>
                    <a:pt x="41" y="1150"/>
                  </a:lnTo>
                  <a:lnTo>
                    <a:pt x="101" y="1271"/>
                  </a:lnTo>
                  <a:lnTo>
                    <a:pt x="202" y="1372"/>
                  </a:lnTo>
                  <a:lnTo>
                    <a:pt x="323" y="1473"/>
                  </a:lnTo>
                  <a:lnTo>
                    <a:pt x="465" y="1554"/>
                  </a:lnTo>
                  <a:lnTo>
                    <a:pt x="606" y="1594"/>
                  </a:lnTo>
                  <a:lnTo>
                    <a:pt x="727" y="1635"/>
                  </a:lnTo>
                  <a:lnTo>
                    <a:pt x="868" y="1635"/>
                  </a:lnTo>
                  <a:lnTo>
                    <a:pt x="989" y="1655"/>
                  </a:lnTo>
                  <a:lnTo>
                    <a:pt x="1211" y="1635"/>
                  </a:lnTo>
                  <a:lnTo>
                    <a:pt x="1433" y="1574"/>
                  </a:lnTo>
                  <a:lnTo>
                    <a:pt x="1655" y="1514"/>
                  </a:lnTo>
                  <a:lnTo>
                    <a:pt x="1857" y="1392"/>
                  </a:lnTo>
                  <a:lnTo>
                    <a:pt x="2059" y="1271"/>
                  </a:lnTo>
                  <a:lnTo>
                    <a:pt x="2240" y="1130"/>
                  </a:lnTo>
                  <a:lnTo>
                    <a:pt x="2422" y="969"/>
                  </a:lnTo>
                  <a:lnTo>
                    <a:pt x="2563" y="807"/>
                  </a:lnTo>
                  <a:lnTo>
                    <a:pt x="2684" y="666"/>
                  </a:lnTo>
                  <a:lnTo>
                    <a:pt x="2705" y="585"/>
                  </a:lnTo>
                  <a:lnTo>
                    <a:pt x="2725" y="484"/>
                  </a:lnTo>
                  <a:lnTo>
                    <a:pt x="2725" y="424"/>
                  </a:lnTo>
                  <a:lnTo>
                    <a:pt x="2705" y="343"/>
                  </a:lnTo>
                  <a:lnTo>
                    <a:pt x="2684" y="283"/>
                  </a:lnTo>
                  <a:lnTo>
                    <a:pt x="2644" y="222"/>
                  </a:lnTo>
                  <a:lnTo>
                    <a:pt x="2523" y="121"/>
                  </a:lnTo>
                  <a:lnTo>
                    <a:pt x="2402" y="40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 flipH="1">
              <a:off x="2120703" y="-1885164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0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2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1" y="727"/>
                  </a:lnTo>
                  <a:lnTo>
                    <a:pt x="0" y="908"/>
                  </a:lnTo>
                  <a:lnTo>
                    <a:pt x="21" y="1090"/>
                  </a:lnTo>
                  <a:lnTo>
                    <a:pt x="81" y="1251"/>
                  </a:lnTo>
                  <a:lnTo>
                    <a:pt x="162" y="141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413"/>
                  </a:lnTo>
                  <a:lnTo>
                    <a:pt x="1736" y="1251"/>
                  </a:lnTo>
                  <a:lnTo>
                    <a:pt x="1776" y="1090"/>
                  </a:lnTo>
                  <a:lnTo>
                    <a:pt x="1796" y="908"/>
                  </a:lnTo>
                  <a:lnTo>
                    <a:pt x="177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2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 flipH="1">
              <a:off x="2118467" y="-1887456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1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8"/>
                  </a:lnTo>
                  <a:lnTo>
                    <a:pt x="1797" y="949"/>
                  </a:lnTo>
                  <a:lnTo>
                    <a:pt x="1777" y="1111"/>
                  </a:lnTo>
                  <a:lnTo>
                    <a:pt x="1736" y="1272"/>
                  </a:lnTo>
                  <a:lnTo>
                    <a:pt x="1656" y="1413"/>
                  </a:lnTo>
                  <a:lnTo>
                    <a:pt x="1555" y="1555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5"/>
                  </a:lnTo>
                  <a:lnTo>
                    <a:pt x="223" y="1413"/>
                  </a:lnTo>
                  <a:lnTo>
                    <a:pt x="14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4" y="283"/>
                  </a:lnTo>
                  <a:lnTo>
                    <a:pt x="162" y="404"/>
                  </a:lnTo>
                  <a:lnTo>
                    <a:pt x="82" y="56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2"/>
                  </a:lnTo>
                  <a:lnTo>
                    <a:pt x="162" y="1474"/>
                  </a:lnTo>
                  <a:lnTo>
                    <a:pt x="284" y="161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7"/>
                  </a:lnTo>
                  <a:lnTo>
                    <a:pt x="949" y="1877"/>
                  </a:lnTo>
                  <a:lnTo>
                    <a:pt x="1131" y="1857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817" y="566"/>
                  </a:lnTo>
                  <a:lnTo>
                    <a:pt x="1716" y="40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3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 flipH="1">
              <a:off x="1892829" y="-3305578"/>
              <a:ext cx="100466" cy="101584"/>
            </a:xfrm>
            <a:custGeom>
              <a:rect b="b" l="l" r="r" t="t"/>
              <a:pathLst>
                <a:path extrusionOk="0" h="1817" w="1797">
                  <a:moveTo>
                    <a:pt x="889" y="0"/>
                  </a:moveTo>
                  <a:lnTo>
                    <a:pt x="707" y="21"/>
                  </a:lnTo>
                  <a:lnTo>
                    <a:pt x="546" y="81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4"/>
                  </a:lnTo>
                  <a:lnTo>
                    <a:pt x="61" y="56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2"/>
                  </a:lnTo>
                  <a:lnTo>
                    <a:pt x="142" y="1413"/>
                  </a:lnTo>
                  <a:lnTo>
                    <a:pt x="263" y="1554"/>
                  </a:lnTo>
                  <a:lnTo>
                    <a:pt x="384" y="1655"/>
                  </a:lnTo>
                  <a:lnTo>
                    <a:pt x="546" y="1736"/>
                  </a:lnTo>
                  <a:lnTo>
                    <a:pt x="707" y="1796"/>
                  </a:lnTo>
                  <a:lnTo>
                    <a:pt x="889" y="1817"/>
                  </a:lnTo>
                  <a:lnTo>
                    <a:pt x="1070" y="1796"/>
                  </a:lnTo>
                  <a:lnTo>
                    <a:pt x="1252" y="1736"/>
                  </a:lnTo>
                  <a:lnTo>
                    <a:pt x="1393" y="1655"/>
                  </a:lnTo>
                  <a:lnTo>
                    <a:pt x="1534" y="1554"/>
                  </a:lnTo>
                  <a:lnTo>
                    <a:pt x="1635" y="1413"/>
                  </a:lnTo>
                  <a:lnTo>
                    <a:pt x="1736" y="1252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65"/>
                  </a:lnTo>
                  <a:lnTo>
                    <a:pt x="1635" y="404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1"/>
                  </a:lnTo>
                  <a:lnTo>
                    <a:pt x="1070" y="21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 flipH="1">
              <a:off x="1890536" y="-3307870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29" y="82"/>
                  </a:moveTo>
                  <a:lnTo>
                    <a:pt x="1110" y="102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4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31"/>
                  </a:lnTo>
                  <a:lnTo>
                    <a:pt x="1736" y="1293"/>
                  </a:lnTo>
                  <a:lnTo>
                    <a:pt x="1655" y="143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97"/>
                  </a:lnTo>
                  <a:lnTo>
                    <a:pt x="929" y="1817"/>
                  </a:lnTo>
                  <a:lnTo>
                    <a:pt x="767" y="179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23" y="1555"/>
                  </a:lnTo>
                  <a:lnTo>
                    <a:pt x="222" y="1434"/>
                  </a:lnTo>
                  <a:lnTo>
                    <a:pt x="142" y="1293"/>
                  </a:lnTo>
                  <a:lnTo>
                    <a:pt x="101" y="113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7" y="102"/>
                  </a:lnTo>
                  <a:lnTo>
                    <a:pt x="929" y="82"/>
                  </a:lnTo>
                  <a:close/>
                  <a:moveTo>
                    <a:pt x="92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3" y="284"/>
                  </a:lnTo>
                  <a:lnTo>
                    <a:pt x="162" y="425"/>
                  </a:lnTo>
                  <a:lnTo>
                    <a:pt x="61" y="586"/>
                  </a:lnTo>
                  <a:lnTo>
                    <a:pt x="21" y="76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61" y="1313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4" y="1736"/>
                  </a:lnTo>
                  <a:lnTo>
                    <a:pt x="565" y="1817"/>
                  </a:lnTo>
                  <a:lnTo>
                    <a:pt x="747" y="1878"/>
                  </a:lnTo>
                  <a:lnTo>
                    <a:pt x="929" y="1898"/>
                  </a:lnTo>
                  <a:lnTo>
                    <a:pt x="1130" y="1878"/>
                  </a:lnTo>
                  <a:lnTo>
                    <a:pt x="1312" y="1817"/>
                  </a:lnTo>
                  <a:lnTo>
                    <a:pt x="1453" y="173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6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8"/>
                  </a:lnTo>
                  <a:lnTo>
                    <a:pt x="1796" y="586"/>
                  </a:lnTo>
                  <a:lnTo>
                    <a:pt x="1716" y="425"/>
                  </a:lnTo>
                  <a:lnTo>
                    <a:pt x="1595" y="284"/>
                  </a:lnTo>
                  <a:lnTo>
                    <a:pt x="145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 flipH="1">
              <a:off x="511885" y="-3871966"/>
              <a:ext cx="100466" cy="101640"/>
            </a:xfrm>
            <a:custGeom>
              <a:rect b="b" l="l" r="r" t="t"/>
              <a:pathLst>
                <a:path extrusionOk="0" h="1818" w="1797">
                  <a:moveTo>
                    <a:pt x="908" y="1"/>
                  </a:moveTo>
                  <a:lnTo>
                    <a:pt x="727" y="21"/>
                  </a:lnTo>
                  <a:lnTo>
                    <a:pt x="54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5"/>
                  </a:lnTo>
                  <a:lnTo>
                    <a:pt x="6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61" y="1252"/>
                  </a:lnTo>
                  <a:lnTo>
                    <a:pt x="162" y="1414"/>
                  </a:lnTo>
                  <a:lnTo>
                    <a:pt x="262" y="1535"/>
                  </a:lnTo>
                  <a:lnTo>
                    <a:pt x="404" y="1656"/>
                  </a:lnTo>
                  <a:lnTo>
                    <a:pt x="54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35"/>
                  </a:lnTo>
                  <a:lnTo>
                    <a:pt x="1655" y="1414"/>
                  </a:lnTo>
                  <a:lnTo>
                    <a:pt x="173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36" y="566"/>
                  </a:lnTo>
                  <a:lnTo>
                    <a:pt x="1655" y="405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 flipH="1">
              <a:off x="509648" y="-3874202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49" y="81"/>
                  </a:moveTo>
                  <a:lnTo>
                    <a:pt x="1111" y="101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13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102" y="1110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66" y="1817"/>
                  </a:lnTo>
                  <a:lnTo>
                    <a:pt x="747" y="1877"/>
                  </a:lnTo>
                  <a:lnTo>
                    <a:pt x="949" y="1898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7"/>
                  </a:lnTo>
                  <a:lnTo>
                    <a:pt x="1817" y="586"/>
                  </a:lnTo>
                  <a:lnTo>
                    <a:pt x="171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 flipH="1">
              <a:off x="-1037114" y="-3361987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0" y="727"/>
                  </a:lnTo>
                  <a:lnTo>
                    <a:pt x="0" y="908"/>
                  </a:lnTo>
                  <a:lnTo>
                    <a:pt x="20" y="109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1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6" y="1090"/>
                  </a:lnTo>
                  <a:lnTo>
                    <a:pt x="1796" y="908"/>
                  </a:lnTo>
                  <a:lnTo>
                    <a:pt x="179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61"/>
                  </a:lnTo>
                  <a:lnTo>
                    <a:pt x="1090" y="21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 flipH="1">
              <a:off x="-1039350" y="-336428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3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97" y="768"/>
                  </a:lnTo>
                  <a:lnTo>
                    <a:pt x="1797" y="949"/>
                  </a:lnTo>
                  <a:lnTo>
                    <a:pt x="1797" y="1111"/>
                  </a:lnTo>
                  <a:lnTo>
                    <a:pt x="1736" y="1272"/>
                  </a:lnTo>
                  <a:lnTo>
                    <a:pt x="1656" y="1414"/>
                  </a:lnTo>
                  <a:lnTo>
                    <a:pt x="1555" y="1555"/>
                  </a:lnTo>
                  <a:lnTo>
                    <a:pt x="1434" y="1656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44" y="1555"/>
                  </a:lnTo>
                  <a:lnTo>
                    <a:pt x="223" y="1414"/>
                  </a:lnTo>
                  <a:lnTo>
                    <a:pt x="16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6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2"/>
                  </a:lnTo>
                  <a:lnTo>
                    <a:pt x="425" y="162"/>
                  </a:lnTo>
                  <a:lnTo>
                    <a:pt x="283" y="284"/>
                  </a:lnTo>
                  <a:lnTo>
                    <a:pt x="162" y="405"/>
                  </a:lnTo>
                  <a:lnTo>
                    <a:pt x="82" y="566"/>
                  </a:lnTo>
                  <a:lnTo>
                    <a:pt x="21" y="748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8"/>
                  </a:lnTo>
                  <a:lnTo>
                    <a:pt x="949" y="1878"/>
                  </a:lnTo>
                  <a:lnTo>
                    <a:pt x="1131" y="1858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78" y="1131"/>
                  </a:lnTo>
                  <a:lnTo>
                    <a:pt x="1878" y="949"/>
                  </a:lnTo>
                  <a:lnTo>
                    <a:pt x="1878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4"/>
                  </a:lnTo>
                  <a:lnTo>
                    <a:pt x="1474" y="162"/>
                  </a:lnTo>
                  <a:lnTo>
                    <a:pt x="1313" y="82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 flipH="1">
              <a:off x="1080509" y="-1366241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888" y="1"/>
                  </a:moveTo>
                  <a:lnTo>
                    <a:pt x="707" y="21"/>
                  </a:lnTo>
                  <a:lnTo>
                    <a:pt x="545" y="82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5"/>
                  </a:lnTo>
                  <a:lnTo>
                    <a:pt x="61" y="546"/>
                  </a:lnTo>
                  <a:lnTo>
                    <a:pt x="21" y="727"/>
                  </a:lnTo>
                  <a:lnTo>
                    <a:pt x="0" y="909"/>
                  </a:lnTo>
                  <a:lnTo>
                    <a:pt x="21" y="1091"/>
                  </a:lnTo>
                  <a:lnTo>
                    <a:pt x="61" y="1252"/>
                  </a:lnTo>
                  <a:lnTo>
                    <a:pt x="142" y="1414"/>
                  </a:lnTo>
                  <a:lnTo>
                    <a:pt x="263" y="1535"/>
                  </a:lnTo>
                  <a:lnTo>
                    <a:pt x="384" y="1656"/>
                  </a:lnTo>
                  <a:lnTo>
                    <a:pt x="545" y="1736"/>
                  </a:lnTo>
                  <a:lnTo>
                    <a:pt x="707" y="1797"/>
                  </a:lnTo>
                  <a:lnTo>
                    <a:pt x="1070" y="1797"/>
                  </a:lnTo>
                  <a:lnTo>
                    <a:pt x="1252" y="1736"/>
                  </a:lnTo>
                  <a:lnTo>
                    <a:pt x="1393" y="1656"/>
                  </a:lnTo>
                  <a:lnTo>
                    <a:pt x="1534" y="1535"/>
                  </a:lnTo>
                  <a:lnTo>
                    <a:pt x="1635" y="1414"/>
                  </a:lnTo>
                  <a:lnTo>
                    <a:pt x="171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16" y="546"/>
                  </a:lnTo>
                  <a:lnTo>
                    <a:pt x="1635" y="405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2"/>
                  </a:lnTo>
                  <a:lnTo>
                    <a:pt x="1070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 flipH="1">
              <a:off x="1078272" y="-1368477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29" y="81"/>
                  </a:moveTo>
                  <a:lnTo>
                    <a:pt x="1111" y="101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35" y="34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6" y="1433"/>
                  </a:lnTo>
                  <a:lnTo>
                    <a:pt x="1535" y="1554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4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82" y="1110"/>
                  </a:lnTo>
                  <a:lnTo>
                    <a:pt x="82" y="949"/>
                  </a:lnTo>
                  <a:lnTo>
                    <a:pt x="8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45" y="223"/>
                  </a:lnTo>
                  <a:lnTo>
                    <a:pt x="606" y="142"/>
                  </a:lnTo>
                  <a:lnTo>
                    <a:pt x="768" y="101"/>
                  </a:lnTo>
                  <a:lnTo>
                    <a:pt x="929" y="81"/>
                  </a:lnTo>
                  <a:close/>
                  <a:moveTo>
                    <a:pt x="929" y="1"/>
                  </a:moveTo>
                  <a:lnTo>
                    <a:pt x="748" y="21"/>
                  </a:lnTo>
                  <a:lnTo>
                    <a:pt x="566" y="81"/>
                  </a:lnTo>
                  <a:lnTo>
                    <a:pt x="405" y="162"/>
                  </a:lnTo>
                  <a:lnTo>
                    <a:pt x="263" y="283"/>
                  </a:lnTo>
                  <a:lnTo>
                    <a:pt x="162" y="424"/>
                  </a:lnTo>
                  <a:lnTo>
                    <a:pt x="62" y="58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62" y="1312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5" y="1716"/>
                  </a:lnTo>
                  <a:lnTo>
                    <a:pt x="566" y="1817"/>
                  </a:lnTo>
                  <a:lnTo>
                    <a:pt x="748" y="1857"/>
                  </a:lnTo>
                  <a:lnTo>
                    <a:pt x="929" y="1877"/>
                  </a:lnTo>
                  <a:lnTo>
                    <a:pt x="1131" y="1857"/>
                  </a:lnTo>
                  <a:lnTo>
                    <a:pt x="1293" y="1817"/>
                  </a:lnTo>
                  <a:lnTo>
                    <a:pt x="1454" y="171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797" y="586"/>
                  </a:lnTo>
                  <a:lnTo>
                    <a:pt x="1716" y="424"/>
                  </a:lnTo>
                  <a:lnTo>
                    <a:pt x="1595" y="283"/>
                  </a:lnTo>
                  <a:lnTo>
                    <a:pt x="1454" y="162"/>
                  </a:lnTo>
                  <a:lnTo>
                    <a:pt x="1293" y="81"/>
                  </a:lnTo>
                  <a:lnTo>
                    <a:pt x="1131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 flipH="1">
              <a:off x="-1522213" y="-1840048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9" y="0"/>
                  </a:moveTo>
                  <a:lnTo>
                    <a:pt x="727" y="20"/>
                  </a:lnTo>
                  <a:lnTo>
                    <a:pt x="546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61" y="54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1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6" y="1736"/>
                  </a:lnTo>
                  <a:lnTo>
                    <a:pt x="727" y="1776"/>
                  </a:lnTo>
                  <a:lnTo>
                    <a:pt x="909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1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 flipH="1">
              <a:off x="-1524506" y="-184234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0" y="102"/>
                  </a:lnTo>
                  <a:lnTo>
                    <a:pt x="1272" y="142"/>
                  </a:lnTo>
                  <a:lnTo>
                    <a:pt x="1413" y="223"/>
                  </a:lnTo>
                  <a:lnTo>
                    <a:pt x="1554" y="32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11"/>
                  </a:lnTo>
                  <a:lnTo>
                    <a:pt x="1736" y="1272"/>
                  </a:lnTo>
                  <a:lnTo>
                    <a:pt x="1655" y="141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77"/>
                  </a:lnTo>
                  <a:lnTo>
                    <a:pt x="949" y="1797"/>
                  </a:lnTo>
                  <a:lnTo>
                    <a:pt x="767" y="1777"/>
                  </a:lnTo>
                  <a:lnTo>
                    <a:pt x="606" y="1736"/>
                  </a:lnTo>
                  <a:lnTo>
                    <a:pt x="464" y="1656"/>
                  </a:lnTo>
                  <a:lnTo>
                    <a:pt x="323" y="1555"/>
                  </a:lnTo>
                  <a:lnTo>
                    <a:pt x="222" y="1414"/>
                  </a:lnTo>
                  <a:lnTo>
                    <a:pt x="142" y="1272"/>
                  </a:lnTo>
                  <a:lnTo>
                    <a:pt x="101" y="111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24"/>
                  </a:lnTo>
                  <a:lnTo>
                    <a:pt x="464" y="223"/>
                  </a:lnTo>
                  <a:lnTo>
                    <a:pt x="606" y="142"/>
                  </a:lnTo>
                  <a:lnTo>
                    <a:pt x="767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24" y="162"/>
                  </a:lnTo>
                  <a:lnTo>
                    <a:pt x="283" y="283"/>
                  </a:lnTo>
                  <a:lnTo>
                    <a:pt x="162" y="405"/>
                  </a:lnTo>
                  <a:lnTo>
                    <a:pt x="81" y="566"/>
                  </a:lnTo>
                  <a:lnTo>
                    <a:pt x="21" y="74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81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65" y="1797"/>
                  </a:lnTo>
                  <a:lnTo>
                    <a:pt x="747" y="1857"/>
                  </a:lnTo>
                  <a:lnTo>
                    <a:pt x="949" y="1878"/>
                  </a:lnTo>
                  <a:lnTo>
                    <a:pt x="1130" y="1857"/>
                  </a:lnTo>
                  <a:lnTo>
                    <a:pt x="1312" y="1797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3"/>
                  </a:lnTo>
                  <a:lnTo>
                    <a:pt x="147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 flipH="1">
              <a:off x="-3230321" y="-2914121"/>
              <a:ext cx="101584" cy="101640"/>
            </a:xfrm>
            <a:custGeom>
              <a:rect b="b" l="l" r="r" t="t"/>
              <a:pathLst>
                <a:path extrusionOk="0" h="1818" w="1817">
                  <a:moveTo>
                    <a:pt x="908" y="1"/>
                  </a:moveTo>
                  <a:lnTo>
                    <a:pt x="72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4"/>
                  </a:lnTo>
                  <a:lnTo>
                    <a:pt x="8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81" y="1252"/>
                  </a:lnTo>
                  <a:lnTo>
                    <a:pt x="162" y="1413"/>
                  </a:lnTo>
                  <a:lnTo>
                    <a:pt x="262" y="1555"/>
                  </a:lnTo>
                  <a:lnTo>
                    <a:pt x="404" y="1656"/>
                  </a:lnTo>
                  <a:lnTo>
                    <a:pt x="56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55"/>
                  </a:lnTo>
                  <a:lnTo>
                    <a:pt x="1655" y="1413"/>
                  </a:lnTo>
                  <a:lnTo>
                    <a:pt x="1736" y="1252"/>
                  </a:lnTo>
                  <a:lnTo>
                    <a:pt x="1796" y="1091"/>
                  </a:lnTo>
                  <a:lnTo>
                    <a:pt x="1816" y="909"/>
                  </a:lnTo>
                  <a:lnTo>
                    <a:pt x="1796" y="727"/>
                  </a:lnTo>
                  <a:lnTo>
                    <a:pt x="1736" y="566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 flipH="1">
              <a:off x="-3232558" y="-2916358"/>
              <a:ext cx="106112" cy="106112"/>
            </a:xfrm>
            <a:custGeom>
              <a:rect b="b" l="l" r="r" t="t"/>
              <a:pathLst>
                <a:path extrusionOk="0" h="1898" w="1898">
                  <a:moveTo>
                    <a:pt x="949" y="81"/>
                  </a:moveTo>
                  <a:lnTo>
                    <a:pt x="1131" y="101"/>
                  </a:lnTo>
                  <a:lnTo>
                    <a:pt x="1292" y="162"/>
                  </a:lnTo>
                  <a:lnTo>
                    <a:pt x="1434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97" y="767"/>
                  </a:lnTo>
                  <a:lnTo>
                    <a:pt x="1817" y="949"/>
                  </a:lnTo>
                  <a:lnTo>
                    <a:pt x="1797" y="1131"/>
                  </a:lnTo>
                  <a:lnTo>
                    <a:pt x="1736" y="129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34" y="1655"/>
                  </a:lnTo>
                  <a:lnTo>
                    <a:pt x="1292" y="1736"/>
                  </a:lnTo>
                  <a:lnTo>
                    <a:pt x="113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4"/>
                  </a:lnTo>
                  <a:lnTo>
                    <a:pt x="243" y="1433"/>
                  </a:lnTo>
                  <a:lnTo>
                    <a:pt x="162" y="1292"/>
                  </a:lnTo>
                  <a:lnTo>
                    <a:pt x="102" y="1131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62" y="606"/>
                  </a:lnTo>
                  <a:lnTo>
                    <a:pt x="243" y="465"/>
                  </a:lnTo>
                  <a:lnTo>
                    <a:pt x="34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86" y="1817"/>
                  </a:lnTo>
                  <a:lnTo>
                    <a:pt x="768" y="1877"/>
                  </a:lnTo>
                  <a:lnTo>
                    <a:pt x="949" y="1897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36" y="1474"/>
                  </a:lnTo>
                  <a:lnTo>
                    <a:pt x="1817" y="1312"/>
                  </a:lnTo>
                  <a:lnTo>
                    <a:pt x="1877" y="1131"/>
                  </a:lnTo>
                  <a:lnTo>
                    <a:pt x="1898" y="949"/>
                  </a:lnTo>
                  <a:lnTo>
                    <a:pt x="1877" y="767"/>
                  </a:lnTo>
                  <a:lnTo>
                    <a:pt x="1817" y="586"/>
                  </a:lnTo>
                  <a:lnTo>
                    <a:pt x="173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 flipH="1">
              <a:off x="-1102524" y="-4869280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 flipH="1">
              <a:off x="-1104816" y="-4871516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 flipH="1">
              <a:off x="915810" y="-2826125"/>
              <a:ext cx="4584" cy="51994"/>
            </a:xfrm>
            <a:custGeom>
              <a:rect b="b" l="l" r="r" t="t"/>
              <a:pathLst>
                <a:path extrusionOk="0" h="930" w="82">
                  <a:moveTo>
                    <a:pt x="1" y="1"/>
                  </a:moveTo>
                  <a:lnTo>
                    <a:pt x="1" y="929"/>
                  </a:lnTo>
                  <a:lnTo>
                    <a:pt x="82" y="929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 flipH="1">
              <a:off x="892105" y="-2802420"/>
              <a:ext cx="51938" cy="4584"/>
            </a:xfrm>
            <a:custGeom>
              <a:rect b="b" l="l" r="r" t="t"/>
              <a:pathLst>
                <a:path extrusionOk="0" h="82" w="929">
                  <a:moveTo>
                    <a:pt x="0" y="1"/>
                  </a:moveTo>
                  <a:lnTo>
                    <a:pt x="0" y="81"/>
                  </a:lnTo>
                  <a:lnTo>
                    <a:pt x="928" y="81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 flipH="1">
              <a:off x="161018" y="-3857262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 flipH="1">
              <a:off x="136195" y="-3832440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 flipH="1">
              <a:off x="-2522936" y="-2096155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 flipH="1">
              <a:off x="-2548878" y="-2071332"/>
              <a:ext cx="55348" cy="4584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" name="Google Shape;556;p7"/>
          <p:cNvGrpSpPr/>
          <p:nvPr/>
        </p:nvGrpSpPr>
        <p:grpSpPr>
          <a:xfrm>
            <a:off x="7135796" y="3599491"/>
            <a:ext cx="1209708" cy="1147945"/>
            <a:chOff x="5235125" y="2636100"/>
            <a:chExt cx="796175" cy="755525"/>
          </a:xfrm>
        </p:grpSpPr>
        <p:sp>
          <p:nvSpPr>
            <p:cNvPr id="557" name="Google Shape;557;p7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"/>
          <p:cNvSpPr txBox="1"/>
          <p:nvPr>
            <p:ph type="title"/>
          </p:nvPr>
        </p:nvSpPr>
        <p:spPr>
          <a:xfrm>
            <a:off x="1827300" y="1626600"/>
            <a:ext cx="5489400" cy="189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3" name="Google Shape;623;p8"/>
          <p:cNvSpPr/>
          <p:nvPr/>
        </p:nvSpPr>
        <p:spPr>
          <a:xfrm flipH="1">
            <a:off x="-37500" y="3947100"/>
            <a:ext cx="9219000" cy="119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8"/>
          <p:cNvSpPr/>
          <p:nvPr/>
        </p:nvSpPr>
        <p:spPr>
          <a:xfrm flipH="1">
            <a:off x="-37500" y="0"/>
            <a:ext cx="9219000" cy="119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"/>
          <p:cNvSpPr/>
          <p:nvPr/>
        </p:nvSpPr>
        <p:spPr>
          <a:xfrm>
            <a:off x="689070" y="38051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8"/>
          <p:cNvSpPr/>
          <p:nvPr/>
        </p:nvSpPr>
        <p:spPr>
          <a:xfrm flipH="1">
            <a:off x="80418" y="351689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8"/>
          <p:cNvSpPr/>
          <p:nvPr/>
        </p:nvSpPr>
        <p:spPr>
          <a:xfrm flipH="1">
            <a:off x="282366" y="357330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8"/>
          <p:cNvSpPr/>
          <p:nvPr/>
        </p:nvSpPr>
        <p:spPr>
          <a:xfrm flipH="1">
            <a:off x="568954" y="368048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"/>
          <p:cNvSpPr/>
          <p:nvPr/>
        </p:nvSpPr>
        <p:spPr>
          <a:xfrm flipH="1">
            <a:off x="1140961" y="409116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8"/>
          <p:cNvSpPr/>
          <p:nvPr/>
        </p:nvSpPr>
        <p:spPr>
          <a:xfrm>
            <a:off x="8495347" y="204440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"/>
          <p:cNvSpPr/>
          <p:nvPr/>
        </p:nvSpPr>
        <p:spPr>
          <a:xfrm flipH="1">
            <a:off x="6624317" y="-129457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"/>
          <p:cNvSpPr/>
          <p:nvPr/>
        </p:nvSpPr>
        <p:spPr>
          <a:xfrm flipH="1">
            <a:off x="7823600" y="1072027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8"/>
          <p:cNvSpPr/>
          <p:nvPr/>
        </p:nvSpPr>
        <p:spPr>
          <a:xfrm flipH="1">
            <a:off x="6751789" y="14949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8"/>
          <p:cNvSpPr/>
          <p:nvPr/>
        </p:nvSpPr>
        <p:spPr>
          <a:xfrm flipH="1">
            <a:off x="7968010" y="1140848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8"/>
          <p:cNvSpPr/>
          <p:nvPr/>
        </p:nvSpPr>
        <p:spPr>
          <a:xfrm flipH="1">
            <a:off x="6877024" y="75831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8"/>
          <p:cNvSpPr/>
          <p:nvPr/>
        </p:nvSpPr>
        <p:spPr>
          <a:xfrm flipH="1">
            <a:off x="8112477" y="1250313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8"/>
          <p:cNvSpPr/>
          <p:nvPr/>
        </p:nvSpPr>
        <p:spPr>
          <a:xfrm>
            <a:off x="414425" y="21111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8"/>
          <p:cNvSpPr/>
          <p:nvPr/>
        </p:nvSpPr>
        <p:spPr>
          <a:xfrm rot="5400000">
            <a:off x="414425" y="81621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8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8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1" name="Google Shape;641;p8"/>
          <p:cNvGrpSpPr/>
          <p:nvPr/>
        </p:nvGrpSpPr>
        <p:grpSpPr>
          <a:xfrm>
            <a:off x="3970979" y="4195255"/>
            <a:ext cx="1205112" cy="835252"/>
            <a:chOff x="3970979" y="4168866"/>
            <a:chExt cx="1205112" cy="835252"/>
          </a:xfrm>
        </p:grpSpPr>
        <p:sp>
          <p:nvSpPr>
            <p:cNvPr id="642" name="Google Shape;642;p8"/>
            <p:cNvSpPr/>
            <p:nvPr/>
          </p:nvSpPr>
          <p:spPr>
            <a:xfrm>
              <a:off x="4793924" y="463642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4955626" y="4789730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4465201" y="41688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4632221" y="41688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466721" y="43244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629942" y="43237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4796203" y="43244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4459086" y="44754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4631462" y="44800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4796203" y="44808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4957905" y="4945317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4462163" y="463490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4630702" y="463566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4797000" y="41696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4793924" y="4946874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4626144" y="4942278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8"/>
            <p:cNvSpPr/>
            <p:nvPr/>
          </p:nvSpPr>
          <p:spPr>
            <a:xfrm>
              <a:off x="4464442" y="4944557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4299701" y="4939999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4790125" y="4792010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4464442" y="4790490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4630702" y="4788971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960982" y="41719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4301220" y="4787451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8"/>
            <p:cNvSpPr/>
            <p:nvPr/>
          </p:nvSpPr>
          <p:spPr>
            <a:xfrm>
              <a:off x="5123443" y="4792769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4303499" y="41696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4137239" y="4943798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4136479" y="4785932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4303499" y="43244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959424" y="463642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8"/>
            <p:cNvSpPr/>
            <p:nvPr/>
          </p:nvSpPr>
          <p:spPr>
            <a:xfrm>
              <a:off x="4301980" y="463566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5122684" y="4947634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4960222" y="43267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4137239" y="463414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4959424" y="44823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4302740" y="44793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4138758" y="44709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3970979" y="463490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3973258" y="44800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5123443" y="463870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3970979" y="4789730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4137239" y="43260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8"/>
            <p:cNvSpPr/>
            <p:nvPr/>
          </p:nvSpPr>
          <p:spPr>
            <a:xfrm>
              <a:off x="3972498" y="4945317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8"/>
            <p:cNvSpPr/>
            <p:nvPr/>
          </p:nvSpPr>
          <p:spPr>
            <a:xfrm>
              <a:off x="4134960" y="41704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5121886" y="44838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8"/>
            <p:cNvSpPr/>
            <p:nvPr/>
          </p:nvSpPr>
          <p:spPr>
            <a:xfrm>
              <a:off x="5124203" y="43282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8"/>
            <p:cNvSpPr/>
            <p:nvPr/>
          </p:nvSpPr>
          <p:spPr>
            <a:xfrm>
              <a:off x="3974777" y="43237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8"/>
            <p:cNvSpPr/>
            <p:nvPr/>
          </p:nvSpPr>
          <p:spPr>
            <a:xfrm>
              <a:off x="3975537" y="41688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8"/>
            <p:cNvSpPr/>
            <p:nvPr/>
          </p:nvSpPr>
          <p:spPr>
            <a:xfrm>
              <a:off x="5124963" y="41727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8"/>
          <p:cNvSpPr/>
          <p:nvPr/>
        </p:nvSpPr>
        <p:spPr>
          <a:xfrm flipH="1">
            <a:off x="8130627" y="147086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8"/>
          <p:cNvSpPr/>
          <p:nvPr/>
        </p:nvSpPr>
        <p:spPr>
          <a:xfrm flipH="1">
            <a:off x="7216227" y="576260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"/>
          <p:cNvSpPr/>
          <p:nvPr/>
        </p:nvSpPr>
        <p:spPr>
          <a:xfrm flipH="1">
            <a:off x="7978227" y="854670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"/>
          <p:cNvSpPr/>
          <p:nvPr/>
        </p:nvSpPr>
        <p:spPr>
          <a:xfrm flipH="1">
            <a:off x="1674905" y="11512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8"/>
          <p:cNvSpPr/>
          <p:nvPr/>
        </p:nvSpPr>
        <p:spPr>
          <a:xfrm flipH="1">
            <a:off x="1776437" y="22229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8"/>
          <p:cNvSpPr/>
          <p:nvPr/>
        </p:nvSpPr>
        <p:spPr>
          <a:xfrm flipH="1">
            <a:off x="1773752" y="691105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8"/>
          <p:cNvSpPr/>
          <p:nvPr/>
        </p:nvSpPr>
        <p:spPr>
          <a:xfrm flipH="1">
            <a:off x="2058760" y="41530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8"/>
          <p:cNvSpPr/>
          <p:nvPr/>
        </p:nvSpPr>
        <p:spPr>
          <a:xfrm flipH="1">
            <a:off x="2058760" y="496490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"/>
          <p:cNvSpPr txBox="1"/>
          <p:nvPr>
            <p:ph type="title"/>
          </p:nvPr>
        </p:nvSpPr>
        <p:spPr>
          <a:xfrm>
            <a:off x="2148900" y="2510023"/>
            <a:ext cx="4846200" cy="411600"/>
          </a:xfrm>
          <a:prstGeom prst="rect">
            <a:avLst/>
          </a:prstGeom>
          <a:effectLst>
            <a:outerShdw rotWithShape="0" algn="bl" dir="5400000" dist="190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0" name="Google Shape;700;p9"/>
          <p:cNvSpPr txBox="1"/>
          <p:nvPr>
            <p:ph idx="1" type="subTitle"/>
          </p:nvPr>
        </p:nvSpPr>
        <p:spPr>
          <a:xfrm>
            <a:off x="2148900" y="3077090"/>
            <a:ext cx="48462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1" name="Google Shape;701;p9"/>
          <p:cNvSpPr/>
          <p:nvPr/>
        </p:nvSpPr>
        <p:spPr>
          <a:xfrm flipH="1">
            <a:off x="843077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9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"/>
          <p:cNvSpPr/>
          <p:nvPr/>
        </p:nvSpPr>
        <p:spPr>
          <a:xfrm>
            <a:off x="440572" y="5625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9"/>
          <p:cNvSpPr/>
          <p:nvPr/>
        </p:nvSpPr>
        <p:spPr>
          <a:xfrm flipH="1">
            <a:off x="-1430458" y="2286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"/>
          <p:cNvSpPr/>
          <p:nvPr/>
        </p:nvSpPr>
        <p:spPr>
          <a:xfrm flipH="1">
            <a:off x="-231175" y="14300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"/>
          <p:cNvSpPr/>
          <p:nvPr/>
        </p:nvSpPr>
        <p:spPr>
          <a:xfrm flipH="1">
            <a:off x="-1302986" y="3730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"/>
          <p:cNvSpPr/>
          <p:nvPr/>
        </p:nvSpPr>
        <p:spPr>
          <a:xfrm flipH="1">
            <a:off x="-86765" y="14989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9"/>
          <p:cNvSpPr/>
          <p:nvPr/>
        </p:nvSpPr>
        <p:spPr>
          <a:xfrm flipH="1">
            <a:off x="-1177751" y="4338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9"/>
          <p:cNvSpPr/>
          <p:nvPr/>
        </p:nvSpPr>
        <p:spPr>
          <a:xfrm flipH="1">
            <a:off x="57702" y="16083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9"/>
          <p:cNvSpPr/>
          <p:nvPr/>
        </p:nvSpPr>
        <p:spPr>
          <a:xfrm flipH="1">
            <a:off x="8481959" y="30538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9"/>
          <p:cNvSpPr/>
          <p:nvPr/>
        </p:nvSpPr>
        <p:spPr>
          <a:xfrm flipH="1">
            <a:off x="8140105" y="4230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9"/>
          <p:cNvSpPr/>
          <p:nvPr/>
        </p:nvSpPr>
        <p:spPr>
          <a:xfrm flipH="1">
            <a:off x="8601547" y="31407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9"/>
          <p:cNvSpPr/>
          <p:nvPr/>
        </p:nvSpPr>
        <p:spPr>
          <a:xfrm flipH="1">
            <a:off x="8241637" y="4337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9"/>
          <p:cNvSpPr/>
          <p:nvPr/>
        </p:nvSpPr>
        <p:spPr>
          <a:xfrm flipH="1">
            <a:off x="8701959" y="32524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9"/>
          <p:cNvSpPr/>
          <p:nvPr/>
        </p:nvSpPr>
        <p:spPr>
          <a:xfrm flipH="1">
            <a:off x="8861019" y="33946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9"/>
          <p:cNvSpPr/>
          <p:nvPr/>
        </p:nvSpPr>
        <p:spPr>
          <a:xfrm flipH="1">
            <a:off x="8942266" y="35051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9"/>
          <p:cNvSpPr/>
          <p:nvPr/>
        </p:nvSpPr>
        <p:spPr>
          <a:xfrm flipH="1">
            <a:off x="9011089" y="36462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9"/>
          <p:cNvSpPr/>
          <p:nvPr/>
        </p:nvSpPr>
        <p:spPr>
          <a:xfrm flipH="1">
            <a:off x="8985147" y="36710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9"/>
          <p:cNvSpPr/>
          <p:nvPr/>
        </p:nvSpPr>
        <p:spPr>
          <a:xfrm>
            <a:off x="8489408" y="1177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9"/>
          <p:cNvSpPr/>
          <p:nvPr/>
        </p:nvSpPr>
        <p:spPr>
          <a:xfrm rot="5400000">
            <a:off x="8489408" y="7228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>
            <a:off x="111415" y="4314125"/>
            <a:ext cx="754524" cy="750237"/>
            <a:chOff x="8523754" y="10"/>
            <a:chExt cx="516408" cy="513439"/>
          </a:xfrm>
        </p:grpSpPr>
        <p:sp>
          <p:nvSpPr>
            <p:cNvPr id="722" name="Google Shape;722;p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4" name="Google Shape;724;p9"/>
          <p:cNvGrpSpPr/>
          <p:nvPr/>
        </p:nvGrpSpPr>
        <p:grpSpPr>
          <a:xfrm>
            <a:off x="3960075" y="4692585"/>
            <a:ext cx="1202833" cy="365416"/>
            <a:chOff x="3973270" y="4603191"/>
            <a:chExt cx="1202833" cy="365416"/>
          </a:xfrm>
        </p:grpSpPr>
        <p:sp>
          <p:nvSpPr>
            <p:cNvPr id="725" name="Google Shape;725;p9"/>
            <p:cNvSpPr/>
            <p:nvPr/>
          </p:nvSpPr>
          <p:spPr>
            <a:xfrm>
              <a:off x="4465214" y="4603191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4632234" y="4603191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466733" y="4758815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9"/>
            <p:cNvSpPr/>
            <p:nvPr/>
          </p:nvSpPr>
          <p:spPr>
            <a:xfrm>
              <a:off x="4629955" y="4758055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9"/>
            <p:cNvSpPr/>
            <p:nvPr/>
          </p:nvSpPr>
          <p:spPr>
            <a:xfrm>
              <a:off x="4796215" y="4758815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9"/>
            <p:cNvSpPr/>
            <p:nvPr/>
          </p:nvSpPr>
          <p:spPr>
            <a:xfrm>
              <a:off x="4459098" y="4909806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9"/>
            <p:cNvSpPr/>
            <p:nvPr/>
          </p:nvSpPr>
          <p:spPr>
            <a:xfrm>
              <a:off x="4631474" y="4914402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4796215" y="4915161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4797013" y="4603988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4960994" y="4606267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4303512" y="460398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4303512" y="475881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4960234" y="4761094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4959437" y="4916681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4302752" y="491364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4138771" y="490524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9"/>
            <p:cNvSpPr/>
            <p:nvPr/>
          </p:nvSpPr>
          <p:spPr>
            <a:xfrm>
              <a:off x="3973270" y="491440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4137251" y="476033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4134972" y="460474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5121899" y="4918200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5124216" y="4762614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3974790" y="475805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9"/>
            <p:cNvSpPr/>
            <p:nvPr/>
          </p:nvSpPr>
          <p:spPr>
            <a:xfrm>
              <a:off x="3975549" y="460319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9"/>
            <p:cNvSpPr/>
            <p:nvPr/>
          </p:nvSpPr>
          <p:spPr>
            <a:xfrm>
              <a:off x="5124975" y="4607027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9" name="Google Shape;749;p9"/>
          <p:cNvSpPr/>
          <p:nvPr/>
        </p:nvSpPr>
        <p:spPr>
          <a:xfrm flipH="1">
            <a:off x="8638349" y="30862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9"/>
          <p:cNvSpPr/>
          <p:nvPr/>
        </p:nvSpPr>
        <p:spPr>
          <a:xfrm flipH="1">
            <a:off x="8790749" y="36196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9"/>
          <p:cNvSpPr/>
          <p:nvPr/>
        </p:nvSpPr>
        <p:spPr>
          <a:xfrm flipH="1">
            <a:off x="8638349" y="450770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9"/>
          <p:cNvSpPr/>
          <p:nvPr/>
        </p:nvSpPr>
        <p:spPr>
          <a:xfrm flipH="1">
            <a:off x="865949" y="1320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9"/>
          <p:cNvSpPr/>
          <p:nvPr/>
        </p:nvSpPr>
        <p:spPr>
          <a:xfrm flipH="1">
            <a:off x="256349" y="12574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0"/>
          <p:cNvSpPr/>
          <p:nvPr/>
        </p:nvSpPr>
        <p:spPr>
          <a:xfrm>
            <a:off x="0" y="1450"/>
            <a:ext cx="4572000" cy="19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0"/>
          <p:cNvSpPr/>
          <p:nvPr/>
        </p:nvSpPr>
        <p:spPr>
          <a:xfrm>
            <a:off x="8561250" y="1929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"/>
          <p:cNvSpPr/>
          <p:nvPr/>
        </p:nvSpPr>
        <p:spPr>
          <a:xfrm>
            <a:off x="8561263" y="7246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8" name="Google Shape;758;p10"/>
          <p:cNvGrpSpPr/>
          <p:nvPr/>
        </p:nvGrpSpPr>
        <p:grpSpPr>
          <a:xfrm rot="-5400000">
            <a:off x="2692007" y="-1167429"/>
            <a:ext cx="1730784" cy="1441910"/>
            <a:chOff x="-979618" y="-5128741"/>
            <a:chExt cx="1730784" cy="1441910"/>
          </a:xfrm>
        </p:grpSpPr>
        <p:sp>
          <p:nvSpPr>
            <p:cNvPr id="759" name="Google Shape;759;p10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0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0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10"/>
          <p:cNvGrpSpPr/>
          <p:nvPr/>
        </p:nvGrpSpPr>
        <p:grpSpPr>
          <a:xfrm>
            <a:off x="-1975258" y="34168"/>
            <a:ext cx="2383952" cy="1642730"/>
            <a:chOff x="497192" y="-5154682"/>
            <a:chExt cx="2383952" cy="1642730"/>
          </a:xfrm>
        </p:grpSpPr>
        <p:sp>
          <p:nvSpPr>
            <p:cNvPr id="763" name="Google Shape;763;p10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0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0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10"/>
          <p:cNvSpPr/>
          <p:nvPr/>
        </p:nvSpPr>
        <p:spPr>
          <a:xfrm>
            <a:off x="131905" y="37770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0"/>
          <p:cNvSpPr/>
          <p:nvPr/>
        </p:nvSpPr>
        <p:spPr>
          <a:xfrm rot="5400000">
            <a:off x="739740" y="438212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0"/>
          <p:cNvSpPr/>
          <p:nvPr/>
        </p:nvSpPr>
        <p:spPr>
          <a:xfrm rot="5400000">
            <a:off x="131905" y="43821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9" name="Google Shape;769;p10"/>
          <p:cNvGrpSpPr/>
          <p:nvPr/>
        </p:nvGrpSpPr>
        <p:grpSpPr>
          <a:xfrm>
            <a:off x="7934296" y="4599416"/>
            <a:ext cx="1209708" cy="1147945"/>
            <a:chOff x="5235125" y="2636100"/>
            <a:chExt cx="796175" cy="755525"/>
          </a:xfrm>
        </p:grpSpPr>
        <p:sp>
          <p:nvSpPr>
            <p:cNvPr id="770" name="Google Shape;770;p10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0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0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0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0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0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0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0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0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0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0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0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0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0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0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0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0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0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0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0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0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0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0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0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0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0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0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0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0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0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0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0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0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0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0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0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0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0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0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0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0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0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0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0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0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0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0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0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0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0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0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0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0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0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0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0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0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0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0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0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0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0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0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0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4" name="Google Shape;834;p10"/>
          <p:cNvSpPr txBox="1"/>
          <p:nvPr>
            <p:ph idx="1" type="body"/>
          </p:nvPr>
        </p:nvSpPr>
        <p:spPr>
          <a:xfrm>
            <a:off x="713225" y="844300"/>
            <a:ext cx="3402900" cy="7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2800">
                <a:latin typeface="Lexend Deca"/>
                <a:ea typeface="Lexend Deca"/>
                <a:cs typeface="Lexend Deca"/>
                <a:sym typeface="Lexend Deca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1"/>
          <p:cNvSpPr txBox="1"/>
          <p:nvPr>
            <p:ph hasCustomPrompt="1" type="title"/>
          </p:nvPr>
        </p:nvSpPr>
        <p:spPr>
          <a:xfrm>
            <a:off x="1517400" y="1704150"/>
            <a:ext cx="61092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7" name="Google Shape;837;p11"/>
          <p:cNvSpPr txBox="1"/>
          <p:nvPr>
            <p:ph idx="1" type="body"/>
          </p:nvPr>
        </p:nvSpPr>
        <p:spPr>
          <a:xfrm>
            <a:off x="1576800" y="3241200"/>
            <a:ext cx="59904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8" name="Google Shape;838;p11"/>
          <p:cNvSpPr/>
          <p:nvPr/>
        </p:nvSpPr>
        <p:spPr>
          <a:xfrm flipH="1">
            <a:off x="7635600" y="-11400"/>
            <a:ext cx="1521600" cy="516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1"/>
          <p:cNvSpPr/>
          <p:nvPr/>
        </p:nvSpPr>
        <p:spPr>
          <a:xfrm flipH="1">
            <a:off x="-99" y="-11400"/>
            <a:ext cx="1521600" cy="516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1"/>
          <p:cNvSpPr/>
          <p:nvPr/>
        </p:nvSpPr>
        <p:spPr>
          <a:xfrm flipH="1" rot="10800000">
            <a:off x="-5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1"/>
          <p:cNvSpPr/>
          <p:nvPr/>
        </p:nvSpPr>
        <p:spPr>
          <a:xfrm rot="10800000">
            <a:off x="333238" y="144117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1"/>
          <p:cNvSpPr/>
          <p:nvPr/>
        </p:nvSpPr>
        <p:spPr>
          <a:xfrm>
            <a:off x="8457005" y="377370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1"/>
          <p:cNvSpPr/>
          <p:nvPr/>
        </p:nvSpPr>
        <p:spPr>
          <a:xfrm rot="5400000">
            <a:off x="8457005" y="437880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4" name="Google Shape;844;p11"/>
          <p:cNvGrpSpPr/>
          <p:nvPr/>
        </p:nvGrpSpPr>
        <p:grpSpPr>
          <a:xfrm>
            <a:off x="3970508" y="100006"/>
            <a:ext cx="1202833" cy="365416"/>
            <a:chOff x="3973358" y="4599416"/>
            <a:chExt cx="1202833" cy="365416"/>
          </a:xfrm>
        </p:grpSpPr>
        <p:sp>
          <p:nvSpPr>
            <p:cNvPr id="845" name="Google Shape;845;p11"/>
            <p:cNvSpPr/>
            <p:nvPr/>
          </p:nvSpPr>
          <p:spPr>
            <a:xfrm>
              <a:off x="44653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46323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44668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46300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47963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44591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46315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47963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47971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49610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43035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43035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49603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49595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43028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41388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39733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41373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41350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51219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51243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9748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39756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51250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9" name="Google Shape;869;p11"/>
          <p:cNvGrpSpPr/>
          <p:nvPr/>
        </p:nvGrpSpPr>
        <p:grpSpPr>
          <a:xfrm>
            <a:off x="3973358" y="4712231"/>
            <a:ext cx="1202833" cy="365416"/>
            <a:chOff x="3973358" y="4599416"/>
            <a:chExt cx="1202833" cy="365416"/>
          </a:xfrm>
        </p:grpSpPr>
        <p:sp>
          <p:nvSpPr>
            <p:cNvPr id="870" name="Google Shape;870;p11"/>
            <p:cNvSpPr/>
            <p:nvPr/>
          </p:nvSpPr>
          <p:spPr>
            <a:xfrm>
              <a:off x="44653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46323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1"/>
            <p:cNvSpPr/>
            <p:nvPr/>
          </p:nvSpPr>
          <p:spPr>
            <a:xfrm>
              <a:off x="44668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1"/>
            <p:cNvSpPr/>
            <p:nvPr/>
          </p:nvSpPr>
          <p:spPr>
            <a:xfrm>
              <a:off x="46300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1"/>
            <p:cNvSpPr/>
            <p:nvPr/>
          </p:nvSpPr>
          <p:spPr>
            <a:xfrm>
              <a:off x="47963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1"/>
            <p:cNvSpPr/>
            <p:nvPr/>
          </p:nvSpPr>
          <p:spPr>
            <a:xfrm>
              <a:off x="44591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1"/>
            <p:cNvSpPr/>
            <p:nvPr/>
          </p:nvSpPr>
          <p:spPr>
            <a:xfrm>
              <a:off x="46315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1"/>
            <p:cNvSpPr/>
            <p:nvPr/>
          </p:nvSpPr>
          <p:spPr>
            <a:xfrm>
              <a:off x="47963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1"/>
            <p:cNvSpPr/>
            <p:nvPr/>
          </p:nvSpPr>
          <p:spPr>
            <a:xfrm>
              <a:off x="47971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1"/>
            <p:cNvSpPr/>
            <p:nvPr/>
          </p:nvSpPr>
          <p:spPr>
            <a:xfrm>
              <a:off x="49610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43035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43035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49603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49595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43028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41388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39733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41373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41350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51219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51243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39748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39756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51250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4" name="Google Shape;894;p11"/>
          <p:cNvSpPr/>
          <p:nvPr/>
        </p:nvSpPr>
        <p:spPr>
          <a:xfrm flipH="1">
            <a:off x="307771" y="13006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1"/>
          <p:cNvSpPr/>
          <p:nvPr/>
        </p:nvSpPr>
        <p:spPr>
          <a:xfrm flipH="1">
            <a:off x="456659" y="14235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1"/>
          <p:cNvSpPr/>
          <p:nvPr/>
        </p:nvSpPr>
        <p:spPr>
          <a:xfrm flipH="1">
            <a:off x="8159359" y="24172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1"/>
          <p:cNvSpPr/>
          <p:nvPr/>
        </p:nvSpPr>
        <p:spPr>
          <a:xfrm flipH="1">
            <a:off x="7817505" y="14184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1"/>
          <p:cNvSpPr/>
          <p:nvPr/>
        </p:nvSpPr>
        <p:spPr>
          <a:xfrm flipH="1">
            <a:off x="8278947" y="32860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1"/>
          <p:cNvSpPr/>
          <p:nvPr/>
        </p:nvSpPr>
        <p:spPr>
          <a:xfrm flipH="1">
            <a:off x="7919037" y="15256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1"/>
          <p:cNvSpPr/>
          <p:nvPr/>
        </p:nvSpPr>
        <p:spPr>
          <a:xfrm flipH="1">
            <a:off x="8379359" y="44030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1"/>
          <p:cNvSpPr/>
          <p:nvPr/>
        </p:nvSpPr>
        <p:spPr>
          <a:xfrm flipH="1">
            <a:off x="8538419" y="58247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1"/>
          <p:cNvSpPr/>
          <p:nvPr/>
        </p:nvSpPr>
        <p:spPr>
          <a:xfrm flipH="1">
            <a:off x="8619666" y="69300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1"/>
          <p:cNvSpPr/>
          <p:nvPr/>
        </p:nvSpPr>
        <p:spPr>
          <a:xfrm flipH="1">
            <a:off x="8688489" y="83405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1"/>
          <p:cNvSpPr/>
          <p:nvPr/>
        </p:nvSpPr>
        <p:spPr>
          <a:xfrm flipH="1">
            <a:off x="8662547" y="85888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1"/>
          <p:cNvSpPr/>
          <p:nvPr/>
        </p:nvSpPr>
        <p:spPr>
          <a:xfrm flipH="1">
            <a:off x="-1651941" y="3249282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1"/>
          <p:cNvSpPr/>
          <p:nvPr/>
        </p:nvSpPr>
        <p:spPr>
          <a:xfrm flipH="1">
            <a:off x="-682782" y="3372276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1"/>
          <p:cNvSpPr/>
          <p:nvPr/>
        </p:nvSpPr>
        <p:spPr>
          <a:xfrm flipH="1">
            <a:off x="200616" y="3627209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1"/>
          <p:cNvSpPr/>
          <p:nvPr/>
        </p:nvSpPr>
        <p:spPr>
          <a:xfrm flipH="1">
            <a:off x="719610" y="3878788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1"/>
          <p:cNvSpPr/>
          <p:nvPr/>
        </p:nvSpPr>
        <p:spPr>
          <a:xfrm flipH="1">
            <a:off x="695905" y="3902492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1"/>
          <p:cNvSpPr/>
          <p:nvPr/>
        </p:nvSpPr>
        <p:spPr>
          <a:xfrm flipH="1">
            <a:off x="8234036" y="20053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1"/>
          <p:cNvSpPr/>
          <p:nvPr/>
        </p:nvSpPr>
        <p:spPr>
          <a:xfrm flipH="1">
            <a:off x="8761836" y="36916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1"/>
          <p:cNvSpPr/>
          <p:nvPr/>
        </p:nvSpPr>
        <p:spPr>
          <a:xfrm flipH="1">
            <a:off x="8862311" y="1431335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1"/>
          <p:cNvSpPr/>
          <p:nvPr/>
        </p:nvSpPr>
        <p:spPr>
          <a:xfrm flipH="1">
            <a:off x="1261229" y="19037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1"/>
          <p:cNvSpPr/>
          <p:nvPr/>
        </p:nvSpPr>
        <p:spPr>
          <a:xfrm flipH="1">
            <a:off x="403236" y="20561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1"/>
          <p:cNvSpPr/>
          <p:nvPr/>
        </p:nvSpPr>
        <p:spPr>
          <a:xfrm flipH="1">
            <a:off x="555636" y="37325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1"/>
          <p:cNvSpPr/>
          <p:nvPr/>
        </p:nvSpPr>
        <p:spPr>
          <a:xfrm flipH="1">
            <a:off x="1089036" y="41897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3"/>
          <p:cNvSpPr txBox="1"/>
          <p:nvPr>
            <p:ph idx="1" type="subTitle"/>
          </p:nvPr>
        </p:nvSpPr>
        <p:spPr>
          <a:xfrm>
            <a:off x="714799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0" name="Google Shape;920;p13"/>
          <p:cNvSpPr txBox="1"/>
          <p:nvPr>
            <p:ph idx="2" type="subTitle"/>
          </p:nvPr>
        </p:nvSpPr>
        <p:spPr>
          <a:xfrm>
            <a:off x="871699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1" name="Google Shape;921;p13"/>
          <p:cNvSpPr txBox="1"/>
          <p:nvPr>
            <p:ph idx="3" type="subTitle"/>
          </p:nvPr>
        </p:nvSpPr>
        <p:spPr>
          <a:xfrm>
            <a:off x="714799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2" name="Google Shape;922;p13"/>
          <p:cNvSpPr txBox="1"/>
          <p:nvPr>
            <p:ph idx="4" type="subTitle"/>
          </p:nvPr>
        </p:nvSpPr>
        <p:spPr>
          <a:xfrm>
            <a:off x="871699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3" name="Google Shape;923;p13"/>
          <p:cNvSpPr txBox="1"/>
          <p:nvPr>
            <p:ph hasCustomPrompt="1" type="title"/>
          </p:nvPr>
        </p:nvSpPr>
        <p:spPr>
          <a:xfrm>
            <a:off x="1600099" y="1282367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4" name="Google Shape;924;p13"/>
          <p:cNvSpPr txBox="1"/>
          <p:nvPr>
            <p:ph hasCustomPrompt="1" idx="5" type="title"/>
          </p:nvPr>
        </p:nvSpPr>
        <p:spPr>
          <a:xfrm>
            <a:off x="4174200" y="1282367"/>
            <a:ext cx="7956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5" name="Google Shape;925;p13"/>
          <p:cNvSpPr txBox="1"/>
          <p:nvPr>
            <p:ph idx="6"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6" name="Google Shape;926;p13"/>
          <p:cNvSpPr/>
          <p:nvPr/>
        </p:nvSpPr>
        <p:spPr>
          <a:xfrm flipH="1">
            <a:off x="8540" y="15950"/>
            <a:ext cx="73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3"/>
          <p:cNvSpPr txBox="1"/>
          <p:nvPr>
            <p:ph idx="7" type="subTitle"/>
          </p:nvPr>
        </p:nvSpPr>
        <p:spPr>
          <a:xfrm>
            <a:off x="3287250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8" name="Google Shape;928;p13"/>
          <p:cNvSpPr txBox="1"/>
          <p:nvPr>
            <p:ph idx="8" type="subTitle"/>
          </p:nvPr>
        </p:nvSpPr>
        <p:spPr>
          <a:xfrm>
            <a:off x="3444150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9" name="Google Shape;929;p13"/>
          <p:cNvSpPr txBox="1"/>
          <p:nvPr>
            <p:ph idx="9" type="subTitle"/>
          </p:nvPr>
        </p:nvSpPr>
        <p:spPr>
          <a:xfrm>
            <a:off x="3287250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30" name="Google Shape;930;p13"/>
          <p:cNvSpPr txBox="1"/>
          <p:nvPr>
            <p:ph idx="13" type="subTitle"/>
          </p:nvPr>
        </p:nvSpPr>
        <p:spPr>
          <a:xfrm>
            <a:off x="3444150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31" name="Google Shape;931;p13"/>
          <p:cNvSpPr txBox="1"/>
          <p:nvPr>
            <p:ph hasCustomPrompt="1" idx="14" type="title"/>
          </p:nvPr>
        </p:nvSpPr>
        <p:spPr>
          <a:xfrm>
            <a:off x="1600999" y="3175731"/>
            <a:ext cx="7971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32" name="Google Shape;932;p13"/>
          <p:cNvSpPr txBox="1"/>
          <p:nvPr>
            <p:ph hasCustomPrompt="1" idx="15" type="title"/>
          </p:nvPr>
        </p:nvSpPr>
        <p:spPr>
          <a:xfrm>
            <a:off x="4172550" y="3175731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grpSp>
        <p:nvGrpSpPr>
          <p:cNvPr id="933" name="Google Shape;933;p13"/>
          <p:cNvGrpSpPr/>
          <p:nvPr/>
        </p:nvGrpSpPr>
        <p:grpSpPr>
          <a:xfrm rot="2456699">
            <a:off x="-1168525" y="4122558"/>
            <a:ext cx="2289126" cy="1739695"/>
            <a:chOff x="-1055215" y="-5268675"/>
            <a:chExt cx="2289244" cy="1739785"/>
          </a:xfrm>
        </p:grpSpPr>
        <p:sp>
          <p:nvSpPr>
            <p:cNvPr id="934" name="Google Shape;934;p13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7" name="Google Shape;937;p13"/>
          <p:cNvGrpSpPr/>
          <p:nvPr/>
        </p:nvGrpSpPr>
        <p:grpSpPr>
          <a:xfrm rot="-5400000">
            <a:off x="-245893" y="2684791"/>
            <a:ext cx="1205112" cy="520243"/>
            <a:chOff x="3970982" y="4604466"/>
            <a:chExt cx="1205112" cy="520243"/>
          </a:xfrm>
        </p:grpSpPr>
        <p:sp>
          <p:nvSpPr>
            <p:cNvPr id="938" name="Google Shape;938;p13"/>
            <p:cNvSpPr/>
            <p:nvPr/>
          </p:nvSpPr>
          <p:spPr>
            <a:xfrm>
              <a:off x="4793927" y="507202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65205" y="46044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632225" y="46044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466725" y="47600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629946" y="47593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796206" y="47600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459090" y="49110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631466" y="49156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796206" y="49164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462166" y="507050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630706" y="507126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797004" y="46052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960985" y="46075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303503" y="46052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4303503" y="47600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4959428" y="507202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4301984" y="507126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960226" y="47623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137243" y="506974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959428" y="49179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4302743" y="49149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4138762" y="49065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970982" y="507050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973261" y="49156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123447" y="507430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4137243" y="47616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134964" y="46060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121890" y="49194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124207" y="47638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3974781" y="47593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3975541" y="46044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124967" y="46083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/>
          <p:nvPr/>
        </p:nvSpPr>
        <p:spPr>
          <a:xfrm>
            <a:off x="-385975" y="-555275"/>
            <a:ext cx="1002000" cy="100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3"/>
          <p:cNvSpPr/>
          <p:nvPr/>
        </p:nvSpPr>
        <p:spPr>
          <a:xfrm>
            <a:off x="128050" y="6481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3"/>
          <p:cNvSpPr/>
          <p:nvPr/>
        </p:nvSpPr>
        <p:spPr>
          <a:xfrm>
            <a:off x="128063" y="11798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3"/>
          <p:cNvSpPr/>
          <p:nvPr/>
        </p:nvSpPr>
        <p:spPr>
          <a:xfrm flipH="1">
            <a:off x="8432000" y="15950"/>
            <a:ext cx="73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3"/>
          <p:cNvSpPr/>
          <p:nvPr/>
        </p:nvSpPr>
        <p:spPr>
          <a:xfrm flipH="1" rot="-5400000">
            <a:off x="8208225" y="-8"/>
            <a:ext cx="961200" cy="961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3"/>
          <p:cNvSpPr/>
          <p:nvPr/>
        </p:nvSpPr>
        <p:spPr>
          <a:xfrm>
            <a:off x="8868620" y="27893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6" name="Google Shape;976;p13"/>
          <p:cNvGrpSpPr/>
          <p:nvPr/>
        </p:nvGrpSpPr>
        <p:grpSpPr>
          <a:xfrm>
            <a:off x="8563132" y="407721"/>
            <a:ext cx="1730784" cy="1441910"/>
            <a:chOff x="-979618" y="-5128741"/>
            <a:chExt cx="1730784" cy="1441910"/>
          </a:xfrm>
        </p:grpSpPr>
        <p:sp>
          <p:nvSpPr>
            <p:cNvPr id="977" name="Google Shape;977;p13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13"/>
          <p:cNvGrpSpPr/>
          <p:nvPr/>
        </p:nvGrpSpPr>
        <p:grpSpPr>
          <a:xfrm>
            <a:off x="8716221" y="3079094"/>
            <a:ext cx="1001862" cy="1525380"/>
            <a:chOff x="2060921" y="-3413869"/>
            <a:chExt cx="1001862" cy="1525380"/>
          </a:xfrm>
        </p:grpSpPr>
        <p:sp>
          <p:nvSpPr>
            <p:cNvPr id="981" name="Google Shape;981;p13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3" name="Google Shape;983;p13"/>
          <p:cNvSpPr txBox="1"/>
          <p:nvPr>
            <p:ph hasCustomPrompt="1" idx="16" type="title"/>
          </p:nvPr>
        </p:nvSpPr>
        <p:spPr>
          <a:xfrm>
            <a:off x="6748988" y="1282367"/>
            <a:ext cx="7956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5862038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idx="18" type="subTitle"/>
          </p:nvPr>
        </p:nvSpPr>
        <p:spPr>
          <a:xfrm>
            <a:off x="6018938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6" name="Google Shape;986;p13"/>
          <p:cNvSpPr txBox="1"/>
          <p:nvPr>
            <p:ph idx="19" type="subTitle"/>
          </p:nvPr>
        </p:nvSpPr>
        <p:spPr>
          <a:xfrm>
            <a:off x="5862038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018938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747338" y="3175731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4"/>
          <p:cNvSpPr txBox="1"/>
          <p:nvPr>
            <p:ph type="title"/>
          </p:nvPr>
        </p:nvSpPr>
        <p:spPr>
          <a:xfrm>
            <a:off x="1371600" y="3114683"/>
            <a:ext cx="6400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991" name="Google Shape;991;p14"/>
          <p:cNvSpPr txBox="1"/>
          <p:nvPr>
            <p:ph idx="1" type="subTitle"/>
          </p:nvPr>
        </p:nvSpPr>
        <p:spPr>
          <a:xfrm>
            <a:off x="1371600" y="1845817"/>
            <a:ext cx="64008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92" name="Google Shape;992;p14"/>
          <p:cNvSpPr/>
          <p:nvPr/>
        </p:nvSpPr>
        <p:spPr>
          <a:xfrm flipH="1">
            <a:off x="0" y="0"/>
            <a:ext cx="9144000" cy="133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4"/>
          <p:cNvSpPr/>
          <p:nvPr/>
        </p:nvSpPr>
        <p:spPr>
          <a:xfrm flipH="1">
            <a:off x="0" y="3809750"/>
            <a:ext cx="9144000" cy="133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4" name="Google Shape;994;p14"/>
          <p:cNvGrpSpPr/>
          <p:nvPr/>
        </p:nvGrpSpPr>
        <p:grpSpPr>
          <a:xfrm>
            <a:off x="4194777" y="4230733"/>
            <a:ext cx="754445" cy="775380"/>
            <a:chOff x="4194777" y="3988596"/>
            <a:chExt cx="754445" cy="775380"/>
          </a:xfrm>
        </p:grpSpPr>
        <p:sp>
          <p:nvSpPr>
            <p:cNvPr id="995" name="Google Shape;995;p14"/>
            <p:cNvSpPr/>
            <p:nvPr/>
          </p:nvSpPr>
          <p:spPr>
            <a:xfrm>
              <a:off x="4194777" y="438664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4"/>
            <p:cNvSpPr/>
            <p:nvPr/>
          </p:nvSpPr>
          <p:spPr>
            <a:xfrm>
              <a:off x="4194777" y="3988596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7" name="Google Shape;997;p14"/>
          <p:cNvGrpSpPr/>
          <p:nvPr/>
        </p:nvGrpSpPr>
        <p:grpSpPr>
          <a:xfrm>
            <a:off x="3967142" y="49806"/>
            <a:ext cx="1209708" cy="682666"/>
            <a:chOff x="3967142" y="49806"/>
            <a:chExt cx="1209708" cy="682666"/>
          </a:xfrm>
        </p:grpSpPr>
        <p:sp>
          <p:nvSpPr>
            <p:cNvPr id="998" name="Google Shape;998;p14"/>
            <p:cNvSpPr/>
            <p:nvPr/>
          </p:nvSpPr>
          <p:spPr>
            <a:xfrm>
              <a:off x="4793924" y="52086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4"/>
            <p:cNvSpPr/>
            <p:nvPr/>
          </p:nvSpPr>
          <p:spPr>
            <a:xfrm>
              <a:off x="4955626" y="205393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4"/>
            <p:cNvSpPr/>
            <p:nvPr/>
          </p:nvSpPr>
          <p:spPr>
            <a:xfrm>
              <a:off x="4957145" y="671431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4"/>
            <p:cNvSpPr/>
            <p:nvPr/>
          </p:nvSpPr>
          <p:spPr>
            <a:xfrm>
              <a:off x="4791644" y="672950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4"/>
            <p:cNvSpPr/>
            <p:nvPr/>
          </p:nvSpPr>
          <p:spPr>
            <a:xfrm>
              <a:off x="4626904" y="669912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4"/>
            <p:cNvSpPr/>
            <p:nvPr/>
          </p:nvSpPr>
          <p:spPr>
            <a:xfrm>
              <a:off x="4464442" y="67067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4"/>
            <p:cNvSpPr/>
            <p:nvPr/>
          </p:nvSpPr>
          <p:spPr>
            <a:xfrm>
              <a:off x="4301980" y="67143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4"/>
            <p:cNvSpPr/>
            <p:nvPr/>
          </p:nvSpPr>
          <p:spPr>
            <a:xfrm>
              <a:off x="4958664" y="518123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4"/>
            <p:cNvSpPr/>
            <p:nvPr/>
          </p:nvSpPr>
          <p:spPr>
            <a:xfrm>
              <a:off x="4793924" y="512008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4"/>
            <p:cNvSpPr/>
            <p:nvPr/>
          </p:nvSpPr>
          <p:spPr>
            <a:xfrm>
              <a:off x="4628423" y="51660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4"/>
            <p:cNvSpPr/>
            <p:nvPr/>
          </p:nvSpPr>
          <p:spPr>
            <a:xfrm>
              <a:off x="4464442" y="512768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4"/>
            <p:cNvSpPr/>
            <p:nvPr/>
          </p:nvSpPr>
          <p:spPr>
            <a:xfrm>
              <a:off x="4300460" y="512768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4957905" y="360980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4"/>
            <p:cNvSpPr/>
            <p:nvPr/>
          </p:nvSpPr>
          <p:spPr>
            <a:xfrm>
              <a:off x="4462163" y="5056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4630702" y="51326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4"/>
            <p:cNvSpPr/>
            <p:nvPr/>
          </p:nvSpPr>
          <p:spPr>
            <a:xfrm>
              <a:off x="4793924" y="362537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4626144" y="357941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4464442" y="360220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4299701" y="355662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4"/>
            <p:cNvSpPr/>
            <p:nvPr/>
          </p:nvSpPr>
          <p:spPr>
            <a:xfrm>
              <a:off x="4790125" y="207672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4"/>
            <p:cNvSpPr/>
            <p:nvPr/>
          </p:nvSpPr>
          <p:spPr>
            <a:xfrm>
              <a:off x="4464442" y="206153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4"/>
            <p:cNvSpPr/>
            <p:nvPr/>
          </p:nvSpPr>
          <p:spPr>
            <a:xfrm>
              <a:off x="4630702" y="204633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4"/>
            <p:cNvSpPr/>
            <p:nvPr/>
          </p:nvSpPr>
          <p:spPr>
            <a:xfrm>
              <a:off x="4301220" y="203114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4"/>
            <p:cNvSpPr/>
            <p:nvPr/>
          </p:nvSpPr>
          <p:spPr>
            <a:xfrm>
              <a:off x="5123443" y="208432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4"/>
            <p:cNvSpPr/>
            <p:nvPr/>
          </p:nvSpPr>
          <p:spPr>
            <a:xfrm>
              <a:off x="4137239" y="35946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4"/>
            <p:cNvSpPr/>
            <p:nvPr/>
          </p:nvSpPr>
          <p:spPr>
            <a:xfrm>
              <a:off x="4136479" y="20159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4"/>
            <p:cNvSpPr/>
            <p:nvPr/>
          </p:nvSpPr>
          <p:spPr>
            <a:xfrm>
              <a:off x="5112732" y="672191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4"/>
            <p:cNvSpPr/>
            <p:nvPr/>
          </p:nvSpPr>
          <p:spPr>
            <a:xfrm>
              <a:off x="4959424" y="52086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4"/>
            <p:cNvSpPr/>
            <p:nvPr/>
          </p:nvSpPr>
          <p:spPr>
            <a:xfrm>
              <a:off x="4301980" y="51326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4"/>
            <p:cNvSpPr/>
            <p:nvPr/>
          </p:nvSpPr>
          <p:spPr>
            <a:xfrm>
              <a:off x="5122684" y="363297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4"/>
            <p:cNvSpPr/>
            <p:nvPr/>
          </p:nvSpPr>
          <p:spPr>
            <a:xfrm>
              <a:off x="4137239" y="51584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4"/>
            <p:cNvSpPr/>
            <p:nvPr/>
          </p:nvSpPr>
          <p:spPr>
            <a:xfrm>
              <a:off x="4137239" y="4980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4"/>
            <p:cNvSpPr/>
            <p:nvPr/>
          </p:nvSpPr>
          <p:spPr>
            <a:xfrm>
              <a:off x="4135719" y="67067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4"/>
            <p:cNvSpPr/>
            <p:nvPr/>
          </p:nvSpPr>
          <p:spPr>
            <a:xfrm>
              <a:off x="3967142" y="66759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4"/>
            <p:cNvSpPr/>
            <p:nvPr/>
          </p:nvSpPr>
          <p:spPr>
            <a:xfrm>
              <a:off x="5121886" y="518123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4"/>
            <p:cNvSpPr/>
            <p:nvPr/>
          </p:nvSpPr>
          <p:spPr>
            <a:xfrm>
              <a:off x="3970979" y="5056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4"/>
            <p:cNvSpPr/>
            <p:nvPr/>
          </p:nvSpPr>
          <p:spPr>
            <a:xfrm>
              <a:off x="3972498" y="515047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4"/>
            <p:cNvSpPr/>
            <p:nvPr/>
          </p:nvSpPr>
          <p:spPr>
            <a:xfrm>
              <a:off x="5123443" y="54365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4"/>
            <p:cNvSpPr/>
            <p:nvPr/>
          </p:nvSpPr>
          <p:spPr>
            <a:xfrm>
              <a:off x="3970979" y="205393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4"/>
            <p:cNvSpPr/>
            <p:nvPr/>
          </p:nvSpPr>
          <p:spPr>
            <a:xfrm>
              <a:off x="3972498" y="360980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8" name="Google Shape;1038;p14"/>
          <p:cNvSpPr/>
          <p:nvPr/>
        </p:nvSpPr>
        <p:spPr>
          <a:xfrm>
            <a:off x="-1202060" y="401567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4"/>
          <p:cNvSpPr/>
          <p:nvPr/>
        </p:nvSpPr>
        <p:spPr>
          <a:xfrm rot="10800000">
            <a:off x="6427817" y="-594069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4"/>
          <p:cNvSpPr/>
          <p:nvPr/>
        </p:nvSpPr>
        <p:spPr>
          <a:xfrm rot="10800000">
            <a:off x="6555289" y="-28942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4"/>
          <p:cNvSpPr/>
          <p:nvPr/>
        </p:nvSpPr>
        <p:spPr>
          <a:xfrm rot="10800000">
            <a:off x="6680524" y="109922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4"/>
          <p:cNvSpPr/>
          <p:nvPr/>
        </p:nvSpPr>
        <p:spPr>
          <a:xfrm flipH="1">
            <a:off x="587959" y="3928804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4"/>
          <p:cNvSpPr/>
          <p:nvPr/>
        </p:nvSpPr>
        <p:spPr>
          <a:xfrm flipH="1">
            <a:off x="1617730" y="405117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4"/>
          <p:cNvSpPr/>
          <p:nvPr/>
        </p:nvSpPr>
        <p:spPr>
          <a:xfrm flipH="1">
            <a:off x="707547" y="4015683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14"/>
          <p:cNvSpPr/>
          <p:nvPr/>
        </p:nvSpPr>
        <p:spPr>
          <a:xfrm flipH="1">
            <a:off x="1719262" y="415834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14"/>
          <p:cNvSpPr/>
          <p:nvPr/>
        </p:nvSpPr>
        <p:spPr>
          <a:xfrm flipH="1">
            <a:off x="807959" y="4127384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4"/>
          <p:cNvSpPr/>
          <p:nvPr/>
        </p:nvSpPr>
        <p:spPr>
          <a:xfrm flipH="1">
            <a:off x="967019" y="4269554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4"/>
          <p:cNvSpPr/>
          <p:nvPr/>
        </p:nvSpPr>
        <p:spPr>
          <a:xfrm flipH="1">
            <a:off x="1048266" y="438008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4"/>
          <p:cNvSpPr/>
          <p:nvPr/>
        </p:nvSpPr>
        <p:spPr>
          <a:xfrm flipH="1">
            <a:off x="1117089" y="4521133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4"/>
          <p:cNvSpPr/>
          <p:nvPr/>
        </p:nvSpPr>
        <p:spPr>
          <a:xfrm flipH="1">
            <a:off x="1091147" y="4545955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4"/>
          <p:cNvSpPr/>
          <p:nvPr/>
        </p:nvSpPr>
        <p:spPr>
          <a:xfrm>
            <a:off x="414425" y="228604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4"/>
          <p:cNvSpPr/>
          <p:nvPr/>
        </p:nvSpPr>
        <p:spPr>
          <a:xfrm rot="5400000">
            <a:off x="414425" y="833706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14"/>
          <p:cNvSpPr/>
          <p:nvPr/>
        </p:nvSpPr>
        <p:spPr>
          <a:xfrm flipH="1">
            <a:off x="7962321" y="394566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4"/>
          <p:cNvSpPr/>
          <p:nvPr/>
        </p:nvSpPr>
        <p:spPr>
          <a:xfrm flipH="1">
            <a:off x="8111209" y="406860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4"/>
          <p:cNvSpPr/>
          <p:nvPr/>
        </p:nvSpPr>
        <p:spPr>
          <a:xfrm flipH="1">
            <a:off x="8260143" y="4570694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4"/>
          <p:cNvSpPr/>
          <p:nvPr/>
        </p:nvSpPr>
        <p:spPr>
          <a:xfrm flipH="1">
            <a:off x="8325556" y="4641807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4"/>
          <p:cNvSpPr/>
          <p:nvPr/>
        </p:nvSpPr>
        <p:spPr>
          <a:xfrm flipH="1">
            <a:off x="8357145" y="4718510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4"/>
          <p:cNvSpPr/>
          <p:nvPr/>
        </p:nvSpPr>
        <p:spPr>
          <a:xfrm flipH="1">
            <a:off x="8198093" y="338981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4"/>
          <p:cNvSpPr/>
          <p:nvPr/>
        </p:nvSpPr>
        <p:spPr>
          <a:xfrm flipH="1">
            <a:off x="8263506" y="410094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4"/>
          <p:cNvSpPr/>
          <p:nvPr/>
        </p:nvSpPr>
        <p:spPr>
          <a:xfrm flipH="1">
            <a:off x="8295095" y="486798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4"/>
          <p:cNvSpPr/>
          <p:nvPr/>
        </p:nvSpPr>
        <p:spPr>
          <a:xfrm flipH="1">
            <a:off x="6032243" y="89619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4"/>
          <p:cNvSpPr/>
          <p:nvPr/>
        </p:nvSpPr>
        <p:spPr>
          <a:xfrm flipH="1">
            <a:off x="6097656" y="160732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4"/>
          <p:cNvSpPr/>
          <p:nvPr/>
        </p:nvSpPr>
        <p:spPr>
          <a:xfrm flipH="1">
            <a:off x="6129245" y="237435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4"/>
          <p:cNvSpPr/>
          <p:nvPr/>
        </p:nvSpPr>
        <p:spPr>
          <a:xfrm>
            <a:off x="2103168" y="4015669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4"/>
          <p:cNvSpPr/>
          <p:nvPr/>
        </p:nvSpPr>
        <p:spPr>
          <a:xfrm>
            <a:off x="2165224" y="4086782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4"/>
          <p:cNvSpPr/>
          <p:nvPr/>
        </p:nvSpPr>
        <p:spPr>
          <a:xfrm>
            <a:off x="2213751" y="4163485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4"/>
          <p:cNvSpPr/>
          <p:nvPr/>
        </p:nvSpPr>
        <p:spPr>
          <a:xfrm flipH="1">
            <a:off x="8647184" y="854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14"/>
          <p:cNvSpPr/>
          <p:nvPr/>
        </p:nvSpPr>
        <p:spPr>
          <a:xfrm flipH="1">
            <a:off x="8189984" y="168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4"/>
          <p:cNvSpPr/>
          <p:nvPr/>
        </p:nvSpPr>
        <p:spPr>
          <a:xfrm flipH="1">
            <a:off x="6513584" y="92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14"/>
          <p:cNvSpPr/>
          <p:nvPr/>
        </p:nvSpPr>
        <p:spPr>
          <a:xfrm flipH="1">
            <a:off x="1941584" y="42072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4"/>
          <p:cNvSpPr/>
          <p:nvPr/>
        </p:nvSpPr>
        <p:spPr>
          <a:xfrm flipH="1">
            <a:off x="1408184" y="4283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4"/>
          <p:cNvSpPr/>
          <p:nvPr/>
        </p:nvSpPr>
        <p:spPr>
          <a:xfrm flipH="1">
            <a:off x="8037584" y="42072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4"/>
          <p:cNvSpPr/>
          <p:nvPr/>
        </p:nvSpPr>
        <p:spPr>
          <a:xfrm flipH="1">
            <a:off x="8570984" y="4435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14"/>
          <p:cNvSpPr/>
          <p:nvPr/>
        </p:nvSpPr>
        <p:spPr>
          <a:xfrm flipH="1">
            <a:off x="8875784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4"/>
          <p:cNvSpPr/>
          <p:nvPr/>
        </p:nvSpPr>
        <p:spPr>
          <a:xfrm flipH="1">
            <a:off x="874784" y="4054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5"/>
          <p:cNvSpPr/>
          <p:nvPr/>
        </p:nvSpPr>
        <p:spPr>
          <a:xfrm>
            <a:off x="1043501" y="4397225"/>
            <a:ext cx="404700" cy="40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5"/>
          <p:cNvSpPr/>
          <p:nvPr/>
        </p:nvSpPr>
        <p:spPr>
          <a:xfrm flipH="1">
            <a:off x="-50" y="0"/>
            <a:ext cx="12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5"/>
          <p:cNvSpPr txBox="1"/>
          <p:nvPr>
            <p:ph type="title"/>
          </p:nvPr>
        </p:nvSpPr>
        <p:spPr>
          <a:xfrm>
            <a:off x="2620991" y="2157263"/>
            <a:ext cx="50736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0" name="Google Shape;1080;p15"/>
          <p:cNvSpPr txBox="1"/>
          <p:nvPr>
            <p:ph idx="1" type="subTitle"/>
          </p:nvPr>
        </p:nvSpPr>
        <p:spPr>
          <a:xfrm>
            <a:off x="2620991" y="2803238"/>
            <a:ext cx="5074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81" name="Google Shape;1081;p15"/>
          <p:cNvSpPr/>
          <p:nvPr/>
        </p:nvSpPr>
        <p:spPr>
          <a:xfrm>
            <a:off x="549120" y="-533624"/>
            <a:ext cx="1193700" cy="1193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15"/>
          <p:cNvSpPr txBox="1"/>
          <p:nvPr>
            <p:ph hasCustomPrompt="1" idx="2" type="title"/>
          </p:nvPr>
        </p:nvSpPr>
        <p:spPr>
          <a:xfrm>
            <a:off x="1448209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083" name="Google Shape;1083;p15"/>
          <p:cNvGrpSpPr/>
          <p:nvPr/>
        </p:nvGrpSpPr>
        <p:grpSpPr>
          <a:xfrm>
            <a:off x="8506980" y="1997778"/>
            <a:ext cx="560659" cy="1147945"/>
            <a:chOff x="8430780" y="1997778"/>
            <a:chExt cx="560659" cy="1147945"/>
          </a:xfrm>
        </p:grpSpPr>
        <p:sp>
          <p:nvSpPr>
            <p:cNvPr id="1084" name="Google Shape;1084;p15"/>
            <p:cNvSpPr/>
            <p:nvPr/>
          </p:nvSpPr>
          <p:spPr>
            <a:xfrm>
              <a:off x="8928839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5"/>
            <p:cNvSpPr/>
            <p:nvPr/>
          </p:nvSpPr>
          <p:spPr>
            <a:xfrm>
              <a:off x="8930358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5"/>
            <p:cNvSpPr/>
            <p:nvPr/>
          </p:nvSpPr>
          <p:spPr>
            <a:xfrm>
              <a:off x="8928079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5"/>
            <p:cNvSpPr/>
            <p:nvPr/>
          </p:nvSpPr>
          <p:spPr>
            <a:xfrm>
              <a:off x="87656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5"/>
            <p:cNvSpPr/>
            <p:nvPr/>
          </p:nvSpPr>
          <p:spPr>
            <a:xfrm>
              <a:off x="8922723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5"/>
            <p:cNvSpPr/>
            <p:nvPr/>
          </p:nvSpPr>
          <p:spPr>
            <a:xfrm>
              <a:off x="8928079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5"/>
            <p:cNvSpPr/>
            <p:nvPr/>
          </p:nvSpPr>
          <p:spPr>
            <a:xfrm>
              <a:off x="87640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5"/>
            <p:cNvSpPr/>
            <p:nvPr/>
          </p:nvSpPr>
          <p:spPr>
            <a:xfrm>
              <a:off x="8925800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5"/>
            <p:cNvSpPr/>
            <p:nvPr/>
          </p:nvSpPr>
          <p:spPr>
            <a:xfrm>
              <a:off x="8928079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5"/>
            <p:cNvSpPr/>
            <p:nvPr/>
          </p:nvSpPr>
          <p:spPr>
            <a:xfrm>
              <a:off x="87633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5"/>
            <p:cNvSpPr/>
            <p:nvPr/>
          </p:nvSpPr>
          <p:spPr>
            <a:xfrm>
              <a:off x="8928079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5"/>
            <p:cNvSpPr/>
            <p:nvPr/>
          </p:nvSpPr>
          <p:spPr>
            <a:xfrm>
              <a:off x="87648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5"/>
            <p:cNvSpPr/>
            <p:nvPr/>
          </p:nvSpPr>
          <p:spPr>
            <a:xfrm>
              <a:off x="87671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5"/>
            <p:cNvSpPr/>
            <p:nvPr/>
          </p:nvSpPr>
          <p:spPr>
            <a:xfrm>
              <a:off x="86008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5"/>
            <p:cNvSpPr/>
            <p:nvPr/>
          </p:nvSpPr>
          <p:spPr>
            <a:xfrm>
              <a:off x="86001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5"/>
            <p:cNvSpPr/>
            <p:nvPr/>
          </p:nvSpPr>
          <p:spPr>
            <a:xfrm>
              <a:off x="87671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5"/>
            <p:cNvSpPr/>
            <p:nvPr/>
          </p:nvSpPr>
          <p:spPr>
            <a:xfrm>
              <a:off x="87656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5"/>
            <p:cNvSpPr/>
            <p:nvPr/>
          </p:nvSpPr>
          <p:spPr>
            <a:xfrm>
              <a:off x="86008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5"/>
            <p:cNvSpPr/>
            <p:nvPr/>
          </p:nvSpPr>
          <p:spPr>
            <a:xfrm>
              <a:off x="86008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5"/>
            <p:cNvSpPr/>
            <p:nvPr/>
          </p:nvSpPr>
          <p:spPr>
            <a:xfrm>
              <a:off x="85993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5"/>
            <p:cNvSpPr/>
            <p:nvPr/>
          </p:nvSpPr>
          <p:spPr>
            <a:xfrm>
              <a:off x="84307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5"/>
            <p:cNvSpPr/>
            <p:nvPr/>
          </p:nvSpPr>
          <p:spPr>
            <a:xfrm>
              <a:off x="87663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5"/>
            <p:cNvSpPr/>
            <p:nvPr/>
          </p:nvSpPr>
          <p:spPr>
            <a:xfrm>
              <a:off x="86023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5"/>
            <p:cNvSpPr/>
            <p:nvPr/>
          </p:nvSpPr>
          <p:spPr>
            <a:xfrm>
              <a:off x="84346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5"/>
            <p:cNvSpPr/>
            <p:nvPr/>
          </p:nvSpPr>
          <p:spPr>
            <a:xfrm>
              <a:off x="84368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5"/>
            <p:cNvSpPr/>
            <p:nvPr/>
          </p:nvSpPr>
          <p:spPr>
            <a:xfrm>
              <a:off x="84361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5"/>
            <p:cNvSpPr/>
            <p:nvPr/>
          </p:nvSpPr>
          <p:spPr>
            <a:xfrm>
              <a:off x="84346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5"/>
            <p:cNvSpPr/>
            <p:nvPr/>
          </p:nvSpPr>
          <p:spPr>
            <a:xfrm>
              <a:off x="86008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5"/>
            <p:cNvSpPr/>
            <p:nvPr/>
          </p:nvSpPr>
          <p:spPr>
            <a:xfrm>
              <a:off x="84361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5"/>
            <p:cNvSpPr/>
            <p:nvPr/>
          </p:nvSpPr>
          <p:spPr>
            <a:xfrm>
              <a:off x="85985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5"/>
            <p:cNvSpPr/>
            <p:nvPr/>
          </p:nvSpPr>
          <p:spPr>
            <a:xfrm>
              <a:off x="84384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5"/>
            <p:cNvSpPr/>
            <p:nvPr/>
          </p:nvSpPr>
          <p:spPr>
            <a:xfrm>
              <a:off x="84391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6" name="Google Shape;1116;p15"/>
          <p:cNvSpPr/>
          <p:nvPr/>
        </p:nvSpPr>
        <p:spPr>
          <a:xfrm flipH="1">
            <a:off x="446346" y="15239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5"/>
          <p:cNvSpPr/>
          <p:nvPr/>
        </p:nvSpPr>
        <p:spPr>
          <a:xfrm flipH="1">
            <a:off x="595234" y="27533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8" name="Google Shape;1118;p15"/>
          <p:cNvGrpSpPr/>
          <p:nvPr/>
        </p:nvGrpSpPr>
        <p:grpSpPr>
          <a:xfrm flipH="1">
            <a:off x="-1817332" y="3630549"/>
            <a:ext cx="2946940" cy="1512969"/>
            <a:chOff x="-64732" y="3630549"/>
            <a:chExt cx="2946940" cy="1512969"/>
          </a:xfrm>
        </p:grpSpPr>
        <p:sp>
          <p:nvSpPr>
            <p:cNvPr id="1119" name="Google Shape;1119;p15"/>
            <p:cNvSpPr/>
            <p:nvPr/>
          </p:nvSpPr>
          <p:spPr>
            <a:xfrm flipH="1">
              <a:off x="-64732" y="3630549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5"/>
            <p:cNvSpPr/>
            <p:nvPr/>
          </p:nvSpPr>
          <p:spPr>
            <a:xfrm flipH="1">
              <a:off x="137216" y="3686958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5"/>
            <p:cNvSpPr/>
            <p:nvPr/>
          </p:nvSpPr>
          <p:spPr>
            <a:xfrm flipH="1">
              <a:off x="995811" y="4204819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2" name="Google Shape;1122;p15"/>
          <p:cNvSpPr/>
          <p:nvPr/>
        </p:nvSpPr>
        <p:spPr>
          <a:xfrm rot="1768943">
            <a:off x="-573228" y="1847838"/>
            <a:ext cx="1596426" cy="1802947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5"/>
          <p:cNvSpPr/>
          <p:nvPr/>
        </p:nvSpPr>
        <p:spPr>
          <a:xfrm rot="1768943">
            <a:off x="-494796" y="1923889"/>
            <a:ext cx="1395608" cy="165065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15"/>
          <p:cNvSpPr/>
          <p:nvPr/>
        </p:nvSpPr>
        <p:spPr>
          <a:xfrm rot="1768943">
            <a:off x="-393343" y="2035865"/>
            <a:ext cx="1193672" cy="1427252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5"/>
          <p:cNvSpPr/>
          <p:nvPr/>
        </p:nvSpPr>
        <p:spPr>
          <a:xfrm rot="1768943">
            <a:off x="-249113" y="2174134"/>
            <a:ext cx="901502" cy="1104556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15"/>
          <p:cNvSpPr/>
          <p:nvPr/>
        </p:nvSpPr>
        <p:spPr>
          <a:xfrm rot="1768943">
            <a:off x="522166" y="2466225"/>
            <a:ext cx="130934" cy="39045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5"/>
          <p:cNvSpPr/>
          <p:nvPr/>
        </p:nvSpPr>
        <p:spPr>
          <a:xfrm flipH="1">
            <a:off x="950984" y="3925083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5"/>
          <p:cNvSpPr/>
          <p:nvPr/>
        </p:nvSpPr>
        <p:spPr>
          <a:xfrm flipH="1">
            <a:off x="1027184" y="2835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5"/>
          <p:cNvSpPr/>
          <p:nvPr/>
        </p:nvSpPr>
        <p:spPr>
          <a:xfrm flipH="1">
            <a:off x="417584" y="2835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5"/>
          <p:cNvSpPr/>
          <p:nvPr/>
        </p:nvSpPr>
        <p:spPr>
          <a:xfrm flipH="1">
            <a:off x="569984" y="1464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5"/>
          <p:cNvSpPr/>
          <p:nvPr/>
        </p:nvSpPr>
        <p:spPr>
          <a:xfrm flipH="1">
            <a:off x="1069391" y="1235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15"/>
          <p:cNvSpPr/>
          <p:nvPr/>
        </p:nvSpPr>
        <p:spPr>
          <a:xfrm flipH="1">
            <a:off x="493784" y="4306083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5"/>
          <p:cNvSpPr/>
          <p:nvPr/>
        </p:nvSpPr>
        <p:spPr>
          <a:xfrm flipH="1">
            <a:off x="81907" y="3727360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5"/>
          <p:cNvSpPr/>
          <p:nvPr/>
        </p:nvSpPr>
        <p:spPr>
          <a:xfrm flipH="1">
            <a:off x="1600605" y="4330360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5"/>
          <p:cNvSpPr/>
          <p:nvPr/>
        </p:nvSpPr>
        <p:spPr>
          <a:xfrm flipH="1">
            <a:off x="1702137" y="4437532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5"/>
          <p:cNvSpPr/>
          <p:nvPr/>
        </p:nvSpPr>
        <p:spPr>
          <a:xfrm flipH="1">
            <a:off x="8131975" y="378567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5"/>
          <p:cNvSpPr/>
          <p:nvPr/>
        </p:nvSpPr>
        <p:spPr>
          <a:xfrm flipH="1" rot="-5400000">
            <a:off x="8131975" y="4390781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5"/>
          <p:cNvSpPr/>
          <p:nvPr/>
        </p:nvSpPr>
        <p:spPr>
          <a:xfrm>
            <a:off x="8131965" y="-1496272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5"/>
          <p:cNvSpPr/>
          <p:nvPr/>
        </p:nvSpPr>
        <p:spPr>
          <a:xfrm flipH="1">
            <a:off x="7161667" y="-7469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5"/>
          <p:cNvSpPr/>
          <p:nvPr/>
        </p:nvSpPr>
        <p:spPr>
          <a:xfrm>
            <a:off x="4176600" y="459941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5"/>
          <p:cNvSpPr/>
          <p:nvPr/>
        </p:nvSpPr>
        <p:spPr>
          <a:xfrm flipH="1">
            <a:off x="7289139" y="697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15"/>
          <p:cNvSpPr/>
          <p:nvPr/>
        </p:nvSpPr>
        <p:spPr>
          <a:xfrm flipH="1">
            <a:off x="7414374" y="1305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15"/>
          <p:cNvSpPr/>
          <p:nvPr/>
        </p:nvSpPr>
        <p:spPr>
          <a:xfrm flipH="1" rot="10238554">
            <a:off x="3571755" y="-1362274"/>
            <a:ext cx="2383906" cy="1642699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15"/>
          <p:cNvSpPr/>
          <p:nvPr/>
        </p:nvSpPr>
        <p:spPr>
          <a:xfrm flipH="1" rot="10238554">
            <a:off x="3717855" y="-1059166"/>
            <a:ext cx="2123326" cy="1193658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5"/>
          <p:cNvSpPr/>
          <p:nvPr/>
        </p:nvSpPr>
        <p:spPr>
          <a:xfrm flipH="1" rot="10238554">
            <a:off x="3859382" y="-661161"/>
            <a:ext cx="1884159" cy="733437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0_1"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6"/>
          <p:cNvSpPr txBox="1"/>
          <p:nvPr>
            <p:ph type="title"/>
          </p:nvPr>
        </p:nvSpPr>
        <p:spPr>
          <a:xfrm>
            <a:off x="1140488" y="2132184"/>
            <a:ext cx="5622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48" name="Google Shape;1148;p16"/>
          <p:cNvSpPr txBox="1"/>
          <p:nvPr>
            <p:ph idx="1" type="subTitle"/>
          </p:nvPr>
        </p:nvSpPr>
        <p:spPr>
          <a:xfrm>
            <a:off x="1139288" y="2828316"/>
            <a:ext cx="56235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49" name="Google Shape;1149;p16"/>
          <p:cNvSpPr txBox="1"/>
          <p:nvPr>
            <p:ph hasCustomPrompt="1" idx="2" type="title"/>
          </p:nvPr>
        </p:nvSpPr>
        <p:spPr>
          <a:xfrm>
            <a:off x="6916613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50" name="Google Shape;1150;p16"/>
          <p:cNvGrpSpPr/>
          <p:nvPr/>
        </p:nvGrpSpPr>
        <p:grpSpPr>
          <a:xfrm>
            <a:off x="2607452" y="3919366"/>
            <a:ext cx="1209708" cy="1147945"/>
            <a:chOff x="5235125" y="2636100"/>
            <a:chExt cx="796175" cy="755525"/>
          </a:xfrm>
        </p:grpSpPr>
        <p:sp>
          <p:nvSpPr>
            <p:cNvPr id="1151" name="Google Shape;1151;p16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16"/>
          <p:cNvGrpSpPr/>
          <p:nvPr/>
        </p:nvGrpSpPr>
        <p:grpSpPr>
          <a:xfrm>
            <a:off x="7858180" y="99016"/>
            <a:ext cx="1209708" cy="1147945"/>
            <a:chOff x="5235125" y="2636100"/>
            <a:chExt cx="796175" cy="755525"/>
          </a:xfrm>
        </p:grpSpPr>
        <p:sp>
          <p:nvSpPr>
            <p:cNvPr id="1216" name="Google Shape;1216;p16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0" name="Google Shape;1280;p16"/>
          <p:cNvSpPr/>
          <p:nvPr/>
        </p:nvSpPr>
        <p:spPr>
          <a:xfrm flipH="1">
            <a:off x="-36" y="3578225"/>
            <a:ext cx="9153000" cy="156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6"/>
          <p:cNvSpPr/>
          <p:nvPr/>
        </p:nvSpPr>
        <p:spPr>
          <a:xfrm flipH="1">
            <a:off x="-36" y="0"/>
            <a:ext cx="9153000" cy="156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6"/>
          <p:cNvSpPr/>
          <p:nvPr/>
        </p:nvSpPr>
        <p:spPr>
          <a:xfrm>
            <a:off x="6842470" y="-729095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6"/>
          <p:cNvSpPr/>
          <p:nvPr/>
        </p:nvSpPr>
        <p:spPr>
          <a:xfrm>
            <a:off x="3317210" y="-105347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6"/>
          <p:cNvSpPr/>
          <p:nvPr/>
        </p:nvSpPr>
        <p:spPr>
          <a:xfrm flipH="1">
            <a:off x="2851457" y="3730613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6"/>
          <p:cNvSpPr/>
          <p:nvPr/>
        </p:nvSpPr>
        <p:spPr>
          <a:xfrm flipH="1">
            <a:off x="1446180" y="-43924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6"/>
          <p:cNvSpPr/>
          <p:nvPr/>
        </p:nvSpPr>
        <p:spPr>
          <a:xfrm flipH="1">
            <a:off x="5852818" y="-48397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6"/>
          <p:cNvSpPr/>
          <p:nvPr/>
        </p:nvSpPr>
        <p:spPr>
          <a:xfrm flipH="1">
            <a:off x="2645462" y="76224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6"/>
          <p:cNvSpPr/>
          <p:nvPr/>
        </p:nvSpPr>
        <p:spPr>
          <a:xfrm flipH="1">
            <a:off x="3945865" y="4790431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6"/>
          <p:cNvSpPr/>
          <p:nvPr/>
        </p:nvSpPr>
        <p:spPr>
          <a:xfrm flipH="1">
            <a:off x="6283366" y="-122767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6"/>
          <p:cNvSpPr/>
          <p:nvPr/>
        </p:nvSpPr>
        <p:spPr>
          <a:xfrm flipH="1">
            <a:off x="2927054" y="3870546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6"/>
          <p:cNvSpPr/>
          <p:nvPr/>
        </p:nvSpPr>
        <p:spPr>
          <a:xfrm flipH="1">
            <a:off x="1573651" y="-294838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6"/>
          <p:cNvSpPr/>
          <p:nvPr/>
        </p:nvSpPr>
        <p:spPr>
          <a:xfrm flipH="1">
            <a:off x="2789873" y="83106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6"/>
          <p:cNvSpPr/>
          <p:nvPr/>
        </p:nvSpPr>
        <p:spPr>
          <a:xfrm flipH="1">
            <a:off x="4011278" y="4861544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6"/>
          <p:cNvSpPr/>
          <p:nvPr/>
        </p:nvSpPr>
        <p:spPr>
          <a:xfrm flipH="1">
            <a:off x="6569954" y="-15594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6"/>
          <p:cNvSpPr/>
          <p:nvPr/>
        </p:nvSpPr>
        <p:spPr>
          <a:xfrm flipH="1">
            <a:off x="1698886" y="-2339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flipH="1">
            <a:off x="2934340" y="9405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6"/>
          <p:cNvSpPr/>
          <p:nvPr/>
        </p:nvSpPr>
        <p:spPr>
          <a:xfrm flipH="1">
            <a:off x="3150469" y="3941603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6"/>
          <p:cNvSpPr/>
          <p:nvPr/>
        </p:nvSpPr>
        <p:spPr>
          <a:xfrm flipH="1">
            <a:off x="7141961" y="395094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6"/>
          <p:cNvSpPr/>
          <p:nvPr/>
        </p:nvSpPr>
        <p:spPr>
          <a:xfrm flipH="1">
            <a:off x="3447176" y="4052186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6"/>
          <p:cNvSpPr/>
          <p:nvPr/>
        </p:nvSpPr>
        <p:spPr>
          <a:xfrm flipH="1">
            <a:off x="2898133" y="4875300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6"/>
          <p:cNvSpPr/>
          <p:nvPr/>
        </p:nvSpPr>
        <p:spPr>
          <a:xfrm flipH="1">
            <a:off x="6427987" y="760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6"/>
          <p:cNvSpPr/>
          <p:nvPr/>
        </p:nvSpPr>
        <p:spPr>
          <a:xfrm flipH="1" rot="7510477">
            <a:off x="6092453" y="4413042"/>
            <a:ext cx="101587" cy="101643"/>
          </a:xfrm>
          <a:custGeom>
            <a:rect b="b" l="l" r="r" t="t"/>
            <a:pathLst>
              <a:path extrusionOk="0" h="1818" w="1817">
                <a:moveTo>
                  <a:pt x="908" y="1"/>
                </a:moveTo>
                <a:lnTo>
                  <a:pt x="727" y="21"/>
                </a:lnTo>
                <a:lnTo>
                  <a:pt x="56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4"/>
                </a:lnTo>
                <a:lnTo>
                  <a:pt x="8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81" y="1252"/>
                </a:lnTo>
                <a:lnTo>
                  <a:pt x="162" y="1413"/>
                </a:lnTo>
                <a:lnTo>
                  <a:pt x="262" y="1555"/>
                </a:lnTo>
                <a:lnTo>
                  <a:pt x="404" y="1656"/>
                </a:lnTo>
                <a:lnTo>
                  <a:pt x="56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55"/>
                </a:lnTo>
                <a:lnTo>
                  <a:pt x="1655" y="1413"/>
                </a:lnTo>
                <a:lnTo>
                  <a:pt x="1736" y="1252"/>
                </a:lnTo>
                <a:lnTo>
                  <a:pt x="1796" y="1091"/>
                </a:lnTo>
                <a:lnTo>
                  <a:pt x="1816" y="909"/>
                </a:lnTo>
                <a:lnTo>
                  <a:pt x="1796" y="727"/>
                </a:lnTo>
                <a:lnTo>
                  <a:pt x="1736" y="566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6"/>
          <p:cNvSpPr/>
          <p:nvPr/>
        </p:nvSpPr>
        <p:spPr>
          <a:xfrm flipH="1">
            <a:off x="2994648" y="4130008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6"/>
          <p:cNvSpPr/>
          <p:nvPr/>
        </p:nvSpPr>
        <p:spPr>
          <a:xfrm flipH="1">
            <a:off x="3334673" y="56967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6"/>
          <p:cNvSpPr/>
          <p:nvPr/>
        </p:nvSpPr>
        <p:spPr>
          <a:xfrm flipH="1">
            <a:off x="3310968" y="59338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6"/>
          <p:cNvSpPr/>
          <p:nvPr/>
        </p:nvSpPr>
        <p:spPr>
          <a:xfrm flipH="1">
            <a:off x="4067690" y="5142025"/>
            <a:ext cx="4584" cy="55348"/>
          </a:xfrm>
          <a:custGeom>
            <a:rect b="b" l="l" r="r" t="t"/>
            <a:pathLst>
              <a:path extrusionOk="0" h="990" w="82">
                <a:moveTo>
                  <a:pt x="0" y="0"/>
                </a:moveTo>
                <a:lnTo>
                  <a:pt x="0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6"/>
          <p:cNvSpPr/>
          <p:nvPr/>
        </p:nvSpPr>
        <p:spPr>
          <a:xfrm flipH="1">
            <a:off x="4042867" y="5166848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8" name="Google Shape;1308;p16"/>
          <p:cNvGrpSpPr/>
          <p:nvPr/>
        </p:nvGrpSpPr>
        <p:grpSpPr>
          <a:xfrm>
            <a:off x="4143084" y="3504855"/>
            <a:ext cx="2393464" cy="2343623"/>
            <a:chOff x="3516837" y="3428655"/>
            <a:chExt cx="2393464" cy="2343623"/>
          </a:xfrm>
        </p:grpSpPr>
        <p:sp>
          <p:nvSpPr>
            <p:cNvPr id="1309" name="Google Shape;1309;p16"/>
            <p:cNvSpPr/>
            <p:nvPr/>
          </p:nvSpPr>
          <p:spPr>
            <a:xfrm flipH="1" rot="7510477">
              <a:off x="3915329" y="3698962"/>
              <a:ext cx="1596481" cy="1803008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 flipH="1" rot="7510477">
              <a:off x="3995921" y="3784607"/>
              <a:ext cx="1395656" cy="1650712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 flipH="1" rot="7510477">
              <a:off x="4097216" y="3895863"/>
              <a:ext cx="1193712" cy="1427300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 flipH="1" rot="7510477">
              <a:off x="4251510" y="4078874"/>
              <a:ext cx="901532" cy="110459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 flipH="1" rot="7510477">
              <a:off x="5013466" y="4329445"/>
              <a:ext cx="130939" cy="39046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 flipH="1" rot="7510477">
              <a:off x="5095056" y="4516892"/>
              <a:ext cx="4585" cy="55350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 flipH="1" rot="7510477">
              <a:off x="5070454" y="4542140"/>
              <a:ext cx="55350" cy="4585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6" name="Google Shape;1316;p16"/>
          <p:cNvSpPr/>
          <p:nvPr/>
        </p:nvSpPr>
        <p:spPr>
          <a:xfrm>
            <a:off x="8433200" y="384962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6"/>
          <p:cNvSpPr/>
          <p:nvPr/>
        </p:nvSpPr>
        <p:spPr>
          <a:xfrm rot="5400000">
            <a:off x="8431434" y="4454735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16"/>
          <p:cNvSpPr/>
          <p:nvPr/>
        </p:nvSpPr>
        <p:spPr>
          <a:xfrm>
            <a:off x="144856" y="1398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6"/>
          <p:cNvSpPr/>
          <p:nvPr/>
        </p:nvSpPr>
        <p:spPr>
          <a:xfrm flipH="1">
            <a:off x="3451848" y="44252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6"/>
          <p:cNvSpPr/>
          <p:nvPr/>
        </p:nvSpPr>
        <p:spPr>
          <a:xfrm flipH="1">
            <a:off x="4975848" y="39299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6"/>
          <p:cNvSpPr/>
          <p:nvPr/>
        </p:nvSpPr>
        <p:spPr>
          <a:xfrm>
            <a:off x="144856" y="6220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6"/>
          <p:cNvSpPr/>
          <p:nvPr/>
        </p:nvSpPr>
        <p:spPr>
          <a:xfrm flipH="1">
            <a:off x="7094737" y="3808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6"/>
          <p:cNvSpPr/>
          <p:nvPr/>
        </p:nvSpPr>
        <p:spPr>
          <a:xfrm flipH="1">
            <a:off x="8466337" y="6094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6"/>
          <p:cNvSpPr/>
          <p:nvPr/>
        </p:nvSpPr>
        <p:spPr>
          <a:xfrm flipH="1">
            <a:off x="7780537" y="9714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0_1_1">
    <p:bg>
      <p:bgPr>
        <a:solidFill>
          <a:schemeClr val="lt2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7"/>
          <p:cNvSpPr txBox="1"/>
          <p:nvPr>
            <p:ph type="title"/>
          </p:nvPr>
        </p:nvSpPr>
        <p:spPr>
          <a:xfrm>
            <a:off x="2514600" y="1484478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7" name="Google Shape;1327;p17"/>
          <p:cNvSpPr txBox="1"/>
          <p:nvPr>
            <p:ph idx="1" type="subTitle"/>
          </p:nvPr>
        </p:nvSpPr>
        <p:spPr>
          <a:xfrm>
            <a:off x="3037200" y="210091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328" name="Google Shape;1328;p17"/>
          <p:cNvSpPr txBox="1"/>
          <p:nvPr>
            <p:ph hasCustomPrompt="1" idx="2" type="title"/>
          </p:nvPr>
        </p:nvSpPr>
        <p:spPr>
          <a:xfrm>
            <a:off x="4027950" y="2947572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9" name="Google Shape;1329;p17"/>
          <p:cNvSpPr/>
          <p:nvPr/>
        </p:nvSpPr>
        <p:spPr>
          <a:xfrm>
            <a:off x="2530200" y="0"/>
            <a:ext cx="4083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7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7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7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7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7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7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7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7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7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7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7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7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7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7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7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7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7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7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7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7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7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7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7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7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7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7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7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7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7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7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7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7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7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7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7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7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7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7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7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7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7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7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2" name="Google Shape;1372;p17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373" name="Google Shape;1373;p17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7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7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7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7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7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7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7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7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7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7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5" name="Google Shape;1405;p17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406" name="Google Shape;1406;p17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7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7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7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7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7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7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7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7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7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7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7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7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7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7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7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7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7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7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7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7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7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7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7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7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7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7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7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7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7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7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7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8" name="Google Shape;1438;p17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439" name="Google Shape;1439;p17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7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1" name="Google Shape;1441;p17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7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3" name="Google Shape;1443;p17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444" name="Google Shape;1444;p17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7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7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7" name="Google Shape;1447;p17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7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7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7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7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0_1_1_1">
    <p:bg>
      <p:bgPr>
        <a:solidFill>
          <a:schemeClr val="lt2"/>
        </a:solidFill>
      </p:bgPr>
    </p:bg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8"/>
          <p:cNvSpPr/>
          <p:nvPr/>
        </p:nvSpPr>
        <p:spPr>
          <a:xfrm>
            <a:off x="0" y="4075216"/>
            <a:ext cx="9144000" cy="10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8"/>
          <p:cNvSpPr/>
          <p:nvPr/>
        </p:nvSpPr>
        <p:spPr>
          <a:xfrm>
            <a:off x="0" y="0"/>
            <a:ext cx="9144000" cy="10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8"/>
          <p:cNvSpPr txBox="1"/>
          <p:nvPr>
            <p:ph type="title"/>
          </p:nvPr>
        </p:nvSpPr>
        <p:spPr>
          <a:xfrm>
            <a:off x="2514600" y="2671608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6" name="Google Shape;1456;p18"/>
          <p:cNvSpPr txBox="1"/>
          <p:nvPr>
            <p:ph idx="1" type="subTitle"/>
          </p:nvPr>
        </p:nvSpPr>
        <p:spPr>
          <a:xfrm>
            <a:off x="3037200" y="328804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57" name="Google Shape;1457;p18"/>
          <p:cNvSpPr txBox="1"/>
          <p:nvPr>
            <p:ph hasCustomPrompt="1" idx="2" type="title"/>
          </p:nvPr>
        </p:nvSpPr>
        <p:spPr>
          <a:xfrm>
            <a:off x="4027950" y="1696303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8" name="Google Shape;1458;p18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8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8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8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18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18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8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8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18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8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18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8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18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8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8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8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8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8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8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8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8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18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8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18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8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18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8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8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8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18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18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8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8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18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8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8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8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8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8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18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8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8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0" name="Google Shape;1500;p18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501" name="Google Shape;1501;p18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3" name="Google Shape;1533;p18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534" name="Google Shape;1534;p18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8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8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8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8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8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8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8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8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8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8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8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8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8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8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8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8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8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8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8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8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8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8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8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8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8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18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567" name="Google Shape;1567;p18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8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9" name="Google Shape;1569;p18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18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1" name="Google Shape;1571;p18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572" name="Google Shape;1572;p18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8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8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18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8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8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8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8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0_1_1_1_1">
    <p:bg>
      <p:bgPr>
        <a:solidFill>
          <a:schemeClr val="lt2"/>
        </a:solidFill>
      </p:bgPr>
    </p:bg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9"/>
          <p:cNvSpPr/>
          <p:nvPr/>
        </p:nvSpPr>
        <p:spPr>
          <a:xfrm flipH="1">
            <a:off x="8403688" y="0"/>
            <a:ext cx="7545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9"/>
          <p:cNvSpPr txBox="1"/>
          <p:nvPr>
            <p:ph type="title"/>
          </p:nvPr>
        </p:nvSpPr>
        <p:spPr>
          <a:xfrm>
            <a:off x="3110400" y="2065980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83" name="Google Shape;1583;p19"/>
          <p:cNvSpPr txBox="1"/>
          <p:nvPr>
            <p:ph idx="1" type="subTitle"/>
          </p:nvPr>
        </p:nvSpPr>
        <p:spPr>
          <a:xfrm>
            <a:off x="3110400" y="2682420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4" name="Google Shape;1584;p19"/>
          <p:cNvSpPr txBox="1"/>
          <p:nvPr>
            <p:ph hasCustomPrompt="1" idx="2" type="title"/>
          </p:nvPr>
        </p:nvSpPr>
        <p:spPr>
          <a:xfrm>
            <a:off x="1918800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5" name="Google Shape;1585;p19"/>
          <p:cNvSpPr/>
          <p:nvPr/>
        </p:nvSpPr>
        <p:spPr>
          <a:xfrm flipH="1">
            <a:off x="25" y="0"/>
            <a:ext cx="7545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9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9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9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9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9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9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19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9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9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9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9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9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9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9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9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19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9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9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9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9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9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9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9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9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9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9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9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9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9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9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9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9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9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9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9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9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9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9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9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9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19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9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8" name="Google Shape;1628;p19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629" name="Google Shape;1629;p19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9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19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19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19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9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9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9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9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9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9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9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9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19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9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9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9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9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19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19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19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19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19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9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9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19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9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9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9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9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9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19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662" name="Google Shape;1662;p19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9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9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9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9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9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9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9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9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9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9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9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9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9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9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9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9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9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9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9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9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9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9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9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9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9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9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9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9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9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9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19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4" name="Google Shape;1694;p19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695" name="Google Shape;1695;p1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1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19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19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9" name="Google Shape;1699;p19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700" name="Google Shape;1700;p19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9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19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3" name="Google Shape;1703;p19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19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9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9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9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"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20"/>
          <p:cNvSpPr txBox="1"/>
          <p:nvPr>
            <p:ph type="title"/>
          </p:nvPr>
        </p:nvSpPr>
        <p:spPr>
          <a:xfrm>
            <a:off x="713225" y="530350"/>
            <a:ext cx="77178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0" name="Google Shape;1710;p20"/>
          <p:cNvSpPr txBox="1"/>
          <p:nvPr>
            <p:ph idx="1" type="body"/>
          </p:nvPr>
        </p:nvSpPr>
        <p:spPr>
          <a:xfrm>
            <a:off x="2286000" y="1638900"/>
            <a:ext cx="4848000" cy="18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711" name="Google Shape;1711;p20"/>
          <p:cNvSpPr/>
          <p:nvPr/>
        </p:nvSpPr>
        <p:spPr>
          <a:xfrm flipH="1">
            <a:off x="7934700" y="0"/>
            <a:ext cx="120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20"/>
          <p:cNvSpPr/>
          <p:nvPr/>
        </p:nvSpPr>
        <p:spPr>
          <a:xfrm flipH="1">
            <a:off x="225" y="0"/>
            <a:ext cx="120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20"/>
          <p:cNvSpPr/>
          <p:nvPr/>
        </p:nvSpPr>
        <p:spPr>
          <a:xfrm>
            <a:off x="343700" y="1960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20"/>
          <p:cNvSpPr/>
          <p:nvPr/>
        </p:nvSpPr>
        <p:spPr>
          <a:xfrm>
            <a:off x="8352925" y="39037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20"/>
          <p:cNvSpPr/>
          <p:nvPr/>
        </p:nvSpPr>
        <p:spPr>
          <a:xfrm>
            <a:off x="8352938" y="44355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20"/>
          <p:cNvSpPr/>
          <p:nvPr/>
        </p:nvSpPr>
        <p:spPr>
          <a:xfrm>
            <a:off x="343713" y="7277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7" name="Google Shape;1717;p20"/>
          <p:cNvGrpSpPr/>
          <p:nvPr/>
        </p:nvGrpSpPr>
        <p:grpSpPr>
          <a:xfrm>
            <a:off x="8389390" y="1997778"/>
            <a:ext cx="398956" cy="1147945"/>
            <a:chOff x="8644380" y="1997778"/>
            <a:chExt cx="398956" cy="1147945"/>
          </a:xfrm>
        </p:grpSpPr>
        <p:sp>
          <p:nvSpPr>
            <p:cNvPr id="1718" name="Google Shape;1718;p20"/>
            <p:cNvSpPr/>
            <p:nvPr/>
          </p:nvSpPr>
          <p:spPr>
            <a:xfrm>
              <a:off x="89792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0"/>
            <p:cNvSpPr/>
            <p:nvPr/>
          </p:nvSpPr>
          <p:spPr>
            <a:xfrm>
              <a:off x="89776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0"/>
            <p:cNvSpPr/>
            <p:nvPr/>
          </p:nvSpPr>
          <p:spPr>
            <a:xfrm>
              <a:off x="89769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0"/>
            <p:cNvSpPr/>
            <p:nvPr/>
          </p:nvSpPr>
          <p:spPr>
            <a:xfrm>
              <a:off x="89784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0"/>
            <p:cNvSpPr/>
            <p:nvPr/>
          </p:nvSpPr>
          <p:spPr>
            <a:xfrm>
              <a:off x="89807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0"/>
            <p:cNvSpPr/>
            <p:nvPr/>
          </p:nvSpPr>
          <p:spPr>
            <a:xfrm>
              <a:off x="88144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0"/>
            <p:cNvSpPr/>
            <p:nvPr/>
          </p:nvSpPr>
          <p:spPr>
            <a:xfrm>
              <a:off x="88137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0"/>
            <p:cNvSpPr/>
            <p:nvPr/>
          </p:nvSpPr>
          <p:spPr>
            <a:xfrm>
              <a:off x="89807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0"/>
            <p:cNvSpPr/>
            <p:nvPr/>
          </p:nvSpPr>
          <p:spPr>
            <a:xfrm>
              <a:off x="89792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0"/>
            <p:cNvSpPr/>
            <p:nvPr/>
          </p:nvSpPr>
          <p:spPr>
            <a:xfrm>
              <a:off x="88144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0"/>
            <p:cNvSpPr/>
            <p:nvPr/>
          </p:nvSpPr>
          <p:spPr>
            <a:xfrm>
              <a:off x="88144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0"/>
            <p:cNvSpPr/>
            <p:nvPr/>
          </p:nvSpPr>
          <p:spPr>
            <a:xfrm>
              <a:off x="88129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0"/>
            <p:cNvSpPr/>
            <p:nvPr/>
          </p:nvSpPr>
          <p:spPr>
            <a:xfrm>
              <a:off x="86443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0"/>
            <p:cNvSpPr/>
            <p:nvPr/>
          </p:nvSpPr>
          <p:spPr>
            <a:xfrm>
              <a:off x="89799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0"/>
            <p:cNvSpPr/>
            <p:nvPr/>
          </p:nvSpPr>
          <p:spPr>
            <a:xfrm>
              <a:off x="88159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0"/>
            <p:cNvSpPr/>
            <p:nvPr/>
          </p:nvSpPr>
          <p:spPr>
            <a:xfrm>
              <a:off x="86482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0"/>
            <p:cNvSpPr/>
            <p:nvPr/>
          </p:nvSpPr>
          <p:spPr>
            <a:xfrm>
              <a:off x="86504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0"/>
            <p:cNvSpPr/>
            <p:nvPr/>
          </p:nvSpPr>
          <p:spPr>
            <a:xfrm>
              <a:off x="86497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0"/>
            <p:cNvSpPr/>
            <p:nvPr/>
          </p:nvSpPr>
          <p:spPr>
            <a:xfrm>
              <a:off x="86482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0"/>
            <p:cNvSpPr/>
            <p:nvPr/>
          </p:nvSpPr>
          <p:spPr>
            <a:xfrm>
              <a:off x="88144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0"/>
            <p:cNvSpPr/>
            <p:nvPr/>
          </p:nvSpPr>
          <p:spPr>
            <a:xfrm>
              <a:off x="86497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0"/>
            <p:cNvSpPr/>
            <p:nvPr/>
          </p:nvSpPr>
          <p:spPr>
            <a:xfrm>
              <a:off x="88121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0"/>
            <p:cNvSpPr/>
            <p:nvPr/>
          </p:nvSpPr>
          <p:spPr>
            <a:xfrm>
              <a:off x="86520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0"/>
            <p:cNvSpPr/>
            <p:nvPr/>
          </p:nvSpPr>
          <p:spPr>
            <a:xfrm>
              <a:off x="86527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2" name="Google Shape;1742;p20"/>
          <p:cNvGrpSpPr/>
          <p:nvPr/>
        </p:nvGrpSpPr>
        <p:grpSpPr>
          <a:xfrm>
            <a:off x="351774" y="1997778"/>
            <a:ext cx="398956" cy="1147945"/>
            <a:chOff x="8644380" y="1997778"/>
            <a:chExt cx="398956" cy="1147945"/>
          </a:xfrm>
        </p:grpSpPr>
        <p:sp>
          <p:nvSpPr>
            <p:cNvPr id="1743" name="Google Shape;1743;p20"/>
            <p:cNvSpPr/>
            <p:nvPr/>
          </p:nvSpPr>
          <p:spPr>
            <a:xfrm>
              <a:off x="89792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0"/>
            <p:cNvSpPr/>
            <p:nvPr/>
          </p:nvSpPr>
          <p:spPr>
            <a:xfrm>
              <a:off x="89776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0"/>
            <p:cNvSpPr/>
            <p:nvPr/>
          </p:nvSpPr>
          <p:spPr>
            <a:xfrm>
              <a:off x="89769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0"/>
            <p:cNvSpPr/>
            <p:nvPr/>
          </p:nvSpPr>
          <p:spPr>
            <a:xfrm>
              <a:off x="89784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0"/>
            <p:cNvSpPr/>
            <p:nvPr/>
          </p:nvSpPr>
          <p:spPr>
            <a:xfrm>
              <a:off x="89807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0"/>
            <p:cNvSpPr/>
            <p:nvPr/>
          </p:nvSpPr>
          <p:spPr>
            <a:xfrm>
              <a:off x="88144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0"/>
            <p:cNvSpPr/>
            <p:nvPr/>
          </p:nvSpPr>
          <p:spPr>
            <a:xfrm>
              <a:off x="88137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0"/>
            <p:cNvSpPr/>
            <p:nvPr/>
          </p:nvSpPr>
          <p:spPr>
            <a:xfrm>
              <a:off x="89807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0"/>
            <p:cNvSpPr/>
            <p:nvPr/>
          </p:nvSpPr>
          <p:spPr>
            <a:xfrm>
              <a:off x="89792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0"/>
            <p:cNvSpPr/>
            <p:nvPr/>
          </p:nvSpPr>
          <p:spPr>
            <a:xfrm>
              <a:off x="88144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0"/>
            <p:cNvSpPr/>
            <p:nvPr/>
          </p:nvSpPr>
          <p:spPr>
            <a:xfrm>
              <a:off x="88144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0"/>
            <p:cNvSpPr/>
            <p:nvPr/>
          </p:nvSpPr>
          <p:spPr>
            <a:xfrm>
              <a:off x="88129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0"/>
            <p:cNvSpPr/>
            <p:nvPr/>
          </p:nvSpPr>
          <p:spPr>
            <a:xfrm>
              <a:off x="86443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0"/>
            <p:cNvSpPr/>
            <p:nvPr/>
          </p:nvSpPr>
          <p:spPr>
            <a:xfrm>
              <a:off x="89799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0"/>
            <p:cNvSpPr/>
            <p:nvPr/>
          </p:nvSpPr>
          <p:spPr>
            <a:xfrm>
              <a:off x="88159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0"/>
            <p:cNvSpPr/>
            <p:nvPr/>
          </p:nvSpPr>
          <p:spPr>
            <a:xfrm>
              <a:off x="86482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0"/>
            <p:cNvSpPr/>
            <p:nvPr/>
          </p:nvSpPr>
          <p:spPr>
            <a:xfrm>
              <a:off x="86504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0"/>
            <p:cNvSpPr/>
            <p:nvPr/>
          </p:nvSpPr>
          <p:spPr>
            <a:xfrm>
              <a:off x="86497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0"/>
            <p:cNvSpPr/>
            <p:nvPr/>
          </p:nvSpPr>
          <p:spPr>
            <a:xfrm>
              <a:off x="86482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0"/>
            <p:cNvSpPr/>
            <p:nvPr/>
          </p:nvSpPr>
          <p:spPr>
            <a:xfrm>
              <a:off x="88144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0"/>
            <p:cNvSpPr/>
            <p:nvPr/>
          </p:nvSpPr>
          <p:spPr>
            <a:xfrm>
              <a:off x="86497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0"/>
            <p:cNvSpPr/>
            <p:nvPr/>
          </p:nvSpPr>
          <p:spPr>
            <a:xfrm>
              <a:off x="88121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0"/>
            <p:cNvSpPr/>
            <p:nvPr/>
          </p:nvSpPr>
          <p:spPr>
            <a:xfrm>
              <a:off x="86520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0"/>
            <p:cNvSpPr/>
            <p:nvPr/>
          </p:nvSpPr>
          <p:spPr>
            <a:xfrm>
              <a:off x="86527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7" name="Google Shape;1767;p20"/>
          <p:cNvSpPr/>
          <p:nvPr/>
        </p:nvSpPr>
        <p:spPr>
          <a:xfrm>
            <a:off x="-636920" y="348802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20"/>
          <p:cNvSpPr/>
          <p:nvPr/>
        </p:nvSpPr>
        <p:spPr>
          <a:xfrm>
            <a:off x="366041" y="46647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20"/>
          <p:cNvSpPr/>
          <p:nvPr/>
        </p:nvSpPr>
        <p:spPr>
          <a:xfrm>
            <a:off x="-555688" y="357490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0"/>
          <p:cNvSpPr/>
          <p:nvPr/>
        </p:nvSpPr>
        <p:spPr>
          <a:xfrm>
            <a:off x="546506" y="47719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20"/>
          <p:cNvSpPr/>
          <p:nvPr/>
        </p:nvSpPr>
        <p:spPr>
          <a:xfrm>
            <a:off x="-454162" y="368660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20"/>
          <p:cNvSpPr/>
          <p:nvPr/>
        </p:nvSpPr>
        <p:spPr>
          <a:xfrm>
            <a:off x="-321049" y="382877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0"/>
          <p:cNvSpPr/>
          <p:nvPr/>
        </p:nvSpPr>
        <p:spPr>
          <a:xfrm>
            <a:off x="368277" y="393930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0"/>
          <p:cNvSpPr/>
          <p:nvPr/>
        </p:nvSpPr>
        <p:spPr>
          <a:xfrm>
            <a:off x="425805" y="408035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20"/>
          <p:cNvSpPr/>
          <p:nvPr/>
        </p:nvSpPr>
        <p:spPr>
          <a:xfrm>
            <a:off x="400982" y="410518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20"/>
          <p:cNvSpPr/>
          <p:nvPr/>
        </p:nvSpPr>
        <p:spPr>
          <a:xfrm flipH="1">
            <a:off x="8401164" y="3598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0"/>
          <p:cNvSpPr/>
          <p:nvPr/>
        </p:nvSpPr>
        <p:spPr>
          <a:xfrm>
            <a:off x="8317542" y="259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20"/>
          <p:cNvSpPr/>
          <p:nvPr/>
        </p:nvSpPr>
        <p:spPr>
          <a:xfrm>
            <a:off x="8870345" y="12273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20"/>
          <p:cNvSpPr/>
          <p:nvPr/>
        </p:nvSpPr>
        <p:spPr>
          <a:xfrm>
            <a:off x="8450655" y="1703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20"/>
          <p:cNvSpPr/>
          <p:nvPr/>
        </p:nvSpPr>
        <p:spPr>
          <a:xfrm>
            <a:off x="8942520" y="12962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20"/>
          <p:cNvSpPr/>
          <p:nvPr/>
        </p:nvSpPr>
        <p:spPr>
          <a:xfrm>
            <a:off x="8564592" y="2311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20"/>
          <p:cNvSpPr/>
          <p:nvPr/>
        </p:nvSpPr>
        <p:spPr>
          <a:xfrm>
            <a:off x="9046338" y="14056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20"/>
          <p:cNvSpPr/>
          <p:nvPr/>
        </p:nvSpPr>
        <p:spPr>
          <a:xfrm>
            <a:off x="4194777" y="4711912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20"/>
          <p:cNvSpPr/>
          <p:nvPr/>
        </p:nvSpPr>
        <p:spPr>
          <a:xfrm>
            <a:off x="4194777" y="4334562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2_1"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21"/>
          <p:cNvSpPr txBox="1"/>
          <p:nvPr>
            <p:ph type="title"/>
          </p:nvPr>
        </p:nvSpPr>
        <p:spPr>
          <a:xfrm>
            <a:off x="4153050" y="1534200"/>
            <a:ext cx="42777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7" name="Google Shape;1787;p21"/>
          <p:cNvSpPr txBox="1"/>
          <p:nvPr>
            <p:ph idx="1" type="subTitle"/>
          </p:nvPr>
        </p:nvSpPr>
        <p:spPr>
          <a:xfrm>
            <a:off x="5230300" y="2694900"/>
            <a:ext cx="3200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8" name="Google Shape;1788;p21"/>
          <p:cNvSpPr/>
          <p:nvPr/>
        </p:nvSpPr>
        <p:spPr>
          <a:xfrm flipH="1">
            <a:off x="-75" y="0"/>
            <a:ext cx="2700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21"/>
          <p:cNvSpPr/>
          <p:nvPr/>
        </p:nvSpPr>
        <p:spPr>
          <a:xfrm>
            <a:off x="2488747" y="4976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21"/>
          <p:cNvSpPr/>
          <p:nvPr/>
        </p:nvSpPr>
        <p:spPr>
          <a:xfrm flipH="1">
            <a:off x="617717" y="16378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21"/>
          <p:cNvSpPr/>
          <p:nvPr/>
        </p:nvSpPr>
        <p:spPr>
          <a:xfrm flipH="1">
            <a:off x="1817000" y="136526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21"/>
          <p:cNvSpPr/>
          <p:nvPr/>
        </p:nvSpPr>
        <p:spPr>
          <a:xfrm flipH="1">
            <a:off x="745189" y="30818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21"/>
          <p:cNvSpPr/>
          <p:nvPr/>
        </p:nvSpPr>
        <p:spPr>
          <a:xfrm flipH="1">
            <a:off x="1961410" y="143408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21"/>
          <p:cNvSpPr/>
          <p:nvPr/>
        </p:nvSpPr>
        <p:spPr>
          <a:xfrm flipH="1">
            <a:off x="870424" y="36906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21"/>
          <p:cNvSpPr/>
          <p:nvPr/>
        </p:nvSpPr>
        <p:spPr>
          <a:xfrm flipH="1">
            <a:off x="2105877" y="154355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21"/>
          <p:cNvSpPr/>
          <p:nvPr/>
        </p:nvSpPr>
        <p:spPr>
          <a:xfrm>
            <a:off x="772520" y="376643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21"/>
          <p:cNvSpPr/>
          <p:nvPr/>
        </p:nvSpPr>
        <p:spPr>
          <a:xfrm flipH="1">
            <a:off x="163868" y="347814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21"/>
          <p:cNvSpPr/>
          <p:nvPr/>
        </p:nvSpPr>
        <p:spPr>
          <a:xfrm flipH="1">
            <a:off x="365816" y="353455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21"/>
          <p:cNvSpPr/>
          <p:nvPr/>
        </p:nvSpPr>
        <p:spPr>
          <a:xfrm flipH="1">
            <a:off x="652404" y="364173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21"/>
          <p:cNvSpPr/>
          <p:nvPr/>
        </p:nvSpPr>
        <p:spPr>
          <a:xfrm flipH="1">
            <a:off x="1224411" y="405241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21"/>
          <p:cNvSpPr/>
          <p:nvPr/>
        </p:nvSpPr>
        <p:spPr>
          <a:xfrm>
            <a:off x="8496749" y="385286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21"/>
          <p:cNvSpPr/>
          <p:nvPr/>
        </p:nvSpPr>
        <p:spPr>
          <a:xfrm rot="5400000">
            <a:off x="8496749" y="445796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3" name="Google Shape;1803;p21"/>
          <p:cNvGrpSpPr/>
          <p:nvPr/>
        </p:nvGrpSpPr>
        <p:grpSpPr>
          <a:xfrm>
            <a:off x="7825917" y="95832"/>
            <a:ext cx="1209708" cy="530878"/>
            <a:chOff x="7825917" y="-56568"/>
            <a:chExt cx="1209708" cy="530878"/>
          </a:xfrm>
        </p:grpSpPr>
        <p:sp>
          <p:nvSpPr>
            <p:cNvPr id="1804" name="Google Shape;1804;p21"/>
            <p:cNvSpPr/>
            <p:nvPr/>
          </p:nvSpPr>
          <p:spPr>
            <a:xfrm>
              <a:off x="8814401" y="-52770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1"/>
            <p:cNvSpPr/>
            <p:nvPr/>
          </p:nvSpPr>
          <p:spPr>
            <a:xfrm>
              <a:off x="8815920" y="413268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1"/>
            <p:cNvSpPr/>
            <p:nvPr/>
          </p:nvSpPr>
          <p:spPr>
            <a:xfrm>
              <a:off x="8650419" y="414788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1"/>
            <p:cNvSpPr/>
            <p:nvPr/>
          </p:nvSpPr>
          <p:spPr>
            <a:xfrm>
              <a:off x="8485679" y="411749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1"/>
            <p:cNvSpPr/>
            <p:nvPr/>
          </p:nvSpPr>
          <p:spPr>
            <a:xfrm>
              <a:off x="8323217" y="412509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1"/>
            <p:cNvSpPr/>
            <p:nvPr/>
          </p:nvSpPr>
          <p:spPr>
            <a:xfrm>
              <a:off x="8160755" y="413268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1"/>
            <p:cNvSpPr/>
            <p:nvPr/>
          </p:nvSpPr>
          <p:spPr>
            <a:xfrm>
              <a:off x="8817439" y="259961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1"/>
            <p:cNvSpPr/>
            <p:nvPr/>
          </p:nvSpPr>
          <p:spPr>
            <a:xfrm>
              <a:off x="8652699" y="253845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1"/>
            <p:cNvSpPr/>
            <p:nvPr/>
          </p:nvSpPr>
          <p:spPr>
            <a:xfrm>
              <a:off x="8487198" y="258442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1"/>
            <p:cNvSpPr/>
            <p:nvPr/>
          </p:nvSpPr>
          <p:spPr>
            <a:xfrm>
              <a:off x="8323217" y="254605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1"/>
            <p:cNvSpPr/>
            <p:nvPr/>
          </p:nvSpPr>
          <p:spPr>
            <a:xfrm>
              <a:off x="8159235" y="254605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1"/>
            <p:cNvSpPr/>
            <p:nvPr/>
          </p:nvSpPr>
          <p:spPr>
            <a:xfrm>
              <a:off x="8816680" y="102817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1"/>
            <p:cNvSpPr/>
            <p:nvPr/>
          </p:nvSpPr>
          <p:spPr>
            <a:xfrm>
              <a:off x="8652699" y="104374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1"/>
            <p:cNvSpPr/>
            <p:nvPr/>
          </p:nvSpPr>
          <p:spPr>
            <a:xfrm>
              <a:off x="8484919" y="99778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1"/>
            <p:cNvSpPr/>
            <p:nvPr/>
          </p:nvSpPr>
          <p:spPr>
            <a:xfrm>
              <a:off x="8323217" y="102057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1"/>
            <p:cNvSpPr/>
            <p:nvPr/>
          </p:nvSpPr>
          <p:spPr>
            <a:xfrm>
              <a:off x="8158476" y="97499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1"/>
            <p:cNvSpPr/>
            <p:nvPr/>
          </p:nvSpPr>
          <p:spPr>
            <a:xfrm>
              <a:off x="8648900" y="-50490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1"/>
            <p:cNvSpPr/>
            <p:nvPr/>
          </p:nvSpPr>
          <p:spPr>
            <a:xfrm>
              <a:off x="8323217" y="-52010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1"/>
            <p:cNvSpPr/>
            <p:nvPr/>
          </p:nvSpPr>
          <p:spPr>
            <a:xfrm>
              <a:off x="8489477" y="-53529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1"/>
            <p:cNvSpPr/>
            <p:nvPr/>
          </p:nvSpPr>
          <p:spPr>
            <a:xfrm>
              <a:off x="8159995" y="-55049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1"/>
            <p:cNvSpPr/>
            <p:nvPr/>
          </p:nvSpPr>
          <p:spPr>
            <a:xfrm>
              <a:off x="8982218" y="-49731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1"/>
            <p:cNvSpPr/>
            <p:nvPr/>
          </p:nvSpPr>
          <p:spPr>
            <a:xfrm>
              <a:off x="7996014" y="101298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1"/>
            <p:cNvSpPr/>
            <p:nvPr/>
          </p:nvSpPr>
          <p:spPr>
            <a:xfrm>
              <a:off x="7995254" y="-56568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1"/>
            <p:cNvSpPr/>
            <p:nvPr/>
          </p:nvSpPr>
          <p:spPr>
            <a:xfrm>
              <a:off x="8971507" y="414028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1"/>
            <p:cNvSpPr/>
            <p:nvPr/>
          </p:nvSpPr>
          <p:spPr>
            <a:xfrm>
              <a:off x="8981459" y="105134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1"/>
            <p:cNvSpPr/>
            <p:nvPr/>
          </p:nvSpPr>
          <p:spPr>
            <a:xfrm>
              <a:off x="7996014" y="257682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1"/>
            <p:cNvSpPr/>
            <p:nvPr/>
          </p:nvSpPr>
          <p:spPr>
            <a:xfrm>
              <a:off x="7994494" y="412509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1"/>
            <p:cNvSpPr/>
            <p:nvPr/>
          </p:nvSpPr>
          <p:spPr>
            <a:xfrm>
              <a:off x="7825917" y="409432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1"/>
            <p:cNvSpPr/>
            <p:nvPr/>
          </p:nvSpPr>
          <p:spPr>
            <a:xfrm>
              <a:off x="8980661" y="259961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1"/>
            <p:cNvSpPr/>
            <p:nvPr/>
          </p:nvSpPr>
          <p:spPr>
            <a:xfrm>
              <a:off x="7831273" y="25688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1"/>
            <p:cNvSpPr/>
            <p:nvPr/>
          </p:nvSpPr>
          <p:spPr>
            <a:xfrm>
              <a:off x="7829754" y="-52770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1"/>
            <p:cNvSpPr/>
            <p:nvPr/>
          </p:nvSpPr>
          <p:spPr>
            <a:xfrm>
              <a:off x="7831273" y="102817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6" name="Google Shape;1836;p21"/>
          <p:cNvSpPr/>
          <p:nvPr/>
        </p:nvSpPr>
        <p:spPr>
          <a:xfrm flipH="1">
            <a:off x="8647205" y="99917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21"/>
          <p:cNvSpPr/>
          <p:nvPr/>
        </p:nvSpPr>
        <p:spPr>
          <a:xfrm flipH="1">
            <a:off x="8748737" y="110634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5"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2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840" name="Google Shape;1840;p22"/>
          <p:cNvSpPr txBox="1"/>
          <p:nvPr>
            <p:ph idx="1" type="body"/>
          </p:nvPr>
        </p:nvSpPr>
        <p:spPr>
          <a:xfrm>
            <a:off x="1740600" y="1428750"/>
            <a:ext cx="56628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41" name="Google Shape;1841;p22"/>
          <p:cNvSpPr/>
          <p:nvPr/>
        </p:nvSpPr>
        <p:spPr>
          <a:xfrm flipH="1">
            <a:off x="4572000" y="0"/>
            <a:ext cx="4572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2"/>
          <p:cNvSpPr/>
          <p:nvPr/>
        </p:nvSpPr>
        <p:spPr>
          <a:xfrm flipH="1">
            <a:off x="0" y="4599425"/>
            <a:ext cx="4572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22"/>
          <p:cNvSpPr/>
          <p:nvPr/>
        </p:nvSpPr>
        <p:spPr>
          <a:xfrm>
            <a:off x="410720" y="16224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22"/>
          <p:cNvSpPr/>
          <p:nvPr/>
        </p:nvSpPr>
        <p:spPr>
          <a:xfrm rot="5400000">
            <a:off x="410720" y="76734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5" name="Google Shape;1845;p22"/>
          <p:cNvGrpSpPr/>
          <p:nvPr/>
        </p:nvGrpSpPr>
        <p:grpSpPr>
          <a:xfrm>
            <a:off x="4958737" y="4644318"/>
            <a:ext cx="1205112" cy="520243"/>
            <a:chOff x="5541266" y="4599416"/>
            <a:chExt cx="1205112" cy="520243"/>
          </a:xfrm>
        </p:grpSpPr>
        <p:sp>
          <p:nvSpPr>
            <p:cNvPr id="1846" name="Google Shape;1846;p22"/>
            <p:cNvSpPr/>
            <p:nvPr/>
          </p:nvSpPr>
          <p:spPr>
            <a:xfrm>
              <a:off x="6364211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2"/>
            <p:cNvSpPr/>
            <p:nvPr/>
          </p:nvSpPr>
          <p:spPr>
            <a:xfrm>
              <a:off x="6035489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2"/>
            <p:cNvSpPr/>
            <p:nvPr/>
          </p:nvSpPr>
          <p:spPr>
            <a:xfrm>
              <a:off x="6202509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2"/>
            <p:cNvSpPr/>
            <p:nvPr/>
          </p:nvSpPr>
          <p:spPr>
            <a:xfrm>
              <a:off x="6037008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2"/>
            <p:cNvSpPr/>
            <p:nvPr/>
          </p:nvSpPr>
          <p:spPr>
            <a:xfrm>
              <a:off x="6200230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2"/>
            <p:cNvSpPr/>
            <p:nvPr/>
          </p:nvSpPr>
          <p:spPr>
            <a:xfrm>
              <a:off x="6366490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2"/>
            <p:cNvSpPr/>
            <p:nvPr/>
          </p:nvSpPr>
          <p:spPr>
            <a:xfrm>
              <a:off x="6029373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2"/>
            <p:cNvSpPr/>
            <p:nvPr/>
          </p:nvSpPr>
          <p:spPr>
            <a:xfrm>
              <a:off x="6201749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2"/>
            <p:cNvSpPr/>
            <p:nvPr/>
          </p:nvSpPr>
          <p:spPr>
            <a:xfrm>
              <a:off x="6366490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2"/>
            <p:cNvSpPr/>
            <p:nvPr/>
          </p:nvSpPr>
          <p:spPr>
            <a:xfrm>
              <a:off x="6032450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2"/>
            <p:cNvSpPr/>
            <p:nvPr/>
          </p:nvSpPr>
          <p:spPr>
            <a:xfrm>
              <a:off x="6200990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2"/>
            <p:cNvSpPr/>
            <p:nvPr/>
          </p:nvSpPr>
          <p:spPr>
            <a:xfrm>
              <a:off x="6367288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2"/>
            <p:cNvSpPr/>
            <p:nvPr/>
          </p:nvSpPr>
          <p:spPr>
            <a:xfrm>
              <a:off x="6531269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2"/>
            <p:cNvSpPr/>
            <p:nvPr/>
          </p:nvSpPr>
          <p:spPr>
            <a:xfrm>
              <a:off x="5873787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2"/>
            <p:cNvSpPr/>
            <p:nvPr/>
          </p:nvSpPr>
          <p:spPr>
            <a:xfrm>
              <a:off x="5873787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2"/>
            <p:cNvSpPr/>
            <p:nvPr/>
          </p:nvSpPr>
          <p:spPr>
            <a:xfrm>
              <a:off x="6529712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2"/>
            <p:cNvSpPr/>
            <p:nvPr/>
          </p:nvSpPr>
          <p:spPr>
            <a:xfrm>
              <a:off x="5872267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2"/>
            <p:cNvSpPr/>
            <p:nvPr/>
          </p:nvSpPr>
          <p:spPr>
            <a:xfrm>
              <a:off x="6530509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2"/>
            <p:cNvSpPr/>
            <p:nvPr/>
          </p:nvSpPr>
          <p:spPr>
            <a:xfrm>
              <a:off x="5707526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2"/>
            <p:cNvSpPr/>
            <p:nvPr/>
          </p:nvSpPr>
          <p:spPr>
            <a:xfrm>
              <a:off x="6529712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2"/>
            <p:cNvSpPr/>
            <p:nvPr/>
          </p:nvSpPr>
          <p:spPr>
            <a:xfrm>
              <a:off x="5873027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2"/>
            <p:cNvSpPr/>
            <p:nvPr/>
          </p:nvSpPr>
          <p:spPr>
            <a:xfrm>
              <a:off x="5709046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2"/>
            <p:cNvSpPr/>
            <p:nvPr/>
          </p:nvSpPr>
          <p:spPr>
            <a:xfrm>
              <a:off x="5541266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2"/>
            <p:cNvSpPr/>
            <p:nvPr/>
          </p:nvSpPr>
          <p:spPr>
            <a:xfrm>
              <a:off x="5543545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2"/>
            <p:cNvSpPr/>
            <p:nvPr/>
          </p:nvSpPr>
          <p:spPr>
            <a:xfrm>
              <a:off x="6693731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2"/>
            <p:cNvSpPr/>
            <p:nvPr/>
          </p:nvSpPr>
          <p:spPr>
            <a:xfrm>
              <a:off x="5707526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2"/>
            <p:cNvSpPr/>
            <p:nvPr/>
          </p:nvSpPr>
          <p:spPr>
            <a:xfrm>
              <a:off x="5705247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2"/>
            <p:cNvSpPr/>
            <p:nvPr/>
          </p:nvSpPr>
          <p:spPr>
            <a:xfrm>
              <a:off x="6692174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2"/>
            <p:cNvSpPr/>
            <p:nvPr/>
          </p:nvSpPr>
          <p:spPr>
            <a:xfrm>
              <a:off x="6694491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2"/>
            <p:cNvSpPr/>
            <p:nvPr/>
          </p:nvSpPr>
          <p:spPr>
            <a:xfrm>
              <a:off x="5545065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2"/>
            <p:cNvSpPr/>
            <p:nvPr/>
          </p:nvSpPr>
          <p:spPr>
            <a:xfrm>
              <a:off x="5545824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2"/>
            <p:cNvSpPr/>
            <p:nvPr/>
          </p:nvSpPr>
          <p:spPr>
            <a:xfrm>
              <a:off x="6695250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8" name="Google Shape;1878;p22"/>
          <p:cNvGrpSpPr/>
          <p:nvPr/>
        </p:nvGrpSpPr>
        <p:grpSpPr>
          <a:xfrm>
            <a:off x="2982105" y="-6438"/>
            <a:ext cx="1205112" cy="520243"/>
            <a:chOff x="5541266" y="4599416"/>
            <a:chExt cx="1205112" cy="520243"/>
          </a:xfrm>
        </p:grpSpPr>
        <p:sp>
          <p:nvSpPr>
            <p:cNvPr id="1879" name="Google Shape;1879;p22"/>
            <p:cNvSpPr/>
            <p:nvPr/>
          </p:nvSpPr>
          <p:spPr>
            <a:xfrm>
              <a:off x="6364211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2"/>
            <p:cNvSpPr/>
            <p:nvPr/>
          </p:nvSpPr>
          <p:spPr>
            <a:xfrm>
              <a:off x="6035489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2"/>
            <p:cNvSpPr/>
            <p:nvPr/>
          </p:nvSpPr>
          <p:spPr>
            <a:xfrm>
              <a:off x="6202509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2"/>
            <p:cNvSpPr/>
            <p:nvPr/>
          </p:nvSpPr>
          <p:spPr>
            <a:xfrm>
              <a:off x="6037008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2"/>
            <p:cNvSpPr/>
            <p:nvPr/>
          </p:nvSpPr>
          <p:spPr>
            <a:xfrm>
              <a:off x="6200230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2"/>
            <p:cNvSpPr/>
            <p:nvPr/>
          </p:nvSpPr>
          <p:spPr>
            <a:xfrm>
              <a:off x="6366490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2"/>
            <p:cNvSpPr/>
            <p:nvPr/>
          </p:nvSpPr>
          <p:spPr>
            <a:xfrm>
              <a:off x="6029373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2"/>
            <p:cNvSpPr/>
            <p:nvPr/>
          </p:nvSpPr>
          <p:spPr>
            <a:xfrm>
              <a:off x="6201749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2"/>
            <p:cNvSpPr/>
            <p:nvPr/>
          </p:nvSpPr>
          <p:spPr>
            <a:xfrm>
              <a:off x="6366490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2"/>
            <p:cNvSpPr/>
            <p:nvPr/>
          </p:nvSpPr>
          <p:spPr>
            <a:xfrm>
              <a:off x="6032450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2"/>
            <p:cNvSpPr/>
            <p:nvPr/>
          </p:nvSpPr>
          <p:spPr>
            <a:xfrm>
              <a:off x="6200990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2"/>
            <p:cNvSpPr/>
            <p:nvPr/>
          </p:nvSpPr>
          <p:spPr>
            <a:xfrm>
              <a:off x="6367288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2"/>
            <p:cNvSpPr/>
            <p:nvPr/>
          </p:nvSpPr>
          <p:spPr>
            <a:xfrm>
              <a:off x="6531269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2"/>
            <p:cNvSpPr/>
            <p:nvPr/>
          </p:nvSpPr>
          <p:spPr>
            <a:xfrm>
              <a:off x="5873787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2"/>
            <p:cNvSpPr/>
            <p:nvPr/>
          </p:nvSpPr>
          <p:spPr>
            <a:xfrm>
              <a:off x="5873787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2"/>
            <p:cNvSpPr/>
            <p:nvPr/>
          </p:nvSpPr>
          <p:spPr>
            <a:xfrm>
              <a:off x="6529712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2"/>
            <p:cNvSpPr/>
            <p:nvPr/>
          </p:nvSpPr>
          <p:spPr>
            <a:xfrm>
              <a:off x="5872267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2"/>
            <p:cNvSpPr/>
            <p:nvPr/>
          </p:nvSpPr>
          <p:spPr>
            <a:xfrm>
              <a:off x="6530509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2"/>
            <p:cNvSpPr/>
            <p:nvPr/>
          </p:nvSpPr>
          <p:spPr>
            <a:xfrm>
              <a:off x="5707526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2"/>
            <p:cNvSpPr/>
            <p:nvPr/>
          </p:nvSpPr>
          <p:spPr>
            <a:xfrm>
              <a:off x="6529712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2"/>
            <p:cNvSpPr/>
            <p:nvPr/>
          </p:nvSpPr>
          <p:spPr>
            <a:xfrm>
              <a:off x="5873027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2"/>
            <p:cNvSpPr/>
            <p:nvPr/>
          </p:nvSpPr>
          <p:spPr>
            <a:xfrm>
              <a:off x="5709046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2"/>
            <p:cNvSpPr/>
            <p:nvPr/>
          </p:nvSpPr>
          <p:spPr>
            <a:xfrm>
              <a:off x="5541266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2"/>
            <p:cNvSpPr/>
            <p:nvPr/>
          </p:nvSpPr>
          <p:spPr>
            <a:xfrm>
              <a:off x="5543545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2"/>
            <p:cNvSpPr/>
            <p:nvPr/>
          </p:nvSpPr>
          <p:spPr>
            <a:xfrm>
              <a:off x="6693731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2"/>
            <p:cNvSpPr/>
            <p:nvPr/>
          </p:nvSpPr>
          <p:spPr>
            <a:xfrm>
              <a:off x="5707526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2"/>
            <p:cNvSpPr/>
            <p:nvPr/>
          </p:nvSpPr>
          <p:spPr>
            <a:xfrm>
              <a:off x="5705247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2"/>
            <p:cNvSpPr/>
            <p:nvPr/>
          </p:nvSpPr>
          <p:spPr>
            <a:xfrm>
              <a:off x="6692174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2"/>
            <p:cNvSpPr/>
            <p:nvPr/>
          </p:nvSpPr>
          <p:spPr>
            <a:xfrm>
              <a:off x="6694491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2"/>
            <p:cNvSpPr/>
            <p:nvPr/>
          </p:nvSpPr>
          <p:spPr>
            <a:xfrm>
              <a:off x="5545065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2"/>
            <p:cNvSpPr/>
            <p:nvPr/>
          </p:nvSpPr>
          <p:spPr>
            <a:xfrm>
              <a:off x="5545824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2"/>
            <p:cNvSpPr/>
            <p:nvPr/>
          </p:nvSpPr>
          <p:spPr>
            <a:xfrm>
              <a:off x="6695250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1" name="Google Shape;1911;p22"/>
          <p:cNvSpPr/>
          <p:nvPr/>
        </p:nvSpPr>
        <p:spPr>
          <a:xfrm>
            <a:off x="496925" y="39734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22"/>
          <p:cNvSpPr/>
          <p:nvPr/>
        </p:nvSpPr>
        <p:spPr>
          <a:xfrm>
            <a:off x="8202150" y="7578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22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22"/>
          <p:cNvSpPr/>
          <p:nvPr/>
        </p:nvSpPr>
        <p:spPr>
          <a:xfrm>
            <a:off x="341375" y="4816828"/>
            <a:ext cx="790800" cy="79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22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22"/>
          <p:cNvSpPr/>
          <p:nvPr/>
        </p:nvSpPr>
        <p:spPr>
          <a:xfrm flipH="1" rot="-3594086">
            <a:off x="284520" y="4214679"/>
            <a:ext cx="1596467" cy="1802993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22"/>
          <p:cNvSpPr/>
          <p:nvPr/>
        </p:nvSpPr>
        <p:spPr>
          <a:xfrm flipH="1" rot="-3594086">
            <a:off x="7882295" y="-270166"/>
            <a:ext cx="935349" cy="741291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22"/>
          <p:cNvSpPr/>
          <p:nvPr/>
        </p:nvSpPr>
        <p:spPr>
          <a:xfrm flipH="1" rot="-3594086">
            <a:off x="403835" y="4279614"/>
            <a:ext cx="1395643" cy="1650698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22"/>
          <p:cNvSpPr/>
          <p:nvPr/>
        </p:nvSpPr>
        <p:spPr>
          <a:xfrm flipH="1" rot="-3594086">
            <a:off x="8023044" y="-140108"/>
            <a:ext cx="653347" cy="57211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22"/>
          <p:cNvSpPr/>
          <p:nvPr/>
        </p:nvSpPr>
        <p:spPr>
          <a:xfrm flipH="1" rot="-3594086">
            <a:off x="504525" y="4391798"/>
            <a:ext cx="1193702" cy="1427288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22"/>
          <p:cNvSpPr/>
          <p:nvPr/>
        </p:nvSpPr>
        <p:spPr>
          <a:xfrm flipH="1" rot="-3594086">
            <a:off x="640527" y="4532303"/>
            <a:ext cx="901524" cy="110458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22"/>
          <p:cNvSpPr/>
          <p:nvPr/>
        </p:nvSpPr>
        <p:spPr>
          <a:xfrm flipH="1" rot="-3594086">
            <a:off x="660066" y="5028769"/>
            <a:ext cx="130938" cy="39046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22"/>
          <p:cNvSpPr/>
          <p:nvPr/>
        </p:nvSpPr>
        <p:spPr>
          <a:xfrm flipH="1" rot="-3594086">
            <a:off x="703144" y="5178147"/>
            <a:ext cx="4584" cy="55349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22"/>
          <p:cNvSpPr/>
          <p:nvPr/>
        </p:nvSpPr>
        <p:spPr>
          <a:xfrm flipH="1" rot="-3594086">
            <a:off x="676997" y="5203733"/>
            <a:ext cx="55349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22"/>
          <p:cNvSpPr/>
          <p:nvPr/>
        </p:nvSpPr>
        <p:spPr>
          <a:xfrm flipH="1">
            <a:off x="1941584" y="4740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22"/>
          <p:cNvSpPr/>
          <p:nvPr/>
        </p:nvSpPr>
        <p:spPr>
          <a:xfrm flipH="1">
            <a:off x="1331984" y="4893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22"/>
          <p:cNvSpPr/>
          <p:nvPr/>
        </p:nvSpPr>
        <p:spPr>
          <a:xfrm flipH="1">
            <a:off x="321974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22"/>
          <p:cNvSpPr/>
          <p:nvPr/>
        </p:nvSpPr>
        <p:spPr>
          <a:xfrm flipH="1">
            <a:off x="7865774" y="321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22"/>
          <p:cNvSpPr/>
          <p:nvPr/>
        </p:nvSpPr>
        <p:spPr>
          <a:xfrm flipH="1">
            <a:off x="8703974" y="92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22"/>
          <p:cNvSpPr/>
          <p:nvPr/>
        </p:nvSpPr>
        <p:spPr>
          <a:xfrm flipH="1">
            <a:off x="3501050" y="466441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22"/>
          <p:cNvSpPr/>
          <p:nvPr/>
        </p:nvSpPr>
        <p:spPr>
          <a:xfrm flipH="1">
            <a:off x="3645460" y="473323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22"/>
          <p:cNvSpPr/>
          <p:nvPr/>
        </p:nvSpPr>
        <p:spPr>
          <a:xfrm flipH="1">
            <a:off x="3789927" y="484270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22"/>
          <p:cNvSpPr/>
          <p:nvPr/>
        </p:nvSpPr>
        <p:spPr>
          <a:xfrm flipH="1">
            <a:off x="3875698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6"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3"/>
          <p:cNvSpPr txBox="1"/>
          <p:nvPr>
            <p:ph idx="1" type="subTitle"/>
          </p:nvPr>
        </p:nvSpPr>
        <p:spPr>
          <a:xfrm>
            <a:off x="837050" y="2565945"/>
            <a:ext cx="3657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936" name="Google Shape;1936;p23"/>
          <p:cNvSpPr txBox="1"/>
          <p:nvPr>
            <p:ph type="title"/>
          </p:nvPr>
        </p:nvSpPr>
        <p:spPr>
          <a:xfrm>
            <a:off x="2786100" y="1480150"/>
            <a:ext cx="17085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7" name="Google Shape;1937;p23"/>
          <p:cNvSpPr/>
          <p:nvPr/>
        </p:nvSpPr>
        <p:spPr>
          <a:xfrm flipH="1">
            <a:off x="6540300" y="0"/>
            <a:ext cx="260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23"/>
          <p:cNvSpPr/>
          <p:nvPr/>
        </p:nvSpPr>
        <p:spPr>
          <a:xfrm>
            <a:off x="2544682" y="1242"/>
            <a:ext cx="6330" cy="10086"/>
          </a:xfrm>
          <a:custGeom>
            <a:rect b="b" l="l" r="r" t="t"/>
            <a:pathLst>
              <a:path extrusionOk="0" h="145" w="91">
                <a:moveTo>
                  <a:pt x="0" y="0"/>
                </a:moveTo>
                <a:lnTo>
                  <a:pt x="72" y="144"/>
                </a:lnTo>
                <a:lnTo>
                  <a:pt x="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 rot="5400000">
            <a:off x="7235071" y="-52025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23"/>
          <p:cNvSpPr/>
          <p:nvPr/>
        </p:nvSpPr>
        <p:spPr>
          <a:xfrm flipH="1" rot="5400000">
            <a:off x="7447159" y="-47739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1" name="Google Shape;1941;p23"/>
          <p:cNvGrpSpPr/>
          <p:nvPr/>
        </p:nvGrpSpPr>
        <p:grpSpPr>
          <a:xfrm>
            <a:off x="170355" y="118041"/>
            <a:ext cx="1209708" cy="1147945"/>
            <a:chOff x="5235125" y="2636100"/>
            <a:chExt cx="796175" cy="755525"/>
          </a:xfrm>
        </p:grpSpPr>
        <p:sp>
          <p:nvSpPr>
            <p:cNvPr id="1942" name="Google Shape;1942;p23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23"/>
          <p:cNvGrpSpPr/>
          <p:nvPr/>
        </p:nvGrpSpPr>
        <p:grpSpPr>
          <a:xfrm>
            <a:off x="336002" y="4222100"/>
            <a:ext cx="754445" cy="754656"/>
            <a:chOff x="336002" y="4222100"/>
            <a:chExt cx="754445" cy="754656"/>
          </a:xfrm>
        </p:grpSpPr>
        <p:sp>
          <p:nvSpPr>
            <p:cNvPr id="2007" name="Google Shape;2007;p23"/>
            <p:cNvSpPr/>
            <p:nvPr/>
          </p:nvSpPr>
          <p:spPr>
            <a:xfrm>
              <a:off x="336002" y="459942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336002" y="4222100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9" name="Google Shape;2009;p23"/>
          <p:cNvSpPr/>
          <p:nvPr/>
        </p:nvSpPr>
        <p:spPr>
          <a:xfrm flipH="1">
            <a:off x="7788569" y="38606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3"/>
          <p:cNvSpPr/>
          <p:nvPr/>
        </p:nvSpPr>
        <p:spPr>
          <a:xfrm flipH="1">
            <a:off x="7141914" y="4732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23"/>
          <p:cNvSpPr/>
          <p:nvPr/>
        </p:nvSpPr>
        <p:spPr>
          <a:xfrm flipH="1">
            <a:off x="7908157" y="39475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23"/>
          <p:cNvSpPr/>
          <p:nvPr/>
        </p:nvSpPr>
        <p:spPr>
          <a:xfrm flipH="1">
            <a:off x="7243446" y="4839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23"/>
          <p:cNvSpPr/>
          <p:nvPr/>
        </p:nvSpPr>
        <p:spPr>
          <a:xfrm flipH="1">
            <a:off x="8008568" y="40592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23"/>
          <p:cNvSpPr/>
          <p:nvPr/>
        </p:nvSpPr>
        <p:spPr>
          <a:xfrm flipH="1">
            <a:off x="8167628" y="42014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23"/>
          <p:cNvSpPr/>
          <p:nvPr/>
        </p:nvSpPr>
        <p:spPr>
          <a:xfrm flipH="1">
            <a:off x="8248875" y="43119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23"/>
          <p:cNvSpPr/>
          <p:nvPr/>
        </p:nvSpPr>
        <p:spPr>
          <a:xfrm flipH="1">
            <a:off x="8317698" y="44530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23"/>
          <p:cNvSpPr/>
          <p:nvPr/>
        </p:nvSpPr>
        <p:spPr>
          <a:xfrm flipH="1">
            <a:off x="8291757" y="44778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23"/>
          <p:cNvSpPr/>
          <p:nvPr/>
        </p:nvSpPr>
        <p:spPr>
          <a:xfrm>
            <a:off x="8587350" y="655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3"/>
          <p:cNvSpPr/>
          <p:nvPr/>
        </p:nvSpPr>
        <p:spPr>
          <a:xfrm>
            <a:off x="8587363" y="1187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23"/>
          <p:cNvSpPr/>
          <p:nvPr/>
        </p:nvSpPr>
        <p:spPr>
          <a:xfrm flipH="1">
            <a:off x="7109773" y="4755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23"/>
          <p:cNvSpPr/>
          <p:nvPr/>
        </p:nvSpPr>
        <p:spPr>
          <a:xfrm flipH="1">
            <a:off x="8073983" y="49074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23"/>
          <p:cNvSpPr/>
          <p:nvPr/>
        </p:nvSpPr>
        <p:spPr>
          <a:xfrm flipH="1">
            <a:off x="8481373" y="4374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23"/>
          <p:cNvSpPr/>
          <p:nvPr/>
        </p:nvSpPr>
        <p:spPr>
          <a:xfrm rot="-5400000">
            <a:off x="8942300" y="2039329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23"/>
          <p:cNvSpPr/>
          <p:nvPr/>
        </p:nvSpPr>
        <p:spPr>
          <a:xfrm flipH="1" rot="-5400000">
            <a:off x="8237792" y="232631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23"/>
          <p:cNvSpPr/>
          <p:nvPr/>
        </p:nvSpPr>
        <p:spPr>
          <a:xfrm flipH="1" rot="-5400000">
            <a:off x="8287966" y="2553663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23"/>
          <p:cNvSpPr/>
          <p:nvPr/>
        </p:nvSpPr>
        <p:spPr>
          <a:xfrm flipH="1" rot="-5400000">
            <a:off x="8238319" y="2778130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7"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24"/>
          <p:cNvSpPr txBox="1"/>
          <p:nvPr>
            <p:ph idx="1" type="subTitle"/>
          </p:nvPr>
        </p:nvSpPr>
        <p:spPr>
          <a:xfrm>
            <a:off x="4527400" y="2569464"/>
            <a:ext cx="3657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029" name="Google Shape;2029;p24"/>
          <p:cNvSpPr txBox="1"/>
          <p:nvPr>
            <p:ph type="title"/>
          </p:nvPr>
        </p:nvSpPr>
        <p:spPr>
          <a:xfrm>
            <a:off x="4527400" y="1481328"/>
            <a:ext cx="17886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0" name="Google Shape;2030;p24"/>
          <p:cNvSpPr/>
          <p:nvPr/>
        </p:nvSpPr>
        <p:spPr>
          <a:xfrm>
            <a:off x="5508" y="0"/>
            <a:ext cx="260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24"/>
          <p:cNvSpPr/>
          <p:nvPr/>
        </p:nvSpPr>
        <p:spPr>
          <a:xfrm rot="-5400000">
            <a:off x="912575" y="-52025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24"/>
          <p:cNvSpPr/>
          <p:nvPr/>
        </p:nvSpPr>
        <p:spPr>
          <a:xfrm rot="-5400000">
            <a:off x="1141541" y="-47739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3" name="Google Shape;2033;p24"/>
          <p:cNvGrpSpPr/>
          <p:nvPr/>
        </p:nvGrpSpPr>
        <p:grpSpPr>
          <a:xfrm flipH="1">
            <a:off x="7769446" y="118041"/>
            <a:ext cx="1209708" cy="1147945"/>
            <a:chOff x="5235125" y="2636100"/>
            <a:chExt cx="796175" cy="755525"/>
          </a:xfrm>
        </p:grpSpPr>
        <p:sp>
          <p:nvSpPr>
            <p:cNvPr id="2034" name="Google Shape;2034;p24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4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4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4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4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4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4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4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4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4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4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4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4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4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4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4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4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4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4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4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4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4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4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4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4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4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4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4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4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4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4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4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4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4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4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4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4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4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4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4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4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4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4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4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4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4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4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4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4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4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4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4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4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4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4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8" name="Google Shape;2098;p24"/>
          <p:cNvGrpSpPr/>
          <p:nvPr/>
        </p:nvGrpSpPr>
        <p:grpSpPr>
          <a:xfrm flipH="1">
            <a:off x="8059061" y="4222100"/>
            <a:ext cx="754445" cy="754656"/>
            <a:chOff x="336002" y="4222100"/>
            <a:chExt cx="754445" cy="754656"/>
          </a:xfrm>
        </p:grpSpPr>
        <p:sp>
          <p:nvSpPr>
            <p:cNvPr id="2099" name="Google Shape;2099;p24"/>
            <p:cNvSpPr/>
            <p:nvPr/>
          </p:nvSpPr>
          <p:spPr>
            <a:xfrm>
              <a:off x="336002" y="459942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36002" y="4222100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1" name="Google Shape;2101;p24"/>
          <p:cNvSpPr/>
          <p:nvPr/>
        </p:nvSpPr>
        <p:spPr>
          <a:xfrm>
            <a:off x="-235499" y="38606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24"/>
          <p:cNvSpPr/>
          <p:nvPr/>
        </p:nvSpPr>
        <p:spPr>
          <a:xfrm>
            <a:off x="1072262" y="4732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24"/>
          <p:cNvSpPr/>
          <p:nvPr/>
        </p:nvSpPr>
        <p:spPr>
          <a:xfrm>
            <a:off x="-154267" y="39475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24"/>
          <p:cNvSpPr/>
          <p:nvPr/>
        </p:nvSpPr>
        <p:spPr>
          <a:xfrm>
            <a:off x="1252727" y="4839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24"/>
          <p:cNvSpPr/>
          <p:nvPr/>
        </p:nvSpPr>
        <p:spPr>
          <a:xfrm>
            <a:off x="-52741" y="40592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24"/>
          <p:cNvSpPr/>
          <p:nvPr/>
        </p:nvSpPr>
        <p:spPr>
          <a:xfrm>
            <a:off x="80372" y="42014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24"/>
          <p:cNvSpPr/>
          <p:nvPr/>
        </p:nvSpPr>
        <p:spPr>
          <a:xfrm>
            <a:off x="769698" y="43119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24"/>
          <p:cNvSpPr/>
          <p:nvPr/>
        </p:nvSpPr>
        <p:spPr>
          <a:xfrm>
            <a:off x="827225" y="44530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24"/>
          <p:cNvSpPr/>
          <p:nvPr/>
        </p:nvSpPr>
        <p:spPr>
          <a:xfrm>
            <a:off x="802403" y="44778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24"/>
          <p:cNvSpPr/>
          <p:nvPr/>
        </p:nvSpPr>
        <p:spPr>
          <a:xfrm flipH="1">
            <a:off x="104921" y="655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24"/>
          <p:cNvSpPr/>
          <p:nvPr/>
        </p:nvSpPr>
        <p:spPr>
          <a:xfrm flipH="1">
            <a:off x="104908" y="1187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24"/>
          <p:cNvSpPr/>
          <p:nvPr/>
        </p:nvSpPr>
        <p:spPr>
          <a:xfrm>
            <a:off x="1939270" y="4755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24"/>
          <p:cNvSpPr/>
          <p:nvPr/>
        </p:nvSpPr>
        <p:spPr>
          <a:xfrm>
            <a:off x="975059" y="49074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24"/>
          <p:cNvSpPr/>
          <p:nvPr/>
        </p:nvSpPr>
        <p:spPr>
          <a:xfrm>
            <a:off x="567670" y="4374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24"/>
          <p:cNvSpPr/>
          <p:nvPr/>
        </p:nvSpPr>
        <p:spPr>
          <a:xfrm flipH="1" rot="5400000">
            <a:off x="-222092" y="2039329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4"/>
          <p:cNvSpPr/>
          <p:nvPr/>
        </p:nvSpPr>
        <p:spPr>
          <a:xfrm rot="5400000">
            <a:off x="-1472235" y="232631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24"/>
          <p:cNvSpPr/>
          <p:nvPr/>
        </p:nvSpPr>
        <p:spPr>
          <a:xfrm rot="5400000">
            <a:off x="-1261825" y="2553663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24"/>
          <p:cNvSpPr/>
          <p:nvPr/>
        </p:nvSpPr>
        <p:spPr>
          <a:xfrm rot="5400000">
            <a:off x="-973005" y="2778130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2_1_1"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2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1" name="Google Shape;2121;p25"/>
          <p:cNvSpPr txBox="1"/>
          <p:nvPr>
            <p:ph idx="1" type="subTitle"/>
          </p:nvPr>
        </p:nvSpPr>
        <p:spPr>
          <a:xfrm>
            <a:off x="713225" y="1012850"/>
            <a:ext cx="38589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2" name="Google Shape;2122;p25"/>
          <p:cNvSpPr txBox="1"/>
          <p:nvPr>
            <p:ph idx="2" type="subTitle"/>
          </p:nvPr>
        </p:nvSpPr>
        <p:spPr>
          <a:xfrm>
            <a:off x="4572025" y="1012850"/>
            <a:ext cx="38589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3" name="Google Shape;2123;p25"/>
          <p:cNvSpPr/>
          <p:nvPr/>
        </p:nvSpPr>
        <p:spPr>
          <a:xfrm>
            <a:off x="8430925" y="20734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25"/>
          <p:cNvSpPr/>
          <p:nvPr/>
        </p:nvSpPr>
        <p:spPr>
          <a:xfrm rot="5400000">
            <a:off x="8430925" y="81244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25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25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25"/>
          <p:cNvSpPr/>
          <p:nvPr/>
        </p:nvSpPr>
        <p:spPr>
          <a:xfrm>
            <a:off x="-1765585" y="-1356372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5"/>
          <p:cNvSpPr/>
          <p:nvPr/>
        </p:nvSpPr>
        <p:spPr>
          <a:xfrm flipH="1">
            <a:off x="-194140" y="-200037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25"/>
          <p:cNvSpPr/>
          <p:nvPr/>
        </p:nvSpPr>
        <p:spPr>
          <a:xfrm flipH="1">
            <a:off x="-118543" y="-60104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25"/>
          <p:cNvSpPr/>
          <p:nvPr/>
        </p:nvSpPr>
        <p:spPr>
          <a:xfrm flipH="1">
            <a:off x="104872" y="10953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25"/>
          <p:cNvSpPr/>
          <p:nvPr/>
        </p:nvSpPr>
        <p:spPr>
          <a:xfrm flipH="1">
            <a:off x="401579" y="121536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25"/>
          <p:cNvSpPr/>
          <p:nvPr/>
        </p:nvSpPr>
        <p:spPr>
          <a:xfrm flipH="1">
            <a:off x="-241449" y="199358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25"/>
          <p:cNvSpPr/>
          <p:nvPr/>
        </p:nvSpPr>
        <p:spPr>
          <a:xfrm flipH="1">
            <a:off x="-243741" y="197122"/>
            <a:ext cx="106112" cy="104994"/>
          </a:xfrm>
          <a:custGeom>
            <a:rect b="b" l="l" r="r" t="t"/>
            <a:pathLst>
              <a:path extrusionOk="0" h="1878" w="1898">
                <a:moveTo>
                  <a:pt x="949" y="81"/>
                </a:moveTo>
                <a:lnTo>
                  <a:pt x="1130" y="101"/>
                </a:lnTo>
                <a:lnTo>
                  <a:pt x="1292" y="142"/>
                </a:lnTo>
                <a:lnTo>
                  <a:pt x="1433" y="222"/>
                </a:lnTo>
                <a:lnTo>
                  <a:pt x="1554" y="323"/>
                </a:lnTo>
                <a:lnTo>
                  <a:pt x="1655" y="444"/>
                </a:lnTo>
                <a:lnTo>
                  <a:pt x="1736" y="606"/>
                </a:lnTo>
                <a:lnTo>
                  <a:pt x="1796" y="767"/>
                </a:lnTo>
                <a:lnTo>
                  <a:pt x="1816" y="929"/>
                </a:lnTo>
                <a:lnTo>
                  <a:pt x="1796" y="1110"/>
                </a:lnTo>
                <a:lnTo>
                  <a:pt x="1736" y="1272"/>
                </a:lnTo>
                <a:lnTo>
                  <a:pt x="1655" y="1413"/>
                </a:lnTo>
                <a:lnTo>
                  <a:pt x="1554" y="1534"/>
                </a:lnTo>
                <a:lnTo>
                  <a:pt x="1433" y="1655"/>
                </a:lnTo>
                <a:lnTo>
                  <a:pt x="1292" y="1736"/>
                </a:lnTo>
                <a:lnTo>
                  <a:pt x="1130" y="1776"/>
                </a:lnTo>
                <a:lnTo>
                  <a:pt x="949" y="1796"/>
                </a:lnTo>
                <a:lnTo>
                  <a:pt x="787" y="1776"/>
                </a:lnTo>
                <a:lnTo>
                  <a:pt x="626" y="1736"/>
                </a:lnTo>
                <a:lnTo>
                  <a:pt x="464" y="1655"/>
                </a:lnTo>
                <a:lnTo>
                  <a:pt x="343" y="1534"/>
                </a:lnTo>
                <a:lnTo>
                  <a:pt x="242" y="1413"/>
                </a:lnTo>
                <a:lnTo>
                  <a:pt x="162" y="1272"/>
                </a:lnTo>
                <a:lnTo>
                  <a:pt x="101" y="1110"/>
                </a:lnTo>
                <a:lnTo>
                  <a:pt x="81" y="929"/>
                </a:lnTo>
                <a:lnTo>
                  <a:pt x="101" y="767"/>
                </a:lnTo>
                <a:lnTo>
                  <a:pt x="162" y="606"/>
                </a:lnTo>
                <a:lnTo>
                  <a:pt x="242" y="444"/>
                </a:lnTo>
                <a:lnTo>
                  <a:pt x="343" y="323"/>
                </a:lnTo>
                <a:lnTo>
                  <a:pt x="464" y="222"/>
                </a:lnTo>
                <a:lnTo>
                  <a:pt x="626" y="142"/>
                </a:lnTo>
                <a:lnTo>
                  <a:pt x="787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7" y="21"/>
                </a:lnTo>
                <a:lnTo>
                  <a:pt x="585" y="61"/>
                </a:lnTo>
                <a:lnTo>
                  <a:pt x="424" y="162"/>
                </a:lnTo>
                <a:lnTo>
                  <a:pt x="283" y="263"/>
                </a:lnTo>
                <a:lnTo>
                  <a:pt x="162" y="404"/>
                </a:lnTo>
                <a:lnTo>
                  <a:pt x="81" y="565"/>
                </a:lnTo>
                <a:lnTo>
                  <a:pt x="20" y="747"/>
                </a:lnTo>
                <a:lnTo>
                  <a:pt x="0" y="929"/>
                </a:lnTo>
                <a:lnTo>
                  <a:pt x="20" y="1130"/>
                </a:lnTo>
                <a:lnTo>
                  <a:pt x="81" y="1292"/>
                </a:lnTo>
                <a:lnTo>
                  <a:pt x="162" y="1453"/>
                </a:lnTo>
                <a:lnTo>
                  <a:pt x="283" y="1595"/>
                </a:lnTo>
                <a:lnTo>
                  <a:pt x="424" y="1716"/>
                </a:lnTo>
                <a:lnTo>
                  <a:pt x="585" y="1796"/>
                </a:lnTo>
                <a:lnTo>
                  <a:pt x="767" y="1857"/>
                </a:lnTo>
                <a:lnTo>
                  <a:pt x="949" y="1877"/>
                </a:lnTo>
                <a:lnTo>
                  <a:pt x="1150" y="1857"/>
                </a:lnTo>
                <a:lnTo>
                  <a:pt x="1312" y="1796"/>
                </a:lnTo>
                <a:lnTo>
                  <a:pt x="1473" y="1716"/>
                </a:lnTo>
                <a:lnTo>
                  <a:pt x="1615" y="1595"/>
                </a:lnTo>
                <a:lnTo>
                  <a:pt x="1736" y="1453"/>
                </a:lnTo>
                <a:lnTo>
                  <a:pt x="1816" y="1292"/>
                </a:lnTo>
                <a:lnTo>
                  <a:pt x="1877" y="1130"/>
                </a:lnTo>
                <a:lnTo>
                  <a:pt x="1897" y="929"/>
                </a:lnTo>
                <a:lnTo>
                  <a:pt x="1877" y="747"/>
                </a:lnTo>
                <a:lnTo>
                  <a:pt x="1816" y="565"/>
                </a:lnTo>
                <a:lnTo>
                  <a:pt x="1736" y="404"/>
                </a:lnTo>
                <a:lnTo>
                  <a:pt x="1615" y="263"/>
                </a:lnTo>
                <a:lnTo>
                  <a:pt x="1473" y="162"/>
                </a:lnTo>
                <a:lnTo>
                  <a:pt x="1312" y="61"/>
                </a:lnTo>
                <a:lnTo>
                  <a:pt x="1150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25"/>
          <p:cNvSpPr/>
          <p:nvPr/>
        </p:nvSpPr>
        <p:spPr>
          <a:xfrm flipH="1">
            <a:off x="0" y="4474800"/>
            <a:ext cx="3923400" cy="66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25"/>
          <p:cNvSpPr/>
          <p:nvPr/>
        </p:nvSpPr>
        <p:spPr>
          <a:xfrm flipH="1">
            <a:off x="-106954" y="326449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25"/>
          <p:cNvSpPr/>
          <p:nvPr/>
        </p:nvSpPr>
        <p:spPr>
          <a:xfrm flipH="1">
            <a:off x="41934" y="338743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2_1_1_1"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2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9" name="Google Shape;2139;p26"/>
          <p:cNvSpPr txBox="1"/>
          <p:nvPr>
            <p:ph idx="1" type="subTitle"/>
          </p:nvPr>
        </p:nvSpPr>
        <p:spPr>
          <a:xfrm>
            <a:off x="878975" y="338814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140" name="Google Shape;2140;p26"/>
          <p:cNvSpPr txBox="1"/>
          <p:nvPr>
            <p:ph idx="2" type="subTitle"/>
          </p:nvPr>
        </p:nvSpPr>
        <p:spPr>
          <a:xfrm>
            <a:off x="713225" y="3739977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1" name="Google Shape;2141;p26"/>
          <p:cNvSpPr txBox="1"/>
          <p:nvPr>
            <p:ph idx="3" type="subTitle"/>
          </p:nvPr>
        </p:nvSpPr>
        <p:spPr>
          <a:xfrm>
            <a:off x="2945900" y="338814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142" name="Google Shape;2142;p26"/>
          <p:cNvSpPr txBox="1"/>
          <p:nvPr>
            <p:ph idx="4" type="subTitle"/>
          </p:nvPr>
        </p:nvSpPr>
        <p:spPr>
          <a:xfrm>
            <a:off x="2780150" y="3739977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3" name="Google Shape;2143;p26"/>
          <p:cNvSpPr txBox="1"/>
          <p:nvPr>
            <p:ph idx="5" type="subTitle"/>
          </p:nvPr>
        </p:nvSpPr>
        <p:spPr>
          <a:xfrm>
            <a:off x="841632" y="1729225"/>
            <a:ext cx="3593400" cy="61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4" name="Google Shape;2144;p26"/>
          <p:cNvSpPr/>
          <p:nvPr/>
        </p:nvSpPr>
        <p:spPr>
          <a:xfrm>
            <a:off x="4932650" y="0"/>
            <a:ext cx="421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26"/>
          <p:cNvSpPr/>
          <p:nvPr/>
        </p:nvSpPr>
        <p:spPr>
          <a:xfrm>
            <a:off x="75025" y="382646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26"/>
          <p:cNvSpPr/>
          <p:nvPr/>
        </p:nvSpPr>
        <p:spPr>
          <a:xfrm rot="5400000">
            <a:off x="75025" y="443156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26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26"/>
          <p:cNvSpPr/>
          <p:nvPr/>
        </p:nvSpPr>
        <p:spPr>
          <a:xfrm>
            <a:off x="8550863" y="6048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26"/>
          <p:cNvSpPr/>
          <p:nvPr/>
        </p:nvSpPr>
        <p:spPr>
          <a:xfrm>
            <a:off x="8550863" y="1100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26"/>
          <p:cNvSpPr/>
          <p:nvPr/>
        </p:nvSpPr>
        <p:spPr>
          <a:xfrm flipH="1">
            <a:off x="8601930" y="13554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26"/>
          <p:cNvSpPr/>
          <p:nvPr/>
        </p:nvSpPr>
        <p:spPr>
          <a:xfrm flipH="1">
            <a:off x="8703462" y="14626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26"/>
          <p:cNvSpPr/>
          <p:nvPr/>
        </p:nvSpPr>
        <p:spPr>
          <a:xfrm flipH="1">
            <a:off x="7997696" y="23432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26"/>
          <p:cNvSpPr/>
          <p:nvPr/>
        </p:nvSpPr>
        <p:spPr>
          <a:xfrm flipH="1">
            <a:off x="8146584" y="24661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26"/>
          <p:cNvSpPr/>
          <p:nvPr/>
        </p:nvSpPr>
        <p:spPr>
          <a:xfrm>
            <a:off x="6822995" y="3873305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26"/>
          <p:cNvSpPr/>
          <p:nvPr/>
        </p:nvSpPr>
        <p:spPr>
          <a:xfrm flipH="1">
            <a:off x="6214343" y="3585024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26"/>
          <p:cNvSpPr/>
          <p:nvPr/>
        </p:nvSpPr>
        <p:spPr>
          <a:xfrm flipH="1">
            <a:off x="6416291" y="3641433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26"/>
          <p:cNvSpPr/>
          <p:nvPr/>
        </p:nvSpPr>
        <p:spPr>
          <a:xfrm flipH="1">
            <a:off x="6702879" y="3748606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6"/>
          <p:cNvSpPr/>
          <p:nvPr/>
        </p:nvSpPr>
        <p:spPr>
          <a:xfrm flipH="1">
            <a:off x="8614854" y="3704496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26"/>
          <p:cNvSpPr/>
          <p:nvPr/>
        </p:nvSpPr>
        <p:spPr>
          <a:xfrm flipH="1">
            <a:off x="8767254" y="24288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26"/>
          <p:cNvSpPr/>
          <p:nvPr/>
        </p:nvSpPr>
        <p:spPr>
          <a:xfrm flipH="1">
            <a:off x="8919654" y="16668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26"/>
          <p:cNvSpPr/>
          <p:nvPr/>
        </p:nvSpPr>
        <p:spPr>
          <a:xfrm flipH="1">
            <a:off x="8919654" y="45624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26"/>
          <p:cNvSpPr/>
          <p:nvPr/>
        </p:nvSpPr>
        <p:spPr>
          <a:xfrm>
            <a:off x="3125286" y="5066798"/>
            <a:ext cx="53445" cy="50368"/>
          </a:xfrm>
          <a:custGeom>
            <a:rect b="b" l="l" r="r" t="t"/>
            <a:pathLst>
              <a:path extrusionOk="0" h="1326" w="1407">
                <a:moveTo>
                  <a:pt x="724" y="1"/>
                </a:moveTo>
                <a:lnTo>
                  <a:pt x="1" y="683"/>
                </a:lnTo>
                <a:lnTo>
                  <a:pt x="21" y="724"/>
                </a:lnTo>
                <a:lnTo>
                  <a:pt x="61" y="744"/>
                </a:lnTo>
                <a:lnTo>
                  <a:pt x="181" y="784"/>
                </a:lnTo>
                <a:lnTo>
                  <a:pt x="322" y="824"/>
                </a:lnTo>
                <a:lnTo>
                  <a:pt x="382" y="864"/>
                </a:lnTo>
                <a:lnTo>
                  <a:pt x="422" y="884"/>
                </a:lnTo>
                <a:lnTo>
                  <a:pt x="503" y="1005"/>
                </a:lnTo>
                <a:lnTo>
                  <a:pt x="583" y="1105"/>
                </a:lnTo>
                <a:lnTo>
                  <a:pt x="704" y="1326"/>
                </a:lnTo>
                <a:lnTo>
                  <a:pt x="1406" y="623"/>
                </a:lnTo>
                <a:lnTo>
                  <a:pt x="7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26"/>
          <p:cNvSpPr/>
          <p:nvPr/>
        </p:nvSpPr>
        <p:spPr>
          <a:xfrm>
            <a:off x="2796564" y="4599241"/>
            <a:ext cx="54205" cy="50406"/>
          </a:xfrm>
          <a:custGeom>
            <a:rect b="b" l="l" r="r" t="t"/>
            <a:pathLst>
              <a:path extrusionOk="0" h="1327" w="1427">
                <a:moveTo>
                  <a:pt x="723" y="1"/>
                </a:moveTo>
                <a:lnTo>
                  <a:pt x="1" y="684"/>
                </a:lnTo>
                <a:lnTo>
                  <a:pt x="221" y="784"/>
                </a:lnTo>
                <a:lnTo>
                  <a:pt x="322" y="824"/>
                </a:lnTo>
                <a:lnTo>
                  <a:pt x="422" y="884"/>
                </a:lnTo>
                <a:lnTo>
                  <a:pt x="502" y="1005"/>
                </a:lnTo>
                <a:lnTo>
                  <a:pt x="583" y="1105"/>
                </a:lnTo>
                <a:lnTo>
                  <a:pt x="723" y="1326"/>
                </a:lnTo>
                <a:lnTo>
                  <a:pt x="1426" y="643"/>
                </a:lnTo>
                <a:lnTo>
                  <a:pt x="72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26"/>
          <p:cNvSpPr/>
          <p:nvPr/>
        </p:nvSpPr>
        <p:spPr>
          <a:xfrm>
            <a:off x="2963584" y="4599241"/>
            <a:ext cx="50406" cy="48887"/>
          </a:xfrm>
          <a:custGeom>
            <a:rect b="b" l="l" r="r" t="t"/>
            <a:pathLst>
              <a:path extrusionOk="0" h="1287" w="1327">
                <a:moveTo>
                  <a:pt x="664" y="1"/>
                </a:moveTo>
                <a:lnTo>
                  <a:pt x="1" y="664"/>
                </a:lnTo>
                <a:lnTo>
                  <a:pt x="664" y="1286"/>
                </a:lnTo>
                <a:lnTo>
                  <a:pt x="1326" y="623"/>
                </a:lnTo>
                <a:lnTo>
                  <a:pt x="6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26"/>
          <p:cNvSpPr/>
          <p:nvPr/>
        </p:nvSpPr>
        <p:spPr>
          <a:xfrm>
            <a:off x="2798083" y="4754865"/>
            <a:ext cx="54205" cy="51888"/>
          </a:xfrm>
          <a:custGeom>
            <a:rect b="b" l="l" r="r" t="t"/>
            <a:pathLst>
              <a:path extrusionOk="0" h="1366" w="1427">
                <a:moveTo>
                  <a:pt x="703" y="0"/>
                </a:moveTo>
                <a:lnTo>
                  <a:pt x="1" y="643"/>
                </a:lnTo>
                <a:lnTo>
                  <a:pt x="744" y="1366"/>
                </a:lnTo>
                <a:lnTo>
                  <a:pt x="784" y="1225"/>
                </a:lnTo>
                <a:lnTo>
                  <a:pt x="844" y="1125"/>
                </a:lnTo>
                <a:lnTo>
                  <a:pt x="924" y="1024"/>
                </a:lnTo>
                <a:lnTo>
                  <a:pt x="1005" y="944"/>
                </a:lnTo>
                <a:lnTo>
                  <a:pt x="1105" y="864"/>
                </a:lnTo>
                <a:lnTo>
                  <a:pt x="1205" y="803"/>
                </a:lnTo>
                <a:lnTo>
                  <a:pt x="1426" y="683"/>
                </a:lnTo>
                <a:lnTo>
                  <a:pt x="1346" y="582"/>
                </a:lnTo>
                <a:lnTo>
                  <a:pt x="1266" y="522"/>
                </a:lnTo>
                <a:lnTo>
                  <a:pt x="1045" y="402"/>
                </a:lnTo>
                <a:lnTo>
                  <a:pt x="964" y="342"/>
                </a:lnTo>
                <a:lnTo>
                  <a:pt x="884" y="281"/>
                </a:lnTo>
                <a:lnTo>
                  <a:pt x="824" y="181"/>
                </a:lnTo>
                <a:lnTo>
                  <a:pt x="804" y="40"/>
                </a:lnTo>
                <a:lnTo>
                  <a:pt x="784" y="20"/>
                </a:lnTo>
                <a:lnTo>
                  <a:pt x="744" y="20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6"/>
          <p:cNvSpPr/>
          <p:nvPr/>
        </p:nvSpPr>
        <p:spPr>
          <a:xfrm>
            <a:off x="2961305" y="4754105"/>
            <a:ext cx="54205" cy="54167"/>
          </a:xfrm>
          <a:custGeom>
            <a:rect b="b" l="l" r="r" t="t"/>
            <a:pathLst>
              <a:path extrusionOk="0" h="1426" w="1427">
                <a:moveTo>
                  <a:pt x="724" y="0"/>
                </a:moveTo>
                <a:lnTo>
                  <a:pt x="1" y="703"/>
                </a:lnTo>
                <a:lnTo>
                  <a:pt x="121" y="743"/>
                </a:lnTo>
                <a:lnTo>
                  <a:pt x="242" y="823"/>
                </a:lnTo>
                <a:lnTo>
                  <a:pt x="342" y="884"/>
                </a:lnTo>
                <a:lnTo>
                  <a:pt x="422" y="984"/>
                </a:lnTo>
                <a:lnTo>
                  <a:pt x="603" y="1185"/>
                </a:lnTo>
                <a:lnTo>
                  <a:pt x="744" y="1426"/>
                </a:lnTo>
                <a:lnTo>
                  <a:pt x="844" y="1165"/>
                </a:lnTo>
                <a:lnTo>
                  <a:pt x="904" y="1064"/>
                </a:lnTo>
                <a:lnTo>
                  <a:pt x="964" y="984"/>
                </a:lnTo>
                <a:lnTo>
                  <a:pt x="1065" y="904"/>
                </a:lnTo>
                <a:lnTo>
                  <a:pt x="1185" y="823"/>
                </a:lnTo>
                <a:lnTo>
                  <a:pt x="1426" y="683"/>
                </a:lnTo>
                <a:lnTo>
                  <a:pt x="7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26"/>
          <p:cNvSpPr/>
          <p:nvPr/>
        </p:nvSpPr>
        <p:spPr>
          <a:xfrm>
            <a:off x="3127565" y="4754865"/>
            <a:ext cx="51166" cy="47329"/>
          </a:xfrm>
          <a:custGeom>
            <a:rect b="b" l="l" r="r" t="t"/>
            <a:pathLst>
              <a:path extrusionOk="0" h="1246" w="1347">
                <a:moveTo>
                  <a:pt x="664" y="0"/>
                </a:moveTo>
                <a:lnTo>
                  <a:pt x="1" y="663"/>
                </a:lnTo>
                <a:lnTo>
                  <a:pt x="664" y="1245"/>
                </a:lnTo>
                <a:lnTo>
                  <a:pt x="1346" y="663"/>
                </a:lnTo>
                <a:lnTo>
                  <a:pt x="6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26"/>
          <p:cNvSpPr/>
          <p:nvPr/>
        </p:nvSpPr>
        <p:spPr>
          <a:xfrm>
            <a:off x="2790448" y="4905856"/>
            <a:ext cx="64119" cy="55724"/>
          </a:xfrm>
          <a:custGeom>
            <a:rect b="b" l="l" r="r" t="t"/>
            <a:pathLst>
              <a:path extrusionOk="0" h="1467" w="1688">
                <a:moveTo>
                  <a:pt x="864" y="1"/>
                </a:moveTo>
                <a:lnTo>
                  <a:pt x="764" y="262"/>
                </a:lnTo>
                <a:lnTo>
                  <a:pt x="704" y="362"/>
                </a:lnTo>
                <a:lnTo>
                  <a:pt x="643" y="463"/>
                </a:lnTo>
                <a:lnTo>
                  <a:pt x="523" y="543"/>
                </a:lnTo>
                <a:lnTo>
                  <a:pt x="382" y="623"/>
                </a:lnTo>
                <a:lnTo>
                  <a:pt x="1" y="844"/>
                </a:lnTo>
                <a:lnTo>
                  <a:pt x="162" y="864"/>
                </a:lnTo>
                <a:lnTo>
                  <a:pt x="302" y="904"/>
                </a:lnTo>
                <a:lnTo>
                  <a:pt x="423" y="965"/>
                </a:lnTo>
                <a:lnTo>
                  <a:pt x="543" y="1025"/>
                </a:lnTo>
                <a:lnTo>
                  <a:pt x="623" y="1085"/>
                </a:lnTo>
                <a:lnTo>
                  <a:pt x="704" y="1186"/>
                </a:lnTo>
                <a:lnTo>
                  <a:pt x="744" y="1286"/>
                </a:lnTo>
                <a:lnTo>
                  <a:pt x="784" y="1406"/>
                </a:lnTo>
                <a:lnTo>
                  <a:pt x="804" y="1427"/>
                </a:lnTo>
                <a:lnTo>
                  <a:pt x="864" y="1447"/>
                </a:lnTo>
                <a:lnTo>
                  <a:pt x="985" y="1467"/>
                </a:lnTo>
                <a:lnTo>
                  <a:pt x="1045" y="1286"/>
                </a:lnTo>
                <a:lnTo>
                  <a:pt x="1065" y="1206"/>
                </a:lnTo>
                <a:lnTo>
                  <a:pt x="1105" y="1145"/>
                </a:lnTo>
                <a:lnTo>
                  <a:pt x="1246" y="1045"/>
                </a:lnTo>
                <a:lnTo>
                  <a:pt x="1386" y="945"/>
                </a:lnTo>
                <a:lnTo>
                  <a:pt x="1688" y="744"/>
                </a:lnTo>
                <a:lnTo>
                  <a:pt x="1547" y="684"/>
                </a:lnTo>
                <a:lnTo>
                  <a:pt x="1427" y="623"/>
                </a:lnTo>
                <a:lnTo>
                  <a:pt x="1306" y="543"/>
                </a:lnTo>
                <a:lnTo>
                  <a:pt x="1206" y="463"/>
                </a:lnTo>
                <a:lnTo>
                  <a:pt x="1105" y="362"/>
                </a:lnTo>
                <a:lnTo>
                  <a:pt x="1025" y="262"/>
                </a:lnTo>
                <a:lnTo>
                  <a:pt x="8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26"/>
          <p:cNvSpPr/>
          <p:nvPr/>
        </p:nvSpPr>
        <p:spPr>
          <a:xfrm>
            <a:off x="2962824" y="4910452"/>
            <a:ext cx="53445" cy="50368"/>
          </a:xfrm>
          <a:custGeom>
            <a:rect b="b" l="l" r="r" t="t"/>
            <a:pathLst>
              <a:path extrusionOk="0" h="1326" w="1407">
                <a:moveTo>
                  <a:pt x="684" y="0"/>
                </a:moveTo>
                <a:lnTo>
                  <a:pt x="1" y="663"/>
                </a:lnTo>
                <a:lnTo>
                  <a:pt x="724" y="1326"/>
                </a:lnTo>
                <a:lnTo>
                  <a:pt x="764" y="1225"/>
                </a:lnTo>
                <a:lnTo>
                  <a:pt x="824" y="1105"/>
                </a:lnTo>
                <a:lnTo>
                  <a:pt x="904" y="1024"/>
                </a:lnTo>
                <a:lnTo>
                  <a:pt x="985" y="944"/>
                </a:lnTo>
                <a:lnTo>
                  <a:pt x="1186" y="804"/>
                </a:lnTo>
                <a:lnTo>
                  <a:pt x="1406" y="683"/>
                </a:lnTo>
                <a:lnTo>
                  <a:pt x="1326" y="583"/>
                </a:lnTo>
                <a:lnTo>
                  <a:pt x="1246" y="522"/>
                </a:lnTo>
                <a:lnTo>
                  <a:pt x="1045" y="402"/>
                </a:lnTo>
                <a:lnTo>
                  <a:pt x="945" y="342"/>
                </a:lnTo>
                <a:lnTo>
                  <a:pt x="864" y="261"/>
                </a:lnTo>
                <a:lnTo>
                  <a:pt x="804" y="161"/>
                </a:lnTo>
                <a:lnTo>
                  <a:pt x="784" y="41"/>
                </a:lnTo>
                <a:lnTo>
                  <a:pt x="764" y="20"/>
                </a:lnTo>
                <a:lnTo>
                  <a:pt x="7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26"/>
          <p:cNvSpPr/>
          <p:nvPr/>
        </p:nvSpPr>
        <p:spPr>
          <a:xfrm>
            <a:off x="3127565" y="4911211"/>
            <a:ext cx="51166" cy="48089"/>
          </a:xfrm>
          <a:custGeom>
            <a:rect b="b" l="l" r="r" t="t"/>
            <a:pathLst>
              <a:path extrusionOk="0" h="1266" w="1347">
                <a:moveTo>
                  <a:pt x="664" y="0"/>
                </a:moveTo>
                <a:lnTo>
                  <a:pt x="1" y="623"/>
                </a:lnTo>
                <a:lnTo>
                  <a:pt x="684" y="1265"/>
                </a:lnTo>
                <a:lnTo>
                  <a:pt x="1346" y="603"/>
                </a:lnTo>
                <a:lnTo>
                  <a:pt x="6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26"/>
          <p:cNvSpPr/>
          <p:nvPr/>
        </p:nvSpPr>
        <p:spPr>
          <a:xfrm>
            <a:off x="2793525" y="5065279"/>
            <a:ext cx="58003" cy="53445"/>
          </a:xfrm>
          <a:custGeom>
            <a:rect b="b" l="l" r="r" t="t"/>
            <a:pathLst>
              <a:path extrusionOk="0" h="1407" w="1527">
                <a:moveTo>
                  <a:pt x="783" y="1"/>
                </a:moveTo>
                <a:lnTo>
                  <a:pt x="683" y="161"/>
                </a:lnTo>
                <a:lnTo>
                  <a:pt x="623" y="282"/>
                </a:lnTo>
                <a:lnTo>
                  <a:pt x="542" y="362"/>
                </a:lnTo>
                <a:lnTo>
                  <a:pt x="422" y="442"/>
                </a:lnTo>
                <a:lnTo>
                  <a:pt x="301" y="523"/>
                </a:lnTo>
                <a:lnTo>
                  <a:pt x="0" y="663"/>
                </a:lnTo>
                <a:lnTo>
                  <a:pt x="301" y="844"/>
                </a:lnTo>
                <a:lnTo>
                  <a:pt x="422" y="904"/>
                </a:lnTo>
                <a:lnTo>
                  <a:pt x="542" y="984"/>
                </a:lnTo>
                <a:lnTo>
                  <a:pt x="582" y="1045"/>
                </a:lnTo>
                <a:lnTo>
                  <a:pt x="603" y="1105"/>
                </a:lnTo>
                <a:lnTo>
                  <a:pt x="643" y="1225"/>
                </a:lnTo>
                <a:lnTo>
                  <a:pt x="683" y="1346"/>
                </a:lnTo>
                <a:lnTo>
                  <a:pt x="703" y="1386"/>
                </a:lnTo>
                <a:lnTo>
                  <a:pt x="763" y="1406"/>
                </a:lnTo>
                <a:lnTo>
                  <a:pt x="1526" y="68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26"/>
          <p:cNvSpPr/>
          <p:nvPr/>
        </p:nvSpPr>
        <p:spPr>
          <a:xfrm>
            <a:off x="2962065" y="5066038"/>
            <a:ext cx="53445" cy="50368"/>
          </a:xfrm>
          <a:custGeom>
            <a:rect b="b" l="l" r="r" t="t"/>
            <a:pathLst>
              <a:path extrusionOk="0" h="1326" w="1407">
                <a:moveTo>
                  <a:pt x="704" y="1"/>
                </a:moveTo>
                <a:lnTo>
                  <a:pt x="1" y="663"/>
                </a:lnTo>
                <a:lnTo>
                  <a:pt x="704" y="1326"/>
                </a:lnTo>
                <a:lnTo>
                  <a:pt x="1406" y="66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26"/>
          <p:cNvSpPr/>
          <p:nvPr/>
        </p:nvSpPr>
        <p:spPr>
          <a:xfrm>
            <a:off x="3128363" y="4600038"/>
            <a:ext cx="50368" cy="46532"/>
          </a:xfrm>
          <a:custGeom>
            <a:rect b="b" l="l" r="r" t="t"/>
            <a:pathLst>
              <a:path extrusionOk="0" h="1225" w="1326">
                <a:moveTo>
                  <a:pt x="643" y="0"/>
                </a:moveTo>
                <a:lnTo>
                  <a:pt x="0" y="622"/>
                </a:lnTo>
                <a:lnTo>
                  <a:pt x="643" y="1225"/>
                </a:lnTo>
                <a:lnTo>
                  <a:pt x="1325" y="643"/>
                </a:lnTo>
                <a:lnTo>
                  <a:pt x="6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26"/>
          <p:cNvSpPr/>
          <p:nvPr/>
        </p:nvSpPr>
        <p:spPr>
          <a:xfrm>
            <a:off x="3292344" y="4602317"/>
            <a:ext cx="49608" cy="44253"/>
          </a:xfrm>
          <a:custGeom>
            <a:rect b="b" l="l" r="r" t="t"/>
            <a:pathLst>
              <a:path extrusionOk="0" h="1165" w="1306">
                <a:moveTo>
                  <a:pt x="663" y="0"/>
                </a:moveTo>
                <a:lnTo>
                  <a:pt x="0" y="562"/>
                </a:lnTo>
                <a:lnTo>
                  <a:pt x="643" y="1165"/>
                </a:lnTo>
                <a:lnTo>
                  <a:pt x="1305" y="58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26"/>
          <p:cNvSpPr/>
          <p:nvPr/>
        </p:nvSpPr>
        <p:spPr>
          <a:xfrm>
            <a:off x="2634862" y="4600038"/>
            <a:ext cx="53445" cy="54167"/>
          </a:xfrm>
          <a:custGeom>
            <a:rect b="b" l="l" r="r" t="t"/>
            <a:pathLst>
              <a:path extrusionOk="0" h="1426" w="1407">
                <a:moveTo>
                  <a:pt x="683" y="0"/>
                </a:moveTo>
                <a:lnTo>
                  <a:pt x="1" y="622"/>
                </a:lnTo>
                <a:lnTo>
                  <a:pt x="804" y="1426"/>
                </a:lnTo>
                <a:lnTo>
                  <a:pt x="804" y="1265"/>
                </a:lnTo>
                <a:lnTo>
                  <a:pt x="824" y="1145"/>
                </a:lnTo>
                <a:lnTo>
                  <a:pt x="864" y="1024"/>
                </a:lnTo>
                <a:lnTo>
                  <a:pt x="904" y="944"/>
                </a:lnTo>
                <a:lnTo>
                  <a:pt x="985" y="884"/>
                </a:lnTo>
                <a:lnTo>
                  <a:pt x="1065" y="823"/>
                </a:lnTo>
                <a:lnTo>
                  <a:pt x="1165" y="783"/>
                </a:lnTo>
                <a:lnTo>
                  <a:pt x="1286" y="763"/>
                </a:lnTo>
                <a:lnTo>
                  <a:pt x="1326" y="743"/>
                </a:lnTo>
                <a:lnTo>
                  <a:pt x="1366" y="703"/>
                </a:lnTo>
                <a:lnTo>
                  <a:pt x="1386" y="683"/>
                </a:lnTo>
                <a:lnTo>
                  <a:pt x="1406" y="643"/>
                </a:lnTo>
                <a:lnTo>
                  <a:pt x="1386" y="602"/>
                </a:lnTo>
                <a:lnTo>
                  <a:pt x="1366" y="562"/>
                </a:lnTo>
                <a:lnTo>
                  <a:pt x="1306" y="502"/>
                </a:lnTo>
                <a:lnTo>
                  <a:pt x="1145" y="442"/>
                </a:lnTo>
                <a:lnTo>
                  <a:pt x="985" y="361"/>
                </a:lnTo>
                <a:lnTo>
                  <a:pt x="924" y="321"/>
                </a:lnTo>
                <a:lnTo>
                  <a:pt x="864" y="261"/>
                </a:lnTo>
                <a:lnTo>
                  <a:pt x="824" y="181"/>
                </a:lnTo>
                <a:lnTo>
                  <a:pt x="804" y="80"/>
                </a:lnTo>
                <a:lnTo>
                  <a:pt x="784" y="40"/>
                </a:lnTo>
                <a:lnTo>
                  <a:pt x="74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26"/>
          <p:cNvSpPr/>
          <p:nvPr/>
        </p:nvSpPr>
        <p:spPr>
          <a:xfrm>
            <a:off x="2634862" y="4754865"/>
            <a:ext cx="52685" cy="49608"/>
          </a:xfrm>
          <a:custGeom>
            <a:rect b="b" l="l" r="r" t="t"/>
            <a:pathLst>
              <a:path extrusionOk="0" h="1306" w="1387">
                <a:moveTo>
                  <a:pt x="663" y="0"/>
                </a:moveTo>
                <a:lnTo>
                  <a:pt x="583" y="60"/>
                </a:lnTo>
                <a:lnTo>
                  <a:pt x="523" y="141"/>
                </a:lnTo>
                <a:lnTo>
                  <a:pt x="422" y="301"/>
                </a:lnTo>
                <a:lnTo>
                  <a:pt x="342" y="382"/>
                </a:lnTo>
                <a:lnTo>
                  <a:pt x="262" y="462"/>
                </a:lnTo>
                <a:lnTo>
                  <a:pt x="161" y="522"/>
                </a:lnTo>
                <a:lnTo>
                  <a:pt x="41" y="542"/>
                </a:lnTo>
                <a:lnTo>
                  <a:pt x="21" y="562"/>
                </a:lnTo>
                <a:lnTo>
                  <a:pt x="21" y="603"/>
                </a:lnTo>
                <a:lnTo>
                  <a:pt x="1" y="643"/>
                </a:lnTo>
                <a:lnTo>
                  <a:pt x="663" y="1305"/>
                </a:lnTo>
                <a:lnTo>
                  <a:pt x="138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26"/>
          <p:cNvSpPr/>
          <p:nvPr/>
        </p:nvSpPr>
        <p:spPr>
          <a:xfrm>
            <a:off x="3290787" y="5066798"/>
            <a:ext cx="51925" cy="48089"/>
          </a:xfrm>
          <a:custGeom>
            <a:rect b="b" l="l" r="r" t="t"/>
            <a:pathLst>
              <a:path extrusionOk="0" h="1266" w="1367">
                <a:moveTo>
                  <a:pt x="704" y="1"/>
                </a:moveTo>
                <a:lnTo>
                  <a:pt x="1" y="623"/>
                </a:lnTo>
                <a:lnTo>
                  <a:pt x="704" y="1266"/>
                </a:lnTo>
                <a:lnTo>
                  <a:pt x="1366" y="64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26"/>
          <p:cNvSpPr/>
          <p:nvPr/>
        </p:nvSpPr>
        <p:spPr>
          <a:xfrm>
            <a:off x="2633342" y="5066038"/>
            <a:ext cx="55724" cy="53445"/>
          </a:xfrm>
          <a:custGeom>
            <a:rect b="b" l="l" r="r" t="t"/>
            <a:pathLst>
              <a:path extrusionOk="0" h="1407" w="1467">
                <a:moveTo>
                  <a:pt x="703" y="1"/>
                </a:moveTo>
                <a:lnTo>
                  <a:pt x="0" y="663"/>
                </a:lnTo>
                <a:lnTo>
                  <a:pt x="804" y="1406"/>
                </a:lnTo>
                <a:lnTo>
                  <a:pt x="824" y="1246"/>
                </a:lnTo>
                <a:lnTo>
                  <a:pt x="864" y="1125"/>
                </a:lnTo>
                <a:lnTo>
                  <a:pt x="944" y="1025"/>
                </a:lnTo>
                <a:lnTo>
                  <a:pt x="1045" y="944"/>
                </a:lnTo>
                <a:lnTo>
                  <a:pt x="1145" y="884"/>
                </a:lnTo>
                <a:lnTo>
                  <a:pt x="1245" y="824"/>
                </a:lnTo>
                <a:lnTo>
                  <a:pt x="1466" y="683"/>
                </a:lnTo>
                <a:lnTo>
                  <a:pt x="7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26"/>
          <p:cNvSpPr/>
          <p:nvPr/>
        </p:nvSpPr>
        <p:spPr>
          <a:xfrm>
            <a:off x="3291584" y="4757144"/>
            <a:ext cx="51128" cy="45050"/>
          </a:xfrm>
          <a:custGeom>
            <a:rect b="b" l="l" r="r" t="t"/>
            <a:pathLst>
              <a:path extrusionOk="0" h="1186" w="1346">
                <a:moveTo>
                  <a:pt x="663" y="0"/>
                </a:moveTo>
                <a:lnTo>
                  <a:pt x="0" y="583"/>
                </a:lnTo>
                <a:lnTo>
                  <a:pt x="663" y="1185"/>
                </a:lnTo>
                <a:lnTo>
                  <a:pt x="1345" y="60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26"/>
          <p:cNvSpPr/>
          <p:nvPr/>
        </p:nvSpPr>
        <p:spPr>
          <a:xfrm>
            <a:off x="2468601" y="5064519"/>
            <a:ext cx="58763" cy="54964"/>
          </a:xfrm>
          <a:custGeom>
            <a:rect b="b" l="l" r="r" t="t"/>
            <a:pathLst>
              <a:path extrusionOk="0" h="1447" w="1547">
                <a:moveTo>
                  <a:pt x="763" y="0"/>
                </a:moveTo>
                <a:lnTo>
                  <a:pt x="0" y="703"/>
                </a:lnTo>
                <a:lnTo>
                  <a:pt x="804" y="1446"/>
                </a:lnTo>
                <a:lnTo>
                  <a:pt x="824" y="1306"/>
                </a:lnTo>
                <a:lnTo>
                  <a:pt x="884" y="1165"/>
                </a:lnTo>
                <a:lnTo>
                  <a:pt x="964" y="1065"/>
                </a:lnTo>
                <a:lnTo>
                  <a:pt x="1065" y="984"/>
                </a:lnTo>
                <a:lnTo>
                  <a:pt x="1165" y="904"/>
                </a:lnTo>
                <a:lnTo>
                  <a:pt x="1285" y="844"/>
                </a:lnTo>
                <a:lnTo>
                  <a:pt x="1546" y="683"/>
                </a:lnTo>
                <a:lnTo>
                  <a:pt x="1245" y="543"/>
                </a:lnTo>
                <a:lnTo>
                  <a:pt x="1125" y="482"/>
                </a:lnTo>
                <a:lnTo>
                  <a:pt x="1024" y="402"/>
                </a:lnTo>
                <a:lnTo>
                  <a:pt x="944" y="322"/>
                </a:lnTo>
                <a:lnTo>
                  <a:pt x="864" y="201"/>
                </a:lnTo>
                <a:lnTo>
                  <a:pt x="7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26"/>
          <p:cNvSpPr/>
          <p:nvPr/>
        </p:nvSpPr>
        <p:spPr>
          <a:xfrm>
            <a:off x="3290787" y="4912731"/>
            <a:ext cx="51925" cy="46570"/>
          </a:xfrm>
          <a:custGeom>
            <a:rect b="b" l="l" r="r" t="t"/>
            <a:pathLst>
              <a:path extrusionOk="0" h="1226" w="1367">
                <a:moveTo>
                  <a:pt x="704" y="1"/>
                </a:moveTo>
                <a:lnTo>
                  <a:pt x="1" y="583"/>
                </a:lnTo>
                <a:lnTo>
                  <a:pt x="704" y="1225"/>
                </a:lnTo>
                <a:lnTo>
                  <a:pt x="1366" y="58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26"/>
          <p:cNvSpPr/>
          <p:nvPr/>
        </p:nvSpPr>
        <p:spPr>
          <a:xfrm>
            <a:off x="2634102" y="4909692"/>
            <a:ext cx="53445" cy="54964"/>
          </a:xfrm>
          <a:custGeom>
            <a:rect b="b" l="l" r="r" t="t"/>
            <a:pathLst>
              <a:path extrusionOk="0" h="1447" w="1407">
                <a:moveTo>
                  <a:pt x="683" y="0"/>
                </a:moveTo>
                <a:lnTo>
                  <a:pt x="603" y="81"/>
                </a:lnTo>
                <a:lnTo>
                  <a:pt x="543" y="161"/>
                </a:lnTo>
                <a:lnTo>
                  <a:pt x="422" y="342"/>
                </a:lnTo>
                <a:lnTo>
                  <a:pt x="362" y="422"/>
                </a:lnTo>
                <a:lnTo>
                  <a:pt x="262" y="482"/>
                </a:lnTo>
                <a:lnTo>
                  <a:pt x="161" y="542"/>
                </a:lnTo>
                <a:lnTo>
                  <a:pt x="41" y="563"/>
                </a:lnTo>
                <a:lnTo>
                  <a:pt x="21" y="583"/>
                </a:lnTo>
                <a:lnTo>
                  <a:pt x="21" y="643"/>
                </a:lnTo>
                <a:lnTo>
                  <a:pt x="1" y="763"/>
                </a:lnTo>
                <a:lnTo>
                  <a:pt x="221" y="864"/>
                </a:lnTo>
                <a:lnTo>
                  <a:pt x="322" y="904"/>
                </a:lnTo>
                <a:lnTo>
                  <a:pt x="422" y="964"/>
                </a:lnTo>
                <a:lnTo>
                  <a:pt x="503" y="1085"/>
                </a:lnTo>
                <a:lnTo>
                  <a:pt x="563" y="1185"/>
                </a:lnTo>
                <a:lnTo>
                  <a:pt x="703" y="1446"/>
                </a:lnTo>
                <a:lnTo>
                  <a:pt x="1406" y="683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26"/>
          <p:cNvSpPr/>
          <p:nvPr/>
        </p:nvSpPr>
        <p:spPr>
          <a:xfrm>
            <a:off x="2470121" y="4901297"/>
            <a:ext cx="57243" cy="60282"/>
          </a:xfrm>
          <a:custGeom>
            <a:rect b="b" l="l" r="r" t="t"/>
            <a:pathLst>
              <a:path extrusionOk="0" h="1587" w="1507">
                <a:moveTo>
                  <a:pt x="683" y="0"/>
                </a:moveTo>
                <a:lnTo>
                  <a:pt x="563" y="302"/>
                </a:lnTo>
                <a:lnTo>
                  <a:pt x="502" y="422"/>
                </a:lnTo>
                <a:lnTo>
                  <a:pt x="422" y="522"/>
                </a:lnTo>
                <a:lnTo>
                  <a:pt x="342" y="623"/>
                </a:lnTo>
                <a:lnTo>
                  <a:pt x="262" y="683"/>
                </a:lnTo>
                <a:lnTo>
                  <a:pt x="161" y="743"/>
                </a:lnTo>
                <a:lnTo>
                  <a:pt x="41" y="784"/>
                </a:lnTo>
                <a:lnTo>
                  <a:pt x="21" y="804"/>
                </a:lnTo>
                <a:lnTo>
                  <a:pt x="0" y="844"/>
                </a:lnTo>
                <a:lnTo>
                  <a:pt x="0" y="904"/>
                </a:lnTo>
                <a:lnTo>
                  <a:pt x="764" y="1587"/>
                </a:lnTo>
                <a:lnTo>
                  <a:pt x="824" y="1406"/>
                </a:lnTo>
                <a:lnTo>
                  <a:pt x="864" y="1306"/>
                </a:lnTo>
                <a:lnTo>
                  <a:pt x="904" y="1245"/>
                </a:lnTo>
                <a:lnTo>
                  <a:pt x="1045" y="1165"/>
                </a:lnTo>
                <a:lnTo>
                  <a:pt x="1185" y="1065"/>
                </a:lnTo>
                <a:lnTo>
                  <a:pt x="1506" y="884"/>
                </a:lnTo>
                <a:lnTo>
                  <a:pt x="1225" y="743"/>
                </a:lnTo>
                <a:lnTo>
                  <a:pt x="1105" y="663"/>
                </a:lnTo>
                <a:lnTo>
                  <a:pt x="1004" y="583"/>
                </a:lnTo>
                <a:lnTo>
                  <a:pt x="904" y="482"/>
                </a:lnTo>
                <a:lnTo>
                  <a:pt x="824" y="342"/>
                </a:lnTo>
                <a:lnTo>
                  <a:pt x="743" y="201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26"/>
          <p:cNvSpPr/>
          <p:nvPr/>
        </p:nvSpPr>
        <p:spPr>
          <a:xfrm>
            <a:off x="2302341" y="5065279"/>
            <a:ext cx="58003" cy="51128"/>
          </a:xfrm>
          <a:custGeom>
            <a:rect b="b" l="l" r="r" t="t"/>
            <a:pathLst>
              <a:path extrusionOk="0" h="1346" w="1527">
                <a:moveTo>
                  <a:pt x="783" y="1"/>
                </a:moveTo>
                <a:lnTo>
                  <a:pt x="0" y="723"/>
                </a:lnTo>
                <a:lnTo>
                  <a:pt x="221" y="824"/>
                </a:lnTo>
                <a:lnTo>
                  <a:pt x="422" y="944"/>
                </a:lnTo>
                <a:lnTo>
                  <a:pt x="522" y="1025"/>
                </a:lnTo>
                <a:lnTo>
                  <a:pt x="582" y="1105"/>
                </a:lnTo>
                <a:lnTo>
                  <a:pt x="643" y="1205"/>
                </a:lnTo>
                <a:lnTo>
                  <a:pt x="703" y="1326"/>
                </a:lnTo>
                <a:lnTo>
                  <a:pt x="723" y="1346"/>
                </a:lnTo>
                <a:lnTo>
                  <a:pt x="783" y="1346"/>
                </a:lnTo>
                <a:lnTo>
                  <a:pt x="1526" y="66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26"/>
          <p:cNvSpPr/>
          <p:nvPr/>
        </p:nvSpPr>
        <p:spPr>
          <a:xfrm>
            <a:off x="2304620" y="4910452"/>
            <a:ext cx="54926" cy="50368"/>
          </a:xfrm>
          <a:custGeom>
            <a:rect b="b" l="l" r="r" t="t"/>
            <a:pathLst>
              <a:path extrusionOk="0" h="1326" w="1446">
                <a:moveTo>
                  <a:pt x="703" y="0"/>
                </a:moveTo>
                <a:lnTo>
                  <a:pt x="0" y="663"/>
                </a:lnTo>
                <a:lnTo>
                  <a:pt x="723" y="1326"/>
                </a:lnTo>
                <a:lnTo>
                  <a:pt x="1446" y="663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26"/>
          <p:cNvSpPr/>
          <p:nvPr/>
        </p:nvSpPr>
        <p:spPr>
          <a:xfrm>
            <a:off x="3454806" y="5069077"/>
            <a:ext cx="52647" cy="44291"/>
          </a:xfrm>
          <a:custGeom>
            <a:rect b="b" l="l" r="r" t="t"/>
            <a:pathLst>
              <a:path extrusionOk="0" h="1166" w="1386">
                <a:moveTo>
                  <a:pt x="683" y="1"/>
                </a:moveTo>
                <a:lnTo>
                  <a:pt x="0" y="563"/>
                </a:lnTo>
                <a:lnTo>
                  <a:pt x="723" y="1166"/>
                </a:lnTo>
                <a:lnTo>
                  <a:pt x="1386" y="543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26"/>
          <p:cNvSpPr/>
          <p:nvPr/>
        </p:nvSpPr>
        <p:spPr>
          <a:xfrm>
            <a:off x="2468601" y="4756385"/>
            <a:ext cx="56484" cy="48849"/>
          </a:xfrm>
          <a:custGeom>
            <a:rect b="b" l="l" r="r" t="t"/>
            <a:pathLst>
              <a:path extrusionOk="0" h="1286" w="1487">
                <a:moveTo>
                  <a:pt x="743" y="0"/>
                </a:moveTo>
                <a:lnTo>
                  <a:pt x="0" y="623"/>
                </a:lnTo>
                <a:lnTo>
                  <a:pt x="783" y="1285"/>
                </a:lnTo>
                <a:lnTo>
                  <a:pt x="884" y="1085"/>
                </a:lnTo>
                <a:lnTo>
                  <a:pt x="944" y="984"/>
                </a:lnTo>
                <a:lnTo>
                  <a:pt x="1004" y="884"/>
                </a:lnTo>
                <a:lnTo>
                  <a:pt x="1125" y="824"/>
                </a:lnTo>
                <a:lnTo>
                  <a:pt x="1245" y="763"/>
                </a:lnTo>
                <a:lnTo>
                  <a:pt x="1486" y="643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26"/>
          <p:cNvSpPr/>
          <p:nvPr/>
        </p:nvSpPr>
        <p:spPr>
          <a:xfrm>
            <a:off x="2466322" y="4600798"/>
            <a:ext cx="55686" cy="46532"/>
          </a:xfrm>
          <a:custGeom>
            <a:rect b="b" l="l" r="r" t="t"/>
            <a:pathLst>
              <a:path extrusionOk="0" h="1225" w="1466">
                <a:moveTo>
                  <a:pt x="783" y="0"/>
                </a:moveTo>
                <a:lnTo>
                  <a:pt x="0" y="663"/>
                </a:lnTo>
                <a:lnTo>
                  <a:pt x="221" y="743"/>
                </a:lnTo>
                <a:lnTo>
                  <a:pt x="341" y="783"/>
                </a:lnTo>
                <a:lnTo>
                  <a:pt x="422" y="843"/>
                </a:lnTo>
                <a:lnTo>
                  <a:pt x="522" y="924"/>
                </a:lnTo>
                <a:lnTo>
                  <a:pt x="582" y="1004"/>
                </a:lnTo>
                <a:lnTo>
                  <a:pt x="643" y="1084"/>
                </a:lnTo>
                <a:lnTo>
                  <a:pt x="703" y="1205"/>
                </a:lnTo>
                <a:lnTo>
                  <a:pt x="723" y="1225"/>
                </a:lnTo>
                <a:lnTo>
                  <a:pt x="783" y="1225"/>
                </a:lnTo>
                <a:lnTo>
                  <a:pt x="1466" y="602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26"/>
          <p:cNvSpPr/>
          <p:nvPr/>
        </p:nvSpPr>
        <p:spPr>
          <a:xfrm>
            <a:off x="3453249" y="4914250"/>
            <a:ext cx="54205" cy="44291"/>
          </a:xfrm>
          <a:custGeom>
            <a:rect b="b" l="l" r="r" t="t"/>
            <a:pathLst>
              <a:path extrusionOk="0" h="1166" w="1427">
                <a:moveTo>
                  <a:pt x="724" y="1"/>
                </a:moveTo>
                <a:lnTo>
                  <a:pt x="1" y="603"/>
                </a:lnTo>
                <a:lnTo>
                  <a:pt x="242" y="683"/>
                </a:lnTo>
                <a:lnTo>
                  <a:pt x="342" y="724"/>
                </a:lnTo>
                <a:lnTo>
                  <a:pt x="423" y="784"/>
                </a:lnTo>
                <a:lnTo>
                  <a:pt x="503" y="864"/>
                </a:lnTo>
                <a:lnTo>
                  <a:pt x="563" y="965"/>
                </a:lnTo>
                <a:lnTo>
                  <a:pt x="684" y="1165"/>
                </a:lnTo>
                <a:lnTo>
                  <a:pt x="1427" y="543"/>
                </a:lnTo>
                <a:lnTo>
                  <a:pt x="7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26"/>
          <p:cNvSpPr/>
          <p:nvPr/>
        </p:nvSpPr>
        <p:spPr>
          <a:xfrm>
            <a:off x="3455566" y="4758664"/>
            <a:ext cx="45772" cy="42733"/>
          </a:xfrm>
          <a:custGeom>
            <a:rect b="b" l="l" r="r" t="t"/>
            <a:pathLst>
              <a:path extrusionOk="0" h="1125" w="1205">
                <a:moveTo>
                  <a:pt x="663" y="1"/>
                </a:moveTo>
                <a:lnTo>
                  <a:pt x="0" y="543"/>
                </a:lnTo>
                <a:lnTo>
                  <a:pt x="703" y="1125"/>
                </a:lnTo>
                <a:lnTo>
                  <a:pt x="1205" y="663"/>
                </a:lnTo>
                <a:lnTo>
                  <a:pt x="6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26"/>
          <p:cNvSpPr/>
          <p:nvPr/>
        </p:nvSpPr>
        <p:spPr>
          <a:xfrm>
            <a:off x="2306140" y="4754105"/>
            <a:ext cx="53407" cy="49608"/>
          </a:xfrm>
          <a:custGeom>
            <a:rect b="b" l="l" r="r" t="t"/>
            <a:pathLst>
              <a:path extrusionOk="0" h="1306" w="1406">
                <a:moveTo>
                  <a:pt x="663" y="0"/>
                </a:moveTo>
                <a:lnTo>
                  <a:pt x="563" y="161"/>
                </a:lnTo>
                <a:lnTo>
                  <a:pt x="502" y="261"/>
                </a:lnTo>
                <a:lnTo>
                  <a:pt x="422" y="341"/>
                </a:lnTo>
                <a:lnTo>
                  <a:pt x="322" y="422"/>
                </a:lnTo>
                <a:lnTo>
                  <a:pt x="221" y="502"/>
                </a:lnTo>
                <a:lnTo>
                  <a:pt x="0" y="663"/>
                </a:lnTo>
                <a:lnTo>
                  <a:pt x="683" y="1305"/>
                </a:lnTo>
                <a:lnTo>
                  <a:pt x="140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26"/>
          <p:cNvSpPr/>
          <p:nvPr/>
        </p:nvSpPr>
        <p:spPr>
          <a:xfrm>
            <a:off x="2306899" y="4599241"/>
            <a:ext cx="54964" cy="48089"/>
          </a:xfrm>
          <a:custGeom>
            <a:rect b="b" l="l" r="r" t="t"/>
            <a:pathLst>
              <a:path extrusionOk="0" h="1266" w="1447">
                <a:moveTo>
                  <a:pt x="683" y="1"/>
                </a:moveTo>
                <a:lnTo>
                  <a:pt x="0" y="664"/>
                </a:lnTo>
                <a:lnTo>
                  <a:pt x="663" y="1266"/>
                </a:lnTo>
                <a:lnTo>
                  <a:pt x="1446" y="603"/>
                </a:lnTo>
                <a:lnTo>
                  <a:pt x="1165" y="503"/>
                </a:lnTo>
                <a:lnTo>
                  <a:pt x="1065" y="443"/>
                </a:lnTo>
                <a:lnTo>
                  <a:pt x="964" y="382"/>
                </a:lnTo>
                <a:lnTo>
                  <a:pt x="884" y="282"/>
                </a:lnTo>
                <a:lnTo>
                  <a:pt x="804" y="182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26"/>
          <p:cNvSpPr/>
          <p:nvPr/>
        </p:nvSpPr>
        <p:spPr>
          <a:xfrm>
            <a:off x="3456325" y="4603077"/>
            <a:ext cx="44253" cy="41214"/>
          </a:xfrm>
          <a:custGeom>
            <a:rect b="b" l="l" r="r" t="t"/>
            <a:pathLst>
              <a:path extrusionOk="0" h="1085" w="1165">
                <a:moveTo>
                  <a:pt x="643" y="0"/>
                </a:moveTo>
                <a:lnTo>
                  <a:pt x="0" y="563"/>
                </a:lnTo>
                <a:lnTo>
                  <a:pt x="443" y="911"/>
                </a:lnTo>
                <a:lnTo>
                  <a:pt x="443" y="911"/>
                </a:lnTo>
                <a:lnTo>
                  <a:pt x="1165" y="462"/>
                </a:lnTo>
                <a:lnTo>
                  <a:pt x="643" y="0"/>
                </a:lnTo>
                <a:close/>
                <a:moveTo>
                  <a:pt x="443" y="911"/>
                </a:moveTo>
                <a:lnTo>
                  <a:pt x="422" y="924"/>
                </a:lnTo>
                <a:lnTo>
                  <a:pt x="663" y="1085"/>
                </a:lnTo>
                <a:lnTo>
                  <a:pt x="443" y="91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"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27"/>
          <p:cNvSpPr txBox="1"/>
          <p:nvPr>
            <p:ph idx="1" type="subTitle"/>
          </p:nvPr>
        </p:nvSpPr>
        <p:spPr>
          <a:xfrm>
            <a:off x="9936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6" name="Google Shape;2196;p27"/>
          <p:cNvSpPr txBox="1"/>
          <p:nvPr>
            <p:ph idx="2" type="subTitle"/>
          </p:nvPr>
        </p:nvSpPr>
        <p:spPr>
          <a:xfrm>
            <a:off x="993600" y="3259225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7" name="Google Shape;2197;p27"/>
          <p:cNvSpPr txBox="1"/>
          <p:nvPr>
            <p:ph idx="3" type="subTitle"/>
          </p:nvPr>
        </p:nvSpPr>
        <p:spPr>
          <a:xfrm>
            <a:off x="35661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8" name="Google Shape;2198;p27"/>
          <p:cNvSpPr txBox="1"/>
          <p:nvPr>
            <p:ph idx="4" type="subTitle"/>
          </p:nvPr>
        </p:nvSpPr>
        <p:spPr>
          <a:xfrm>
            <a:off x="3566100" y="3259220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9" name="Google Shape;2199;p27"/>
          <p:cNvSpPr txBox="1"/>
          <p:nvPr>
            <p:ph idx="5" type="subTitle"/>
          </p:nvPr>
        </p:nvSpPr>
        <p:spPr>
          <a:xfrm>
            <a:off x="61386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200" name="Google Shape;2200;p27"/>
          <p:cNvSpPr txBox="1"/>
          <p:nvPr>
            <p:ph idx="6" type="subTitle"/>
          </p:nvPr>
        </p:nvSpPr>
        <p:spPr>
          <a:xfrm>
            <a:off x="6138600" y="3259220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01" name="Google Shape;2201;p27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2" name="Google Shape;2202;p27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27"/>
          <p:cNvSpPr/>
          <p:nvPr/>
        </p:nvSpPr>
        <p:spPr>
          <a:xfrm>
            <a:off x="8202150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27"/>
          <p:cNvSpPr/>
          <p:nvPr/>
        </p:nvSpPr>
        <p:spPr>
          <a:xfrm flipH="1">
            <a:off x="8104938" y="410087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27"/>
          <p:cNvSpPr/>
          <p:nvPr/>
        </p:nvSpPr>
        <p:spPr>
          <a:xfrm>
            <a:off x="484613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6" name="Google Shape;2206;p27"/>
          <p:cNvGrpSpPr/>
          <p:nvPr/>
        </p:nvGrpSpPr>
        <p:grpSpPr>
          <a:xfrm>
            <a:off x="8053502" y="4224312"/>
            <a:ext cx="754524" cy="750237"/>
            <a:chOff x="8523754" y="10"/>
            <a:chExt cx="516408" cy="513439"/>
          </a:xfrm>
        </p:grpSpPr>
        <p:sp>
          <p:nvSpPr>
            <p:cNvPr id="2207" name="Google Shape;2207;p27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9" name="Google Shape;2209;p27"/>
          <p:cNvSpPr/>
          <p:nvPr/>
        </p:nvSpPr>
        <p:spPr>
          <a:xfrm flipH="1" rot="5400000">
            <a:off x="2464850" y="-1754725"/>
            <a:ext cx="361800" cy="386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27"/>
          <p:cNvSpPr/>
          <p:nvPr/>
        </p:nvSpPr>
        <p:spPr>
          <a:xfrm flipH="1" rot="10800000">
            <a:off x="-971791" y="-267796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27"/>
          <p:cNvSpPr/>
          <p:nvPr/>
        </p:nvSpPr>
        <p:spPr>
          <a:xfrm flipH="1" rot="10800000">
            <a:off x="-890559" y="-202382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27"/>
          <p:cNvSpPr/>
          <p:nvPr/>
        </p:nvSpPr>
        <p:spPr>
          <a:xfrm flipH="1" rot="10800000">
            <a:off x="-789033" y="-90677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27"/>
          <p:cNvSpPr/>
          <p:nvPr/>
        </p:nvSpPr>
        <p:spPr>
          <a:xfrm flipH="1" rot="10800000">
            <a:off x="-655919" y="89851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27"/>
          <p:cNvSpPr/>
          <p:nvPr/>
        </p:nvSpPr>
        <p:spPr>
          <a:xfrm flipH="1" rot="10800000">
            <a:off x="33406" y="69343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27"/>
          <p:cNvSpPr/>
          <p:nvPr/>
        </p:nvSpPr>
        <p:spPr>
          <a:xfrm flipH="1" rot="10800000">
            <a:off x="90934" y="887489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27"/>
          <p:cNvSpPr/>
          <p:nvPr/>
        </p:nvSpPr>
        <p:spPr>
          <a:xfrm flipH="1" rot="10800000">
            <a:off x="66112" y="9134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27"/>
          <p:cNvSpPr/>
          <p:nvPr/>
        </p:nvSpPr>
        <p:spPr>
          <a:xfrm flipH="1" rot="5400000">
            <a:off x="-1584790" y="24860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27"/>
          <p:cNvSpPr/>
          <p:nvPr/>
        </p:nvSpPr>
        <p:spPr>
          <a:xfrm flipH="1" rot="5400000">
            <a:off x="-1296556" y="2431317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27"/>
          <p:cNvSpPr/>
          <p:nvPr/>
        </p:nvSpPr>
        <p:spPr>
          <a:xfrm flipH="1" rot="5400000">
            <a:off x="-809712" y="2540177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27"/>
          <p:cNvSpPr/>
          <p:nvPr/>
        </p:nvSpPr>
        <p:spPr>
          <a:xfrm flipH="1" rot="5400000">
            <a:off x="-346600" y="2805884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27"/>
          <p:cNvSpPr/>
          <p:nvPr/>
        </p:nvSpPr>
        <p:spPr>
          <a:xfrm>
            <a:off x="4176570" y="45583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2" name="Google Shape;2222;p27"/>
          <p:cNvGrpSpPr/>
          <p:nvPr/>
        </p:nvGrpSpPr>
        <p:grpSpPr>
          <a:xfrm>
            <a:off x="8520555" y="1997778"/>
            <a:ext cx="560659" cy="1147945"/>
            <a:chOff x="8491980" y="1997778"/>
            <a:chExt cx="560659" cy="1147945"/>
          </a:xfrm>
        </p:grpSpPr>
        <p:sp>
          <p:nvSpPr>
            <p:cNvPr id="2223" name="Google Shape;2223;p27"/>
            <p:cNvSpPr/>
            <p:nvPr/>
          </p:nvSpPr>
          <p:spPr>
            <a:xfrm>
              <a:off x="8990039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8991558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8989279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88268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8983923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8989279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88252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8987000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8989279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7"/>
            <p:cNvSpPr/>
            <p:nvPr/>
          </p:nvSpPr>
          <p:spPr>
            <a:xfrm>
              <a:off x="88245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7"/>
            <p:cNvSpPr/>
            <p:nvPr/>
          </p:nvSpPr>
          <p:spPr>
            <a:xfrm>
              <a:off x="8989279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88260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88283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86620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86613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88283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7"/>
            <p:cNvSpPr/>
            <p:nvPr/>
          </p:nvSpPr>
          <p:spPr>
            <a:xfrm>
              <a:off x="88268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7"/>
            <p:cNvSpPr/>
            <p:nvPr/>
          </p:nvSpPr>
          <p:spPr>
            <a:xfrm>
              <a:off x="86620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86620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86605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84919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88275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86635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7"/>
            <p:cNvSpPr/>
            <p:nvPr/>
          </p:nvSpPr>
          <p:spPr>
            <a:xfrm>
              <a:off x="84958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7"/>
            <p:cNvSpPr/>
            <p:nvPr/>
          </p:nvSpPr>
          <p:spPr>
            <a:xfrm>
              <a:off x="84980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84973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84958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86620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7"/>
            <p:cNvSpPr/>
            <p:nvPr/>
          </p:nvSpPr>
          <p:spPr>
            <a:xfrm>
              <a:off x="84973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7"/>
            <p:cNvSpPr/>
            <p:nvPr/>
          </p:nvSpPr>
          <p:spPr>
            <a:xfrm>
              <a:off x="86597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7"/>
            <p:cNvSpPr/>
            <p:nvPr/>
          </p:nvSpPr>
          <p:spPr>
            <a:xfrm>
              <a:off x="84996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7"/>
            <p:cNvSpPr/>
            <p:nvPr/>
          </p:nvSpPr>
          <p:spPr>
            <a:xfrm>
              <a:off x="85003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"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28"/>
          <p:cNvSpPr txBox="1"/>
          <p:nvPr>
            <p:ph idx="1" type="subTitle"/>
          </p:nvPr>
        </p:nvSpPr>
        <p:spPr>
          <a:xfrm>
            <a:off x="967008" y="2845925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57" name="Google Shape;2257;p28"/>
          <p:cNvSpPr txBox="1"/>
          <p:nvPr>
            <p:ph idx="2" type="subTitle"/>
          </p:nvPr>
        </p:nvSpPr>
        <p:spPr>
          <a:xfrm>
            <a:off x="838908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58" name="Google Shape;2258;p28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9" name="Google Shape;2259;p28"/>
          <p:cNvSpPr txBox="1"/>
          <p:nvPr>
            <p:ph idx="3" type="subTitle"/>
          </p:nvPr>
        </p:nvSpPr>
        <p:spPr>
          <a:xfrm>
            <a:off x="6749531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0" name="Google Shape;2260;p28"/>
          <p:cNvSpPr txBox="1"/>
          <p:nvPr>
            <p:ph idx="4" type="subTitle"/>
          </p:nvPr>
        </p:nvSpPr>
        <p:spPr>
          <a:xfrm>
            <a:off x="6621431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1" name="Google Shape;2261;p28"/>
          <p:cNvSpPr txBox="1"/>
          <p:nvPr>
            <p:ph idx="5" type="subTitle"/>
          </p:nvPr>
        </p:nvSpPr>
        <p:spPr>
          <a:xfrm>
            <a:off x="2894516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2" name="Google Shape;2262;p28"/>
          <p:cNvSpPr txBox="1"/>
          <p:nvPr>
            <p:ph idx="6" type="subTitle"/>
          </p:nvPr>
        </p:nvSpPr>
        <p:spPr>
          <a:xfrm>
            <a:off x="2768730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3" name="Google Shape;2263;p28"/>
          <p:cNvSpPr txBox="1"/>
          <p:nvPr>
            <p:ph idx="7" type="subTitle"/>
          </p:nvPr>
        </p:nvSpPr>
        <p:spPr>
          <a:xfrm>
            <a:off x="4822024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4" name="Google Shape;2264;p28"/>
          <p:cNvSpPr txBox="1"/>
          <p:nvPr>
            <p:ph idx="8" type="subTitle"/>
          </p:nvPr>
        </p:nvSpPr>
        <p:spPr>
          <a:xfrm>
            <a:off x="4694714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5" name="Google Shape;2265;p28"/>
          <p:cNvSpPr/>
          <p:nvPr/>
        </p:nvSpPr>
        <p:spPr>
          <a:xfrm flipH="1">
            <a:off x="0" y="4599425"/>
            <a:ext cx="9144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28"/>
          <p:cNvSpPr/>
          <p:nvPr/>
        </p:nvSpPr>
        <p:spPr>
          <a:xfrm flipH="1" rot="5400000">
            <a:off x="6236225" y="2200800"/>
            <a:ext cx="5137200" cy="7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28"/>
          <p:cNvSpPr/>
          <p:nvPr/>
        </p:nvSpPr>
        <p:spPr>
          <a:xfrm>
            <a:off x="8598938" y="1100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28"/>
          <p:cNvSpPr/>
          <p:nvPr/>
        </p:nvSpPr>
        <p:spPr>
          <a:xfrm>
            <a:off x="8598938" y="5672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28"/>
          <p:cNvSpPr/>
          <p:nvPr/>
        </p:nvSpPr>
        <p:spPr>
          <a:xfrm>
            <a:off x="84465" y="539495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28"/>
          <p:cNvSpPr/>
          <p:nvPr/>
        </p:nvSpPr>
        <p:spPr>
          <a:xfrm>
            <a:off x="84465" y="162170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28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28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28"/>
          <p:cNvSpPr/>
          <p:nvPr/>
        </p:nvSpPr>
        <p:spPr>
          <a:xfrm flipH="1">
            <a:off x="8512125" y="122974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28"/>
          <p:cNvSpPr/>
          <p:nvPr/>
        </p:nvSpPr>
        <p:spPr>
          <a:xfrm flipH="1">
            <a:off x="8656535" y="129856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8"/>
          <p:cNvSpPr/>
          <p:nvPr/>
        </p:nvSpPr>
        <p:spPr>
          <a:xfrm flipH="1">
            <a:off x="8801002" y="14080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28"/>
          <p:cNvSpPr/>
          <p:nvPr/>
        </p:nvSpPr>
        <p:spPr>
          <a:xfrm flipH="1">
            <a:off x="8548121" y="20426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28"/>
          <p:cNvSpPr/>
          <p:nvPr/>
        </p:nvSpPr>
        <p:spPr>
          <a:xfrm flipH="1">
            <a:off x="8697009" y="21655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28"/>
          <p:cNvSpPr/>
          <p:nvPr/>
        </p:nvSpPr>
        <p:spPr>
          <a:xfrm flipH="1">
            <a:off x="8639628" y="334584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28"/>
          <p:cNvSpPr/>
          <p:nvPr/>
        </p:nvSpPr>
        <p:spPr>
          <a:xfrm flipH="1">
            <a:off x="8944428" y="213617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0" name="Google Shape;2280;p28"/>
          <p:cNvGrpSpPr/>
          <p:nvPr/>
        </p:nvGrpSpPr>
        <p:grpSpPr>
          <a:xfrm>
            <a:off x="114483" y="4712891"/>
            <a:ext cx="1202833" cy="365416"/>
            <a:chOff x="114483" y="4665266"/>
            <a:chExt cx="1202833" cy="365416"/>
          </a:xfrm>
        </p:grpSpPr>
        <p:sp>
          <p:nvSpPr>
            <p:cNvPr id="2281" name="Google Shape;2281;p28"/>
            <p:cNvSpPr/>
            <p:nvPr/>
          </p:nvSpPr>
          <p:spPr>
            <a:xfrm>
              <a:off x="606426" y="46652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8"/>
            <p:cNvSpPr/>
            <p:nvPr/>
          </p:nvSpPr>
          <p:spPr>
            <a:xfrm>
              <a:off x="773446" y="46652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8"/>
            <p:cNvSpPr/>
            <p:nvPr/>
          </p:nvSpPr>
          <p:spPr>
            <a:xfrm>
              <a:off x="607946" y="48208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8"/>
            <p:cNvSpPr/>
            <p:nvPr/>
          </p:nvSpPr>
          <p:spPr>
            <a:xfrm>
              <a:off x="771167" y="48201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8"/>
            <p:cNvSpPr/>
            <p:nvPr/>
          </p:nvSpPr>
          <p:spPr>
            <a:xfrm>
              <a:off x="937428" y="48208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8"/>
            <p:cNvSpPr/>
            <p:nvPr/>
          </p:nvSpPr>
          <p:spPr>
            <a:xfrm>
              <a:off x="600311" y="49718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8"/>
            <p:cNvSpPr/>
            <p:nvPr/>
          </p:nvSpPr>
          <p:spPr>
            <a:xfrm>
              <a:off x="772687" y="49764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8"/>
            <p:cNvSpPr/>
            <p:nvPr/>
          </p:nvSpPr>
          <p:spPr>
            <a:xfrm>
              <a:off x="937428" y="49772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8"/>
            <p:cNvSpPr/>
            <p:nvPr/>
          </p:nvSpPr>
          <p:spPr>
            <a:xfrm>
              <a:off x="938225" y="46660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8"/>
            <p:cNvSpPr/>
            <p:nvPr/>
          </p:nvSpPr>
          <p:spPr>
            <a:xfrm>
              <a:off x="1102207" y="46683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8"/>
            <p:cNvSpPr/>
            <p:nvPr/>
          </p:nvSpPr>
          <p:spPr>
            <a:xfrm>
              <a:off x="444724" y="46660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8"/>
            <p:cNvSpPr/>
            <p:nvPr/>
          </p:nvSpPr>
          <p:spPr>
            <a:xfrm>
              <a:off x="444724" y="48208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8"/>
            <p:cNvSpPr/>
            <p:nvPr/>
          </p:nvSpPr>
          <p:spPr>
            <a:xfrm>
              <a:off x="1101447" y="48231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8"/>
            <p:cNvSpPr/>
            <p:nvPr/>
          </p:nvSpPr>
          <p:spPr>
            <a:xfrm>
              <a:off x="1100649" y="49787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8"/>
            <p:cNvSpPr/>
            <p:nvPr/>
          </p:nvSpPr>
          <p:spPr>
            <a:xfrm>
              <a:off x="443965" y="49757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8"/>
            <p:cNvSpPr/>
            <p:nvPr/>
          </p:nvSpPr>
          <p:spPr>
            <a:xfrm>
              <a:off x="279983" y="49673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8"/>
            <p:cNvSpPr/>
            <p:nvPr/>
          </p:nvSpPr>
          <p:spPr>
            <a:xfrm>
              <a:off x="114483" y="49764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8"/>
            <p:cNvSpPr/>
            <p:nvPr/>
          </p:nvSpPr>
          <p:spPr>
            <a:xfrm>
              <a:off x="278464" y="48224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8"/>
            <p:cNvSpPr/>
            <p:nvPr/>
          </p:nvSpPr>
          <p:spPr>
            <a:xfrm>
              <a:off x="276185" y="46668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8"/>
            <p:cNvSpPr/>
            <p:nvPr/>
          </p:nvSpPr>
          <p:spPr>
            <a:xfrm>
              <a:off x="1263111" y="49802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8"/>
            <p:cNvSpPr/>
            <p:nvPr/>
          </p:nvSpPr>
          <p:spPr>
            <a:xfrm>
              <a:off x="1265428" y="48246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8"/>
            <p:cNvSpPr/>
            <p:nvPr/>
          </p:nvSpPr>
          <p:spPr>
            <a:xfrm>
              <a:off x="116002" y="48201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8"/>
            <p:cNvSpPr/>
            <p:nvPr/>
          </p:nvSpPr>
          <p:spPr>
            <a:xfrm>
              <a:off x="116762" y="46652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8"/>
            <p:cNvSpPr/>
            <p:nvPr/>
          </p:nvSpPr>
          <p:spPr>
            <a:xfrm>
              <a:off x="1266188" y="46691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5" name="Google Shape;2305;p28"/>
          <p:cNvSpPr/>
          <p:nvPr/>
        </p:nvSpPr>
        <p:spPr>
          <a:xfrm flipH="1" rot="-5400000">
            <a:off x="2064746" y="41757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28"/>
          <p:cNvSpPr/>
          <p:nvPr/>
        </p:nvSpPr>
        <p:spPr>
          <a:xfrm flipH="1" rot="-5400000">
            <a:off x="2293713" y="43618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28"/>
          <p:cNvSpPr/>
          <p:nvPr/>
        </p:nvSpPr>
        <p:spPr>
          <a:xfrm flipH="1">
            <a:off x="3430512" y="47172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28"/>
          <p:cNvSpPr/>
          <p:nvPr/>
        </p:nvSpPr>
        <p:spPr>
          <a:xfrm flipH="1">
            <a:off x="3652804" y="48842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28"/>
          <p:cNvSpPr/>
          <p:nvPr/>
        </p:nvSpPr>
        <p:spPr>
          <a:xfrm flipH="1">
            <a:off x="3534228" y="47079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28"/>
          <p:cNvSpPr/>
          <p:nvPr/>
        </p:nvSpPr>
        <p:spPr>
          <a:xfrm flipH="1">
            <a:off x="2391228" y="47460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28"/>
          <p:cNvSpPr/>
          <p:nvPr/>
        </p:nvSpPr>
        <p:spPr>
          <a:xfrm flipH="1" rot="-3180058">
            <a:off x="5343286" y="4027976"/>
            <a:ext cx="1596428" cy="180294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28"/>
          <p:cNvSpPr/>
          <p:nvPr/>
        </p:nvSpPr>
        <p:spPr>
          <a:xfrm flipH="1" rot="-3180058">
            <a:off x="5463808" y="4095264"/>
            <a:ext cx="1395610" cy="1650658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28"/>
          <p:cNvSpPr/>
          <p:nvPr/>
        </p:nvSpPr>
        <p:spPr>
          <a:xfrm flipH="1" rot="-3180058">
            <a:off x="5564439" y="4207411"/>
            <a:ext cx="1193673" cy="142725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28"/>
          <p:cNvSpPr/>
          <p:nvPr/>
        </p:nvSpPr>
        <p:spPr>
          <a:xfrm flipH="1" rot="-3180058">
            <a:off x="5703015" y="4346858"/>
            <a:ext cx="901503" cy="1104557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28"/>
          <p:cNvSpPr/>
          <p:nvPr/>
        </p:nvSpPr>
        <p:spPr>
          <a:xfrm flipH="1" rot="-3180058">
            <a:off x="5708441" y="4798372"/>
            <a:ext cx="130935" cy="39045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28"/>
          <p:cNvSpPr/>
          <p:nvPr/>
        </p:nvSpPr>
        <p:spPr>
          <a:xfrm flipH="1" rot="-3180058">
            <a:off x="5753849" y="4945467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28"/>
          <p:cNvSpPr/>
          <p:nvPr/>
        </p:nvSpPr>
        <p:spPr>
          <a:xfrm flipH="1" rot="-3180058">
            <a:off x="5727684" y="4970958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28"/>
          <p:cNvSpPr/>
          <p:nvPr/>
        </p:nvSpPr>
        <p:spPr>
          <a:xfrm flipH="1">
            <a:off x="5972628" y="46698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28"/>
          <p:cNvSpPr/>
          <p:nvPr/>
        </p:nvSpPr>
        <p:spPr>
          <a:xfrm flipH="1">
            <a:off x="6582228" y="50508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14"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29"/>
          <p:cNvSpPr txBox="1"/>
          <p:nvPr>
            <p:ph idx="1" type="subTitle"/>
          </p:nvPr>
        </p:nvSpPr>
        <p:spPr>
          <a:xfrm>
            <a:off x="751605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2" name="Google Shape;2322;p29"/>
          <p:cNvSpPr txBox="1"/>
          <p:nvPr>
            <p:ph idx="2" type="subTitle"/>
          </p:nvPr>
        </p:nvSpPr>
        <p:spPr>
          <a:xfrm>
            <a:off x="751605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3" name="Google Shape;2323;p29"/>
          <p:cNvSpPr txBox="1"/>
          <p:nvPr>
            <p:ph idx="3" type="subTitle"/>
          </p:nvPr>
        </p:nvSpPr>
        <p:spPr>
          <a:xfrm>
            <a:off x="2296028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4" name="Google Shape;2324;p29"/>
          <p:cNvSpPr txBox="1"/>
          <p:nvPr>
            <p:ph idx="4" type="subTitle"/>
          </p:nvPr>
        </p:nvSpPr>
        <p:spPr>
          <a:xfrm>
            <a:off x="2296028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5" name="Google Shape;2325;p29"/>
          <p:cNvSpPr txBox="1"/>
          <p:nvPr>
            <p:ph idx="5" type="subTitle"/>
          </p:nvPr>
        </p:nvSpPr>
        <p:spPr>
          <a:xfrm>
            <a:off x="3840450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6" name="Google Shape;2326;p29"/>
          <p:cNvSpPr txBox="1"/>
          <p:nvPr>
            <p:ph idx="6" type="subTitle"/>
          </p:nvPr>
        </p:nvSpPr>
        <p:spPr>
          <a:xfrm>
            <a:off x="3840450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7" name="Google Shape;2327;p29"/>
          <p:cNvSpPr txBox="1"/>
          <p:nvPr>
            <p:ph idx="7" type="subTitle"/>
          </p:nvPr>
        </p:nvSpPr>
        <p:spPr>
          <a:xfrm>
            <a:off x="5384872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8" name="Google Shape;2328;p29"/>
          <p:cNvSpPr txBox="1"/>
          <p:nvPr>
            <p:ph idx="8" type="subTitle"/>
          </p:nvPr>
        </p:nvSpPr>
        <p:spPr>
          <a:xfrm>
            <a:off x="5384872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9" name="Google Shape;2329;p29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0" name="Google Shape;2330;p29"/>
          <p:cNvSpPr txBox="1"/>
          <p:nvPr>
            <p:ph idx="9" type="subTitle"/>
          </p:nvPr>
        </p:nvSpPr>
        <p:spPr>
          <a:xfrm>
            <a:off x="6929295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31" name="Google Shape;2331;p29"/>
          <p:cNvSpPr txBox="1"/>
          <p:nvPr>
            <p:ph idx="13" type="subTitle"/>
          </p:nvPr>
        </p:nvSpPr>
        <p:spPr>
          <a:xfrm>
            <a:off x="6929295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32" name="Google Shape;2332;p29"/>
          <p:cNvSpPr/>
          <p:nvPr/>
        </p:nvSpPr>
        <p:spPr>
          <a:xfrm>
            <a:off x="657622" y="390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9"/>
          <p:cNvSpPr/>
          <p:nvPr/>
        </p:nvSpPr>
        <p:spPr>
          <a:xfrm flipH="1">
            <a:off x="-1213408" y="-29489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9"/>
          <p:cNvSpPr/>
          <p:nvPr/>
        </p:nvSpPr>
        <p:spPr>
          <a:xfrm flipH="1">
            <a:off x="0" y="4599425"/>
            <a:ext cx="9144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9"/>
          <p:cNvSpPr/>
          <p:nvPr/>
        </p:nvSpPr>
        <p:spPr>
          <a:xfrm flipH="1">
            <a:off x="-14125" y="9065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9"/>
          <p:cNvSpPr/>
          <p:nvPr/>
        </p:nvSpPr>
        <p:spPr>
          <a:xfrm flipH="1">
            <a:off x="-1085936" y="-150488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29"/>
          <p:cNvSpPr/>
          <p:nvPr/>
        </p:nvSpPr>
        <p:spPr>
          <a:xfrm flipH="1">
            <a:off x="130285" y="9754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29"/>
          <p:cNvSpPr/>
          <p:nvPr/>
        </p:nvSpPr>
        <p:spPr>
          <a:xfrm flipH="1">
            <a:off x="-960701" y="-8960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29"/>
          <p:cNvSpPr/>
          <p:nvPr/>
        </p:nvSpPr>
        <p:spPr>
          <a:xfrm flipH="1">
            <a:off x="274752" y="10848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0" name="Google Shape;2340;p29"/>
          <p:cNvGrpSpPr/>
          <p:nvPr/>
        </p:nvGrpSpPr>
        <p:grpSpPr>
          <a:xfrm>
            <a:off x="8053502" y="4224312"/>
            <a:ext cx="754524" cy="750237"/>
            <a:chOff x="8523754" y="10"/>
            <a:chExt cx="516408" cy="513439"/>
          </a:xfrm>
        </p:grpSpPr>
        <p:sp>
          <p:nvSpPr>
            <p:cNvPr id="2341" name="Google Shape;2341;p2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3" name="Google Shape;2343;p29"/>
          <p:cNvGrpSpPr/>
          <p:nvPr/>
        </p:nvGrpSpPr>
        <p:grpSpPr>
          <a:xfrm>
            <a:off x="3973258" y="4706441"/>
            <a:ext cx="1202833" cy="365416"/>
            <a:chOff x="3973258" y="4630241"/>
            <a:chExt cx="1202833" cy="365416"/>
          </a:xfrm>
        </p:grpSpPr>
        <p:sp>
          <p:nvSpPr>
            <p:cNvPr id="2344" name="Google Shape;2344;p29"/>
            <p:cNvSpPr/>
            <p:nvPr/>
          </p:nvSpPr>
          <p:spPr>
            <a:xfrm>
              <a:off x="4465201" y="4630241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9"/>
            <p:cNvSpPr/>
            <p:nvPr/>
          </p:nvSpPr>
          <p:spPr>
            <a:xfrm>
              <a:off x="4632221" y="4630241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9"/>
            <p:cNvSpPr/>
            <p:nvPr/>
          </p:nvSpPr>
          <p:spPr>
            <a:xfrm>
              <a:off x="4466721" y="4785865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9"/>
            <p:cNvSpPr/>
            <p:nvPr/>
          </p:nvSpPr>
          <p:spPr>
            <a:xfrm>
              <a:off x="4629942" y="4785105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9"/>
            <p:cNvSpPr/>
            <p:nvPr/>
          </p:nvSpPr>
          <p:spPr>
            <a:xfrm>
              <a:off x="4796203" y="4785865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9"/>
            <p:cNvSpPr/>
            <p:nvPr/>
          </p:nvSpPr>
          <p:spPr>
            <a:xfrm>
              <a:off x="4459086" y="4936856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9"/>
            <p:cNvSpPr/>
            <p:nvPr/>
          </p:nvSpPr>
          <p:spPr>
            <a:xfrm>
              <a:off x="4631462" y="4941452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9"/>
            <p:cNvSpPr/>
            <p:nvPr/>
          </p:nvSpPr>
          <p:spPr>
            <a:xfrm>
              <a:off x="4796203" y="4942211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9"/>
            <p:cNvSpPr/>
            <p:nvPr/>
          </p:nvSpPr>
          <p:spPr>
            <a:xfrm>
              <a:off x="4797000" y="4631038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9"/>
            <p:cNvSpPr/>
            <p:nvPr/>
          </p:nvSpPr>
          <p:spPr>
            <a:xfrm>
              <a:off x="4960982" y="4633317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9"/>
            <p:cNvSpPr/>
            <p:nvPr/>
          </p:nvSpPr>
          <p:spPr>
            <a:xfrm>
              <a:off x="4303499" y="46310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9"/>
            <p:cNvSpPr/>
            <p:nvPr/>
          </p:nvSpPr>
          <p:spPr>
            <a:xfrm>
              <a:off x="4303499" y="47858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9"/>
            <p:cNvSpPr/>
            <p:nvPr/>
          </p:nvSpPr>
          <p:spPr>
            <a:xfrm>
              <a:off x="4960222" y="4788144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9"/>
            <p:cNvSpPr/>
            <p:nvPr/>
          </p:nvSpPr>
          <p:spPr>
            <a:xfrm>
              <a:off x="4959424" y="4943731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9"/>
            <p:cNvSpPr/>
            <p:nvPr/>
          </p:nvSpPr>
          <p:spPr>
            <a:xfrm>
              <a:off x="4302740" y="49406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9"/>
            <p:cNvSpPr/>
            <p:nvPr/>
          </p:nvSpPr>
          <p:spPr>
            <a:xfrm>
              <a:off x="4138758" y="49322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9"/>
            <p:cNvSpPr/>
            <p:nvPr/>
          </p:nvSpPr>
          <p:spPr>
            <a:xfrm>
              <a:off x="3973258" y="49414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9"/>
            <p:cNvSpPr/>
            <p:nvPr/>
          </p:nvSpPr>
          <p:spPr>
            <a:xfrm>
              <a:off x="4137239" y="47873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9"/>
            <p:cNvSpPr/>
            <p:nvPr/>
          </p:nvSpPr>
          <p:spPr>
            <a:xfrm>
              <a:off x="4134960" y="46317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9"/>
            <p:cNvSpPr/>
            <p:nvPr/>
          </p:nvSpPr>
          <p:spPr>
            <a:xfrm>
              <a:off x="5121886" y="4945250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9"/>
            <p:cNvSpPr/>
            <p:nvPr/>
          </p:nvSpPr>
          <p:spPr>
            <a:xfrm>
              <a:off x="5124203" y="4789664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9"/>
            <p:cNvSpPr/>
            <p:nvPr/>
          </p:nvSpPr>
          <p:spPr>
            <a:xfrm>
              <a:off x="3974777" y="47851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9"/>
            <p:cNvSpPr/>
            <p:nvPr/>
          </p:nvSpPr>
          <p:spPr>
            <a:xfrm>
              <a:off x="3975537" y="46302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9"/>
            <p:cNvSpPr/>
            <p:nvPr/>
          </p:nvSpPr>
          <p:spPr>
            <a:xfrm>
              <a:off x="5124963" y="4634077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8" name="Google Shape;2368;p29"/>
          <p:cNvSpPr/>
          <p:nvPr/>
        </p:nvSpPr>
        <p:spPr>
          <a:xfrm flipH="1" rot="-5400000">
            <a:off x="8085891" y="-2251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29"/>
          <p:cNvSpPr/>
          <p:nvPr/>
        </p:nvSpPr>
        <p:spPr>
          <a:xfrm rot="-5400000">
            <a:off x="8219528" y="31072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29"/>
          <p:cNvSpPr/>
          <p:nvPr/>
        </p:nvSpPr>
        <p:spPr>
          <a:xfrm flipH="1">
            <a:off x="269855" y="43050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29"/>
          <p:cNvSpPr/>
          <p:nvPr/>
        </p:nvSpPr>
        <p:spPr>
          <a:xfrm flipH="1">
            <a:off x="371387" y="44122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"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30"/>
          <p:cNvSpPr txBox="1"/>
          <p:nvPr>
            <p:ph idx="1" type="subTitle"/>
          </p:nvPr>
        </p:nvSpPr>
        <p:spPr>
          <a:xfrm>
            <a:off x="1268225" y="1870115"/>
            <a:ext cx="14631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4" name="Google Shape;2374;p30"/>
          <p:cNvSpPr txBox="1"/>
          <p:nvPr>
            <p:ph idx="2" type="subTitle"/>
          </p:nvPr>
        </p:nvSpPr>
        <p:spPr>
          <a:xfrm>
            <a:off x="1104125" y="2269574"/>
            <a:ext cx="17913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5" name="Google Shape;2375;p30"/>
          <p:cNvSpPr txBox="1"/>
          <p:nvPr>
            <p:ph idx="3" type="subTitle"/>
          </p:nvPr>
        </p:nvSpPr>
        <p:spPr>
          <a:xfrm>
            <a:off x="3840450" y="1870115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6" name="Google Shape;2376;p30"/>
          <p:cNvSpPr txBox="1"/>
          <p:nvPr>
            <p:ph idx="4" type="subTitle"/>
          </p:nvPr>
        </p:nvSpPr>
        <p:spPr>
          <a:xfrm>
            <a:off x="3674700" y="2269574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7" name="Google Shape;2377;p30"/>
          <p:cNvSpPr txBox="1"/>
          <p:nvPr>
            <p:ph idx="5" type="subTitle"/>
          </p:nvPr>
        </p:nvSpPr>
        <p:spPr>
          <a:xfrm>
            <a:off x="6412481" y="1870115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8" name="Google Shape;2378;p30"/>
          <p:cNvSpPr txBox="1"/>
          <p:nvPr>
            <p:ph idx="6" type="subTitle"/>
          </p:nvPr>
        </p:nvSpPr>
        <p:spPr>
          <a:xfrm>
            <a:off x="6246731" y="2269574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9" name="Google Shape;2379;p30"/>
          <p:cNvSpPr txBox="1"/>
          <p:nvPr>
            <p:ph idx="7" type="subTitle"/>
          </p:nvPr>
        </p:nvSpPr>
        <p:spPr>
          <a:xfrm>
            <a:off x="1268225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0" name="Google Shape;2380;p30"/>
          <p:cNvSpPr txBox="1"/>
          <p:nvPr>
            <p:ph idx="8" type="subTitle"/>
          </p:nvPr>
        </p:nvSpPr>
        <p:spPr>
          <a:xfrm>
            <a:off x="1102475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1" name="Google Shape;2381;p30"/>
          <p:cNvSpPr txBox="1"/>
          <p:nvPr>
            <p:ph idx="9" type="subTitle"/>
          </p:nvPr>
        </p:nvSpPr>
        <p:spPr>
          <a:xfrm>
            <a:off x="3840450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2" name="Google Shape;2382;p30"/>
          <p:cNvSpPr txBox="1"/>
          <p:nvPr>
            <p:ph idx="13" type="subTitle"/>
          </p:nvPr>
        </p:nvSpPr>
        <p:spPr>
          <a:xfrm>
            <a:off x="3674700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3" name="Google Shape;2383;p30"/>
          <p:cNvSpPr txBox="1"/>
          <p:nvPr>
            <p:ph idx="14" type="subTitle"/>
          </p:nvPr>
        </p:nvSpPr>
        <p:spPr>
          <a:xfrm>
            <a:off x="6412481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4" name="Google Shape;2384;p30"/>
          <p:cNvSpPr txBox="1"/>
          <p:nvPr>
            <p:ph idx="15" type="subTitle"/>
          </p:nvPr>
        </p:nvSpPr>
        <p:spPr>
          <a:xfrm>
            <a:off x="6246731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5" name="Google Shape;2385;p30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6" name="Google Shape;2386;p30"/>
          <p:cNvSpPr/>
          <p:nvPr/>
        </p:nvSpPr>
        <p:spPr>
          <a:xfrm flipH="1">
            <a:off x="843077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30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30"/>
          <p:cNvSpPr/>
          <p:nvPr/>
        </p:nvSpPr>
        <p:spPr>
          <a:xfrm flipH="1" rot="10800000">
            <a:off x="-12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30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30"/>
          <p:cNvSpPr/>
          <p:nvPr/>
        </p:nvSpPr>
        <p:spPr>
          <a:xfrm>
            <a:off x="134475" y="3869941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30"/>
          <p:cNvSpPr/>
          <p:nvPr/>
        </p:nvSpPr>
        <p:spPr>
          <a:xfrm rot="5400000">
            <a:off x="134475" y="447504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30"/>
          <p:cNvSpPr/>
          <p:nvPr/>
        </p:nvSpPr>
        <p:spPr>
          <a:xfrm>
            <a:off x="8567050" y="5905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30"/>
          <p:cNvSpPr/>
          <p:nvPr/>
        </p:nvSpPr>
        <p:spPr>
          <a:xfrm>
            <a:off x="8567050" y="571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30"/>
          <p:cNvSpPr/>
          <p:nvPr/>
        </p:nvSpPr>
        <p:spPr>
          <a:xfrm flipH="1">
            <a:off x="-339183" y="8258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0"/>
          <p:cNvSpPr/>
          <p:nvPr/>
        </p:nvSpPr>
        <p:spPr>
          <a:xfrm flipH="1">
            <a:off x="-237651" y="9330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30"/>
          <p:cNvSpPr/>
          <p:nvPr/>
        </p:nvSpPr>
        <p:spPr>
          <a:xfrm flipH="1">
            <a:off x="8570321" y="35026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30"/>
          <p:cNvSpPr/>
          <p:nvPr/>
        </p:nvSpPr>
        <p:spPr>
          <a:xfrm flipH="1">
            <a:off x="8719209" y="36255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30"/>
          <p:cNvSpPr/>
          <p:nvPr/>
        </p:nvSpPr>
        <p:spPr>
          <a:xfrm flipH="1">
            <a:off x="3091737" y="-1106693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30"/>
          <p:cNvSpPr/>
          <p:nvPr/>
        </p:nvSpPr>
        <p:spPr>
          <a:xfrm flipH="1">
            <a:off x="4060897" y="-983699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0" name="Google Shape;2400;p30"/>
          <p:cNvGrpSpPr/>
          <p:nvPr/>
        </p:nvGrpSpPr>
        <p:grpSpPr>
          <a:xfrm>
            <a:off x="157605" y="1997778"/>
            <a:ext cx="398956" cy="1147945"/>
            <a:chOff x="8625330" y="1912541"/>
            <a:chExt cx="398956" cy="1147945"/>
          </a:xfrm>
        </p:grpSpPr>
        <p:sp>
          <p:nvSpPr>
            <p:cNvPr id="2401" name="Google Shape;2401;p30"/>
            <p:cNvSpPr/>
            <p:nvPr/>
          </p:nvSpPr>
          <p:spPr>
            <a:xfrm>
              <a:off x="8960167" y="2999443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0"/>
            <p:cNvSpPr/>
            <p:nvPr/>
          </p:nvSpPr>
          <p:spPr>
            <a:xfrm>
              <a:off x="8958648" y="2840780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0"/>
            <p:cNvSpPr/>
            <p:nvPr/>
          </p:nvSpPr>
          <p:spPr>
            <a:xfrm>
              <a:off x="8957888" y="2683674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0"/>
            <p:cNvSpPr/>
            <p:nvPr/>
          </p:nvSpPr>
          <p:spPr>
            <a:xfrm>
              <a:off x="8959408" y="2531126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0"/>
            <p:cNvSpPr/>
            <p:nvPr/>
          </p:nvSpPr>
          <p:spPr>
            <a:xfrm>
              <a:off x="8961687" y="19133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0"/>
            <p:cNvSpPr/>
            <p:nvPr/>
          </p:nvSpPr>
          <p:spPr>
            <a:xfrm>
              <a:off x="8795426" y="2687473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0"/>
            <p:cNvSpPr/>
            <p:nvPr/>
          </p:nvSpPr>
          <p:spPr>
            <a:xfrm>
              <a:off x="8794667" y="2529607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0"/>
            <p:cNvSpPr/>
            <p:nvPr/>
          </p:nvSpPr>
          <p:spPr>
            <a:xfrm>
              <a:off x="8961687" y="20681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0"/>
            <p:cNvSpPr/>
            <p:nvPr/>
          </p:nvSpPr>
          <p:spPr>
            <a:xfrm>
              <a:off x="8960167" y="2379338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0"/>
            <p:cNvSpPr/>
            <p:nvPr/>
          </p:nvSpPr>
          <p:spPr>
            <a:xfrm>
              <a:off x="8795426" y="2843857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0"/>
            <p:cNvSpPr/>
            <p:nvPr/>
          </p:nvSpPr>
          <p:spPr>
            <a:xfrm>
              <a:off x="8795426" y="2377819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30"/>
            <p:cNvSpPr/>
            <p:nvPr/>
          </p:nvSpPr>
          <p:spPr>
            <a:xfrm>
              <a:off x="8793907" y="2998684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0"/>
            <p:cNvSpPr/>
            <p:nvPr/>
          </p:nvSpPr>
          <p:spPr>
            <a:xfrm>
              <a:off x="8625330" y="2995607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0"/>
            <p:cNvSpPr/>
            <p:nvPr/>
          </p:nvSpPr>
          <p:spPr>
            <a:xfrm>
              <a:off x="8960927" y="22229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0"/>
            <p:cNvSpPr/>
            <p:nvPr/>
          </p:nvSpPr>
          <p:spPr>
            <a:xfrm>
              <a:off x="8796946" y="22145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0"/>
            <p:cNvSpPr/>
            <p:nvPr/>
          </p:nvSpPr>
          <p:spPr>
            <a:xfrm>
              <a:off x="8629166" y="2378579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30"/>
            <p:cNvSpPr/>
            <p:nvPr/>
          </p:nvSpPr>
          <p:spPr>
            <a:xfrm>
              <a:off x="8631445" y="22237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30"/>
            <p:cNvSpPr/>
            <p:nvPr/>
          </p:nvSpPr>
          <p:spPr>
            <a:xfrm>
              <a:off x="8630685" y="2843059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0"/>
            <p:cNvSpPr/>
            <p:nvPr/>
          </p:nvSpPr>
          <p:spPr>
            <a:xfrm>
              <a:off x="8629166" y="2533405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30"/>
            <p:cNvSpPr/>
            <p:nvPr/>
          </p:nvSpPr>
          <p:spPr>
            <a:xfrm>
              <a:off x="8795426" y="20696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30"/>
            <p:cNvSpPr/>
            <p:nvPr/>
          </p:nvSpPr>
          <p:spPr>
            <a:xfrm>
              <a:off x="8630685" y="2688992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0"/>
            <p:cNvSpPr/>
            <p:nvPr/>
          </p:nvSpPr>
          <p:spPr>
            <a:xfrm>
              <a:off x="8793147" y="19140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0"/>
            <p:cNvSpPr/>
            <p:nvPr/>
          </p:nvSpPr>
          <p:spPr>
            <a:xfrm>
              <a:off x="8632965" y="20674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0"/>
            <p:cNvSpPr/>
            <p:nvPr/>
          </p:nvSpPr>
          <p:spPr>
            <a:xfrm>
              <a:off x="8633724" y="19125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5" name="Google Shape;2425;p30"/>
          <p:cNvGrpSpPr/>
          <p:nvPr/>
        </p:nvGrpSpPr>
        <p:grpSpPr>
          <a:xfrm>
            <a:off x="8625330" y="1997778"/>
            <a:ext cx="398956" cy="1147945"/>
            <a:chOff x="8625330" y="1912541"/>
            <a:chExt cx="398956" cy="1147945"/>
          </a:xfrm>
        </p:grpSpPr>
        <p:sp>
          <p:nvSpPr>
            <p:cNvPr id="2426" name="Google Shape;2426;p30"/>
            <p:cNvSpPr/>
            <p:nvPr/>
          </p:nvSpPr>
          <p:spPr>
            <a:xfrm>
              <a:off x="8960167" y="2999443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0"/>
            <p:cNvSpPr/>
            <p:nvPr/>
          </p:nvSpPr>
          <p:spPr>
            <a:xfrm>
              <a:off x="8958648" y="2840780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0"/>
            <p:cNvSpPr/>
            <p:nvPr/>
          </p:nvSpPr>
          <p:spPr>
            <a:xfrm>
              <a:off x="8957888" y="2683674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0"/>
            <p:cNvSpPr/>
            <p:nvPr/>
          </p:nvSpPr>
          <p:spPr>
            <a:xfrm>
              <a:off x="8959408" y="2531126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0"/>
            <p:cNvSpPr/>
            <p:nvPr/>
          </p:nvSpPr>
          <p:spPr>
            <a:xfrm>
              <a:off x="8961687" y="19133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0"/>
            <p:cNvSpPr/>
            <p:nvPr/>
          </p:nvSpPr>
          <p:spPr>
            <a:xfrm>
              <a:off x="8795426" y="2687473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0"/>
            <p:cNvSpPr/>
            <p:nvPr/>
          </p:nvSpPr>
          <p:spPr>
            <a:xfrm>
              <a:off x="8794667" y="2529607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0"/>
            <p:cNvSpPr/>
            <p:nvPr/>
          </p:nvSpPr>
          <p:spPr>
            <a:xfrm>
              <a:off x="8961687" y="20681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0"/>
            <p:cNvSpPr/>
            <p:nvPr/>
          </p:nvSpPr>
          <p:spPr>
            <a:xfrm>
              <a:off x="8960167" y="2379338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0"/>
            <p:cNvSpPr/>
            <p:nvPr/>
          </p:nvSpPr>
          <p:spPr>
            <a:xfrm>
              <a:off x="8795426" y="2843857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0"/>
            <p:cNvSpPr/>
            <p:nvPr/>
          </p:nvSpPr>
          <p:spPr>
            <a:xfrm>
              <a:off x="8795426" y="2377819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0"/>
            <p:cNvSpPr/>
            <p:nvPr/>
          </p:nvSpPr>
          <p:spPr>
            <a:xfrm>
              <a:off x="8793907" y="2998684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0"/>
            <p:cNvSpPr/>
            <p:nvPr/>
          </p:nvSpPr>
          <p:spPr>
            <a:xfrm>
              <a:off x="8625330" y="2995607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0"/>
            <p:cNvSpPr/>
            <p:nvPr/>
          </p:nvSpPr>
          <p:spPr>
            <a:xfrm>
              <a:off x="8960927" y="22229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0"/>
            <p:cNvSpPr/>
            <p:nvPr/>
          </p:nvSpPr>
          <p:spPr>
            <a:xfrm>
              <a:off x="8796946" y="22145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0"/>
            <p:cNvSpPr/>
            <p:nvPr/>
          </p:nvSpPr>
          <p:spPr>
            <a:xfrm>
              <a:off x="8629166" y="2378579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0"/>
            <p:cNvSpPr/>
            <p:nvPr/>
          </p:nvSpPr>
          <p:spPr>
            <a:xfrm>
              <a:off x="8631445" y="22237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0"/>
            <p:cNvSpPr/>
            <p:nvPr/>
          </p:nvSpPr>
          <p:spPr>
            <a:xfrm>
              <a:off x="8630685" y="2843059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0"/>
            <p:cNvSpPr/>
            <p:nvPr/>
          </p:nvSpPr>
          <p:spPr>
            <a:xfrm>
              <a:off x="8629166" y="2533405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0"/>
            <p:cNvSpPr/>
            <p:nvPr/>
          </p:nvSpPr>
          <p:spPr>
            <a:xfrm>
              <a:off x="8795426" y="20696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0"/>
            <p:cNvSpPr/>
            <p:nvPr/>
          </p:nvSpPr>
          <p:spPr>
            <a:xfrm>
              <a:off x="8630685" y="2688992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0"/>
            <p:cNvSpPr/>
            <p:nvPr/>
          </p:nvSpPr>
          <p:spPr>
            <a:xfrm>
              <a:off x="8793147" y="19140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0"/>
            <p:cNvSpPr/>
            <p:nvPr/>
          </p:nvSpPr>
          <p:spPr>
            <a:xfrm>
              <a:off x="8632965" y="20674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30"/>
            <p:cNvSpPr/>
            <p:nvPr/>
          </p:nvSpPr>
          <p:spPr>
            <a:xfrm>
              <a:off x="8633724" y="19125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_1"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p31"/>
          <p:cNvSpPr txBox="1"/>
          <p:nvPr>
            <p:ph hasCustomPrompt="1" type="title"/>
          </p:nvPr>
        </p:nvSpPr>
        <p:spPr>
          <a:xfrm>
            <a:off x="1454700" y="128898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2" name="Google Shape;2452;p31"/>
          <p:cNvSpPr txBox="1"/>
          <p:nvPr>
            <p:ph idx="1" type="subTitle"/>
          </p:nvPr>
        </p:nvSpPr>
        <p:spPr>
          <a:xfrm>
            <a:off x="3429000" y="3936950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3" name="Google Shape;2453;p31"/>
          <p:cNvSpPr txBox="1"/>
          <p:nvPr>
            <p:ph hasCustomPrompt="1" idx="2" type="title"/>
          </p:nvPr>
        </p:nvSpPr>
        <p:spPr>
          <a:xfrm>
            <a:off x="3429000" y="3307319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4" name="Google Shape;2454;p31"/>
          <p:cNvSpPr txBox="1"/>
          <p:nvPr>
            <p:ph idx="3" type="subTitle"/>
          </p:nvPr>
        </p:nvSpPr>
        <p:spPr>
          <a:xfrm>
            <a:off x="5403300" y="1924406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5" name="Google Shape;2455;p31"/>
          <p:cNvSpPr txBox="1"/>
          <p:nvPr>
            <p:ph hasCustomPrompt="1" idx="4" type="title"/>
          </p:nvPr>
        </p:nvSpPr>
        <p:spPr>
          <a:xfrm>
            <a:off x="5403300" y="128898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6" name="Google Shape;2456;p31"/>
          <p:cNvSpPr txBox="1"/>
          <p:nvPr>
            <p:ph idx="5" type="subTitle"/>
          </p:nvPr>
        </p:nvSpPr>
        <p:spPr>
          <a:xfrm>
            <a:off x="1454700" y="1924406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7" name="Google Shape;2457;p31"/>
          <p:cNvSpPr txBox="1"/>
          <p:nvPr>
            <p:ph idx="6"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8" name="Google Shape;2458;p31"/>
          <p:cNvSpPr/>
          <p:nvPr/>
        </p:nvSpPr>
        <p:spPr>
          <a:xfrm flipH="1">
            <a:off x="8430775" y="0"/>
            <a:ext cx="713100" cy="5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31"/>
          <p:cNvSpPr/>
          <p:nvPr/>
        </p:nvSpPr>
        <p:spPr>
          <a:xfrm flipH="1">
            <a:off x="125" y="0"/>
            <a:ext cx="713100" cy="5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31"/>
          <p:cNvSpPr/>
          <p:nvPr/>
        </p:nvSpPr>
        <p:spPr>
          <a:xfrm>
            <a:off x="8571313" y="40853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31"/>
          <p:cNvSpPr/>
          <p:nvPr/>
        </p:nvSpPr>
        <p:spPr>
          <a:xfrm>
            <a:off x="8571313" y="45425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31"/>
          <p:cNvSpPr/>
          <p:nvPr/>
        </p:nvSpPr>
        <p:spPr>
          <a:xfrm>
            <a:off x="126638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31"/>
          <p:cNvSpPr/>
          <p:nvPr/>
        </p:nvSpPr>
        <p:spPr>
          <a:xfrm>
            <a:off x="126638" y="7819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31"/>
          <p:cNvSpPr/>
          <p:nvPr/>
        </p:nvSpPr>
        <p:spPr>
          <a:xfrm>
            <a:off x="124097" y="193592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31"/>
          <p:cNvSpPr/>
          <p:nvPr/>
        </p:nvSpPr>
        <p:spPr>
          <a:xfrm flipH="1">
            <a:off x="-1746933" y="160203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31"/>
          <p:cNvSpPr/>
          <p:nvPr/>
        </p:nvSpPr>
        <p:spPr>
          <a:xfrm flipH="1">
            <a:off x="-1619461" y="174643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31"/>
          <p:cNvSpPr/>
          <p:nvPr/>
        </p:nvSpPr>
        <p:spPr>
          <a:xfrm flipH="1">
            <a:off x="-1494226" y="180731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31"/>
          <p:cNvSpPr/>
          <p:nvPr/>
        </p:nvSpPr>
        <p:spPr>
          <a:xfrm flipH="1">
            <a:off x="-444329" y="35173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31"/>
          <p:cNvSpPr/>
          <p:nvPr/>
        </p:nvSpPr>
        <p:spPr>
          <a:xfrm flipH="1">
            <a:off x="-295441" y="36402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31"/>
          <p:cNvSpPr/>
          <p:nvPr/>
        </p:nvSpPr>
        <p:spPr>
          <a:xfrm>
            <a:off x="9010489" y="102628"/>
            <a:ext cx="54205" cy="50406"/>
          </a:xfrm>
          <a:custGeom>
            <a:rect b="b" l="l" r="r" t="t"/>
            <a:pathLst>
              <a:path extrusionOk="0" h="1327" w="1427">
                <a:moveTo>
                  <a:pt x="723" y="1"/>
                </a:moveTo>
                <a:lnTo>
                  <a:pt x="1" y="684"/>
                </a:lnTo>
                <a:lnTo>
                  <a:pt x="221" y="784"/>
                </a:lnTo>
                <a:lnTo>
                  <a:pt x="322" y="824"/>
                </a:lnTo>
                <a:lnTo>
                  <a:pt x="422" y="884"/>
                </a:lnTo>
                <a:lnTo>
                  <a:pt x="502" y="1005"/>
                </a:lnTo>
                <a:lnTo>
                  <a:pt x="583" y="1105"/>
                </a:lnTo>
                <a:lnTo>
                  <a:pt x="723" y="1326"/>
                </a:lnTo>
                <a:lnTo>
                  <a:pt x="1426" y="643"/>
                </a:lnTo>
                <a:lnTo>
                  <a:pt x="72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31"/>
          <p:cNvSpPr/>
          <p:nvPr/>
        </p:nvSpPr>
        <p:spPr>
          <a:xfrm>
            <a:off x="9012008" y="258253"/>
            <a:ext cx="54205" cy="51888"/>
          </a:xfrm>
          <a:custGeom>
            <a:rect b="b" l="l" r="r" t="t"/>
            <a:pathLst>
              <a:path extrusionOk="0" h="1366" w="1427">
                <a:moveTo>
                  <a:pt x="703" y="0"/>
                </a:moveTo>
                <a:lnTo>
                  <a:pt x="1" y="643"/>
                </a:lnTo>
                <a:lnTo>
                  <a:pt x="744" y="1366"/>
                </a:lnTo>
                <a:lnTo>
                  <a:pt x="784" y="1225"/>
                </a:lnTo>
                <a:lnTo>
                  <a:pt x="844" y="1125"/>
                </a:lnTo>
                <a:lnTo>
                  <a:pt x="924" y="1024"/>
                </a:lnTo>
                <a:lnTo>
                  <a:pt x="1005" y="944"/>
                </a:lnTo>
                <a:lnTo>
                  <a:pt x="1105" y="864"/>
                </a:lnTo>
                <a:lnTo>
                  <a:pt x="1205" y="803"/>
                </a:lnTo>
                <a:lnTo>
                  <a:pt x="1426" y="683"/>
                </a:lnTo>
                <a:lnTo>
                  <a:pt x="1346" y="582"/>
                </a:lnTo>
                <a:lnTo>
                  <a:pt x="1266" y="522"/>
                </a:lnTo>
                <a:lnTo>
                  <a:pt x="1045" y="402"/>
                </a:lnTo>
                <a:lnTo>
                  <a:pt x="964" y="342"/>
                </a:lnTo>
                <a:lnTo>
                  <a:pt x="884" y="281"/>
                </a:lnTo>
                <a:lnTo>
                  <a:pt x="824" y="181"/>
                </a:lnTo>
                <a:lnTo>
                  <a:pt x="804" y="40"/>
                </a:lnTo>
                <a:lnTo>
                  <a:pt x="784" y="20"/>
                </a:lnTo>
                <a:lnTo>
                  <a:pt x="744" y="20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31"/>
          <p:cNvSpPr/>
          <p:nvPr/>
        </p:nvSpPr>
        <p:spPr>
          <a:xfrm>
            <a:off x="9009729" y="1188771"/>
            <a:ext cx="63359" cy="58003"/>
          </a:xfrm>
          <a:custGeom>
            <a:rect b="b" l="l" r="r" t="t"/>
            <a:pathLst>
              <a:path extrusionOk="0" h="1527" w="1668">
                <a:moveTo>
                  <a:pt x="683" y="0"/>
                </a:moveTo>
                <a:lnTo>
                  <a:pt x="543" y="281"/>
                </a:lnTo>
                <a:lnTo>
                  <a:pt x="462" y="402"/>
                </a:lnTo>
                <a:lnTo>
                  <a:pt x="382" y="502"/>
                </a:lnTo>
                <a:lnTo>
                  <a:pt x="322" y="542"/>
                </a:lnTo>
                <a:lnTo>
                  <a:pt x="261" y="562"/>
                </a:lnTo>
                <a:lnTo>
                  <a:pt x="141" y="582"/>
                </a:lnTo>
                <a:lnTo>
                  <a:pt x="81" y="603"/>
                </a:lnTo>
                <a:lnTo>
                  <a:pt x="21" y="623"/>
                </a:lnTo>
                <a:lnTo>
                  <a:pt x="0" y="663"/>
                </a:lnTo>
                <a:lnTo>
                  <a:pt x="0" y="703"/>
                </a:lnTo>
                <a:lnTo>
                  <a:pt x="844" y="1526"/>
                </a:lnTo>
                <a:lnTo>
                  <a:pt x="884" y="1366"/>
                </a:lnTo>
                <a:lnTo>
                  <a:pt x="924" y="1245"/>
                </a:lnTo>
                <a:lnTo>
                  <a:pt x="1004" y="1145"/>
                </a:lnTo>
                <a:lnTo>
                  <a:pt x="1105" y="1044"/>
                </a:lnTo>
                <a:lnTo>
                  <a:pt x="1225" y="964"/>
                </a:lnTo>
                <a:lnTo>
                  <a:pt x="1346" y="884"/>
                </a:lnTo>
                <a:lnTo>
                  <a:pt x="1667" y="743"/>
                </a:lnTo>
                <a:lnTo>
                  <a:pt x="1265" y="562"/>
                </a:lnTo>
                <a:lnTo>
                  <a:pt x="1125" y="482"/>
                </a:lnTo>
                <a:lnTo>
                  <a:pt x="1004" y="402"/>
                </a:lnTo>
                <a:lnTo>
                  <a:pt x="964" y="362"/>
                </a:lnTo>
                <a:lnTo>
                  <a:pt x="944" y="301"/>
                </a:lnTo>
                <a:lnTo>
                  <a:pt x="904" y="161"/>
                </a:lnTo>
                <a:lnTo>
                  <a:pt x="884" y="101"/>
                </a:lnTo>
                <a:lnTo>
                  <a:pt x="844" y="40"/>
                </a:lnTo>
                <a:lnTo>
                  <a:pt x="78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31"/>
          <p:cNvSpPr/>
          <p:nvPr/>
        </p:nvSpPr>
        <p:spPr>
          <a:xfrm>
            <a:off x="8847267" y="1189531"/>
            <a:ext cx="63359" cy="58003"/>
          </a:xfrm>
          <a:custGeom>
            <a:rect b="b" l="l" r="r" t="t"/>
            <a:pathLst>
              <a:path extrusionOk="0" h="1527" w="1668">
                <a:moveTo>
                  <a:pt x="743" y="0"/>
                </a:moveTo>
                <a:lnTo>
                  <a:pt x="0" y="723"/>
                </a:lnTo>
                <a:lnTo>
                  <a:pt x="784" y="1526"/>
                </a:lnTo>
                <a:lnTo>
                  <a:pt x="824" y="1386"/>
                </a:lnTo>
                <a:lnTo>
                  <a:pt x="884" y="1245"/>
                </a:lnTo>
                <a:lnTo>
                  <a:pt x="964" y="1125"/>
                </a:lnTo>
                <a:lnTo>
                  <a:pt x="1065" y="1044"/>
                </a:lnTo>
                <a:lnTo>
                  <a:pt x="1185" y="964"/>
                </a:lnTo>
                <a:lnTo>
                  <a:pt x="1326" y="884"/>
                </a:lnTo>
                <a:lnTo>
                  <a:pt x="1667" y="743"/>
                </a:lnTo>
                <a:lnTo>
                  <a:pt x="1266" y="583"/>
                </a:lnTo>
                <a:lnTo>
                  <a:pt x="1125" y="502"/>
                </a:lnTo>
                <a:lnTo>
                  <a:pt x="1025" y="442"/>
                </a:lnTo>
                <a:lnTo>
                  <a:pt x="944" y="342"/>
                </a:lnTo>
                <a:lnTo>
                  <a:pt x="864" y="221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31"/>
          <p:cNvSpPr/>
          <p:nvPr/>
        </p:nvSpPr>
        <p:spPr>
          <a:xfrm>
            <a:off x="9004373" y="409243"/>
            <a:ext cx="64119" cy="55724"/>
          </a:xfrm>
          <a:custGeom>
            <a:rect b="b" l="l" r="r" t="t"/>
            <a:pathLst>
              <a:path extrusionOk="0" h="1467" w="1688">
                <a:moveTo>
                  <a:pt x="864" y="1"/>
                </a:moveTo>
                <a:lnTo>
                  <a:pt x="764" y="262"/>
                </a:lnTo>
                <a:lnTo>
                  <a:pt x="704" y="362"/>
                </a:lnTo>
                <a:lnTo>
                  <a:pt x="643" y="463"/>
                </a:lnTo>
                <a:lnTo>
                  <a:pt x="523" y="543"/>
                </a:lnTo>
                <a:lnTo>
                  <a:pt x="382" y="623"/>
                </a:lnTo>
                <a:lnTo>
                  <a:pt x="1" y="844"/>
                </a:lnTo>
                <a:lnTo>
                  <a:pt x="162" y="864"/>
                </a:lnTo>
                <a:lnTo>
                  <a:pt x="302" y="904"/>
                </a:lnTo>
                <a:lnTo>
                  <a:pt x="423" y="965"/>
                </a:lnTo>
                <a:lnTo>
                  <a:pt x="543" y="1025"/>
                </a:lnTo>
                <a:lnTo>
                  <a:pt x="623" y="1085"/>
                </a:lnTo>
                <a:lnTo>
                  <a:pt x="704" y="1186"/>
                </a:lnTo>
                <a:lnTo>
                  <a:pt x="744" y="1286"/>
                </a:lnTo>
                <a:lnTo>
                  <a:pt x="784" y="1406"/>
                </a:lnTo>
                <a:lnTo>
                  <a:pt x="804" y="1427"/>
                </a:lnTo>
                <a:lnTo>
                  <a:pt x="864" y="1447"/>
                </a:lnTo>
                <a:lnTo>
                  <a:pt x="985" y="1467"/>
                </a:lnTo>
                <a:lnTo>
                  <a:pt x="1045" y="1286"/>
                </a:lnTo>
                <a:lnTo>
                  <a:pt x="1065" y="1206"/>
                </a:lnTo>
                <a:lnTo>
                  <a:pt x="1105" y="1145"/>
                </a:lnTo>
                <a:lnTo>
                  <a:pt x="1246" y="1045"/>
                </a:lnTo>
                <a:lnTo>
                  <a:pt x="1386" y="945"/>
                </a:lnTo>
                <a:lnTo>
                  <a:pt x="1688" y="744"/>
                </a:lnTo>
                <a:lnTo>
                  <a:pt x="1547" y="684"/>
                </a:lnTo>
                <a:lnTo>
                  <a:pt x="1427" y="623"/>
                </a:lnTo>
                <a:lnTo>
                  <a:pt x="1306" y="543"/>
                </a:lnTo>
                <a:lnTo>
                  <a:pt x="1206" y="463"/>
                </a:lnTo>
                <a:lnTo>
                  <a:pt x="1105" y="362"/>
                </a:lnTo>
                <a:lnTo>
                  <a:pt x="1025" y="262"/>
                </a:lnTo>
                <a:lnTo>
                  <a:pt x="8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31"/>
          <p:cNvSpPr/>
          <p:nvPr/>
        </p:nvSpPr>
        <p:spPr>
          <a:xfrm>
            <a:off x="9009729" y="1030868"/>
            <a:ext cx="57243" cy="58003"/>
          </a:xfrm>
          <a:custGeom>
            <a:rect b="b" l="l" r="r" t="t"/>
            <a:pathLst>
              <a:path extrusionOk="0" h="1527" w="1507">
                <a:moveTo>
                  <a:pt x="743" y="1"/>
                </a:moveTo>
                <a:lnTo>
                  <a:pt x="563" y="322"/>
                </a:lnTo>
                <a:lnTo>
                  <a:pt x="482" y="442"/>
                </a:lnTo>
                <a:lnTo>
                  <a:pt x="402" y="563"/>
                </a:lnTo>
                <a:lnTo>
                  <a:pt x="342" y="603"/>
                </a:lnTo>
                <a:lnTo>
                  <a:pt x="282" y="623"/>
                </a:lnTo>
                <a:lnTo>
                  <a:pt x="141" y="643"/>
                </a:lnTo>
                <a:lnTo>
                  <a:pt x="41" y="663"/>
                </a:lnTo>
                <a:lnTo>
                  <a:pt x="0" y="683"/>
                </a:lnTo>
                <a:lnTo>
                  <a:pt x="0" y="744"/>
                </a:lnTo>
                <a:lnTo>
                  <a:pt x="763" y="1527"/>
                </a:lnTo>
                <a:lnTo>
                  <a:pt x="1506" y="744"/>
                </a:lnTo>
                <a:lnTo>
                  <a:pt x="1265" y="643"/>
                </a:lnTo>
                <a:lnTo>
                  <a:pt x="1145" y="563"/>
                </a:lnTo>
                <a:lnTo>
                  <a:pt x="1024" y="483"/>
                </a:lnTo>
                <a:lnTo>
                  <a:pt x="944" y="382"/>
                </a:lnTo>
                <a:lnTo>
                  <a:pt x="884" y="282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31"/>
          <p:cNvSpPr/>
          <p:nvPr/>
        </p:nvSpPr>
        <p:spPr>
          <a:xfrm>
            <a:off x="8845748" y="1030868"/>
            <a:ext cx="65638" cy="61840"/>
          </a:xfrm>
          <a:custGeom>
            <a:rect b="b" l="l" r="r" t="t"/>
            <a:pathLst>
              <a:path extrusionOk="0" h="1628" w="1728">
                <a:moveTo>
                  <a:pt x="763" y="1"/>
                </a:moveTo>
                <a:lnTo>
                  <a:pt x="583" y="302"/>
                </a:lnTo>
                <a:lnTo>
                  <a:pt x="502" y="422"/>
                </a:lnTo>
                <a:lnTo>
                  <a:pt x="422" y="543"/>
                </a:lnTo>
                <a:lnTo>
                  <a:pt x="362" y="583"/>
                </a:lnTo>
                <a:lnTo>
                  <a:pt x="302" y="603"/>
                </a:lnTo>
                <a:lnTo>
                  <a:pt x="161" y="643"/>
                </a:lnTo>
                <a:lnTo>
                  <a:pt x="101" y="683"/>
                </a:lnTo>
                <a:lnTo>
                  <a:pt x="40" y="724"/>
                </a:lnTo>
                <a:lnTo>
                  <a:pt x="20" y="784"/>
                </a:lnTo>
                <a:lnTo>
                  <a:pt x="0" y="884"/>
                </a:lnTo>
                <a:lnTo>
                  <a:pt x="141" y="924"/>
                </a:lnTo>
                <a:lnTo>
                  <a:pt x="261" y="985"/>
                </a:lnTo>
                <a:lnTo>
                  <a:pt x="362" y="1065"/>
                </a:lnTo>
                <a:lnTo>
                  <a:pt x="462" y="1165"/>
                </a:lnTo>
                <a:lnTo>
                  <a:pt x="623" y="1406"/>
                </a:lnTo>
                <a:lnTo>
                  <a:pt x="703" y="1527"/>
                </a:lnTo>
                <a:lnTo>
                  <a:pt x="824" y="1627"/>
                </a:lnTo>
                <a:lnTo>
                  <a:pt x="864" y="1467"/>
                </a:lnTo>
                <a:lnTo>
                  <a:pt x="924" y="1326"/>
                </a:lnTo>
                <a:lnTo>
                  <a:pt x="984" y="1226"/>
                </a:lnTo>
                <a:lnTo>
                  <a:pt x="1085" y="1125"/>
                </a:lnTo>
                <a:lnTo>
                  <a:pt x="1205" y="1025"/>
                </a:lnTo>
                <a:lnTo>
                  <a:pt x="1366" y="965"/>
                </a:lnTo>
                <a:lnTo>
                  <a:pt x="1526" y="904"/>
                </a:lnTo>
                <a:lnTo>
                  <a:pt x="1727" y="844"/>
                </a:lnTo>
                <a:lnTo>
                  <a:pt x="1306" y="643"/>
                </a:lnTo>
                <a:lnTo>
                  <a:pt x="1145" y="583"/>
                </a:lnTo>
                <a:lnTo>
                  <a:pt x="1044" y="503"/>
                </a:lnTo>
                <a:lnTo>
                  <a:pt x="964" y="402"/>
                </a:lnTo>
                <a:lnTo>
                  <a:pt x="904" y="282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31"/>
          <p:cNvSpPr/>
          <p:nvPr/>
        </p:nvSpPr>
        <p:spPr>
          <a:xfrm>
            <a:off x="9007450" y="568666"/>
            <a:ext cx="58003" cy="53445"/>
          </a:xfrm>
          <a:custGeom>
            <a:rect b="b" l="l" r="r" t="t"/>
            <a:pathLst>
              <a:path extrusionOk="0" h="1407" w="1527">
                <a:moveTo>
                  <a:pt x="783" y="1"/>
                </a:moveTo>
                <a:lnTo>
                  <a:pt x="683" y="161"/>
                </a:lnTo>
                <a:lnTo>
                  <a:pt x="623" y="282"/>
                </a:lnTo>
                <a:lnTo>
                  <a:pt x="542" y="362"/>
                </a:lnTo>
                <a:lnTo>
                  <a:pt x="422" y="442"/>
                </a:lnTo>
                <a:lnTo>
                  <a:pt x="301" y="523"/>
                </a:lnTo>
                <a:lnTo>
                  <a:pt x="0" y="663"/>
                </a:lnTo>
                <a:lnTo>
                  <a:pt x="301" y="844"/>
                </a:lnTo>
                <a:lnTo>
                  <a:pt x="422" y="904"/>
                </a:lnTo>
                <a:lnTo>
                  <a:pt x="542" y="984"/>
                </a:lnTo>
                <a:lnTo>
                  <a:pt x="582" y="1045"/>
                </a:lnTo>
                <a:lnTo>
                  <a:pt x="603" y="1105"/>
                </a:lnTo>
                <a:lnTo>
                  <a:pt x="643" y="1225"/>
                </a:lnTo>
                <a:lnTo>
                  <a:pt x="683" y="1346"/>
                </a:lnTo>
                <a:lnTo>
                  <a:pt x="703" y="1386"/>
                </a:lnTo>
                <a:lnTo>
                  <a:pt x="763" y="1406"/>
                </a:lnTo>
                <a:lnTo>
                  <a:pt x="1526" y="68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31"/>
          <p:cNvSpPr/>
          <p:nvPr/>
        </p:nvSpPr>
        <p:spPr>
          <a:xfrm>
            <a:off x="9009729" y="878320"/>
            <a:ext cx="58763" cy="55724"/>
          </a:xfrm>
          <a:custGeom>
            <a:rect b="b" l="l" r="r" t="t"/>
            <a:pathLst>
              <a:path extrusionOk="0" h="1467" w="1547">
                <a:moveTo>
                  <a:pt x="643" y="1"/>
                </a:moveTo>
                <a:lnTo>
                  <a:pt x="603" y="41"/>
                </a:lnTo>
                <a:lnTo>
                  <a:pt x="563" y="141"/>
                </a:lnTo>
                <a:lnTo>
                  <a:pt x="543" y="282"/>
                </a:lnTo>
                <a:lnTo>
                  <a:pt x="522" y="342"/>
                </a:lnTo>
                <a:lnTo>
                  <a:pt x="502" y="402"/>
                </a:lnTo>
                <a:lnTo>
                  <a:pt x="442" y="463"/>
                </a:lnTo>
                <a:lnTo>
                  <a:pt x="362" y="503"/>
                </a:lnTo>
                <a:lnTo>
                  <a:pt x="201" y="523"/>
                </a:lnTo>
                <a:lnTo>
                  <a:pt x="121" y="543"/>
                </a:lnTo>
                <a:lnTo>
                  <a:pt x="61" y="563"/>
                </a:lnTo>
                <a:lnTo>
                  <a:pt x="21" y="603"/>
                </a:lnTo>
                <a:lnTo>
                  <a:pt x="0" y="663"/>
                </a:lnTo>
                <a:lnTo>
                  <a:pt x="784" y="1467"/>
                </a:lnTo>
                <a:lnTo>
                  <a:pt x="924" y="1226"/>
                </a:lnTo>
                <a:lnTo>
                  <a:pt x="984" y="1105"/>
                </a:lnTo>
                <a:lnTo>
                  <a:pt x="1065" y="1005"/>
                </a:lnTo>
                <a:lnTo>
                  <a:pt x="1165" y="924"/>
                </a:lnTo>
                <a:lnTo>
                  <a:pt x="1286" y="864"/>
                </a:lnTo>
                <a:lnTo>
                  <a:pt x="1547" y="764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31"/>
          <p:cNvSpPr/>
          <p:nvPr/>
        </p:nvSpPr>
        <p:spPr>
          <a:xfrm>
            <a:off x="8844988" y="873762"/>
            <a:ext cx="58003" cy="64119"/>
          </a:xfrm>
          <a:custGeom>
            <a:rect b="b" l="l" r="r" t="t"/>
            <a:pathLst>
              <a:path extrusionOk="0" h="1688" w="1527">
                <a:moveTo>
                  <a:pt x="783" y="0"/>
                </a:moveTo>
                <a:lnTo>
                  <a:pt x="623" y="322"/>
                </a:lnTo>
                <a:lnTo>
                  <a:pt x="542" y="442"/>
                </a:lnTo>
                <a:lnTo>
                  <a:pt x="462" y="542"/>
                </a:lnTo>
                <a:lnTo>
                  <a:pt x="362" y="623"/>
                </a:lnTo>
                <a:lnTo>
                  <a:pt x="241" y="703"/>
                </a:lnTo>
                <a:lnTo>
                  <a:pt x="0" y="804"/>
                </a:lnTo>
                <a:lnTo>
                  <a:pt x="141" y="864"/>
                </a:lnTo>
                <a:lnTo>
                  <a:pt x="281" y="944"/>
                </a:lnTo>
                <a:lnTo>
                  <a:pt x="382" y="1024"/>
                </a:lnTo>
                <a:lnTo>
                  <a:pt x="462" y="1125"/>
                </a:lnTo>
                <a:lnTo>
                  <a:pt x="542" y="1245"/>
                </a:lnTo>
                <a:lnTo>
                  <a:pt x="623" y="1386"/>
                </a:lnTo>
                <a:lnTo>
                  <a:pt x="783" y="1687"/>
                </a:lnTo>
                <a:lnTo>
                  <a:pt x="964" y="1346"/>
                </a:lnTo>
                <a:lnTo>
                  <a:pt x="1044" y="1205"/>
                </a:lnTo>
                <a:lnTo>
                  <a:pt x="1125" y="1085"/>
                </a:lnTo>
                <a:lnTo>
                  <a:pt x="1185" y="1044"/>
                </a:lnTo>
                <a:lnTo>
                  <a:pt x="1245" y="1024"/>
                </a:lnTo>
                <a:lnTo>
                  <a:pt x="1366" y="1004"/>
                </a:lnTo>
                <a:lnTo>
                  <a:pt x="1446" y="984"/>
                </a:lnTo>
                <a:lnTo>
                  <a:pt x="1486" y="924"/>
                </a:lnTo>
                <a:lnTo>
                  <a:pt x="1526" y="864"/>
                </a:lnTo>
                <a:lnTo>
                  <a:pt x="1526" y="763"/>
                </a:lnTo>
                <a:lnTo>
                  <a:pt x="1406" y="723"/>
                </a:lnTo>
                <a:lnTo>
                  <a:pt x="1285" y="683"/>
                </a:lnTo>
                <a:lnTo>
                  <a:pt x="1165" y="603"/>
                </a:lnTo>
                <a:lnTo>
                  <a:pt x="1085" y="522"/>
                </a:lnTo>
                <a:lnTo>
                  <a:pt x="984" y="422"/>
                </a:lnTo>
                <a:lnTo>
                  <a:pt x="904" y="302"/>
                </a:lnTo>
                <a:lnTo>
                  <a:pt x="844" y="161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31"/>
          <p:cNvSpPr/>
          <p:nvPr/>
        </p:nvSpPr>
        <p:spPr>
          <a:xfrm>
            <a:off x="9009729" y="724253"/>
            <a:ext cx="57243" cy="53445"/>
          </a:xfrm>
          <a:custGeom>
            <a:rect b="b" l="l" r="r" t="t"/>
            <a:pathLst>
              <a:path extrusionOk="0" h="1407" w="1507">
                <a:moveTo>
                  <a:pt x="763" y="1"/>
                </a:moveTo>
                <a:lnTo>
                  <a:pt x="0" y="724"/>
                </a:lnTo>
                <a:lnTo>
                  <a:pt x="261" y="864"/>
                </a:lnTo>
                <a:lnTo>
                  <a:pt x="382" y="924"/>
                </a:lnTo>
                <a:lnTo>
                  <a:pt x="502" y="1005"/>
                </a:lnTo>
                <a:lnTo>
                  <a:pt x="543" y="1065"/>
                </a:lnTo>
                <a:lnTo>
                  <a:pt x="563" y="1125"/>
                </a:lnTo>
                <a:lnTo>
                  <a:pt x="603" y="1246"/>
                </a:lnTo>
                <a:lnTo>
                  <a:pt x="623" y="1306"/>
                </a:lnTo>
                <a:lnTo>
                  <a:pt x="683" y="1366"/>
                </a:lnTo>
                <a:lnTo>
                  <a:pt x="743" y="1386"/>
                </a:lnTo>
                <a:lnTo>
                  <a:pt x="844" y="1406"/>
                </a:lnTo>
                <a:lnTo>
                  <a:pt x="864" y="1266"/>
                </a:lnTo>
                <a:lnTo>
                  <a:pt x="924" y="1145"/>
                </a:lnTo>
                <a:lnTo>
                  <a:pt x="984" y="1045"/>
                </a:lnTo>
                <a:lnTo>
                  <a:pt x="1085" y="965"/>
                </a:lnTo>
                <a:lnTo>
                  <a:pt x="1306" y="844"/>
                </a:lnTo>
                <a:lnTo>
                  <a:pt x="1506" y="704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31"/>
          <p:cNvSpPr/>
          <p:nvPr/>
        </p:nvSpPr>
        <p:spPr>
          <a:xfrm>
            <a:off x="8846508" y="721214"/>
            <a:ext cx="60282" cy="55724"/>
          </a:xfrm>
          <a:custGeom>
            <a:rect b="b" l="l" r="r" t="t"/>
            <a:pathLst>
              <a:path extrusionOk="0" h="1467" w="1587">
                <a:moveTo>
                  <a:pt x="723" y="0"/>
                </a:moveTo>
                <a:lnTo>
                  <a:pt x="583" y="261"/>
                </a:lnTo>
                <a:lnTo>
                  <a:pt x="502" y="382"/>
                </a:lnTo>
                <a:lnTo>
                  <a:pt x="422" y="482"/>
                </a:lnTo>
                <a:lnTo>
                  <a:pt x="362" y="522"/>
                </a:lnTo>
                <a:lnTo>
                  <a:pt x="302" y="563"/>
                </a:lnTo>
                <a:lnTo>
                  <a:pt x="161" y="583"/>
                </a:lnTo>
                <a:lnTo>
                  <a:pt x="101" y="603"/>
                </a:lnTo>
                <a:lnTo>
                  <a:pt x="41" y="623"/>
                </a:lnTo>
                <a:lnTo>
                  <a:pt x="0" y="663"/>
                </a:lnTo>
                <a:lnTo>
                  <a:pt x="0" y="723"/>
                </a:lnTo>
                <a:lnTo>
                  <a:pt x="743" y="1466"/>
                </a:lnTo>
                <a:lnTo>
                  <a:pt x="1587" y="623"/>
                </a:lnTo>
                <a:lnTo>
                  <a:pt x="1587" y="623"/>
                </a:lnTo>
                <a:lnTo>
                  <a:pt x="1386" y="643"/>
                </a:lnTo>
                <a:lnTo>
                  <a:pt x="1245" y="623"/>
                </a:lnTo>
                <a:lnTo>
                  <a:pt x="1125" y="563"/>
                </a:lnTo>
                <a:lnTo>
                  <a:pt x="1024" y="482"/>
                </a:lnTo>
                <a:lnTo>
                  <a:pt x="944" y="362"/>
                </a:lnTo>
                <a:lnTo>
                  <a:pt x="884" y="26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31"/>
          <p:cNvSpPr/>
          <p:nvPr/>
        </p:nvSpPr>
        <p:spPr>
          <a:xfrm>
            <a:off x="8848787" y="103426"/>
            <a:ext cx="53445" cy="54167"/>
          </a:xfrm>
          <a:custGeom>
            <a:rect b="b" l="l" r="r" t="t"/>
            <a:pathLst>
              <a:path extrusionOk="0" h="1426" w="1407">
                <a:moveTo>
                  <a:pt x="683" y="0"/>
                </a:moveTo>
                <a:lnTo>
                  <a:pt x="1" y="622"/>
                </a:lnTo>
                <a:lnTo>
                  <a:pt x="804" y="1426"/>
                </a:lnTo>
                <a:lnTo>
                  <a:pt x="804" y="1265"/>
                </a:lnTo>
                <a:lnTo>
                  <a:pt x="824" y="1145"/>
                </a:lnTo>
                <a:lnTo>
                  <a:pt x="864" y="1024"/>
                </a:lnTo>
                <a:lnTo>
                  <a:pt x="904" y="944"/>
                </a:lnTo>
                <a:lnTo>
                  <a:pt x="985" y="884"/>
                </a:lnTo>
                <a:lnTo>
                  <a:pt x="1065" y="823"/>
                </a:lnTo>
                <a:lnTo>
                  <a:pt x="1165" y="783"/>
                </a:lnTo>
                <a:lnTo>
                  <a:pt x="1286" y="763"/>
                </a:lnTo>
                <a:lnTo>
                  <a:pt x="1326" y="743"/>
                </a:lnTo>
                <a:lnTo>
                  <a:pt x="1366" y="703"/>
                </a:lnTo>
                <a:lnTo>
                  <a:pt x="1386" y="683"/>
                </a:lnTo>
                <a:lnTo>
                  <a:pt x="1406" y="643"/>
                </a:lnTo>
                <a:lnTo>
                  <a:pt x="1386" y="602"/>
                </a:lnTo>
                <a:lnTo>
                  <a:pt x="1366" y="562"/>
                </a:lnTo>
                <a:lnTo>
                  <a:pt x="1306" y="502"/>
                </a:lnTo>
                <a:lnTo>
                  <a:pt x="1145" y="442"/>
                </a:lnTo>
                <a:lnTo>
                  <a:pt x="985" y="361"/>
                </a:lnTo>
                <a:lnTo>
                  <a:pt x="924" y="321"/>
                </a:lnTo>
                <a:lnTo>
                  <a:pt x="864" y="261"/>
                </a:lnTo>
                <a:lnTo>
                  <a:pt x="824" y="181"/>
                </a:lnTo>
                <a:lnTo>
                  <a:pt x="804" y="80"/>
                </a:lnTo>
                <a:lnTo>
                  <a:pt x="784" y="40"/>
                </a:lnTo>
                <a:lnTo>
                  <a:pt x="74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31"/>
          <p:cNvSpPr/>
          <p:nvPr/>
        </p:nvSpPr>
        <p:spPr>
          <a:xfrm>
            <a:off x="8682526" y="877560"/>
            <a:ext cx="61802" cy="57243"/>
          </a:xfrm>
          <a:custGeom>
            <a:rect b="b" l="l" r="r" t="t"/>
            <a:pathLst>
              <a:path extrusionOk="0" h="1507" w="1627">
                <a:moveTo>
                  <a:pt x="743" y="1"/>
                </a:moveTo>
                <a:lnTo>
                  <a:pt x="703" y="161"/>
                </a:lnTo>
                <a:lnTo>
                  <a:pt x="643" y="282"/>
                </a:lnTo>
                <a:lnTo>
                  <a:pt x="542" y="382"/>
                </a:lnTo>
                <a:lnTo>
                  <a:pt x="422" y="463"/>
                </a:lnTo>
                <a:lnTo>
                  <a:pt x="201" y="563"/>
                </a:lnTo>
                <a:lnTo>
                  <a:pt x="81" y="623"/>
                </a:lnTo>
                <a:lnTo>
                  <a:pt x="0" y="704"/>
                </a:lnTo>
                <a:lnTo>
                  <a:pt x="763" y="1507"/>
                </a:lnTo>
                <a:lnTo>
                  <a:pt x="884" y="1266"/>
                </a:lnTo>
                <a:lnTo>
                  <a:pt x="964" y="1145"/>
                </a:lnTo>
                <a:lnTo>
                  <a:pt x="1044" y="1045"/>
                </a:lnTo>
                <a:lnTo>
                  <a:pt x="1145" y="965"/>
                </a:lnTo>
                <a:lnTo>
                  <a:pt x="1285" y="904"/>
                </a:lnTo>
                <a:lnTo>
                  <a:pt x="1627" y="744"/>
                </a:lnTo>
                <a:lnTo>
                  <a:pt x="1265" y="583"/>
                </a:lnTo>
                <a:lnTo>
                  <a:pt x="1125" y="523"/>
                </a:lnTo>
                <a:lnTo>
                  <a:pt x="1024" y="442"/>
                </a:lnTo>
                <a:lnTo>
                  <a:pt x="944" y="342"/>
                </a:lnTo>
                <a:lnTo>
                  <a:pt x="864" y="242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31"/>
          <p:cNvSpPr/>
          <p:nvPr/>
        </p:nvSpPr>
        <p:spPr>
          <a:xfrm>
            <a:off x="8681767" y="719694"/>
            <a:ext cx="61802" cy="58763"/>
          </a:xfrm>
          <a:custGeom>
            <a:rect b="b" l="l" r="r" t="t"/>
            <a:pathLst>
              <a:path extrusionOk="0" h="1547" w="1627">
                <a:moveTo>
                  <a:pt x="723" y="0"/>
                </a:moveTo>
                <a:lnTo>
                  <a:pt x="603" y="281"/>
                </a:lnTo>
                <a:lnTo>
                  <a:pt x="542" y="382"/>
                </a:lnTo>
                <a:lnTo>
                  <a:pt x="482" y="462"/>
                </a:lnTo>
                <a:lnTo>
                  <a:pt x="362" y="562"/>
                </a:lnTo>
                <a:lnTo>
                  <a:pt x="241" y="623"/>
                </a:lnTo>
                <a:lnTo>
                  <a:pt x="0" y="763"/>
                </a:lnTo>
                <a:lnTo>
                  <a:pt x="783" y="1546"/>
                </a:lnTo>
                <a:lnTo>
                  <a:pt x="904" y="1305"/>
                </a:lnTo>
                <a:lnTo>
                  <a:pt x="964" y="1185"/>
                </a:lnTo>
                <a:lnTo>
                  <a:pt x="1064" y="1085"/>
                </a:lnTo>
                <a:lnTo>
                  <a:pt x="1165" y="1024"/>
                </a:lnTo>
                <a:lnTo>
                  <a:pt x="1285" y="944"/>
                </a:lnTo>
                <a:lnTo>
                  <a:pt x="1627" y="803"/>
                </a:lnTo>
                <a:lnTo>
                  <a:pt x="1285" y="643"/>
                </a:lnTo>
                <a:lnTo>
                  <a:pt x="1145" y="583"/>
                </a:lnTo>
                <a:lnTo>
                  <a:pt x="1044" y="502"/>
                </a:lnTo>
                <a:lnTo>
                  <a:pt x="944" y="402"/>
                </a:lnTo>
                <a:lnTo>
                  <a:pt x="884" y="28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31"/>
          <p:cNvSpPr/>
          <p:nvPr/>
        </p:nvSpPr>
        <p:spPr>
          <a:xfrm>
            <a:off x="8848787" y="258253"/>
            <a:ext cx="52685" cy="49608"/>
          </a:xfrm>
          <a:custGeom>
            <a:rect b="b" l="l" r="r" t="t"/>
            <a:pathLst>
              <a:path extrusionOk="0" h="1306" w="1387">
                <a:moveTo>
                  <a:pt x="663" y="0"/>
                </a:moveTo>
                <a:lnTo>
                  <a:pt x="583" y="60"/>
                </a:lnTo>
                <a:lnTo>
                  <a:pt x="523" y="141"/>
                </a:lnTo>
                <a:lnTo>
                  <a:pt x="422" y="301"/>
                </a:lnTo>
                <a:lnTo>
                  <a:pt x="342" y="382"/>
                </a:lnTo>
                <a:lnTo>
                  <a:pt x="262" y="462"/>
                </a:lnTo>
                <a:lnTo>
                  <a:pt x="161" y="522"/>
                </a:lnTo>
                <a:lnTo>
                  <a:pt x="41" y="542"/>
                </a:lnTo>
                <a:lnTo>
                  <a:pt x="21" y="562"/>
                </a:lnTo>
                <a:lnTo>
                  <a:pt x="21" y="603"/>
                </a:lnTo>
                <a:lnTo>
                  <a:pt x="1" y="643"/>
                </a:lnTo>
                <a:lnTo>
                  <a:pt x="663" y="1305"/>
                </a:lnTo>
                <a:lnTo>
                  <a:pt x="138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31"/>
          <p:cNvSpPr/>
          <p:nvPr/>
        </p:nvSpPr>
        <p:spPr>
          <a:xfrm>
            <a:off x="8847267" y="569426"/>
            <a:ext cx="55724" cy="53445"/>
          </a:xfrm>
          <a:custGeom>
            <a:rect b="b" l="l" r="r" t="t"/>
            <a:pathLst>
              <a:path extrusionOk="0" h="1407" w="1467">
                <a:moveTo>
                  <a:pt x="703" y="1"/>
                </a:moveTo>
                <a:lnTo>
                  <a:pt x="0" y="663"/>
                </a:lnTo>
                <a:lnTo>
                  <a:pt x="804" y="1406"/>
                </a:lnTo>
                <a:lnTo>
                  <a:pt x="824" y="1246"/>
                </a:lnTo>
                <a:lnTo>
                  <a:pt x="864" y="1125"/>
                </a:lnTo>
                <a:lnTo>
                  <a:pt x="944" y="1025"/>
                </a:lnTo>
                <a:lnTo>
                  <a:pt x="1045" y="944"/>
                </a:lnTo>
                <a:lnTo>
                  <a:pt x="1145" y="884"/>
                </a:lnTo>
                <a:lnTo>
                  <a:pt x="1245" y="824"/>
                </a:lnTo>
                <a:lnTo>
                  <a:pt x="1466" y="683"/>
                </a:lnTo>
                <a:lnTo>
                  <a:pt x="7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31"/>
          <p:cNvSpPr/>
          <p:nvPr/>
        </p:nvSpPr>
        <p:spPr>
          <a:xfrm>
            <a:off x="8682526" y="1033944"/>
            <a:ext cx="57243" cy="57205"/>
          </a:xfrm>
          <a:custGeom>
            <a:rect b="b" l="l" r="r" t="t"/>
            <a:pathLst>
              <a:path extrusionOk="0" h="1506" w="1507">
                <a:moveTo>
                  <a:pt x="723" y="0"/>
                </a:moveTo>
                <a:lnTo>
                  <a:pt x="0" y="743"/>
                </a:lnTo>
                <a:lnTo>
                  <a:pt x="804" y="1506"/>
                </a:lnTo>
                <a:lnTo>
                  <a:pt x="844" y="1365"/>
                </a:lnTo>
                <a:lnTo>
                  <a:pt x="884" y="1225"/>
                </a:lnTo>
                <a:lnTo>
                  <a:pt x="964" y="1124"/>
                </a:lnTo>
                <a:lnTo>
                  <a:pt x="1044" y="1044"/>
                </a:lnTo>
                <a:lnTo>
                  <a:pt x="1145" y="964"/>
                </a:lnTo>
                <a:lnTo>
                  <a:pt x="1245" y="904"/>
                </a:lnTo>
                <a:lnTo>
                  <a:pt x="1366" y="843"/>
                </a:lnTo>
                <a:lnTo>
                  <a:pt x="1506" y="823"/>
                </a:lnTo>
                <a:lnTo>
                  <a:pt x="1486" y="723"/>
                </a:lnTo>
                <a:lnTo>
                  <a:pt x="1466" y="663"/>
                </a:lnTo>
                <a:lnTo>
                  <a:pt x="1406" y="602"/>
                </a:lnTo>
                <a:lnTo>
                  <a:pt x="1346" y="582"/>
                </a:lnTo>
                <a:lnTo>
                  <a:pt x="1225" y="542"/>
                </a:lnTo>
                <a:lnTo>
                  <a:pt x="1165" y="502"/>
                </a:lnTo>
                <a:lnTo>
                  <a:pt x="1105" y="482"/>
                </a:lnTo>
                <a:lnTo>
                  <a:pt x="1004" y="361"/>
                </a:lnTo>
                <a:lnTo>
                  <a:pt x="904" y="24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31"/>
          <p:cNvSpPr/>
          <p:nvPr/>
        </p:nvSpPr>
        <p:spPr>
          <a:xfrm>
            <a:off x="8682526" y="567906"/>
            <a:ext cx="58763" cy="54964"/>
          </a:xfrm>
          <a:custGeom>
            <a:rect b="b" l="l" r="r" t="t"/>
            <a:pathLst>
              <a:path extrusionOk="0" h="1447" w="1547">
                <a:moveTo>
                  <a:pt x="763" y="0"/>
                </a:moveTo>
                <a:lnTo>
                  <a:pt x="0" y="703"/>
                </a:lnTo>
                <a:lnTo>
                  <a:pt x="804" y="1446"/>
                </a:lnTo>
                <a:lnTo>
                  <a:pt x="824" y="1306"/>
                </a:lnTo>
                <a:lnTo>
                  <a:pt x="884" y="1165"/>
                </a:lnTo>
                <a:lnTo>
                  <a:pt x="964" y="1065"/>
                </a:lnTo>
                <a:lnTo>
                  <a:pt x="1065" y="984"/>
                </a:lnTo>
                <a:lnTo>
                  <a:pt x="1165" y="904"/>
                </a:lnTo>
                <a:lnTo>
                  <a:pt x="1285" y="844"/>
                </a:lnTo>
                <a:lnTo>
                  <a:pt x="1546" y="683"/>
                </a:lnTo>
                <a:lnTo>
                  <a:pt x="1245" y="543"/>
                </a:lnTo>
                <a:lnTo>
                  <a:pt x="1125" y="482"/>
                </a:lnTo>
                <a:lnTo>
                  <a:pt x="1024" y="402"/>
                </a:lnTo>
                <a:lnTo>
                  <a:pt x="944" y="322"/>
                </a:lnTo>
                <a:lnTo>
                  <a:pt x="864" y="201"/>
                </a:lnTo>
                <a:lnTo>
                  <a:pt x="7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31"/>
          <p:cNvSpPr/>
          <p:nvPr/>
        </p:nvSpPr>
        <p:spPr>
          <a:xfrm>
            <a:off x="8681007" y="1188771"/>
            <a:ext cx="63321" cy="60282"/>
          </a:xfrm>
          <a:custGeom>
            <a:rect b="b" l="l" r="r" t="t"/>
            <a:pathLst>
              <a:path extrusionOk="0" h="1587" w="1667">
                <a:moveTo>
                  <a:pt x="803" y="0"/>
                </a:moveTo>
                <a:lnTo>
                  <a:pt x="0" y="783"/>
                </a:lnTo>
                <a:lnTo>
                  <a:pt x="20" y="823"/>
                </a:lnTo>
                <a:lnTo>
                  <a:pt x="40" y="864"/>
                </a:lnTo>
                <a:lnTo>
                  <a:pt x="161" y="904"/>
                </a:lnTo>
                <a:lnTo>
                  <a:pt x="281" y="944"/>
                </a:lnTo>
                <a:lnTo>
                  <a:pt x="342" y="964"/>
                </a:lnTo>
                <a:lnTo>
                  <a:pt x="402" y="1004"/>
                </a:lnTo>
                <a:lnTo>
                  <a:pt x="502" y="1145"/>
                </a:lnTo>
                <a:lnTo>
                  <a:pt x="603" y="1285"/>
                </a:lnTo>
                <a:lnTo>
                  <a:pt x="783" y="1586"/>
                </a:lnTo>
                <a:lnTo>
                  <a:pt x="944" y="1285"/>
                </a:lnTo>
                <a:lnTo>
                  <a:pt x="1024" y="1145"/>
                </a:lnTo>
                <a:lnTo>
                  <a:pt x="1105" y="1044"/>
                </a:lnTo>
                <a:lnTo>
                  <a:pt x="1205" y="964"/>
                </a:lnTo>
                <a:lnTo>
                  <a:pt x="1325" y="884"/>
                </a:lnTo>
                <a:lnTo>
                  <a:pt x="1667" y="743"/>
                </a:lnTo>
                <a:lnTo>
                  <a:pt x="1325" y="582"/>
                </a:lnTo>
                <a:lnTo>
                  <a:pt x="1185" y="522"/>
                </a:lnTo>
                <a:lnTo>
                  <a:pt x="1064" y="442"/>
                </a:lnTo>
                <a:lnTo>
                  <a:pt x="984" y="342"/>
                </a:lnTo>
                <a:lnTo>
                  <a:pt x="924" y="241"/>
                </a:lnTo>
                <a:lnTo>
                  <a:pt x="8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31"/>
          <p:cNvSpPr/>
          <p:nvPr/>
        </p:nvSpPr>
        <p:spPr>
          <a:xfrm>
            <a:off x="8512430" y="1185694"/>
            <a:ext cx="61840" cy="64878"/>
          </a:xfrm>
          <a:custGeom>
            <a:rect b="b" l="l" r="r" t="t"/>
            <a:pathLst>
              <a:path extrusionOk="0" h="1708" w="1628">
                <a:moveTo>
                  <a:pt x="884" y="1"/>
                </a:moveTo>
                <a:lnTo>
                  <a:pt x="744" y="282"/>
                </a:lnTo>
                <a:lnTo>
                  <a:pt x="663" y="402"/>
                </a:lnTo>
                <a:lnTo>
                  <a:pt x="583" y="503"/>
                </a:lnTo>
                <a:lnTo>
                  <a:pt x="462" y="603"/>
                </a:lnTo>
                <a:lnTo>
                  <a:pt x="342" y="663"/>
                </a:lnTo>
                <a:lnTo>
                  <a:pt x="1" y="824"/>
                </a:lnTo>
                <a:lnTo>
                  <a:pt x="322" y="985"/>
                </a:lnTo>
                <a:lnTo>
                  <a:pt x="462" y="1065"/>
                </a:lnTo>
                <a:lnTo>
                  <a:pt x="563" y="1145"/>
                </a:lnTo>
                <a:lnTo>
                  <a:pt x="643" y="1246"/>
                </a:lnTo>
                <a:lnTo>
                  <a:pt x="723" y="1386"/>
                </a:lnTo>
                <a:lnTo>
                  <a:pt x="884" y="1708"/>
                </a:lnTo>
                <a:lnTo>
                  <a:pt x="1045" y="1406"/>
                </a:lnTo>
                <a:lnTo>
                  <a:pt x="1185" y="1165"/>
                </a:lnTo>
                <a:lnTo>
                  <a:pt x="1225" y="1105"/>
                </a:lnTo>
                <a:lnTo>
                  <a:pt x="1306" y="1065"/>
                </a:lnTo>
                <a:lnTo>
                  <a:pt x="1466" y="1005"/>
                </a:lnTo>
                <a:lnTo>
                  <a:pt x="1547" y="965"/>
                </a:lnTo>
                <a:lnTo>
                  <a:pt x="1607" y="904"/>
                </a:lnTo>
                <a:lnTo>
                  <a:pt x="1627" y="804"/>
                </a:lnTo>
                <a:lnTo>
                  <a:pt x="1627" y="663"/>
                </a:lnTo>
                <a:lnTo>
                  <a:pt x="1466" y="684"/>
                </a:lnTo>
                <a:lnTo>
                  <a:pt x="1346" y="663"/>
                </a:lnTo>
                <a:lnTo>
                  <a:pt x="1246" y="603"/>
                </a:lnTo>
                <a:lnTo>
                  <a:pt x="1165" y="503"/>
                </a:lnTo>
                <a:lnTo>
                  <a:pt x="1085" y="402"/>
                </a:lnTo>
                <a:lnTo>
                  <a:pt x="1025" y="262"/>
                </a:lnTo>
                <a:lnTo>
                  <a:pt x="88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31"/>
          <p:cNvSpPr/>
          <p:nvPr/>
        </p:nvSpPr>
        <p:spPr>
          <a:xfrm>
            <a:off x="8848027" y="413080"/>
            <a:ext cx="53445" cy="54964"/>
          </a:xfrm>
          <a:custGeom>
            <a:rect b="b" l="l" r="r" t="t"/>
            <a:pathLst>
              <a:path extrusionOk="0" h="1447" w="1407">
                <a:moveTo>
                  <a:pt x="683" y="0"/>
                </a:moveTo>
                <a:lnTo>
                  <a:pt x="603" y="81"/>
                </a:lnTo>
                <a:lnTo>
                  <a:pt x="543" y="161"/>
                </a:lnTo>
                <a:lnTo>
                  <a:pt x="422" y="342"/>
                </a:lnTo>
                <a:lnTo>
                  <a:pt x="362" y="422"/>
                </a:lnTo>
                <a:lnTo>
                  <a:pt x="262" y="482"/>
                </a:lnTo>
                <a:lnTo>
                  <a:pt x="161" y="542"/>
                </a:lnTo>
                <a:lnTo>
                  <a:pt x="41" y="563"/>
                </a:lnTo>
                <a:lnTo>
                  <a:pt x="21" y="583"/>
                </a:lnTo>
                <a:lnTo>
                  <a:pt x="21" y="643"/>
                </a:lnTo>
                <a:lnTo>
                  <a:pt x="1" y="763"/>
                </a:lnTo>
                <a:lnTo>
                  <a:pt x="221" y="864"/>
                </a:lnTo>
                <a:lnTo>
                  <a:pt x="322" y="904"/>
                </a:lnTo>
                <a:lnTo>
                  <a:pt x="422" y="964"/>
                </a:lnTo>
                <a:lnTo>
                  <a:pt x="503" y="1085"/>
                </a:lnTo>
                <a:lnTo>
                  <a:pt x="563" y="1185"/>
                </a:lnTo>
                <a:lnTo>
                  <a:pt x="703" y="1446"/>
                </a:lnTo>
                <a:lnTo>
                  <a:pt x="1406" y="683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31"/>
          <p:cNvSpPr/>
          <p:nvPr/>
        </p:nvSpPr>
        <p:spPr>
          <a:xfrm>
            <a:off x="8684046" y="404685"/>
            <a:ext cx="57243" cy="60282"/>
          </a:xfrm>
          <a:custGeom>
            <a:rect b="b" l="l" r="r" t="t"/>
            <a:pathLst>
              <a:path extrusionOk="0" h="1587" w="1507">
                <a:moveTo>
                  <a:pt x="683" y="0"/>
                </a:moveTo>
                <a:lnTo>
                  <a:pt x="563" y="302"/>
                </a:lnTo>
                <a:lnTo>
                  <a:pt x="502" y="422"/>
                </a:lnTo>
                <a:lnTo>
                  <a:pt x="422" y="522"/>
                </a:lnTo>
                <a:lnTo>
                  <a:pt x="342" y="623"/>
                </a:lnTo>
                <a:lnTo>
                  <a:pt x="262" y="683"/>
                </a:lnTo>
                <a:lnTo>
                  <a:pt x="161" y="743"/>
                </a:lnTo>
                <a:lnTo>
                  <a:pt x="41" y="784"/>
                </a:lnTo>
                <a:lnTo>
                  <a:pt x="21" y="804"/>
                </a:lnTo>
                <a:lnTo>
                  <a:pt x="0" y="844"/>
                </a:lnTo>
                <a:lnTo>
                  <a:pt x="0" y="904"/>
                </a:lnTo>
                <a:lnTo>
                  <a:pt x="764" y="1587"/>
                </a:lnTo>
                <a:lnTo>
                  <a:pt x="824" y="1406"/>
                </a:lnTo>
                <a:lnTo>
                  <a:pt x="864" y="1306"/>
                </a:lnTo>
                <a:lnTo>
                  <a:pt x="904" y="1245"/>
                </a:lnTo>
                <a:lnTo>
                  <a:pt x="1045" y="1165"/>
                </a:lnTo>
                <a:lnTo>
                  <a:pt x="1185" y="1065"/>
                </a:lnTo>
                <a:lnTo>
                  <a:pt x="1506" y="884"/>
                </a:lnTo>
                <a:lnTo>
                  <a:pt x="1225" y="743"/>
                </a:lnTo>
                <a:lnTo>
                  <a:pt x="1105" y="663"/>
                </a:lnTo>
                <a:lnTo>
                  <a:pt x="1004" y="583"/>
                </a:lnTo>
                <a:lnTo>
                  <a:pt x="904" y="482"/>
                </a:lnTo>
                <a:lnTo>
                  <a:pt x="824" y="342"/>
                </a:lnTo>
                <a:lnTo>
                  <a:pt x="743" y="201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31"/>
          <p:cNvSpPr/>
          <p:nvPr/>
        </p:nvSpPr>
        <p:spPr>
          <a:xfrm>
            <a:off x="8516266" y="568666"/>
            <a:ext cx="58003" cy="51128"/>
          </a:xfrm>
          <a:custGeom>
            <a:rect b="b" l="l" r="r" t="t"/>
            <a:pathLst>
              <a:path extrusionOk="0" h="1346" w="1527">
                <a:moveTo>
                  <a:pt x="783" y="1"/>
                </a:moveTo>
                <a:lnTo>
                  <a:pt x="0" y="723"/>
                </a:lnTo>
                <a:lnTo>
                  <a:pt x="221" y="824"/>
                </a:lnTo>
                <a:lnTo>
                  <a:pt x="422" y="944"/>
                </a:lnTo>
                <a:lnTo>
                  <a:pt x="522" y="1025"/>
                </a:lnTo>
                <a:lnTo>
                  <a:pt x="582" y="1105"/>
                </a:lnTo>
                <a:lnTo>
                  <a:pt x="643" y="1205"/>
                </a:lnTo>
                <a:lnTo>
                  <a:pt x="703" y="1326"/>
                </a:lnTo>
                <a:lnTo>
                  <a:pt x="723" y="1346"/>
                </a:lnTo>
                <a:lnTo>
                  <a:pt x="783" y="1346"/>
                </a:lnTo>
                <a:lnTo>
                  <a:pt x="1526" y="66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31"/>
          <p:cNvSpPr/>
          <p:nvPr/>
        </p:nvSpPr>
        <p:spPr>
          <a:xfrm>
            <a:off x="8518545" y="413839"/>
            <a:ext cx="54926" cy="50368"/>
          </a:xfrm>
          <a:custGeom>
            <a:rect b="b" l="l" r="r" t="t"/>
            <a:pathLst>
              <a:path extrusionOk="0" h="1326" w="1446">
                <a:moveTo>
                  <a:pt x="703" y="0"/>
                </a:moveTo>
                <a:lnTo>
                  <a:pt x="0" y="663"/>
                </a:lnTo>
                <a:lnTo>
                  <a:pt x="723" y="1326"/>
                </a:lnTo>
                <a:lnTo>
                  <a:pt x="1446" y="663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31"/>
          <p:cNvSpPr/>
          <p:nvPr/>
        </p:nvSpPr>
        <p:spPr>
          <a:xfrm>
            <a:off x="8517785" y="1033147"/>
            <a:ext cx="57243" cy="57243"/>
          </a:xfrm>
          <a:custGeom>
            <a:rect b="b" l="l" r="r" t="t"/>
            <a:pathLst>
              <a:path extrusionOk="0" h="1507" w="1507">
                <a:moveTo>
                  <a:pt x="783" y="1"/>
                </a:moveTo>
                <a:lnTo>
                  <a:pt x="0" y="744"/>
                </a:lnTo>
                <a:lnTo>
                  <a:pt x="803" y="1507"/>
                </a:lnTo>
                <a:lnTo>
                  <a:pt x="944" y="1246"/>
                </a:lnTo>
                <a:lnTo>
                  <a:pt x="1024" y="1125"/>
                </a:lnTo>
                <a:lnTo>
                  <a:pt x="1105" y="1005"/>
                </a:lnTo>
                <a:lnTo>
                  <a:pt x="1145" y="965"/>
                </a:lnTo>
                <a:lnTo>
                  <a:pt x="1225" y="945"/>
                </a:lnTo>
                <a:lnTo>
                  <a:pt x="1345" y="905"/>
                </a:lnTo>
                <a:lnTo>
                  <a:pt x="1406" y="884"/>
                </a:lnTo>
                <a:lnTo>
                  <a:pt x="1466" y="844"/>
                </a:lnTo>
                <a:lnTo>
                  <a:pt x="1506" y="764"/>
                </a:lnTo>
                <a:lnTo>
                  <a:pt x="1506" y="684"/>
                </a:lnTo>
                <a:lnTo>
                  <a:pt x="1265" y="563"/>
                </a:lnTo>
                <a:lnTo>
                  <a:pt x="1165" y="503"/>
                </a:lnTo>
                <a:lnTo>
                  <a:pt x="1064" y="423"/>
                </a:lnTo>
                <a:lnTo>
                  <a:pt x="964" y="342"/>
                </a:lnTo>
                <a:lnTo>
                  <a:pt x="904" y="242"/>
                </a:lnTo>
                <a:lnTo>
                  <a:pt x="823" y="121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31"/>
          <p:cNvSpPr/>
          <p:nvPr/>
        </p:nvSpPr>
        <p:spPr>
          <a:xfrm>
            <a:off x="8516266" y="723493"/>
            <a:ext cx="58003" cy="52685"/>
          </a:xfrm>
          <a:custGeom>
            <a:rect b="b" l="l" r="r" t="t"/>
            <a:pathLst>
              <a:path extrusionOk="0" h="1387" w="1527">
                <a:moveTo>
                  <a:pt x="743" y="1"/>
                </a:moveTo>
                <a:lnTo>
                  <a:pt x="622" y="201"/>
                </a:lnTo>
                <a:lnTo>
                  <a:pt x="562" y="302"/>
                </a:lnTo>
                <a:lnTo>
                  <a:pt x="462" y="422"/>
                </a:lnTo>
                <a:lnTo>
                  <a:pt x="361" y="503"/>
                </a:lnTo>
                <a:lnTo>
                  <a:pt x="241" y="563"/>
                </a:lnTo>
                <a:lnTo>
                  <a:pt x="0" y="683"/>
                </a:lnTo>
                <a:lnTo>
                  <a:pt x="763" y="1386"/>
                </a:lnTo>
                <a:lnTo>
                  <a:pt x="1526" y="703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31"/>
          <p:cNvSpPr/>
          <p:nvPr/>
        </p:nvSpPr>
        <p:spPr>
          <a:xfrm>
            <a:off x="8682526" y="259772"/>
            <a:ext cx="56484" cy="48849"/>
          </a:xfrm>
          <a:custGeom>
            <a:rect b="b" l="l" r="r" t="t"/>
            <a:pathLst>
              <a:path extrusionOk="0" h="1286" w="1487">
                <a:moveTo>
                  <a:pt x="743" y="0"/>
                </a:moveTo>
                <a:lnTo>
                  <a:pt x="0" y="623"/>
                </a:lnTo>
                <a:lnTo>
                  <a:pt x="783" y="1285"/>
                </a:lnTo>
                <a:lnTo>
                  <a:pt x="884" y="1085"/>
                </a:lnTo>
                <a:lnTo>
                  <a:pt x="944" y="984"/>
                </a:lnTo>
                <a:lnTo>
                  <a:pt x="1004" y="884"/>
                </a:lnTo>
                <a:lnTo>
                  <a:pt x="1125" y="824"/>
                </a:lnTo>
                <a:lnTo>
                  <a:pt x="1245" y="763"/>
                </a:lnTo>
                <a:lnTo>
                  <a:pt x="1486" y="643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31"/>
          <p:cNvSpPr/>
          <p:nvPr/>
        </p:nvSpPr>
        <p:spPr>
          <a:xfrm>
            <a:off x="8517785" y="879080"/>
            <a:ext cx="57243" cy="54964"/>
          </a:xfrm>
          <a:custGeom>
            <a:rect b="b" l="l" r="r" t="t"/>
            <a:pathLst>
              <a:path extrusionOk="0" h="1447" w="1507">
                <a:moveTo>
                  <a:pt x="763" y="1"/>
                </a:moveTo>
                <a:lnTo>
                  <a:pt x="0" y="704"/>
                </a:lnTo>
                <a:lnTo>
                  <a:pt x="803" y="1447"/>
                </a:lnTo>
                <a:lnTo>
                  <a:pt x="944" y="1186"/>
                </a:lnTo>
                <a:lnTo>
                  <a:pt x="1024" y="1065"/>
                </a:lnTo>
                <a:lnTo>
                  <a:pt x="1125" y="965"/>
                </a:lnTo>
                <a:lnTo>
                  <a:pt x="1165" y="925"/>
                </a:lnTo>
                <a:lnTo>
                  <a:pt x="1225" y="904"/>
                </a:lnTo>
                <a:lnTo>
                  <a:pt x="1366" y="864"/>
                </a:lnTo>
                <a:lnTo>
                  <a:pt x="1426" y="824"/>
                </a:lnTo>
                <a:lnTo>
                  <a:pt x="1466" y="784"/>
                </a:lnTo>
                <a:lnTo>
                  <a:pt x="1506" y="724"/>
                </a:lnTo>
                <a:lnTo>
                  <a:pt x="1506" y="623"/>
                </a:lnTo>
                <a:lnTo>
                  <a:pt x="1125" y="302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31"/>
          <p:cNvSpPr/>
          <p:nvPr/>
        </p:nvSpPr>
        <p:spPr>
          <a:xfrm>
            <a:off x="8680247" y="104186"/>
            <a:ext cx="55686" cy="46532"/>
          </a:xfrm>
          <a:custGeom>
            <a:rect b="b" l="l" r="r" t="t"/>
            <a:pathLst>
              <a:path extrusionOk="0" h="1225" w="1466">
                <a:moveTo>
                  <a:pt x="783" y="0"/>
                </a:moveTo>
                <a:lnTo>
                  <a:pt x="0" y="663"/>
                </a:lnTo>
                <a:lnTo>
                  <a:pt x="221" y="743"/>
                </a:lnTo>
                <a:lnTo>
                  <a:pt x="341" y="783"/>
                </a:lnTo>
                <a:lnTo>
                  <a:pt x="422" y="843"/>
                </a:lnTo>
                <a:lnTo>
                  <a:pt x="522" y="924"/>
                </a:lnTo>
                <a:lnTo>
                  <a:pt x="582" y="1004"/>
                </a:lnTo>
                <a:lnTo>
                  <a:pt x="643" y="1084"/>
                </a:lnTo>
                <a:lnTo>
                  <a:pt x="703" y="1205"/>
                </a:lnTo>
                <a:lnTo>
                  <a:pt x="723" y="1225"/>
                </a:lnTo>
                <a:lnTo>
                  <a:pt x="783" y="1225"/>
                </a:lnTo>
                <a:lnTo>
                  <a:pt x="1466" y="602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31"/>
          <p:cNvSpPr/>
          <p:nvPr/>
        </p:nvSpPr>
        <p:spPr>
          <a:xfrm>
            <a:off x="8520065" y="257493"/>
            <a:ext cx="53407" cy="49608"/>
          </a:xfrm>
          <a:custGeom>
            <a:rect b="b" l="l" r="r" t="t"/>
            <a:pathLst>
              <a:path extrusionOk="0" h="1306" w="1406">
                <a:moveTo>
                  <a:pt x="663" y="0"/>
                </a:moveTo>
                <a:lnTo>
                  <a:pt x="563" y="161"/>
                </a:lnTo>
                <a:lnTo>
                  <a:pt x="502" y="261"/>
                </a:lnTo>
                <a:lnTo>
                  <a:pt x="422" y="341"/>
                </a:lnTo>
                <a:lnTo>
                  <a:pt x="322" y="422"/>
                </a:lnTo>
                <a:lnTo>
                  <a:pt x="221" y="502"/>
                </a:lnTo>
                <a:lnTo>
                  <a:pt x="0" y="663"/>
                </a:lnTo>
                <a:lnTo>
                  <a:pt x="683" y="1305"/>
                </a:lnTo>
                <a:lnTo>
                  <a:pt x="140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31"/>
          <p:cNvSpPr/>
          <p:nvPr/>
        </p:nvSpPr>
        <p:spPr>
          <a:xfrm>
            <a:off x="8520824" y="102628"/>
            <a:ext cx="54964" cy="48089"/>
          </a:xfrm>
          <a:custGeom>
            <a:rect b="b" l="l" r="r" t="t"/>
            <a:pathLst>
              <a:path extrusionOk="0" h="1266" w="1447">
                <a:moveTo>
                  <a:pt x="683" y="1"/>
                </a:moveTo>
                <a:lnTo>
                  <a:pt x="0" y="664"/>
                </a:lnTo>
                <a:lnTo>
                  <a:pt x="663" y="1266"/>
                </a:lnTo>
                <a:lnTo>
                  <a:pt x="1446" y="603"/>
                </a:lnTo>
                <a:lnTo>
                  <a:pt x="1165" y="503"/>
                </a:lnTo>
                <a:lnTo>
                  <a:pt x="1065" y="443"/>
                </a:lnTo>
                <a:lnTo>
                  <a:pt x="964" y="382"/>
                </a:lnTo>
                <a:lnTo>
                  <a:pt x="884" y="282"/>
                </a:lnTo>
                <a:lnTo>
                  <a:pt x="804" y="182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31"/>
          <p:cNvSpPr/>
          <p:nvPr/>
        </p:nvSpPr>
        <p:spPr>
          <a:xfrm flipH="1">
            <a:off x="8848834" y="1746204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31"/>
          <p:cNvSpPr/>
          <p:nvPr/>
        </p:nvSpPr>
        <p:spPr>
          <a:xfrm flipH="1">
            <a:off x="8506980" y="292292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31"/>
          <p:cNvSpPr/>
          <p:nvPr/>
        </p:nvSpPr>
        <p:spPr>
          <a:xfrm flipH="1">
            <a:off x="8968422" y="1833083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31"/>
          <p:cNvSpPr/>
          <p:nvPr/>
        </p:nvSpPr>
        <p:spPr>
          <a:xfrm flipH="1">
            <a:off x="8608512" y="303009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31"/>
          <p:cNvSpPr/>
          <p:nvPr/>
        </p:nvSpPr>
        <p:spPr>
          <a:xfrm flipH="1">
            <a:off x="9068834" y="1944784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31"/>
          <p:cNvSpPr/>
          <p:nvPr/>
        </p:nvSpPr>
        <p:spPr>
          <a:xfrm flipH="1">
            <a:off x="9227894" y="2086954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31"/>
          <p:cNvSpPr/>
          <p:nvPr/>
        </p:nvSpPr>
        <p:spPr>
          <a:xfrm flipH="1">
            <a:off x="9309141" y="219748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31"/>
          <p:cNvSpPr/>
          <p:nvPr/>
        </p:nvSpPr>
        <p:spPr>
          <a:xfrm flipH="1">
            <a:off x="9377964" y="2338533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31"/>
          <p:cNvSpPr/>
          <p:nvPr/>
        </p:nvSpPr>
        <p:spPr>
          <a:xfrm flipH="1">
            <a:off x="9352022" y="2363355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31"/>
          <p:cNvSpPr/>
          <p:nvPr/>
        </p:nvSpPr>
        <p:spPr>
          <a:xfrm flipH="1">
            <a:off x="382360" y="15989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31"/>
          <p:cNvSpPr/>
          <p:nvPr/>
        </p:nvSpPr>
        <p:spPr>
          <a:xfrm flipH="1">
            <a:off x="445365" y="28181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31"/>
          <p:cNvSpPr/>
          <p:nvPr/>
        </p:nvSpPr>
        <p:spPr>
          <a:xfrm flipH="1">
            <a:off x="445365" y="38849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31"/>
          <p:cNvSpPr/>
          <p:nvPr/>
        </p:nvSpPr>
        <p:spPr>
          <a:xfrm flipH="1">
            <a:off x="292965" y="47231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31"/>
          <p:cNvSpPr/>
          <p:nvPr/>
        </p:nvSpPr>
        <p:spPr>
          <a:xfrm flipH="1">
            <a:off x="8751165" y="355371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31"/>
          <p:cNvSpPr/>
          <p:nvPr/>
        </p:nvSpPr>
        <p:spPr>
          <a:xfrm flipH="1">
            <a:off x="8926986" y="218211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3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9pPr>
          </a:lstStyle>
          <a:p/>
        </p:txBody>
      </p:sp>
      <p:sp>
        <p:nvSpPr>
          <p:cNvPr id="2519" name="Google Shape;2519;p32"/>
          <p:cNvSpPr/>
          <p:nvPr/>
        </p:nvSpPr>
        <p:spPr>
          <a:xfrm flipH="1" rot="5400000">
            <a:off x="506025" y="-506325"/>
            <a:ext cx="540300" cy="155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32"/>
          <p:cNvSpPr/>
          <p:nvPr/>
        </p:nvSpPr>
        <p:spPr>
          <a:xfrm flipH="1">
            <a:off x="8430900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32"/>
          <p:cNvSpPr/>
          <p:nvPr/>
        </p:nvSpPr>
        <p:spPr>
          <a:xfrm flipH="1">
            <a:off x="8553209" y="37612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32"/>
          <p:cNvSpPr/>
          <p:nvPr/>
        </p:nvSpPr>
        <p:spPr>
          <a:xfrm flipH="1">
            <a:off x="8672797" y="38481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32"/>
          <p:cNvSpPr/>
          <p:nvPr/>
        </p:nvSpPr>
        <p:spPr>
          <a:xfrm flipH="1">
            <a:off x="8773209" y="39598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32"/>
          <p:cNvSpPr/>
          <p:nvPr/>
        </p:nvSpPr>
        <p:spPr>
          <a:xfrm flipH="1">
            <a:off x="8932269" y="41020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32"/>
          <p:cNvSpPr/>
          <p:nvPr/>
        </p:nvSpPr>
        <p:spPr>
          <a:xfrm flipH="1">
            <a:off x="9013516" y="42125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32"/>
          <p:cNvSpPr/>
          <p:nvPr/>
        </p:nvSpPr>
        <p:spPr>
          <a:xfrm>
            <a:off x="8202150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32"/>
          <p:cNvSpPr/>
          <p:nvPr/>
        </p:nvSpPr>
        <p:spPr>
          <a:xfrm>
            <a:off x="484613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32"/>
          <p:cNvSpPr/>
          <p:nvPr/>
        </p:nvSpPr>
        <p:spPr>
          <a:xfrm>
            <a:off x="118850" y="38228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32"/>
          <p:cNvSpPr/>
          <p:nvPr/>
        </p:nvSpPr>
        <p:spPr>
          <a:xfrm rot="5400000">
            <a:off x="118850" y="44279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0" name="Google Shape;2530;p32"/>
          <p:cNvGrpSpPr/>
          <p:nvPr/>
        </p:nvGrpSpPr>
        <p:grpSpPr>
          <a:xfrm>
            <a:off x="3970979" y="4599416"/>
            <a:ext cx="1205112" cy="520243"/>
            <a:chOff x="3970979" y="4599416"/>
            <a:chExt cx="1205112" cy="520243"/>
          </a:xfrm>
        </p:grpSpPr>
        <p:sp>
          <p:nvSpPr>
            <p:cNvPr id="2531" name="Google Shape;2531;p32"/>
            <p:cNvSpPr/>
            <p:nvPr/>
          </p:nvSpPr>
          <p:spPr>
            <a:xfrm>
              <a:off x="4793924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32"/>
            <p:cNvSpPr/>
            <p:nvPr/>
          </p:nvSpPr>
          <p:spPr>
            <a:xfrm>
              <a:off x="44652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32"/>
            <p:cNvSpPr/>
            <p:nvPr/>
          </p:nvSpPr>
          <p:spPr>
            <a:xfrm>
              <a:off x="46322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32"/>
            <p:cNvSpPr/>
            <p:nvPr/>
          </p:nvSpPr>
          <p:spPr>
            <a:xfrm>
              <a:off x="44667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32"/>
            <p:cNvSpPr/>
            <p:nvPr/>
          </p:nvSpPr>
          <p:spPr>
            <a:xfrm>
              <a:off x="46299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32"/>
            <p:cNvSpPr/>
            <p:nvPr/>
          </p:nvSpPr>
          <p:spPr>
            <a:xfrm>
              <a:off x="47962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32"/>
            <p:cNvSpPr/>
            <p:nvPr/>
          </p:nvSpPr>
          <p:spPr>
            <a:xfrm>
              <a:off x="44590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32"/>
            <p:cNvSpPr/>
            <p:nvPr/>
          </p:nvSpPr>
          <p:spPr>
            <a:xfrm>
              <a:off x="46314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32"/>
            <p:cNvSpPr/>
            <p:nvPr/>
          </p:nvSpPr>
          <p:spPr>
            <a:xfrm>
              <a:off x="47962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32"/>
            <p:cNvSpPr/>
            <p:nvPr/>
          </p:nvSpPr>
          <p:spPr>
            <a:xfrm>
              <a:off x="4462163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32"/>
            <p:cNvSpPr/>
            <p:nvPr/>
          </p:nvSpPr>
          <p:spPr>
            <a:xfrm>
              <a:off x="4630702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32"/>
            <p:cNvSpPr/>
            <p:nvPr/>
          </p:nvSpPr>
          <p:spPr>
            <a:xfrm>
              <a:off x="47970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32"/>
            <p:cNvSpPr/>
            <p:nvPr/>
          </p:nvSpPr>
          <p:spPr>
            <a:xfrm>
              <a:off x="49609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32"/>
            <p:cNvSpPr/>
            <p:nvPr/>
          </p:nvSpPr>
          <p:spPr>
            <a:xfrm>
              <a:off x="43034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32"/>
            <p:cNvSpPr/>
            <p:nvPr/>
          </p:nvSpPr>
          <p:spPr>
            <a:xfrm>
              <a:off x="43034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32"/>
            <p:cNvSpPr/>
            <p:nvPr/>
          </p:nvSpPr>
          <p:spPr>
            <a:xfrm>
              <a:off x="4959424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32"/>
            <p:cNvSpPr/>
            <p:nvPr/>
          </p:nvSpPr>
          <p:spPr>
            <a:xfrm>
              <a:off x="4301980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32"/>
            <p:cNvSpPr/>
            <p:nvPr/>
          </p:nvSpPr>
          <p:spPr>
            <a:xfrm>
              <a:off x="49602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32"/>
            <p:cNvSpPr/>
            <p:nvPr/>
          </p:nvSpPr>
          <p:spPr>
            <a:xfrm>
              <a:off x="4137239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2"/>
            <p:cNvSpPr/>
            <p:nvPr/>
          </p:nvSpPr>
          <p:spPr>
            <a:xfrm>
              <a:off x="49594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32"/>
            <p:cNvSpPr/>
            <p:nvPr/>
          </p:nvSpPr>
          <p:spPr>
            <a:xfrm>
              <a:off x="43027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32"/>
            <p:cNvSpPr/>
            <p:nvPr/>
          </p:nvSpPr>
          <p:spPr>
            <a:xfrm>
              <a:off x="41387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32"/>
            <p:cNvSpPr/>
            <p:nvPr/>
          </p:nvSpPr>
          <p:spPr>
            <a:xfrm>
              <a:off x="3970979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2"/>
            <p:cNvSpPr/>
            <p:nvPr/>
          </p:nvSpPr>
          <p:spPr>
            <a:xfrm>
              <a:off x="39732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2"/>
            <p:cNvSpPr/>
            <p:nvPr/>
          </p:nvSpPr>
          <p:spPr>
            <a:xfrm>
              <a:off x="5123443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2"/>
            <p:cNvSpPr/>
            <p:nvPr/>
          </p:nvSpPr>
          <p:spPr>
            <a:xfrm>
              <a:off x="41372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2"/>
            <p:cNvSpPr/>
            <p:nvPr/>
          </p:nvSpPr>
          <p:spPr>
            <a:xfrm>
              <a:off x="41349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2"/>
            <p:cNvSpPr/>
            <p:nvPr/>
          </p:nvSpPr>
          <p:spPr>
            <a:xfrm>
              <a:off x="51218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2"/>
            <p:cNvSpPr/>
            <p:nvPr/>
          </p:nvSpPr>
          <p:spPr>
            <a:xfrm>
              <a:off x="51242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2"/>
            <p:cNvSpPr/>
            <p:nvPr/>
          </p:nvSpPr>
          <p:spPr>
            <a:xfrm>
              <a:off x="39747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32"/>
            <p:cNvSpPr/>
            <p:nvPr/>
          </p:nvSpPr>
          <p:spPr>
            <a:xfrm>
              <a:off x="39755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32"/>
            <p:cNvSpPr/>
            <p:nvPr/>
          </p:nvSpPr>
          <p:spPr>
            <a:xfrm>
              <a:off x="51249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3" name="Google Shape;2563;p32"/>
          <p:cNvSpPr/>
          <p:nvPr/>
        </p:nvSpPr>
        <p:spPr>
          <a:xfrm>
            <a:off x="8769565" y="1741965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32"/>
          <p:cNvSpPr/>
          <p:nvPr/>
        </p:nvSpPr>
        <p:spPr>
          <a:xfrm flipH="1">
            <a:off x="8551271" y="51296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32"/>
          <p:cNvSpPr/>
          <p:nvPr/>
        </p:nvSpPr>
        <p:spPr>
          <a:xfrm flipH="1">
            <a:off x="8700159" y="63590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32"/>
          <p:cNvSpPr/>
          <p:nvPr/>
        </p:nvSpPr>
        <p:spPr>
          <a:xfrm rot="2827209">
            <a:off x="8663106" y="2695441"/>
            <a:ext cx="1826642" cy="1093257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32"/>
          <p:cNvSpPr/>
          <p:nvPr/>
        </p:nvSpPr>
        <p:spPr>
          <a:xfrm rot="2827209">
            <a:off x="8944670" y="2687946"/>
            <a:ext cx="794324" cy="541625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32"/>
          <p:cNvSpPr/>
          <p:nvPr/>
        </p:nvSpPr>
        <p:spPr>
          <a:xfrm flipH="1">
            <a:off x="8516710" y="12157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32"/>
          <p:cNvSpPr/>
          <p:nvPr/>
        </p:nvSpPr>
        <p:spPr>
          <a:xfrm flipH="1">
            <a:off x="8897710" y="6061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32"/>
          <p:cNvSpPr/>
          <p:nvPr/>
        </p:nvSpPr>
        <p:spPr>
          <a:xfrm flipH="1">
            <a:off x="8973910" y="26635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32"/>
          <p:cNvSpPr/>
          <p:nvPr/>
        </p:nvSpPr>
        <p:spPr>
          <a:xfrm flipH="1">
            <a:off x="8669110" y="29968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32"/>
          <p:cNvSpPr/>
          <p:nvPr/>
        </p:nvSpPr>
        <p:spPr>
          <a:xfrm flipH="1">
            <a:off x="8821510" y="3987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32"/>
          <p:cNvSpPr/>
          <p:nvPr/>
        </p:nvSpPr>
        <p:spPr>
          <a:xfrm flipH="1">
            <a:off x="8992960" y="4368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32"/>
          <p:cNvSpPr/>
          <p:nvPr/>
        </p:nvSpPr>
        <p:spPr>
          <a:xfrm flipH="1">
            <a:off x="8583385" y="46732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32"/>
          <p:cNvSpPr/>
          <p:nvPr/>
        </p:nvSpPr>
        <p:spPr>
          <a:xfrm flipH="1">
            <a:off x="900587" y="495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32"/>
          <p:cNvSpPr/>
          <p:nvPr/>
        </p:nvSpPr>
        <p:spPr>
          <a:xfrm flipH="1">
            <a:off x="1122879" y="2165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32"/>
          <p:cNvSpPr/>
          <p:nvPr/>
        </p:nvSpPr>
        <p:spPr>
          <a:xfrm flipH="1">
            <a:off x="1296760" y="3013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6"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33"/>
          <p:cNvSpPr txBox="1"/>
          <p:nvPr>
            <p:ph idx="1" type="subTitle"/>
          </p:nvPr>
        </p:nvSpPr>
        <p:spPr>
          <a:xfrm>
            <a:off x="2642550" y="1587469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0" name="Google Shape;2580;p33"/>
          <p:cNvSpPr txBox="1"/>
          <p:nvPr>
            <p:ph type="title"/>
          </p:nvPr>
        </p:nvSpPr>
        <p:spPr>
          <a:xfrm>
            <a:off x="2642550" y="558550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500"/>
              <a:buFont typeface="Dosis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1" name="Google Shape;2581;p33"/>
          <p:cNvSpPr/>
          <p:nvPr/>
        </p:nvSpPr>
        <p:spPr>
          <a:xfrm flipH="1">
            <a:off x="7287940" y="0"/>
            <a:ext cx="188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33"/>
          <p:cNvSpPr/>
          <p:nvPr/>
        </p:nvSpPr>
        <p:spPr>
          <a:xfrm flipH="1">
            <a:off x="250" y="0"/>
            <a:ext cx="188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3" name="Google Shape;2583;p33"/>
          <p:cNvGrpSpPr/>
          <p:nvPr/>
        </p:nvGrpSpPr>
        <p:grpSpPr>
          <a:xfrm>
            <a:off x="7825917" y="1997778"/>
            <a:ext cx="1209708" cy="1147945"/>
            <a:chOff x="5235125" y="2636100"/>
            <a:chExt cx="796175" cy="755525"/>
          </a:xfrm>
        </p:grpSpPr>
        <p:sp>
          <p:nvSpPr>
            <p:cNvPr id="2584" name="Google Shape;2584;p33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33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3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3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3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3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33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3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3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3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3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3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3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3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3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3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3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3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3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3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3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3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3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3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3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3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3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3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3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3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3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3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3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3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3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3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3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3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3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3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3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3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3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3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3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3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3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3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3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3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3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3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3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3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3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3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3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3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3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3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3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3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3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3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8" name="Google Shape;2648;p33"/>
          <p:cNvSpPr/>
          <p:nvPr/>
        </p:nvSpPr>
        <p:spPr>
          <a:xfrm flipH="1">
            <a:off x="7882259" y="-225021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33"/>
          <p:cNvSpPr/>
          <p:nvPr/>
        </p:nvSpPr>
        <p:spPr>
          <a:xfrm flipH="1">
            <a:off x="7540405" y="9516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33"/>
          <p:cNvSpPr/>
          <p:nvPr/>
        </p:nvSpPr>
        <p:spPr>
          <a:xfrm flipH="1">
            <a:off x="8001847" y="-138142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33"/>
          <p:cNvSpPr/>
          <p:nvPr/>
        </p:nvSpPr>
        <p:spPr>
          <a:xfrm flipH="1">
            <a:off x="7641937" y="10588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33"/>
          <p:cNvSpPr/>
          <p:nvPr/>
        </p:nvSpPr>
        <p:spPr>
          <a:xfrm flipH="1">
            <a:off x="8102259" y="-26441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33"/>
          <p:cNvSpPr/>
          <p:nvPr/>
        </p:nvSpPr>
        <p:spPr>
          <a:xfrm flipH="1">
            <a:off x="8261319" y="1157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33"/>
          <p:cNvSpPr/>
          <p:nvPr/>
        </p:nvSpPr>
        <p:spPr>
          <a:xfrm flipH="1">
            <a:off x="8342566" y="2262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33"/>
          <p:cNvSpPr/>
          <p:nvPr/>
        </p:nvSpPr>
        <p:spPr>
          <a:xfrm flipH="1">
            <a:off x="8411389" y="3673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33"/>
          <p:cNvSpPr/>
          <p:nvPr/>
        </p:nvSpPr>
        <p:spPr>
          <a:xfrm flipH="1">
            <a:off x="8385447" y="3921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33"/>
          <p:cNvSpPr/>
          <p:nvPr/>
        </p:nvSpPr>
        <p:spPr>
          <a:xfrm rot="5400000">
            <a:off x="1001086" y="4442775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33"/>
          <p:cNvSpPr/>
          <p:nvPr/>
        </p:nvSpPr>
        <p:spPr>
          <a:xfrm flipH="1" rot="5400000">
            <a:off x="-249058" y="294235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33"/>
          <p:cNvSpPr/>
          <p:nvPr/>
        </p:nvSpPr>
        <p:spPr>
          <a:xfrm flipH="1" rot="5400000">
            <a:off x="-38647" y="3164059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33"/>
          <p:cNvSpPr/>
          <p:nvPr/>
        </p:nvSpPr>
        <p:spPr>
          <a:xfrm flipH="1" rot="5400000">
            <a:off x="250172" y="339982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33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33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33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33"/>
          <p:cNvSpPr/>
          <p:nvPr/>
        </p:nvSpPr>
        <p:spPr>
          <a:xfrm flipH="1">
            <a:off x="186860" y="-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33"/>
          <p:cNvSpPr/>
          <p:nvPr/>
        </p:nvSpPr>
        <p:spPr>
          <a:xfrm flipH="1">
            <a:off x="262457" y="139921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33"/>
          <p:cNvSpPr/>
          <p:nvPr/>
        </p:nvSpPr>
        <p:spPr>
          <a:xfrm flipH="1">
            <a:off x="485872" y="210978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33"/>
          <p:cNvSpPr/>
          <p:nvPr/>
        </p:nvSpPr>
        <p:spPr>
          <a:xfrm flipH="1">
            <a:off x="782579" y="321561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33"/>
          <p:cNvSpPr/>
          <p:nvPr/>
        </p:nvSpPr>
        <p:spPr>
          <a:xfrm>
            <a:off x="4343388" y="450821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">
    <p:spTree>
      <p:nvGrpSpPr>
        <p:cNvPr id="2669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34"/>
          <p:cNvSpPr/>
          <p:nvPr/>
        </p:nvSpPr>
        <p:spPr>
          <a:xfrm flipH="1">
            <a:off x="-584168" y="39018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34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34"/>
          <p:cNvSpPr/>
          <p:nvPr/>
        </p:nvSpPr>
        <p:spPr>
          <a:xfrm flipH="1">
            <a:off x="186860" y="-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34"/>
          <p:cNvSpPr/>
          <p:nvPr/>
        </p:nvSpPr>
        <p:spPr>
          <a:xfrm>
            <a:off x="-1982557" y="361359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34"/>
          <p:cNvSpPr/>
          <p:nvPr/>
        </p:nvSpPr>
        <p:spPr>
          <a:xfrm flipH="1">
            <a:off x="1814668" y="602606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34"/>
          <p:cNvSpPr/>
          <p:nvPr/>
        </p:nvSpPr>
        <p:spPr>
          <a:xfrm>
            <a:off x="-1497457" y="367000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34"/>
          <p:cNvSpPr/>
          <p:nvPr/>
        </p:nvSpPr>
        <p:spPr>
          <a:xfrm flipH="1">
            <a:off x="262457" y="139921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34"/>
          <p:cNvSpPr/>
          <p:nvPr/>
        </p:nvSpPr>
        <p:spPr>
          <a:xfrm flipH="1">
            <a:off x="1880081" y="673719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34"/>
          <p:cNvSpPr/>
          <p:nvPr/>
        </p:nvSpPr>
        <p:spPr>
          <a:xfrm>
            <a:off x="-1166882" y="377718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34"/>
          <p:cNvSpPr/>
          <p:nvPr/>
        </p:nvSpPr>
        <p:spPr>
          <a:xfrm flipH="1">
            <a:off x="-2137218" y="248212"/>
            <a:ext cx="1990251" cy="2226013"/>
          </a:xfrm>
          <a:custGeom>
            <a:rect b="b" l="l" r="r" t="t"/>
            <a:pathLst>
              <a:path extrusionOk="0" h="39816" w="35599">
                <a:moveTo>
                  <a:pt x="16346" y="81"/>
                </a:moveTo>
                <a:lnTo>
                  <a:pt x="18606" y="102"/>
                </a:lnTo>
                <a:lnTo>
                  <a:pt x="19737" y="122"/>
                </a:lnTo>
                <a:lnTo>
                  <a:pt x="20867" y="162"/>
                </a:lnTo>
                <a:lnTo>
                  <a:pt x="22017" y="223"/>
                </a:lnTo>
                <a:lnTo>
                  <a:pt x="23147" y="283"/>
                </a:lnTo>
                <a:lnTo>
                  <a:pt x="24277" y="364"/>
                </a:lnTo>
                <a:lnTo>
                  <a:pt x="25407" y="465"/>
                </a:lnTo>
                <a:lnTo>
                  <a:pt x="26537" y="586"/>
                </a:lnTo>
                <a:lnTo>
                  <a:pt x="27667" y="747"/>
                </a:lnTo>
                <a:lnTo>
                  <a:pt x="28555" y="868"/>
                </a:lnTo>
                <a:lnTo>
                  <a:pt x="29443" y="1050"/>
                </a:lnTo>
                <a:lnTo>
                  <a:pt x="29887" y="1151"/>
                </a:lnTo>
                <a:lnTo>
                  <a:pt x="30311" y="1272"/>
                </a:lnTo>
                <a:lnTo>
                  <a:pt x="30755" y="1413"/>
                </a:lnTo>
                <a:lnTo>
                  <a:pt x="31179" y="1554"/>
                </a:lnTo>
                <a:lnTo>
                  <a:pt x="31582" y="1736"/>
                </a:lnTo>
                <a:lnTo>
                  <a:pt x="31986" y="1918"/>
                </a:lnTo>
                <a:lnTo>
                  <a:pt x="32369" y="2140"/>
                </a:lnTo>
                <a:lnTo>
                  <a:pt x="32732" y="2382"/>
                </a:lnTo>
                <a:lnTo>
                  <a:pt x="33076" y="2644"/>
                </a:lnTo>
                <a:lnTo>
                  <a:pt x="33419" y="2927"/>
                </a:lnTo>
                <a:lnTo>
                  <a:pt x="33721" y="3250"/>
                </a:lnTo>
                <a:lnTo>
                  <a:pt x="34004" y="3593"/>
                </a:lnTo>
                <a:lnTo>
                  <a:pt x="34165" y="3815"/>
                </a:lnTo>
                <a:lnTo>
                  <a:pt x="34307" y="4057"/>
                </a:lnTo>
                <a:lnTo>
                  <a:pt x="34448" y="4299"/>
                </a:lnTo>
                <a:lnTo>
                  <a:pt x="34569" y="4561"/>
                </a:lnTo>
                <a:lnTo>
                  <a:pt x="34771" y="5066"/>
                </a:lnTo>
                <a:lnTo>
                  <a:pt x="34932" y="5611"/>
                </a:lnTo>
                <a:lnTo>
                  <a:pt x="35073" y="6135"/>
                </a:lnTo>
                <a:lnTo>
                  <a:pt x="35174" y="6680"/>
                </a:lnTo>
                <a:lnTo>
                  <a:pt x="35255" y="7205"/>
                </a:lnTo>
                <a:lnTo>
                  <a:pt x="35316" y="7730"/>
                </a:lnTo>
                <a:lnTo>
                  <a:pt x="35416" y="8577"/>
                </a:lnTo>
                <a:lnTo>
                  <a:pt x="35477" y="9445"/>
                </a:lnTo>
                <a:lnTo>
                  <a:pt x="35517" y="10333"/>
                </a:lnTo>
                <a:lnTo>
                  <a:pt x="35517" y="11261"/>
                </a:lnTo>
                <a:lnTo>
                  <a:pt x="35517" y="12230"/>
                </a:lnTo>
                <a:lnTo>
                  <a:pt x="35497" y="13219"/>
                </a:lnTo>
                <a:lnTo>
                  <a:pt x="35457" y="14248"/>
                </a:lnTo>
                <a:lnTo>
                  <a:pt x="35376" y="15337"/>
                </a:lnTo>
                <a:lnTo>
                  <a:pt x="35316" y="16165"/>
                </a:lnTo>
                <a:lnTo>
                  <a:pt x="35235" y="17033"/>
                </a:lnTo>
                <a:lnTo>
                  <a:pt x="35134" y="17921"/>
                </a:lnTo>
                <a:lnTo>
                  <a:pt x="34993" y="18808"/>
                </a:lnTo>
                <a:lnTo>
                  <a:pt x="34831" y="19717"/>
                </a:lnTo>
                <a:lnTo>
                  <a:pt x="34629" y="20625"/>
                </a:lnTo>
                <a:lnTo>
                  <a:pt x="34508" y="21089"/>
                </a:lnTo>
                <a:lnTo>
                  <a:pt x="34367" y="21533"/>
                </a:lnTo>
                <a:lnTo>
                  <a:pt x="34226" y="21997"/>
                </a:lnTo>
                <a:lnTo>
                  <a:pt x="34064" y="22441"/>
                </a:lnTo>
                <a:lnTo>
                  <a:pt x="33943" y="22784"/>
                </a:lnTo>
                <a:lnTo>
                  <a:pt x="33782" y="23127"/>
                </a:lnTo>
                <a:lnTo>
                  <a:pt x="33620" y="23490"/>
                </a:lnTo>
                <a:lnTo>
                  <a:pt x="33419" y="23833"/>
                </a:lnTo>
                <a:lnTo>
                  <a:pt x="33197" y="24176"/>
                </a:lnTo>
                <a:lnTo>
                  <a:pt x="32934" y="24479"/>
                </a:lnTo>
                <a:lnTo>
                  <a:pt x="32793" y="24641"/>
                </a:lnTo>
                <a:lnTo>
                  <a:pt x="32632" y="24782"/>
                </a:lnTo>
                <a:lnTo>
                  <a:pt x="32470" y="24903"/>
                </a:lnTo>
                <a:lnTo>
                  <a:pt x="32309" y="25024"/>
                </a:lnTo>
                <a:lnTo>
                  <a:pt x="32107" y="25145"/>
                </a:lnTo>
                <a:lnTo>
                  <a:pt x="31925" y="25226"/>
                </a:lnTo>
                <a:lnTo>
                  <a:pt x="31723" y="25327"/>
                </a:lnTo>
                <a:lnTo>
                  <a:pt x="31522" y="25387"/>
                </a:lnTo>
                <a:lnTo>
                  <a:pt x="31118" y="25508"/>
                </a:lnTo>
                <a:lnTo>
                  <a:pt x="30694" y="25569"/>
                </a:lnTo>
                <a:lnTo>
                  <a:pt x="30250" y="25609"/>
                </a:lnTo>
                <a:lnTo>
                  <a:pt x="29403" y="25609"/>
                </a:lnTo>
                <a:lnTo>
                  <a:pt x="28979" y="25589"/>
                </a:lnTo>
                <a:lnTo>
                  <a:pt x="27809" y="25488"/>
                </a:lnTo>
                <a:lnTo>
                  <a:pt x="26658" y="25347"/>
                </a:lnTo>
                <a:lnTo>
                  <a:pt x="25508" y="25185"/>
                </a:lnTo>
                <a:lnTo>
                  <a:pt x="24358" y="25004"/>
                </a:lnTo>
                <a:lnTo>
                  <a:pt x="23248" y="24842"/>
                </a:lnTo>
                <a:lnTo>
                  <a:pt x="22118" y="24681"/>
                </a:lnTo>
                <a:lnTo>
                  <a:pt x="20988" y="24540"/>
                </a:lnTo>
                <a:lnTo>
                  <a:pt x="19837" y="24439"/>
                </a:lnTo>
                <a:lnTo>
                  <a:pt x="19272" y="24398"/>
                </a:lnTo>
                <a:lnTo>
                  <a:pt x="18707" y="24378"/>
                </a:lnTo>
                <a:lnTo>
                  <a:pt x="17577" y="24378"/>
                </a:lnTo>
                <a:lnTo>
                  <a:pt x="17012" y="24419"/>
                </a:lnTo>
                <a:lnTo>
                  <a:pt x="16447" y="24459"/>
                </a:lnTo>
                <a:lnTo>
                  <a:pt x="15882" y="24540"/>
                </a:lnTo>
                <a:lnTo>
                  <a:pt x="15317" y="24620"/>
                </a:lnTo>
                <a:lnTo>
                  <a:pt x="14631" y="24762"/>
                </a:lnTo>
                <a:lnTo>
                  <a:pt x="13965" y="24943"/>
                </a:lnTo>
                <a:lnTo>
                  <a:pt x="13319" y="25165"/>
                </a:lnTo>
                <a:lnTo>
                  <a:pt x="12674" y="25407"/>
                </a:lnTo>
                <a:lnTo>
                  <a:pt x="12048" y="25690"/>
                </a:lnTo>
                <a:lnTo>
                  <a:pt x="11422" y="25993"/>
                </a:lnTo>
                <a:lnTo>
                  <a:pt x="10817" y="26336"/>
                </a:lnTo>
                <a:lnTo>
                  <a:pt x="10232" y="26699"/>
                </a:lnTo>
                <a:lnTo>
                  <a:pt x="9667" y="27102"/>
                </a:lnTo>
                <a:lnTo>
                  <a:pt x="9122" y="27526"/>
                </a:lnTo>
                <a:lnTo>
                  <a:pt x="8597" y="27990"/>
                </a:lnTo>
                <a:lnTo>
                  <a:pt x="8093" y="28455"/>
                </a:lnTo>
                <a:lnTo>
                  <a:pt x="7608" y="28959"/>
                </a:lnTo>
                <a:lnTo>
                  <a:pt x="7164" y="29484"/>
                </a:lnTo>
                <a:lnTo>
                  <a:pt x="6741" y="30029"/>
                </a:lnTo>
                <a:lnTo>
                  <a:pt x="6357" y="30594"/>
                </a:lnTo>
                <a:lnTo>
                  <a:pt x="6014" y="31159"/>
                </a:lnTo>
                <a:lnTo>
                  <a:pt x="5691" y="31744"/>
                </a:lnTo>
                <a:lnTo>
                  <a:pt x="5389" y="32329"/>
                </a:lnTo>
                <a:lnTo>
                  <a:pt x="5106" y="32914"/>
                </a:lnTo>
                <a:lnTo>
                  <a:pt x="4844" y="33520"/>
                </a:lnTo>
                <a:lnTo>
                  <a:pt x="4581" y="34125"/>
                </a:lnTo>
                <a:lnTo>
                  <a:pt x="4097" y="35336"/>
                </a:lnTo>
                <a:lnTo>
                  <a:pt x="3714" y="36264"/>
                </a:lnTo>
                <a:lnTo>
                  <a:pt x="3330" y="37172"/>
                </a:lnTo>
                <a:lnTo>
                  <a:pt x="2927" y="38080"/>
                </a:lnTo>
                <a:lnTo>
                  <a:pt x="2705" y="38524"/>
                </a:lnTo>
                <a:lnTo>
                  <a:pt x="2483" y="38948"/>
                </a:lnTo>
                <a:lnTo>
                  <a:pt x="2402" y="39089"/>
                </a:lnTo>
                <a:lnTo>
                  <a:pt x="2321" y="39211"/>
                </a:lnTo>
                <a:lnTo>
                  <a:pt x="2220" y="39332"/>
                </a:lnTo>
                <a:lnTo>
                  <a:pt x="2099" y="39453"/>
                </a:lnTo>
                <a:lnTo>
                  <a:pt x="1978" y="39554"/>
                </a:lnTo>
                <a:lnTo>
                  <a:pt x="1857" y="39634"/>
                </a:lnTo>
                <a:lnTo>
                  <a:pt x="1736" y="39695"/>
                </a:lnTo>
                <a:lnTo>
                  <a:pt x="1615" y="39715"/>
                </a:lnTo>
                <a:lnTo>
                  <a:pt x="1413" y="39715"/>
                </a:lnTo>
                <a:lnTo>
                  <a:pt x="1312" y="39654"/>
                </a:lnTo>
                <a:lnTo>
                  <a:pt x="1231" y="39594"/>
                </a:lnTo>
                <a:lnTo>
                  <a:pt x="1191" y="39513"/>
                </a:lnTo>
                <a:lnTo>
                  <a:pt x="1131" y="39433"/>
                </a:lnTo>
                <a:lnTo>
                  <a:pt x="1110" y="39352"/>
                </a:lnTo>
                <a:lnTo>
                  <a:pt x="1090" y="39251"/>
                </a:lnTo>
                <a:lnTo>
                  <a:pt x="1090" y="39049"/>
                </a:lnTo>
                <a:lnTo>
                  <a:pt x="1110" y="38847"/>
                </a:lnTo>
                <a:lnTo>
                  <a:pt x="1252" y="38040"/>
                </a:lnTo>
                <a:lnTo>
                  <a:pt x="1393" y="37253"/>
                </a:lnTo>
                <a:lnTo>
                  <a:pt x="1575" y="36466"/>
                </a:lnTo>
                <a:lnTo>
                  <a:pt x="1776" y="35699"/>
                </a:lnTo>
                <a:lnTo>
                  <a:pt x="2018" y="34630"/>
                </a:lnTo>
                <a:lnTo>
                  <a:pt x="2261" y="33560"/>
                </a:lnTo>
                <a:lnTo>
                  <a:pt x="2422" y="32551"/>
                </a:lnTo>
                <a:lnTo>
                  <a:pt x="2563" y="31562"/>
                </a:lnTo>
                <a:lnTo>
                  <a:pt x="2664" y="30533"/>
                </a:lnTo>
                <a:lnTo>
                  <a:pt x="2705" y="29524"/>
                </a:lnTo>
                <a:lnTo>
                  <a:pt x="2745" y="28515"/>
                </a:lnTo>
                <a:lnTo>
                  <a:pt x="2745" y="27506"/>
                </a:lnTo>
                <a:lnTo>
                  <a:pt x="2705" y="26477"/>
                </a:lnTo>
                <a:lnTo>
                  <a:pt x="2644" y="25468"/>
                </a:lnTo>
                <a:lnTo>
                  <a:pt x="2563" y="24439"/>
                </a:lnTo>
                <a:lnTo>
                  <a:pt x="2462" y="23430"/>
                </a:lnTo>
                <a:lnTo>
                  <a:pt x="2362" y="22401"/>
                </a:lnTo>
                <a:lnTo>
                  <a:pt x="2240" y="21392"/>
                </a:lnTo>
                <a:lnTo>
                  <a:pt x="1958" y="19374"/>
                </a:lnTo>
                <a:lnTo>
                  <a:pt x="1655" y="17355"/>
                </a:lnTo>
                <a:lnTo>
                  <a:pt x="1595" y="16972"/>
                </a:lnTo>
                <a:lnTo>
                  <a:pt x="1030" y="13219"/>
                </a:lnTo>
                <a:lnTo>
                  <a:pt x="485" y="9465"/>
                </a:lnTo>
                <a:lnTo>
                  <a:pt x="323" y="8234"/>
                </a:lnTo>
                <a:lnTo>
                  <a:pt x="182" y="7043"/>
                </a:lnTo>
                <a:lnTo>
                  <a:pt x="142" y="6458"/>
                </a:lnTo>
                <a:lnTo>
                  <a:pt x="101" y="5873"/>
                </a:lnTo>
                <a:lnTo>
                  <a:pt x="81" y="5308"/>
                </a:lnTo>
                <a:lnTo>
                  <a:pt x="81" y="4723"/>
                </a:lnTo>
                <a:lnTo>
                  <a:pt x="81" y="4521"/>
                </a:lnTo>
                <a:lnTo>
                  <a:pt x="101" y="3633"/>
                </a:lnTo>
                <a:lnTo>
                  <a:pt x="142" y="3129"/>
                </a:lnTo>
                <a:lnTo>
                  <a:pt x="202" y="2604"/>
                </a:lnTo>
                <a:lnTo>
                  <a:pt x="283" y="2099"/>
                </a:lnTo>
                <a:lnTo>
                  <a:pt x="323" y="1857"/>
                </a:lnTo>
                <a:lnTo>
                  <a:pt x="404" y="1635"/>
                </a:lnTo>
                <a:lnTo>
                  <a:pt x="465" y="1413"/>
                </a:lnTo>
                <a:lnTo>
                  <a:pt x="566" y="1211"/>
                </a:lnTo>
                <a:lnTo>
                  <a:pt x="666" y="1010"/>
                </a:lnTo>
                <a:lnTo>
                  <a:pt x="767" y="848"/>
                </a:lnTo>
                <a:lnTo>
                  <a:pt x="848" y="747"/>
                </a:lnTo>
                <a:lnTo>
                  <a:pt x="929" y="687"/>
                </a:lnTo>
                <a:lnTo>
                  <a:pt x="1110" y="545"/>
                </a:lnTo>
                <a:lnTo>
                  <a:pt x="1332" y="445"/>
                </a:lnTo>
                <a:lnTo>
                  <a:pt x="1575" y="364"/>
                </a:lnTo>
                <a:lnTo>
                  <a:pt x="1837" y="303"/>
                </a:lnTo>
                <a:lnTo>
                  <a:pt x="2099" y="283"/>
                </a:lnTo>
                <a:lnTo>
                  <a:pt x="2382" y="263"/>
                </a:lnTo>
                <a:lnTo>
                  <a:pt x="2684" y="243"/>
                </a:lnTo>
                <a:lnTo>
                  <a:pt x="3169" y="263"/>
                </a:lnTo>
                <a:lnTo>
                  <a:pt x="3633" y="283"/>
                </a:lnTo>
                <a:lnTo>
                  <a:pt x="4057" y="303"/>
                </a:lnTo>
                <a:lnTo>
                  <a:pt x="4440" y="303"/>
                </a:lnTo>
                <a:lnTo>
                  <a:pt x="9586" y="202"/>
                </a:lnTo>
                <a:lnTo>
                  <a:pt x="11826" y="142"/>
                </a:lnTo>
                <a:lnTo>
                  <a:pt x="14066" y="102"/>
                </a:lnTo>
                <a:lnTo>
                  <a:pt x="16346" y="81"/>
                </a:lnTo>
                <a:close/>
                <a:moveTo>
                  <a:pt x="16346" y="1"/>
                </a:moveTo>
                <a:lnTo>
                  <a:pt x="14066" y="21"/>
                </a:lnTo>
                <a:lnTo>
                  <a:pt x="11826" y="61"/>
                </a:lnTo>
                <a:lnTo>
                  <a:pt x="9586" y="122"/>
                </a:lnTo>
                <a:lnTo>
                  <a:pt x="4420" y="223"/>
                </a:lnTo>
                <a:lnTo>
                  <a:pt x="4057" y="223"/>
                </a:lnTo>
                <a:lnTo>
                  <a:pt x="3633" y="202"/>
                </a:lnTo>
                <a:lnTo>
                  <a:pt x="2805" y="162"/>
                </a:lnTo>
                <a:lnTo>
                  <a:pt x="2382" y="182"/>
                </a:lnTo>
                <a:lnTo>
                  <a:pt x="1978" y="202"/>
                </a:lnTo>
                <a:lnTo>
                  <a:pt x="1595" y="283"/>
                </a:lnTo>
                <a:lnTo>
                  <a:pt x="1413" y="324"/>
                </a:lnTo>
                <a:lnTo>
                  <a:pt x="1252" y="384"/>
                </a:lnTo>
                <a:lnTo>
                  <a:pt x="1090" y="465"/>
                </a:lnTo>
                <a:lnTo>
                  <a:pt x="949" y="566"/>
                </a:lnTo>
                <a:lnTo>
                  <a:pt x="828" y="667"/>
                </a:lnTo>
                <a:lnTo>
                  <a:pt x="707" y="788"/>
                </a:lnTo>
                <a:lnTo>
                  <a:pt x="586" y="969"/>
                </a:lnTo>
                <a:lnTo>
                  <a:pt x="485" y="1151"/>
                </a:lnTo>
                <a:lnTo>
                  <a:pt x="404" y="1373"/>
                </a:lnTo>
                <a:lnTo>
                  <a:pt x="323" y="1575"/>
                </a:lnTo>
                <a:lnTo>
                  <a:pt x="263" y="1817"/>
                </a:lnTo>
                <a:lnTo>
                  <a:pt x="202" y="2059"/>
                </a:lnTo>
                <a:lnTo>
                  <a:pt x="122" y="2563"/>
                </a:lnTo>
                <a:lnTo>
                  <a:pt x="61" y="3068"/>
                </a:lnTo>
                <a:lnTo>
                  <a:pt x="21" y="3593"/>
                </a:lnTo>
                <a:lnTo>
                  <a:pt x="0" y="4521"/>
                </a:lnTo>
                <a:lnTo>
                  <a:pt x="0" y="4723"/>
                </a:lnTo>
                <a:lnTo>
                  <a:pt x="0" y="5308"/>
                </a:lnTo>
                <a:lnTo>
                  <a:pt x="21" y="5873"/>
                </a:lnTo>
                <a:lnTo>
                  <a:pt x="61" y="6458"/>
                </a:lnTo>
                <a:lnTo>
                  <a:pt x="101" y="7043"/>
                </a:lnTo>
                <a:lnTo>
                  <a:pt x="243" y="8234"/>
                </a:lnTo>
                <a:lnTo>
                  <a:pt x="404" y="9465"/>
                </a:lnTo>
                <a:lnTo>
                  <a:pt x="949" y="13219"/>
                </a:lnTo>
                <a:lnTo>
                  <a:pt x="1514" y="16992"/>
                </a:lnTo>
                <a:lnTo>
                  <a:pt x="1575" y="17376"/>
                </a:lnTo>
                <a:lnTo>
                  <a:pt x="1877" y="19374"/>
                </a:lnTo>
                <a:lnTo>
                  <a:pt x="2160" y="21392"/>
                </a:lnTo>
                <a:lnTo>
                  <a:pt x="2281" y="22421"/>
                </a:lnTo>
                <a:lnTo>
                  <a:pt x="2382" y="23430"/>
                </a:lnTo>
                <a:lnTo>
                  <a:pt x="2483" y="24439"/>
                </a:lnTo>
                <a:lnTo>
                  <a:pt x="2563" y="25468"/>
                </a:lnTo>
                <a:lnTo>
                  <a:pt x="2624" y="26477"/>
                </a:lnTo>
                <a:lnTo>
                  <a:pt x="2664" y="27486"/>
                </a:lnTo>
                <a:lnTo>
                  <a:pt x="2664" y="28515"/>
                </a:lnTo>
                <a:lnTo>
                  <a:pt x="2644" y="29524"/>
                </a:lnTo>
                <a:lnTo>
                  <a:pt x="2584" y="30533"/>
                </a:lnTo>
                <a:lnTo>
                  <a:pt x="2483" y="31542"/>
                </a:lnTo>
                <a:lnTo>
                  <a:pt x="2341" y="32551"/>
                </a:lnTo>
                <a:lnTo>
                  <a:pt x="2180" y="33540"/>
                </a:lnTo>
                <a:lnTo>
                  <a:pt x="1938" y="34630"/>
                </a:lnTo>
                <a:lnTo>
                  <a:pt x="1696" y="35679"/>
                </a:lnTo>
                <a:lnTo>
                  <a:pt x="1494" y="36466"/>
                </a:lnTo>
                <a:lnTo>
                  <a:pt x="1332" y="37233"/>
                </a:lnTo>
                <a:lnTo>
                  <a:pt x="1171" y="38040"/>
                </a:lnTo>
                <a:lnTo>
                  <a:pt x="1030" y="38827"/>
                </a:lnTo>
                <a:lnTo>
                  <a:pt x="1009" y="39049"/>
                </a:lnTo>
                <a:lnTo>
                  <a:pt x="1009" y="39271"/>
                </a:lnTo>
                <a:lnTo>
                  <a:pt x="1030" y="39372"/>
                </a:lnTo>
                <a:lnTo>
                  <a:pt x="1070" y="39473"/>
                </a:lnTo>
                <a:lnTo>
                  <a:pt x="1110" y="39574"/>
                </a:lnTo>
                <a:lnTo>
                  <a:pt x="1191" y="39654"/>
                </a:lnTo>
                <a:lnTo>
                  <a:pt x="1252" y="39715"/>
                </a:lnTo>
                <a:lnTo>
                  <a:pt x="1353" y="39776"/>
                </a:lnTo>
                <a:lnTo>
                  <a:pt x="1433" y="39796"/>
                </a:lnTo>
                <a:lnTo>
                  <a:pt x="1534" y="39816"/>
                </a:lnTo>
                <a:lnTo>
                  <a:pt x="1615" y="39796"/>
                </a:lnTo>
                <a:lnTo>
                  <a:pt x="1756" y="39776"/>
                </a:lnTo>
                <a:lnTo>
                  <a:pt x="1897" y="39695"/>
                </a:lnTo>
                <a:lnTo>
                  <a:pt x="2018" y="39614"/>
                </a:lnTo>
                <a:lnTo>
                  <a:pt x="2160" y="39513"/>
                </a:lnTo>
                <a:lnTo>
                  <a:pt x="2281" y="39392"/>
                </a:lnTo>
                <a:lnTo>
                  <a:pt x="2382" y="39271"/>
                </a:lnTo>
                <a:lnTo>
                  <a:pt x="2483" y="39130"/>
                </a:lnTo>
                <a:lnTo>
                  <a:pt x="2563" y="38989"/>
                </a:lnTo>
                <a:lnTo>
                  <a:pt x="2785" y="38565"/>
                </a:lnTo>
                <a:lnTo>
                  <a:pt x="3007" y="38101"/>
                </a:lnTo>
                <a:lnTo>
                  <a:pt x="3411" y="37193"/>
                </a:lnTo>
                <a:lnTo>
                  <a:pt x="3794" y="36284"/>
                </a:lnTo>
                <a:lnTo>
                  <a:pt x="4158" y="35376"/>
                </a:lnTo>
                <a:lnTo>
                  <a:pt x="4662" y="34166"/>
                </a:lnTo>
                <a:lnTo>
                  <a:pt x="4904" y="33560"/>
                </a:lnTo>
                <a:lnTo>
                  <a:pt x="5187" y="32955"/>
                </a:lnTo>
                <a:lnTo>
                  <a:pt x="5469" y="32369"/>
                </a:lnTo>
                <a:lnTo>
                  <a:pt x="5752" y="31784"/>
                </a:lnTo>
                <a:lnTo>
                  <a:pt x="6075" y="31199"/>
                </a:lnTo>
                <a:lnTo>
                  <a:pt x="6418" y="30654"/>
                </a:lnTo>
                <a:lnTo>
                  <a:pt x="6821" y="30089"/>
                </a:lnTo>
                <a:lnTo>
                  <a:pt x="7225" y="29544"/>
                </a:lnTo>
                <a:lnTo>
                  <a:pt x="7669" y="29020"/>
                </a:lnTo>
                <a:lnTo>
                  <a:pt x="8153" y="28515"/>
                </a:lnTo>
                <a:lnTo>
                  <a:pt x="8638" y="28051"/>
                </a:lnTo>
                <a:lnTo>
                  <a:pt x="9162" y="27587"/>
                </a:lnTo>
                <a:lnTo>
                  <a:pt x="9707" y="27163"/>
                </a:lnTo>
                <a:lnTo>
                  <a:pt x="10272" y="26780"/>
                </a:lnTo>
                <a:lnTo>
                  <a:pt x="10857" y="26396"/>
                </a:lnTo>
                <a:lnTo>
                  <a:pt x="11463" y="26073"/>
                </a:lnTo>
                <a:lnTo>
                  <a:pt x="12068" y="25750"/>
                </a:lnTo>
                <a:lnTo>
                  <a:pt x="12694" y="25468"/>
                </a:lnTo>
                <a:lnTo>
                  <a:pt x="13339" y="25226"/>
                </a:lnTo>
                <a:lnTo>
                  <a:pt x="14005" y="25024"/>
                </a:lnTo>
                <a:lnTo>
                  <a:pt x="14651" y="24842"/>
                </a:lnTo>
                <a:lnTo>
                  <a:pt x="15337" y="24701"/>
                </a:lnTo>
                <a:lnTo>
                  <a:pt x="15882" y="24600"/>
                </a:lnTo>
                <a:lnTo>
                  <a:pt x="16447" y="24540"/>
                </a:lnTo>
                <a:lnTo>
                  <a:pt x="17012" y="24499"/>
                </a:lnTo>
                <a:lnTo>
                  <a:pt x="17577" y="24459"/>
                </a:lnTo>
                <a:lnTo>
                  <a:pt x="18707" y="24459"/>
                </a:lnTo>
                <a:lnTo>
                  <a:pt x="19272" y="24479"/>
                </a:lnTo>
                <a:lnTo>
                  <a:pt x="19837" y="24519"/>
                </a:lnTo>
                <a:lnTo>
                  <a:pt x="20968" y="24620"/>
                </a:lnTo>
                <a:lnTo>
                  <a:pt x="22098" y="24762"/>
                </a:lnTo>
                <a:lnTo>
                  <a:pt x="23228" y="24923"/>
                </a:lnTo>
                <a:lnTo>
                  <a:pt x="24338" y="25084"/>
                </a:lnTo>
                <a:lnTo>
                  <a:pt x="25488" y="25266"/>
                </a:lnTo>
                <a:lnTo>
                  <a:pt x="26638" y="25428"/>
                </a:lnTo>
                <a:lnTo>
                  <a:pt x="27809" y="25569"/>
                </a:lnTo>
                <a:lnTo>
                  <a:pt x="28979" y="25670"/>
                </a:lnTo>
                <a:lnTo>
                  <a:pt x="29403" y="25690"/>
                </a:lnTo>
                <a:lnTo>
                  <a:pt x="30271" y="25690"/>
                </a:lnTo>
                <a:lnTo>
                  <a:pt x="30714" y="25650"/>
                </a:lnTo>
                <a:lnTo>
                  <a:pt x="31138" y="25569"/>
                </a:lnTo>
                <a:lnTo>
                  <a:pt x="31562" y="25468"/>
                </a:lnTo>
                <a:lnTo>
                  <a:pt x="31764" y="25387"/>
                </a:lnTo>
                <a:lnTo>
                  <a:pt x="31966" y="25306"/>
                </a:lnTo>
                <a:lnTo>
                  <a:pt x="32147" y="25206"/>
                </a:lnTo>
                <a:lnTo>
                  <a:pt x="32349" y="25084"/>
                </a:lnTo>
                <a:lnTo>
                  <a:pt x="32511" y="24963"/>
                </a:lnTo>
                <a:lnTo>
                  <a:pt x="32692" y="24842"/>
                </a:lnTo>
                <a:lnTo>
                  <a:pt x="32833" y="24701"/>
                </a:lnTo>
                <a:lnTo>
                  <a:pt x="32995" y="24540"/>
                </a:lnTo>
                <a:lnTo>
                  <a:pt x="33257" y="24217"/>
                </a:lnTo>
                <a:lnTo>
                  <a:pt x="33479" y="23874"/>
                </a:lnTo>
                <a:lnTo>
                  <a:pt x="33681" y="23531"/>
                </a:lnTo>
                <a:lnTo>
                  <a:pt x="33863" y="23167"/>
                </a:lnTo>
                <a:lnTo>
                  <a:pt x="34004" y="22804"/>
                </a:lnTo>
                <a:lnTo>
                  <a:pt x="34145" y="22461"/>
                </a:lnTo>
                <a:lnTo>
                  <a:pt x="34307" y="22017"/>
                </a:lnTo>
                <a:lnTo>
                  <a:pt x="34448" y="21573"/>
                </a:lnTo>
                <a:lnTo>
                  <a:pt x="34569" y="21109"/>
                </a:lnTo>
                <a:lnTo>
                  <a:pt x="34690" y="20645"/>
                </a:lnTo>
                <a:lnTo>
                  <a:pt x="34912" y="19737"/>
                </a:lnTo>
                <a:lnTo>
                  <a:pt x="35073" y="18829"/>
                </a:lnTo>
                <a:lnTo>
                  <a:pt x="35215" y="17921"/>
                </a:lnTo>
                <a:lnTo>
                  <a:pt x="35316" y="17033"/>
                </a:lnTo>
                <a:lnTo>
                  <a:pt x="35396" y="16185"/>
                </a:lnTo>
                <a:lnTo>
                  <a:pt x="35457" y="15337"/>
                </a:lnTo>
                <a:lnTo>
                  <a:pt x="35538" y="14248"/>
                </a:lnTo>
                <a:lnTo>
                  <a:pt x="35578" y="13219"/>
                </a:lnTo>
                <a:lnTo>
                  <a:pt x="35598" y="12230"/>
                </a:lnTo>
                <a:lnTo>
                  <a:pt x="35598" y="11261"/>
                </a:lnTo>
                <a:lnTo>
                  <a:pt x="35598" y="10333"/>
                </a:lnTo>
                <a:lnTo>
                  <a:pt x="35558" y="9445"/>
                </a:lnTo>
                <a:lnTo>
                  <a:pt x="35497" y="8557"/>
                </a:lnTo>
                <a:lnTo>
                  <a:pt x="35396" y="7709"/>
                </a:lnTo>
                <a:lnTo>
                  <a:pt x="35336" y="7185"/>
                </a:lnTo>
                <a:lnTo>
                  <a:pt x="35255" y="6660"/>
                </a:lnTo>
                <a:lnTo>
                  <a:pt x="35154" y="6115"/>
                </a:lnTo>
                <a:lnTo>
                  <a:pt x="35013" y="5570"/>
                </a:lnTo>
                <a:lnTo>
                  <a:pt x="34851" y="5046"/>
                </a:lnTo>
                <a:lnTo>
                  <a:pt x="34629" y="4521"/>
                </a:lnTo>
                <a:lnTo>
                  <a:pt x="34508" y="4259"/>
                </a:lnTo>
                <a:lnTo>
                  <a:pt x="34387" y="4016"/>
                </a:lnTo>
                <a:lnTo>
                  <a:pt x="34226" y="3774"/>
                </a:lnTo>
                <a:lnTo>
                  <a:pt x="34064" y="3552"/>
                </a:lnTo>
                <a:lnTo>
                  <a:pt x="33782" y="3189"/>
                </a:lnTo>
                <a:lnTo>
                  <a:pt x="33479" y="2866"/>
                </a:lnTo>
                <a:lnTo>
                  <a:pt x="33136" y="2584"/>
                </a:lnTo>
                <a:lnTo>
                  <a:pt x="32793" y="2301"/>
                </a:lnTo>
                <a:lnTo>
                  <a:pt x="32410" y="2079"/>
                </a:lnTo>
                <a:lnTo>
                  <a:pt x="32026" y="1857"/>
                </a:lnTo>
                <a:lnTo>
                  <a:pt x="31623" y="1655"/>
                </a:lnTo>
                <a:lnTo>
                  <a:pt x="31199" y="1494"/>
                </a:lnTo>
                <a:lnTo>
                  <a:pt x="30775" y="1333"/>
                </a:lnTo>
                <a:lnTo>
                  <a:pt x="30351" y="1191"/>
                </a:lnTo>
                <a:lnTo>
                  <a:pt x="29907" y="1070"/>
                </a:lnTo>
                <a:lnTo>
                  <a:pt x="29463" y="969"/>
                </a:lnTo>
                <a:lnTo>
                  <a:pt x="28555" y="788"/>
                </a:lnTo>
                <a:lnTo>
                  <a:pt x="27667" y="667"/>
                </a:lnTo>
                <a:lnTo>
                  <a:pt x="26557" y="525"/>
                </a:lnTo>
                <a:lnTo>
                  <a:pt x="25427" y="384"/>
                </a:lnTo>
                <a:lnTo>
                  <a:pt x="24277" y="283"/>
                </a:lnTo>
                <a:lnTo>
                  <a:pt x="23147" y="202"/>
                </a:lnTo>
                <a:lnTo>
                  <a:pt x="22017" y="142"/>
                </a:lnTo>
                <a:lnTo>
                  <a:pt x="20887" y="81"/>
                </a:lnTo>
                <a:lnTo>
                  <a:pt x="19737" y="41"/>
                </a:lnTo>
                <a:lnTo>
                  <a:pt x="18606" y="21"/>
                </a:lnTo>
                <a:lnTo>
                  <a:pt x="1634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34"/>
          <p:cNvSpPr/>
          <p:nvPr/>
        </p:nvSpPr>
        <p:spPr>
          <a:xfrm flipH="1" rot="-6644194">
            <a:off x="7345178" y="2375062"/>
            <a:ext cx="2960485" cy="1551300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34"/>
          <p:cNvSpPr/>
          <p:nvPr/>
        </p:nvSpPr>
        <p:spPr>
          <a:xfrm flipH="1">
            <a:off x="8040412" y="359407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34"/>
          <p:cNvSpPr/>
          <p:nvPr/>
        </p:nvSpPr>
        <p:spPr>
          <a:xfrm flipH="1">
            <a:off x="485872" y="210978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34"/>
          <p:cNvSpPr/>
          <p:nvPr/>
        </p:nvSpPr>
        <p:spPr>
          <a:xfrm flipH="1">
            <a:off x="-2103334" y="200859"/>
            <a:ext cx="1707024" cy="174879"/>
          </a:xfrm>
          <a:custGeom>
            <a:rect b="b" l="l" r="r" t="t"/>
            <a:pathLst>
              <a:path extrusionOk="0" h="3128" w="30533">
                <a:moveTo>
                  <a:pt x="17960" y="0"/>
                </a:moveTo>
                <a:lnTo>
                  <a:pt x="16750" y="20"/>
                </a:lnTo>
                <a:lnTo>
                  <a:pt x="16326" y="20"/>
                </a:lnTo>
                <a:lnTo>
                  <a:pt x="13057" y="61"/>
                </a:lnTo>
                <a:lnTo>
                  <a:pt x="11422" y="101"/>
                </a:lnTo>
                <a:lnTo>
                  <a:pt x="9767" y="182"/>
                </a:lnTo>
                <a:lnTo>
                  <a:pt x="8133" y="262"/>
                </a:lnTo>
                <a:lnTo>
                  <a:pt x="6478" y="404"/>
                </a:lnTo>
                <a:lnTo>
                  <a:pt x="5671" y="484"/>
                </a:lnTo>
                <a:lnTo>
                  <a:pt x="4843" y="585"/>
                </a:lnTo>
                <a:lnTo>
                  <a:pt x="4036" y="686"/>
                </a:lnTo>
                <a:lnTo>
                  <a:pt x="3209" y="807"/>
                </a:lnTo>
                <a:lnTo>
                  <a:pt x="2785" y="868"/>
                </a:lnTo>
                <a:lnTo>
                  <a:pt x="2361" y="969"/>
                </a:lnTo>
                <a:lnTo>
                  <a:pt x="1917" y="1070"/>
                </a:lnTo>
                <a:lnTo>
                  <a:pt x="1494" y="1211"/>
                </a:lnTo>
                <a:lnTo>
                  <a:pt x="1090" y="1372"/>
                </a:lnTo>
                <a:lnTo>
                  <a:pt x="888" y="1473"/>
                </a:lnTo>
                <a:lnTo>
                  <a:pt x="686" y="1574"/>
                </a:lnTo>
                <a:lnTo>
                  <a:pt x="505" y="1695"/>
                </a:lnTo>
                <a:lnTo>
                  <a:pt x="323" y="1836"/>
                </a:lnTo>
                <a:lnTo>
                  <a:pt x="162" y="1978"/>
                </a:lnTo>
                <a:lnTo>
                  <a:pt x="0" y="2139"/>
                </a:lnTo>
                <a:lnTo>
                  <a:pt x="61" y="2200"/>
                </a:lnTo>
                <a:lnTo>
                  <a:pt x="222" y="2038"/>
                </a:lnTo>
                <a:lnTo>
                  <a:pt x="384" y="1897"/>
                </a:lnTo>
                <a:lnTo>
                  <a:pt x="565" y="1756"/>
                </a:lnTo>
                <a:lnTo>
                  <a:pt x="747" y="1655"/>
                </a:lnTo>
                <a:lnTo>
                  <a:pt x="929" y="1534"/>
                </a:lnTo>
                <a:lnTo>
                  <a:pt x="1130" y="1433"/>
                </a:lnTo>
                <a:lnTo>
                  <a:pt x="1534" y="1271"/>
                </a:lnTo>
                <a:lnTo>
                  <a:pt x="1958" y="1150"/>
                </a:lnTo>
                <a:lnTo>
                  <a:pt x="2382" y="1049"/>
                </a:lnTo>
                <a:lnTo>
                  <a:pt x="2805" y="949"/>
                </a:lnTo>
                <a:lnTo>
                  <a:pt x="3229" y="888"/>
                </a:lnTo>
                <a:lnTo>
                  <a:pt x="4036" y="767"/>
                </a:lnTo>
                <a:lnTo>
                  <a:pt x="4864" y="666"/>
                </a:lnTo>
                <a:lnTo>
                  <a:pt x="5671" y="565"/>
                </a:lnTo>
                <a:lnTo>
                  <a:pt x="6498" y="484"/>
                </a:lnTo>
                <a:lnTo>
                  <a:pt x="8133" y="343"/>
                </a:lnTo>
                <a:lnTo>
                  <a:pt x="9788" y="262"/>
                </a:lnTo>
                <a:lnTo>
                  <a:pt x="11422" y="182"/>
                </a:lnTo>
                <a:lnTo>
                  <a:pt x="13057" y="141"/>
                </a:lnTo>
                <a:lnTo>
                  <a:pt x="16326" y="101"/>
                </a:lnTo>
                <a:lnTo>
                  <a:pt x="16750" y="101"/>
                </a:lnTo>
                <a:lnTo>
                  <a:pt x="17960" y="81"/>
                </a:lnTo>
                <a:lnTo>
                  <a:pt x="19191" y="81"/>
                </a:lnTo>
                <a:lnTo>
                  <a:pt x="20402" y="101"/>
                </a:lnTo>
                <a:lnTo>
                  <a:pt x="21613" y="161"/>
                </a:lnTo>
                <a:lnTo>
                  <a:pt x="22239" y="202"/>
                </a:lnTo>
                <a:lnTo>
                  <a:pt x="22844" y="242"/>
                </a:lnTo>
                <a:lnTo>
                  <a:pt x="23449" y="303"/>
                </a:lnTo>
                <a:lnTo>
                  <a:pt x="24055" y="383"/>
                </a:lnTo>
                <a:lnTo>
                  <a:pt x="24640" y="484"/>
                </a:lnTo>
                <a:lnTo>
                  <a:pt x="25245" y="585"/>
                </a:lnTo>
                <a:lnTo>
                  <a:pt x="25831" y="727"/>
                </a:lnTo>
                <a:lnTo>
                  <a:pt x="26436" y="868"/>
                </a:lnTo>
                <a:lnTo>
                  <a:pt x="27102" y="1070"/>
                </a:lnTo>
                <a:lnTo>
                  <a:pt x="27707" y="1292"/>
                </a:lnTo>
                <a:lnTo>
                  <a:pt x="28293" y="1534"/>
                </a:lnTo>
                <a:lnTo>
                  <a:pt x="28817" y="1816"/>
                </a:lnTo>
                <a:lnTo>
                  <a:pt x="29281" y="2099"/>
                </a:lnTo>
                <a:lnTo>
                  <a:pt x="29725" y="2422"/>
                </a:lnTo>
                <a:lnTo>
                  <a:pt x="30109" y="2745"/>
                </a:lnTo>
                <a:lnTo>
                  <a:pt x="30290" y="2926"/>
                </a:lnTo>
                <a:lnTo>
                  <a:pt x="30472" y="3128"/>
                </a:lnTo>
                <a:lnTo>
                  <a:pt x="30533" y="3067"/>
                </a:lnTo>
                <a:lnTo>
                  <a:pt x="30351" y="2886"/>
                </a:lnTo>
                <a:lnTo>
                  <a:pt x="30169" y="2704"/>
                </a:lnTo>
                <a:lnTo>
                  <a:pt x="29786" y="2361"/>
                </a:lnTo>
                <a:lnTo>
                  <a:pt x="29342" y="2038"/>
                </a:lnTo>
                <a:lnTo>
                  <a:pt x="28858" y="1736"/>
                </a:lnTo>
                <a:lnTo>
                  <a:pt x="28333" y="1473"/>
                </a:lnTo>
                <a:lnTo>
                  <a:pt x="27748" y="1231"/>
                </a:lnTo>
                <a:lnTo>
                  <a:pt x="27122" y="989"/>
                </a:lnTo>
                <a:lnTo>
                  <a:pt x="26456" y="787"/>
                </a:lnTo>
                <a:lnTo>
                  <a:pt x="25851" y="646"/>
                </a:lnTo>
                <a:lnTo>
                  <a:pt x="25266" y="525"/>
                </a:lnTo>
                <a:lnTo>
                  <a:pt x="24660" y="404"/>
                </a:lnTo>
                <a:lnTo>
                  <a:pt x="24055" y="303"/>
                </a:lnTo>
                <a:lnTo>
                  <a:pt x="23449" y="222"/>
                </a:lnTo>
                <a:lnTo>
                  <a:pt x="22844" y="161"/>
                </a:lnTo>
                <a:lnTo>
                  <a:pt x="22239" y="121"/>
                </a:lnTo>
                <a:lnTo>
                  <a:pt x="21633" y="81"/>
                </a:lnTo>
                <a:lnTo>
                  <a:pt x="20402" y="20"/>
                </a:lnTo>
                <a:lnTo>
                  <a:pt x="191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34"/>
          <p:cNvSpPr/>
          <p:nvPr/>
        </p:nvSpPr>
        <p:spPr>
          <a:xfrm flipH="1">
            <a:off x="-2189064" y="372324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34"/>
          <p:cNvSpPr/>
          <p:nvPr/>
        </p:nvSpPr>
        <p:spPr>
          <a:xfrm flipH="1">
            <a:off x="-2206037" y="241447"/>
            <a:ext cx="1867255" cy="1352794"/>
          </a:xfrm>
          <a:custGeom>
            <a:rect b="b" l="l" r="r" t="t"/>
            <a:pathLst>
              <a:path extrusionOk="0" h="24197" w="33399">
                <a:moveTo>
                  <a:pt x="13521" y="1"/>
                </a:moveTo>
                <a:lnTo>
                  <a:pt x="12391" y="21"/>
                </a:lnTo>
                <a:lnTo>
                  <a:pt x="11200" y="61"/>
                </a:lnTo>
                <a:lnTo>
                  <a:pt x="10009" y="101"/>
                </a:lnTo>
                <a:lnTo>
                  <a:pt x="8012" y="223"/>
                </a:lnTo>
                <a:lnTo>
                  <a:pt x="5832" y="364"/>
                </a:lnTo>
                <a:lnTo>
                  <a:pt x="5287" y="404"/>
                </a:lnTo>
                <a:lnTo>
                  <a:pt x="4702" y="424"/>
                </a:lnTo>
                <a:lnTo>
                  <a:pt x="3996" y="445"/>
                </a:lnTo>
                <a:lnTo>
                  <a:pt x="3289" y="485"/>
                </a:lnTo>
                <a:lnTo>
                  <a:pt x="2926" y="525"/>
                </a:lnTo>
                <a:lnTo>
                  <a:pt x="2603" y="586"/>
                </a:lnTo>
                <a:lnTo>
                  <a:pt x="2260" y="646"/>
                </a:lnTo>
                <a:lnTo>
                  <a:pt x="1958" y="747"/>
                </a:lnTo>
                <a:lnTo>
                  <a:pt x="1796" y="808"/>
                </a:lnTo>
                <a:lnTo>
                  <a:pt x="1655" y="868"/>
                </a:lnTo>
                <a:lnTo>
                  <a:pt x="1514" y="949"/>
                </a:lnTo>
                <a:lnTo>
                  <a:pt x="1372" y="1050"/>
                </a:lnTo>
                <a:lnTo>
                  <a:pt x="1251" y="1151"/>
                </a:lnTo>
                <a:lnTo>
                  <a:pt x="1130" y="1272"/>
                </a:lnTo>
                <a:lnTo>
                  <a:pt x="1009" y="1413"/>
                </a:lnTo>
                <a:lnTo>
                  <a:pt x="888" y="1554"/>
                </a:lnTo>
                <a:lnTo>
                  <a:pt x="686" y="1877"/>
                </a:lnTo>
                <a:lnTo>
                  <a:pt x="505" y="2241"/>
                </a:lnTo>
                <a:lnTo>
                  <a:pt x="343" y="2664"/>
                </a:lnTo>
                <a:lnTo>
                  <a:pt x="222" y="3128"/>
                </a:lnTo>
                <a:lnTo>
                  <a:pt x="141" y="3532"/>
                </a:lnTo>
                <a:lnTo>
                  <a:pt x="81" y="3956"/>
                </a:lnTo>
                <a:lnTo>
                  <a:pt x="40" y="4380"/>
                </a:lnTo>
                <a:lnTo>
                  <a:pt x="0" y="4783"/>
                </a:lnTo>
                <a:lnTo>
                  <a:pt x="0" y="5187"/>
                </a:lnTo>
                <a:lnTo>
                  <a:pt x="20" y="5550"/>
                </a:lnTo>
                <a:lnTo>
                  <a:pt x="40" y="5893"/>
                </a:lnTo>
                <a:lnTo>
                  <a:pt x="61" y="6216"/>
                </a:lnTo>
                <a:lnTo>
                  <a:pt x="121" y="6680"/>
                </a:lnTo>
                <a:lnTo>
                  <a:pt x="222" y="7144"/>
                </a:lnTo>
                <a:lnTo>
                  <a:pt x="323" y="7608"/>
                </a:lnTo>
                <a:lnTo>
                  <a:pt x="424" y="8052"/>
                </a:lnTo>
                <a:lnTo>
                  <a:pt x="686" y="8960"/>
                </a:lnTo>
                <a:lnTo>
                  <a:pt x="969" y="9848"/>
                </a:lnTo>
                <a:lnTo>
                  <a:pt x="1191" y="10595"/>
                </a:lnTo>
                <a:lnTo>
                  <a:pt x="1413" y="11362"/>
                </a:lnTo>
                <a:lnTo>
                  <a:pt x="1635" y="12230"/>
                </a:lnTo>
                <a:lnTo>
                  <a:pt x="1836" y="13118"/>
                </a:lnTo>
                <a:lnTo>
                  <a:pt x="1998" y="14026"/>
                </a:lnTo>
                <a:lnTo>
                  <a:pt x="2119" y="14914"/>
                </a:lnTo>
                <a:lnTo>
                  <a:pt x="2220" y="15822"/>
                </a:lnTo>
                <a:lnTo>
                  <a:pt x="2280" y="16730"/>
                </a:lnTo>
                <a:lnTo>
                  <a:pt x="2321" y="17638"/>
                </a:lnTo>
                <a:lnTo>
                  <a:pt x="2321" y="18546"/>
                </a:lnTo>
                <a:lnTo>
                  <a:pt x="2280" y="19656"/>
                </a:lnTo>
                <a:lnTo>
                  <a:pt x="2260" y="20403"/>
                </a:lnTo>
                <a:lnTo>
                  <a:pt x="2240" y="21169"/>
                </a:lnTo>
                <a:lnTo>
                  <a:pt x="2260" y="21936"/>
                </a:lnTo>
                <a:lnTo>
                  <a:pt x="2301" y="22320"/>
                </a:lnTo>
                <a:lnTo>
                  <a:pt x="2341" y="22703"/>
                </a:lnTo>
                <a:lnTo>
                  <a:pt x="2381" y="23046"/>
                </a:lnTo>
                <a:lnTo>
                  <a:pt x="2442" y="23248"/>
                </a:lnTo>
                <a:lnTo>
                  <a:pt x="2502" y="23430"/>
                </a:lnTo>
                <a:lnTo>
                  <a:pt x="2583" y="23611"/>
                </a:lnTo>
                <a:lnTo>
                  <a:pt x="2684" y="23773"/>
                </a:lnTo>
                <a:lnTo>
                  <a:pt x="2825" y="23914"/>
                </a:lnTo>
                <a:lnTo>
                  <a:pt x="2987" y="24055"/>
                </a:lnTo>
                <a:lnTo>
                  <a:pt x="3128" y="24116"/>
                </a:lnTo>
                <a:lnTo>
                  <a:pt x="3249" y="24156"/>
                </a:lnTo>
                <a:lnTo>
                  <a:pt x="3390" y="24196"/>
                </a:lnTo>
                <a:lnTo>
                  <a:pt x="3532" y="24196"/>
                </a:lnTo>
                <a:lnTo>
                  <a:pt x="3733" y="24176"/>
                </a:lnTo>
                <a:lnTo>
                  <a:pt x="3955" y="24136"/>
                </a:lnTo>
                <a:lnTo>
                  <a:pt x="4177" y="24055"/>
                </a:lnTo>
                <a:lnTo>
                  <a:pt x="4379" y="23934"/>
                </a:lnTo>
                <a:lnTo>
                  <a:pt x="4601" y="23813"/>
                </a:lnTo>
                <a:lnTo>
                  <a:pt x="4823" y="23652"/>
                </a:lnTo>
                <a:lnTo>
                  <a:pt x="5247" y="23329"/>
                </a:lnTo>
                <a:lnTo>
                  <a:pt x="5630" y="23026"/>
                </a:lnTo>
                <a:lnTo>
                  <a:pt x="6014" y="22743"/>
                </a:lnTo>
                <a:lnTo>
                  <a:pt x="6417" y="22481"/>
                </a:lnTo>
                <a:lnTo>
                  <a:pt x="6821" y="22239"/>
                </a:lnTo>
                <a:lnTo>
                  <a:pt x="7245" y="21997"/>
                </a:lnTo>
                <a:lnTo>
                  <a:pt x="7689" y="21775"/>
                </a:lnTo>
                <a:lnTo>
                  <a:pt x="8133" y="21553"/>
                </a:lnTo>
                <a:lnTo>
                  <a:pt x="8577" y="21371"/>
                </a:lnTo>
                <a:lnTo>
                  <a:pt x="9041" y="21169"/>
                </a:lnTo>
                <a:lnTo>
                  <a:pt x="9525" y="21008"/>
                </a:lnTo>
                <a:lnTo>
                  <a:pt x="10009" y="20867"/>
                </a:lnTo>
                <a:lnTo>
                  <a:pt x="10494" y="20725"/>
                </a:lnTo>
                <a:lnTo>
                  <a:pt x="10998" y="20604"/>
                </a:lnTo>
                <a:lnTo>
                  <a:pt x="11503" y="20483"/>
                </a:lnTo>
                <a:lnTo>
                  <a:pt x="12027" y="20403"/>
                </a:lnTo>
                <a:lnTo>
                  <a:pt x="12552" y="20322"/>
                </a:lnTo>
                <a:lnTo>
                  <a:pt x="13460" y="20221"/>
                </a:lnTo>
                <a:lnTo>
                  <a:pt x="14409" y="20160"/>
                </a:lnTo>
                <a:lnTo>
                  <a:pt x="15377" y="20160"/>
                </a:lnTo>
                <a:lnTo>
                  <a:pt x="16366" y="20201"/>
                </a:lnTo>
                <a:lnTo>
                  <a:pt x="17355" y="20302"/>
                </a:lnTo>
                <a:lnTo>
                  <a:pt x="18384" y="20423"/>
                </a:lnTo>
                <a:lnTo>
                  <a:pt x="19433" y="20604"/>
                </a:lnTo>
                <a:lnTo>
                  <a:pt x="20503" y="20826"/>
                </a:lnTo>
                <a:lnTo>
                  <a:pt x="21714" y="21129"/>
                </a:lnTo>
                <a:lnTo>
                  <a:pt x="22642" y="21351"/>
                </a:lnTo>
                <a:lnTo>
                  <a:pt x="23591" y="21553"/>
                </a:lnTo>
                <a:lnTo>
                  <a:pt x="24055" y="21654"/>
                </a:lnTo>
                <a:lnTo>
                  <a:pt x="24539" y="21714"/>
                </a:lnTo>
                <a:lnTo>
                  <a:pt x="25023" y="21775"/>
                </a:lnTo>
                <a:lnTo>
                  <a:pt x="25508" y="21815"/>
                </a:lnTo>
                <a:lnTo>
                  <a:pt x="26053" y="21835"/>
                </a:lnTo>
                <a:lnTo>
                  <a:pt x="26597" y="21815"/>
                </a:lnTo>
                <a:lnTo>
                  <a:pt x="27122" y="21755"/>
                </a:lnTo>
                <a:lnTo>
                  <a:pt x="27647" y="21654"/>
                </a:lnTo>
                <a:lnTo>
                  <a:pt x="28131" y="21533"/>
                </a:lnTo>
                <a:lnTo>
                  <a:pt x="28595" y="21371"/>
                </a:lnTo>
                <a:lnTo>
                  <a:pt x="29039" y="21169"/>
                </a:lnTo>
                <a:lnTo>
                  <a:pt x="29443" y="20947"/>
                </a:lnTo>
                <a:lnTo>
                  <a:pt x="29402" y="20867"/>
                </a:lnTo>
                <a:lnTo>
                  <a:pt x="28999" y="21089"/>
                </a:lnTo>
                <a:lnTo>
                  <a:pt x="28555" y="21291"/>
                </a:lnTo>
                <a:lnTo>
                  <a:pt x="28111" y="21452"/>
                </a:lnTo>
                <a:lnTo>
                  <a:pt x="27627" y="21573"/>
                </a:lnTo>
                <a:lnTo>
                  <a:pt x="27122" y="21674"/>
                </a:lnTo>
                <a:lnTo>
                  <a:pt x="26597" y="21734"/>
                </a:lnTo>
                <a:lnTo>
                  <a:pt x="26053" y="21755"/>
                </a:lnTo>
                <a:lnTo>
                  <a:pt x="25508" y="21734"/>
                </a:lnTo>
                <a:lnTo>
                  <a:pt x="25023" y="21694"/>
                </a:lnTo>
                <a:lnTo>
                  <a:pt x="24539" y="21634"/>
                </a:lnTo>
                <a:lnTo>
                  <a:pt x="24075" y="21573"/>
                </a:lnTo>
                <a:lnTo>
                  <a:pt x="23591" y="21472"/>
                </a:lnTo>
                <a:lnTo>
                  <a:pt x="22662" y="21270"/>
                </a:lnTo>
                <a:lnTo>
                  <a:pt x="21734" y="21048"/>
                </a:lnTo>
                <a:lnTo>
                  <a:pt x="20503" y="20746"/>
                </a:lnTo>
                <a:lnTo>
                  <a:pt x="19454" y="20524"/>
                </a:lnTo>
                <a:lnTo>
                  <a:pt x="18404" y="20342"/>
                </a:lnTo>
                <a:lnTo>
                  <a:pt x="17375" y="20221"/>
                </a:lnTo>
                <a:lnTo>
                  <a:pt x="16366" y="20120"/>
                </a:lnTo>
                <a:lnTo>
                  <a:pt x="15377" y="20080"/>
                </a:lnTo>
                <a:lnTo>
                  <a:pt x="14409" y="20080"/>
                </a:lnTo>
                <a:lnTo>
                  <a:pt x="13460" y="20140"/>
                </a:lnTo>
                <a:lnTo>
                  <a:pt x="12532" y="20241"/>
                </a:lnTo>
                <a:lnTo>
                  <a:pt x="12007" y="20322"/>
                </a:lnTo>
                <a:lnTo>
                  <a:pt x="11503" y="20403"/>
                </a:lnTo>
                <a:lnTo>
                  <a:pt x="10978" y="20524"/>
                </a:lnTo>
                <a:lnTo>
                  <a:pt x="10474" y="20645"/>
                </a:lnTo>
                <a:lnTo>
                  <a:pt x="9989" y="20786"/>
                </a:lnTo>
                <a:lnTo>
                  <a:pt x="9505" y="20927"/>
                </a:lnTo>
                <a:lnTo>
                  <a:pt x="9021" y="21109"/>
                </a:lnTo>
                <a:lnTo>
                  <a:pt x="8556" y="21291"/>
                </a:lnTo>
                <a:lnTo>
                  <a:pt x="8092" y="21492"/>
                </a:lnTo>
                <a:lnTo>
                  <a:pt x="7648" y="21694"/>
                </a:lnTo>
                <a:lnTo>
                  <a:pt x="7204" y="21916"/>
                </a:lnTo>
                <a:lnTo>
                  <a:pt x="6781" y="22158"/>
                </a:lnTo>
                <a:lnTo>
                  <a:pt x="6377" y="22421"/>
                </a:lnTo>
                <a:lnTo>
                  <a:pt x="5973" y="22683"/>
                </a:lnTo>
                <a:lnTo>
                  <a:pt x="5590" y="22965"/>
                </a:lnTo>
                <a:lnTo>
                  <a:pt x="5207" y="23268"/>
                </a:lnTo>
                <a:lnTo>
                  <a:pt x="4924" y="23490"/>
                </a:lnTo>
                <a:lnTo>
                  <a:pt x="4641" y="23692"/>
                </a:lnTo>
                <a:lnTo>
                  <a:pt x="4359" y="23853"/>
                </a:lnTo>
                <a:lnTo>
                  <a:pt x="4076" y="23995"/>
                </a:lnTo>
                <a:lnTo>
                  <a:pt x="3935" y="24055"/>
                </a:lnTo>
                <a:lnTo>
                  <a:pt x="3814" y="24096"/>
                </a:lnTo>
                <a:lnTo>
                  <a:pt x="3673" y="24116"/>
                </a:lnTo>
                <a:lnTo>
                  <a:pt x="3411" y="24116"/>
                </a:lnTo>
                <a:lnTo>
                  <a:pt x="3269" y="24096"/>
                </a:lnTo>
                <a:lnTo>
                  <a:pt x="3148" y="24035"/>
                </a:lnTo>
                <a:lnTo>
                  <a:pt x="3027" y="23974"/>
                </a:lnTo>
                <a:lnTo>
                  <a:pt x="2886" y="23853"/>
                </a:lnTo>
                <a:lnTo>
                  <a:pt x="2745" y="23712"/>
                </a:lnTo>
                <a:lnTo>
                  <a:pt x="2644" y="23551"/>
                </a:lnTo>
                <a:lnTo>
                  <a:pt x="2583" y="23389"/>
                </a:lnTo>
                <a:lnTo>
                  <a:pt x="2523" y="23208"/>
                </a:lnTo>
                <a:lnTo>
                  <a:pt x="2462" y="23026"/>
                </a:lnTo>
                <a:lnTo>
                  <a:pt x="2422" y="22683"/>
                </a:lnTo>
                <a:lnTo>
                  <a:pt x="2381" y="22300"/>
                </a:lnTo>
                <a:lnTo>
                  <a:pt x="2341" y="21936"/>
                </a:lnTo>
                <a:lnTo>
                  <a:pt x="2321" y="21169"/>
                </a:lnTo>
                <a:lnTo>
                  <a:pt x="2341" y="20403"/>
                </a:lnTo>
                <a:lnTo>
                  <a:pt x="2361" y="19656"/>
                </a:lnTo>
                <a:lnTo>
                  <a:pt x="2402" y="18546"/>
                </a:lnTo>
                <a:lnTo>
                  <a:pt x="2402" y="17638"/>
                </a:lnTo>
                <a:lnTo>
                  <a:pt x="2361" y="16710"/>
                </a:lnTo>
                <a:lnTo>
                  <a:pt x="2301" y="15802"/>
                </a:lnTo>
                <a:lnTo>
                  <a:pt x="2200" y="14914"/>
                </a:lnTo>
                <a:lnTo>
                  <a:pt x="2079" y="14006"/>
                </a:lnTo>
                <a:lnTo>
                  <a:pt x="1917" y="13118"/>
                </a:lnTo>
                <a:lnTo>
                  <a:pt x="1715" y="12230"/>
                </a:lnTo>
                <a:lnTo>
                  <a:pt x="1493" y="11342"/>
                </a:lnTo>
                <a:lnTo>
                  <a:pt x="1271" y="10575"/>
                </a:lnTo>
                <a:lnTo>
                  <a:pt x="1029" y="9828"/>
                </a:lnTo>
                <a:lnTo>
                  <a:pt x="767" y="8940"/>
                </a:lnTo>
                <a:lnTo>
                  <a:pt x="505" y="8032"/>
                </a:lnTo>
                <a:lnTo>
                  <a:pt x="404" y="7588"/>
                </a:lnTo>
                <a:lnTo>
                  <a:pt x="303" y="7124"/>
                </a:lnTo>
                <a:lnTo>
                  <a:pt x="202" y="6660"/>
                </a:lnTo>
                <a:lnTo>
                  <a:pt x="141" y="6196"/>
                </a:lnTo>
                <a:lnTo>
                  <a:pt x="101" y="5853"/>
                </a:lnTo>
                <a:lnTo>
                  <a:pt x="81" y="5469"/>
                </a:lnTo>
                <a:lnTo>
                  <a:pt x="81" y="5086"/>
                </a:lnTo>
                <a:lnTo>
                  <a:pt x="101" y="4682"/>
                </a:lnTo>
                <a:lnTo>
                  <a:pt x="121" y="4279"/>
                </a:lnTo>
                <a:lnTo>
                  <a:pt x="162" y="3855"/>
                </a:lnTo>
                <a:lnTo>
                  <a:pt x="242" y="3451"/>
                </a:lnTo>
                <a:lnTo>
                  <a:pt x="323" y="3048"/>
                </a:lnTo>
                <a:lnTo>
                  <a:pt x="424" y="2664"/>
                </a:lnTo>
                <a:lnTo>
                  <a:pt x="565" y="2301"/>
                </a:lnTo>
                <a:lnTo>
                  <a:pt x="727" y="1958"/>
                </a:lnTo>
                <a:lnTo>
                  <a:pt x="928" y="1655"/>
                </a:lnTo>
                <a:lnTo>
                  <a:pt x="1130" y="1373"/>
                </a:lnTo>
                <a:lnTo>
                  <a:pt x="1251" y="1252"/>
                </a:lnTo>
                <a:lnTo>
                  <a:pt x="1393" y="1151"/>
                </a:lnTo>
                <a:lnTo>
                  <a:pt x="1514" y="1050"/>
                </a:lnTo>
                <a:lnTo>
                  <a:pt x="1655" y="949"/>
                </a:lnTo>
                <a:lnTo>
                  <a:pt x="1816" y="888"/>
                </a:lnTo>
                <a:lnTo>
                  <a:pt x="1978" y="828"/>
                </a:lnTo>
                <a:lnTo>
                  <a:pt x="2280" y="727"/>
                </a:lnTo>
                <a:lnTo>
                  <a:pt x="2603" y="666"/>
                </a:lnTo>
                <a:lnTo>
                  <a:pt x="2946" y="606"/>
                </a:lnTo>
                <a:lnTo>
                  <a:pt x="3289" y="566"/>
                </a:lnTo>
                <a:lnTo>
                  <a:pt x="3996" y="525"/>
                </a:lnTo>
                <a:lnTo>
                  <a:pt x="4702" y="505"/>
                </a:lnTo>
                <a:lnTo>
                  <a:pt x="5287" y="485"/>
                </a:lnTo>
                <a:lnTo>
                  <a:pt x="5852" y="445"/>
                </a:lnTo>
                <a:lnTo>
                  <a:pt x="8012" y="303"/>
                </a:lnTo>
                <a:lnTo>
                  <a:pt x="10009" y="182"/>
                </a:lnTo>
                <a:lnTo>
                  <a:pt x="11200" y="142"/>
                </a:lnTo>
                <a:lnTo>
                  <a:pt x="12391" y="101"/>
                </a:lnTo>
                <a:lnTo>
                  <a:pt x="13521" y="81"/>
                </a:lnTo>
                <a:lnTo>
                  <a:pt x="14651" y="81"/>
                </a:lnTo>
                <a:lnTo>
                  <a:pt x="15741" y="101"/>
                </a:lnTo>
                <a:lnTo>
                  <a:pt x="16790" y="122"/>
                </a:lnTo>
                <a:lnTo>
                  <a:pt x="17839" y="182"/>
                </a:lnTo>
                <a:lnTo>
                  <a:pt x="18868" y="243"/>
                </a:lnTo>
                <a:lnTo>
                  <a:pt x="19857" y="323"/>
                </a:lnTo>
                <a:lnTo>
                  <a:pt x="20826" y="404"/>
                </a:lnTo>
                <a:lnTo>
                  <a:pt x="21795" y="525"/>
                </a:lnTo>
                <a:lnTo>
                  <a:pt x="22723" y="666"/>
                </a:lnTo>
                <a:lnTo>
                  <a:pt x="23651" y="808"/>
                </a:lnTo>
                <a:lnTo>
                  <a:pt x="24559" y="969"/>
                </a:lnTo>
                <a:lnTo>
                  <a:pt x="25447" y="1151"/>
                </a:lnTo>
                <a:lnTo>
                  <a:pt x="26335" y="1353"/>
                </a:lnTo>
                <a:lnTo>
                  <a:pt x="27082" y="1534"/>
                </a:lnTo>
                <a:lnTo>
                  <a:pt x="27828" y="1756"/>
                </a:lnTo>
                <a:lnTo>
                  <a:pt x="28575" y="2019"/>
                </a:lnTo>
                <a:lnTo>
                  <a:pt x="28958" y="2160"/>
                </a:lnTo>
                <a:lnTo>
                  <a:pt x="29322" y="2321"/>
                </a:lnTo>
                <a:lnTo>
                  <a:pt x="29665" y="2503"/>
                </a:lnTo>
                <a:lnTo>
                  <a:pt x="30028" y="2684"/>
                </a:lnTo>
                <a:lnTo>
                  <a:pt x="30371" y="2886"/>
                </a:lnTo>
                <a:lnTo>
                  <a:pt x="30694" y="3108"/>
                </a:lnTo>
                <a:lnTo>
                  <a:pt x="30997" y="3350"/>
                </a:lnTo>
                <a:lnTo>
                  <a:pt x="31299" y="3613"/>
                </a:lnTo>
                <a:lnTo>
                  <a:pt x="31582" y="3895"/>
                </a:lnTo>
                <a:lnTo>
                  <a:pt x="31844" y="4198"/>
                </a:lnTo>
                <a:lnTo>
                  <a:pt x="32086" y="4521"/>
                </a:lnTo>
                <a:lnTo>
                  <a:pt x="32288" y="4844"/>
                </a:lnTo>
                <a:lnTo>
                  <a:pt x="32470" y="5167"/>
                </a:lnTo>
                <a:lnTo>
                  <a:pt x="32631" y="5490"/>
                </a:lnTo>
                <a:lnTo>
                  <a:pt x="32772" y="5833"/>
                </a:lnTo>
                <a:lnTo>
                  <a:pt x="32894" y="6176"/>
                </a:lnTo>
                <a:lnTo>
                  <a:pt x="33015" y="6519"/>
                </a:lnTo>
                <a:lnTo>
                  <a:pt x="33095" y="6862"/>
                </a:lnTo>
                <a:lnTo>
                  <a:pt x="33156" y="7205"/>
                </a:lnTo>
                <a:lnTo>
                  <a:pt x="33216" y="7548"/>
                </a:lnTo>
                <a:lnTo>
                  <a:pt x="33277" y="8214"/>
                </a:lnTo>
                <a:lnTo>
                  <a:pt x="33317" y="8860"/>
                </a:lnTo>
                <a:lnTo>
                  <a:pt x="33297" y="9445"/>
                </a:lnTo>
                <a:lnTo>
                  <a:pt x="33277" y="9949"/>
                </a:lnTo>
                <a:lnTo>
                  <a:pt x="33216" y="10454"/>
                </a:lnTo>
                <a:lnTo>
                  <a:pt x="33156" y="10938"/>
                </a:lnTo>
                <a:lnTo>
                  <a:pt x="33095" y="11443"/>
                </a:lnTo>
                <a:lnTo>
                  <a:pt x="32914" y="12431"/>
                </a:lnTo>
                <a:lnTo>
                  <a:pt x="32732" y="13420"/>
                </a:lnTo>
                <a:lnTo>
                  <a:pt x="32450" y="14954"/>
                </a:lnTo>
                <a:lnTo>
                  <a:pt x="32288" y="15923"/>
                </a:lnTo>
                <a:lnTo>
                  <a:pt x="32167" y="16710"/>
                </a:lnTo>
                <a:lnTo>
                  <a:pt x="32026" y="17497"/>
                </a:lnTo>
                <a:lnTo>
                  <a:pt x="31844" y="18284"/>
                </a:lnTo>
                <a:lnTo>
                  <a:pt x="31743" y="18667"/>
                </a:lnTo>
                <a:lnTo>
                  <a:pt x="31622" y="19051"/>
                </a:lnTo>
                <a:lnTo>
                  <a:pt x="31481" y="19454"/>
                </a:lnTo>
                <a:lnTo>
                  <a:pt x="31319" y="19898"/>
                </a:lnTo>
                <a:lnTo>
                  <a:pt x="31098" y="20342"/>
                </a:lnTo>
                <a:lnTo>
                  <a:pt x="30835" y="20806"/>
                </a:lnTo>
                <a:lnTo>
                  <a:pt x="30553" y="21250"/>
                </a:lnTo>
                <a:lnTo>
                  <a:pt x="30371" y="21472"/>
                </a:lnTo>
                <a:lnTo>
                  <a:pt x="30210" y="21674"/>
                </a:lnTo>
                <a:lnTo>
                  <a:pt x="30008" y="21876"/>
                </a:lnTo>
                <a:lnTo>
                  <a:pt x="29806" y="22078"/>
                </a:lnTo>
                <a:lnTo>
                  <a:pt x="29584" y="22259"/>
                </a:lnTo>
                <a:lnTo>
                  <a:pt x="29362" y="22441"/>
                </a:lnTo>
                <a:lnTo>
                  <a:pt x="29402" y="22501"/>
                </a:lnTo>
                <a:lnTo>
                  <a:pt x="29766" y="22219"/>
                </a:lnTo>
                <a:lnTo>
                  <a:pt x="30129" y="21876"/>
                </a:lnTo>
                <a:lnTo>
                  <a:pt x="30452" y="21513"/>
                </a:lnTo>
                <a:lnTo>
                  <a:pt x="30754" y="21089"/>
                </a:lnTo>
                <a:lnTo>
                  <a:pt x="31037" y="20645"/>
                </a:lnTo>
                <a:lnTo>
                  <a:pt x="31279" y="20160"/>
                </a:lnTo>
                <a:lnTo>
                  <a:pt x="31501" y="19636"/>
                </a:lnTo>
                <a:lnTo>
                  <a:pt x="31703" y="19071"/>
                </a:lnTo>
                <a:lnTo>
                  <a:pt x="31824" y="18687"/>
                </a:lnTo>
                <a:lnTo>
                  <a:pt x="31925" y="18304"/>
                </a:lnTo>
                <a:lnTo>
                  <a:pt x="32086" y="17517"/>
                </a:lnTo>
                <a:lnTo>
                  <a:pt x="32248" y="16730"/>
                </a:lnTo>
                <a:lnTo>
                  <a:pt x="32369" y="15943"/>
                </a:lnTo>
                <a:lnTo>
                  <a:pt x="32530" y="14954"/>
                </a:lnTo>
                <a:lnTo>
                  <a:pt x="32813" y="13440"/>
                </a:lnTo>
                <a:lnTo>
                  <a:pt x="32994" y="12452"/>
                </a:lnTo>
                <a:lnTo>
                  <a:pt x="33176" y="11463"/>
                </a:lnTo>
                <a:lnTo>
                  <a:pt x="33237" y="10958"/>
                </a:lnTo>
                <a:lnTo>
                  <a:pt x="33297" y="10454"/>
                </a:lnTo>
                <a:lnTo>
                  <a:pt x="33358" y="9949"/>
                </a:lnTo>
                <a:lnTo>
                  <a:pt x="33378" y="9445"/>
                </a:lnTo>
                <a:lnTo>
                  <a:pt x="33398" y="8860"/>
                </a:lnTo>
                <a:lnTo>
                  <a:pt x="33358" y="8214"/>
                </a:lnTo>
                <a:lnTo>
                  <a:pt x="33337" y="7871"/>
                </a:lnTo>
                <a:lnTo>
                  <a:pt x="33297" y="7548"/>
                </a:lnTo>
                <a:lnTo>
                  <a:pt x="33237" y="7205"/>
                </a:lnTo>
                <a:lnTo>
                  <a:pt x="33176" y="6842"/>
                </a:lnTo>
                <a:lnTo>
                  <a:pt x="33075" y="6499"/>
                </a:lnTo>
                <a:lnTo>
                  <a:pt x="32974" y="6155"/>
                </a:lnTo>
                <a:lnTo>
                  <a:pt x="32853" y="5812"/>
                </a:lnTo>
                <a:lnTo>
                  <a:pt x="32712" y="5469"/>
                </a:lnTo>
                <a:lnTo>
                  <a:pt x="32550" y="5126"/>
                </a:lnTo>
                <a:lnTo>
                  <a:pt x="32369" y="4783"/>
                </a:lnTo>
                <a:lnTo>
                  <a:pt x="32147" y="4460"/>
                </a:lnTo>
                <a:lnTo>
                  <a:pt x="31925" y="4158"/>
                </a:lnTo>
                <a:lnTo>
                  <a:pt x="31642" y="3855"/>
                </a:lnTo>
                <a:lnTo>
                  <a:pt x="31360" y="3552"/>
                </a:lnTo>
                <a:lnTo>
                  <a:pt x="31057" y="3290"/>
                </a:lnTo>
                <a:lnTo>
                  <a:pt x="30734" y="3048"/>
                </a:lnTo>
                <a:lnTo>
                  <a:pt x="30411" y="2826"/>
                </a:lnTo>
                <a:lnTo>
                  <a:pt x="30068" y="2624"/>
                </a:lnTo>
                <a:lnTo>
                  <a:pt x="29725" y="2422"/>
                </a:lnTo>
                <a:lnTo>
                  <a:pt x="29362" y="2241"/>
                </a:lnTo>
                <a:lnTo>
                  <a:pt x="28979" y="2079"/>
                </a:lnTo>
                <a:lnTo>
                  <a:pt x="28615" y="1938"/>
                </a:lnTo>
                <a:lnTo>
                  <a:pt x="27849" y="1675"/>
                </a:lnTo>
                <a:lnTo>
                  <a:pt x="27102" y="1454"/>
                </a:lnTo>
                <a:lnTo>
                  <a:pt x="26355" y="1272"/>
                </a:lnTo>
                <a:lnTo>
                  <a:pt x="25467" y="1070"/>
                </a:lnTo>
                <a:lnTo>
                  <a:pt x="24579" y="888"/>
                </a:lnTo>
                <a:lnTo>
                  <a:pt x="23671" y="727"/>
                </a:lnTo>
                <a:lnTo>
                  <a:pt x="22743" y="586"/>
                </a:lnTo>
                <a:lnTo>
                  <a:pt x="21795" y="445"/>
                </a:lnTo>
                <a:lnTo>
                  <a:pt x="20846" y="344"/>
                </a:lnTo>
                <a:lnTo>
                  <a:pt x="19857" y="243"/>
                </a:lnTo>
                <a:lnTo>
                  <a:pt x="18868" y="162"/>
                </a:lnTo>
                <a:lnTo>
                  <a:pt x="17839" y="101"/>
                </a:lnTo>
                <a:lnTo>
                  <a:pt x="16810" y="41"/>
                </a:lnTo>
                <a:lnTo>
                  <a:pt x="15741" y="21"/>
                </a:lnTo>
                <a:lnTo>
                  <a:pt x="1465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34"/>
          <p:cNvSpPr/>
          <p:nvPr/>
        </p:nvSpPr>
        <p:spPr>
          <a:xfrm flipH="1">
            <a:off x="-1982633" y="284327"/>
            <a:ext cx="1754433" cy="1582965"/>
          </a:xfrm>
          <a:custGeom>
            <a:rect b="b" l="l" r="r" t="t"/>
            <a:pathLst>
              <a:path extrusionOk="0" h="28314" w="31381">
                <a:moveTo>
                  <a:pt x="3310" y="0"/>
                </a:moveTo>
                <a:lnTo>
                  <a:pt x="1938" y="121"/>
                </a:lnTo>
                <a:lnTo>
                  <a:pt x="1554" y="162"/>
                </a:lnTo>
                <a:lnTo>
                  <a:pt x="1231" y="222"/>
                </a:lnTo>
                <a:lnTo>
                  <a:pt x="989" y="303"/>
                </a:lnTo>
                <a:lnTo>
                  <a:pt x="868" y="343"/>
                </a:lnTo>
                <a:lnTo>
                  <a:pt x="787" y="404"/>
                </a:lnTo>
                <a:lnTo>
                  <a:pt x="687" y="485"/>
                </a:lnTo>
                <a:lnTo>
                  <a:pt x="626" y="565"/>
                </a:lnTo>
                <a:lnTo>
                  <a:pt x="545" y="666"/>
                </a:lnTo>
                <a:lnTo>
                  <a:pt x="485" y="787"/>
                </a:lnTo>
                <a:lnTo>
                  <a:pt x="384" y="1070"/>
                </a:lnTo>
                <a:lnTo>
                  <a:pt x="283" y="1453"/>
                </a:lnTo>
                <a:lnTo>
                  <a:pt x="162" y="2180"/>
                </a:lnTo>
                <a:lnTo>
                  <a:pt x="61" y="2926"/>
                </a:lnTo>
                <a:lnTo>
                  <a:pt x="21" y="3693"/>
                </a:lnTo>
                <a:lnTo>
                  <a:pt x="0" y="4501"/>
                </a:lnTo>
                <a:lnTo>
                  <a:pt x="21" y="5247"/>
                </a:lnTo>
                <a:lnTo>
                  <a:pt x="61" y="5974"/>
                </a:lnTo>
                <a:lnTo>
                  <a:pt x="122" y="6700"/>
                </a:lnTo>
                <a:lnTo>
                  <a:pt x="202" y="7447"/>
                </a:lnTo>
                <a:lnTo>
                  <a:pt x="303" y="8193"/>
                </a:lnTo>
                <a:lnTo>
                  <a:pt x="424" y="8940"/>
                </a:lnTo>
                <a:lnTo>
                  <a:pt x="666" y="10514"/>
                </a:lnTo>
                <a:lnTo>
                  <a:pt x="909" y="11826"/>
                </a:lnTo>
                <a:lnTo>
                  <a:pt x="1534" y="15559"/>
                </a:lnTo>
                <a:lnTo>
                  <a:pt x="1837" y="17436"/>
                </a:lnTo>
                <a:lnTo>
                  <a:pt x="2099" y="19333"/>
                </a:lnTo>
                <a:lnTo>
                  <a:pt x="2341" y="21230"/>
                </a:lnTo>
                <a:lnTo>
                  <a:pt x="2442" y="22198"/>
                </a:lnTo>
                <a:lnTo>
                  <a:pt x="2543" y="23147"/>
                </a:lnTo>
                <a:lnTo>
                  <a:pt x="2604" y="24095"/>
                </a:lnTo>
                <a:lnTo>
                  <a:pt x="2684" y="25044"/>
                </a:lnTo>
                <a:lnTo>
                  <a:pt x="2725" y="26013"/>
                </a:lnTo>
                <a:lnTo>
                  <a:pt x="2745" y="26961"/>
                </a:lnTo>
                <a:lnTo>
                  <a:pt x="2765" y="27143"/>
                </a:lnTo>
                <a:lnTo>
                  <a:pt x="2785" y="27304"/>
                </a:lnTo>
                <a:lnTo>
                  <a:pt x="2826" y="27486"/>
                </a:lnTo>
                <a:lnTo>
                  <a:pt x="2866" y="27667"/>
                </a:lnTo>
                <a:lnTo>
                  <a:pt x="2927" y="27829"/>
                </a:lnTo>
                <a:lnTo>
                  <a:pt x="3007" y="27970"/>
                </a:lnTo>
                <a:lnTo>
                  <a:pt x="3108" y="28091"/>
                </a:lnTo>
                <a:lnTo>
                  <a:pt x="3209" y="28192"/>
                </a:lnTo>
                <a:lnTo>
                  <a:pt x="3290" y="28253"/>
                </a:lnTo>
                <a:lnTo>
                  <a:pt x="3371" y="28273"/>
                </a:lnTo>
                <a:lnTo>
                  <a:pt x="3451" y="28313"/>
                </a:lnTo>
                <a:lnTo>
                  <a:pt x="3532" y="28313"/>
                </a:lnTo>
                <a:lnTo>
                  <a:pt x="3673" y="28293"/>
                </a:lnTo>
                <a:lnTo>
                  <a:pt x="3754" y="28273"/>
                </a:lnTo>
                <a:lnTo>
                  <a:pt x="3835" y="28232"/>
                </a:lnTo>
                <a:lnTo>
                  <a:pt x="3956" y="28131"/>
                </a:lnTo>
                <a:lnTo>
                  <a:pt x="4077" y="28031"/>
                </a:lnTo>
                <a:lnTo>
                  <a:pt x="4178" y="27909"/>
                </a:lnTo>
                <a:lnTo>
                  <a:pt x="4380" y="27667"/>
                </a:lnTo>
                <a:lnTo>
                  <a:pt x="5126" y="26820"/>
                </a:lnTo>
                <a:lnTo>
                  <a:pt x="5510" y="26396"/>
                </a:lnTo>
                <a:lnTo>
                  <a:pt x="5893" y="25992"/>
                </a:lnTo>
                <a:lnTo>
                  <a:pt x="6297" y="25589"/>
                </a:lnTo>
                <a:lnTo>
                  <a:pt x="6700" y="25205"/>
                </a:lnTo>
                <a:lnTo>
                  <a:pt x="7124" y="24842"/>
                </a:lnTo>
                <a:lnTo>
                  <a:pt x="7588" y="24499"/>
                </a:lnTo>
                <a:lnTo>
                  <a:pt x="8012" y="24196"/>
                </a:lnTo>
                <a:lnTo>
                  <a:pt x="8476" y="23914"/>
                </a:lnTo>
                <a:lnTo>
                  <a:pt x="8940" y="23651"/>
                </a:lnTo>
                <a:lnTo>
                  <a:pt x="9445" y="23409"/>
                </a:lnTo>
                <a:lnTo>
                  <a:pt x="9949" y="23187"/>
                </a:lnTo>
                <a:lnTo>
                  <a:pt x="10474" y="22985"/>
                </a:lnTo>
                <a:lnTo>
                  <a:pt x="11039" y="22804"/>
                </a:lnTo>
                <a:lnTo>
                  <a:pt x="11604" y="22642"/>
                </a:lnTo>
                <a:lnTo>
                  <a:pt x="12209" y="22501"/>
                </a:lnTo>
                <a:lnTo>
                  <a:pt x="12815" y="22380"/>
                </a:lnTo>
                <a:lnTo>
                  <a:pt x="13440" y="22279"/>
                </a:lnTo>
                <a:lnTo>
                  <a:pt x="14086" y="22219"/>
                </a:lnTo>
                <a:lnTo>
                  <a:pt x="14752" y="22158"/>
                </a:lnTo>
                <a:lnTo>
                  <a:pt x="15438" y="22118"/>
                </a:lnTo>
                <a:lnTo>
                  <a:pt x="16144" y="22098"/>
                </a:lnTo>
                <a:lnTo>
                  <a:pt x="16871" y="22098"/>
                </a:lnTo>
                <a:lnTo>
                  <a:pt x="18082" y="22138"/>
                </a:lnTo>
                <a:lnTo>
                  <a:pt x="19293" y="22219"/>
                </a:lnTo>
                <a:lnTo>
                  <a:pt x="20503" y="22320"/>
                </a:lnTo>
                <a:lnTo>
                  <a:pt x="21694" y="22441"/>
                </a:lnTo>
                <a:lnTo>
                  <a:pt x="22905" y="22562"/>
                </a:lnTo>
                <a:lnTo>
                  <a:pt x="24156" y="22663"/>
                </a:lnTo>
                <a:lnTo>
                  <a:pt x="25387" y="22743"/>
                </a:lnTo>
                <a:lnTo>
                  <a:pt x="26638" y="22784"/>
                </a:lnTo>
                <a:lnTo>
                  <a:pt x="27788" y="22784"/>
                </a:lnTo>
                <a:lnTo>
                  <a:pt x="28414" y="22723"/>
                </a:lnTo>
                <a:lnTo>
                  <a:pt x="29019" y="22642"/>
                </a:lnTo>
                <a:lnTo>
                  <a:pt x="29342" y="22582"/>
                </a:lnTo>
                <a:lnTo>
                  <a:pt x="29645" y="22501"/>
                </a:lnTo>
                <a:lnTo>
                  <a:pt x="29948" y="22420"/>
                </a:lnTo>
                <a:lnTo>
                  <a:pt x="30250" y="22320"/>
                </a:lnTo>
                <a:lnTo>
                  <a:pt x="30533" y="22198"/>
                </a:lnTo>
                <a:lnTo>
                  <a:pt x="30836" y="22057"/>
                </a:lnTo>
                <a:lnTo>
                  <a:pt x="31118" y="21896"/>
                </a:lnTo>
                <a:lnTo>
                  <a:pt x="31380" y="21734"/>
                </a:lnTo>
                <a:lnTo>
                  <a:pt x="31340" y="21674"/>
                </a:lnTo>
                <a:lnTo>
                  <a:pt x="31037" y="21855"/>
                </a:lnTo>
                <a:lnTo>
                  <a:pt x="30674" y="22057"/>
                </a:lnTo>
                <a:lnTo>
                  <a:pt x="30250" y="22239"/>
                </a:lnTo>
                <a:lnTo>
                  <a:pt x="30008" y="22320"/>
                </a:lnTo>
                <a:lnTo>
                  <a:pt x="29746" y="22400"/>
                </a:lnTo>
                <a:lnTo>
                  <a:pt x="29463" y="22461"/>
                </a:lnTo>
                <a:lnTo>
                  <a:pt x="29140" y="22542"/>
                </a:lnTo>
                <a:lnTo>
                  <a:pt x="28797" y="22582"/>
                </a:lnTo>
                <a:lnTo>
                  <a:pt x="28434" y="22642"/>
                </a:lnTo>
                <a:lnTo>
                  <a:pt x="28031" y="22683"/>
                </a:lnTo>
                <a:lnTo>
                  <a:pt x="27607" y="22703"/>
                </a:lnTo>
                <a:lnTo>
                  <a:pt x="26638" y="22703"/>
                </a:lnTo>
                <a:lnTo>
                  <a:pt x="25387" y="22663"/>
                </a:lnTo>
                <a:lnTo>
                  <a:pt x="24156" y="22582"/>
                </a:lnTo>
                <a:lnTo>
                  <a:pt x="22925" y="22481"/>
                </a:lnTo>
                <a:lnTo>
                  <a:pt x="21694" y="22360"/>
                </a:lnTo>
                <a:lnTo>
                  <a:pt x="20503" y="22259"/>
                </a:lnTo>
                <a:lnTo>
                  <a:pt x="19293" y="22138"/>
                </a:lnTo>
                <a:lnTo>
                  <a:pt x="18082" y="22057"/>
                </a:lnTo>
                <a:lnTo>
                  <a:pt x="16871" y="22017"/>
                </a:lnTo>
                <a:lnTo>
                  <a:pt x="16144" y="22017"/>
                </a:lnTo>
                <a:lnTo>
                  <a:pt x="15438" y="22037"/>
                </a:lnTo>
                <a:lnTo>
                  <a:pt x="14752" y="22077"/>
                </a:lnTo>
                <a:lnTo>
                  <a:pt x="14086" y="22138"/>
                </a:lnTo>
                <a:lnTo>
                  <a:pt x="13420" y="22219"/>
                </a:lnTo>
                <a:lnTo>
                  <a:pt x="12795" y="22299"/>
                </a:lnTo>
                <a:lnTo>
                  <a:pt x="12189" y="22420"/>
                </a:lnTo>
                <a:lnTo>
                  <a:pt x="11584" y="22562"/>
                </a:lnTo>
                <a:lnTo>
                  <a:pt x="11019" y="22723"/>
                </a:lnTo>
                <a:lnTo>
                  <a:pt x="10454" y="22905"/>
                </a:lnTo>
                <a:lnTo>
                  <a:pt x="9909" y="23107"/>
                </a:lnTo>
                <a:lnTo>
                  <a:pt x="9404" y="23329"/>
                </a:lnTo>
                <a:lnTo>
                  <a:pt x="8900" y="23571"/>
                </a:lnTo>
                <a:lnTo>
                  <a:pt x="8416" y="23833"/>
                </a:lnTo>
                <a:lnTo>
                  <a:pt x="7972" y="24116"/>
                </a:lnTo>
                <a:lnTo>
                  <a:pt x="7528" y="24418"/>
                </a:lnTo>
                <a:lnTo>
                  <a:pt x="7084" y="24782"/>
                </a:lnTo>
                <a:lnTo>
                  <a:pt x="6660" y="25145"/>
                </a:lnTo>
                <a:lnTo>
                  <a:pt x="6236" y="25528"/>
                </a:lnTo>
                <a:lnTo>
                  <a:pt x="5832" y="25932"/>
                </a:lnTo>
                <a:lnTo>
                  <a:pt x="5449" y="26356"/>
                </a:lnTo>
                <a:lnTo>
                  <a:pt x="5066" y="26759"/>
                </a:lnTo>
                <a:lnTo>
                  <a:pt x="4319" y="27607"/>
                </a:lnTo>
                <a:lnTo>
                  <a:pt x="4117" y="27869"/>
                </a:lnTo>
                <a:lnTo>
                  <a:pt x="3996" y="27990"/>
                </a:lnTo>
                <a:lnTo>
                  <a:pt x="3895" y="28091"/>
                </a:lnTo>
                <a:lnTo>
                  <a:pt x="3774" y="28172"/>
                </a:lnTo>
                <a:lnTo>
                  <a:pt x="3653" y="28212"/>
                </a:lnTo>
                <a:lnTo>
                  <a:pt x="3552" y="28232"/>
                </a:lnTo>
                <a:lnTo>
                  <a:pt x="3451" y="28212"/>
                </a:lnTo>
                <a:lnTo>
                  <a:pt x="3350" y="28192"/>
                </a:lnTo>
                <a:lnTo>
                  <a:pt x="3270" y="28131"/>
                </a:lnTo>
                <a:lnTo>
                  <a:pt x="3169" y="28031"/>
                </a:lnTo>
                <a:lnTo>
                  <a:pt x="3068" y="27909"/>
                </a:lnTo>
                <a:lnTo>
                  <a:pt x="3007" y="27768"/>
                </a:lnTo>
                <a:lnTo>
                  <a:pt x="2947" y="27627"/>
                </a:lnTo>
                <a:lnTo>
                  <a:pt x="2906" y="27465"/>
                </a:lnTo>
                <a:lnTo>
                  <a:pt x="2866" y="27284"/>
                </a:lnTo>
                <a:lnTo>
                  <a:pt x="2826" y="26961"/>
                </a:lnTo>
                <a:lnTo>
                  <a:pt x="2805" y="26013"/>
                </a:lnTo>
                <a:lnTo>
                  <a:pt x="2765" y="25044"/>
                </a:lnTo>
                <a:lnTo>
                  <a:pt x="2684" y="24095"/>
                </a:lnTo>
                <a:lnTo>
                  <a:pt x="2624" y="23147"/>
                </a:lnTo>
                <a:lnTo>
                  <a:pt x="2523" y="22178"/>
                </a:lnTo>
                <a:lnTo>
                  <a:pt x="2422" y="21230"/>
                </a:lnTo>
                <a:lnTo>
                  <a:pt x="2180" y="19333"/>
                </a:lnTo>
                <a:lnTo>
                  <a:pt x="1918" y="17436"/>
                </a:lnTo>
                <a:lnTo>
                  <a:pt x="1615" y="15539"/>
                </a:lnTo>
                <a:lnTo>
                  <a:pt x="989" y="11806"/>
                </a:lnTo>
                <a:lnTo>
                  <a:pt x="747" y="10494"/>
                </a:lnTo>
                <a:lnTo>
                  <a:pt x="505" y="8940"/>
                </a:lnTo>
                <a:lnTo>
                  <a:pt x="384" y="8173"/>
                </a:lnTo>
                <a:lnTo>
                  <a:pt x="283" y="7447"/>
                </a:lnTo>
                <a:lnTo>
                  <a:pt x="202" y="6700"/>
                </a:lnTo>
                <a:lnTo>
                  <a:pt x="142" y="5974"/>
                </a:lnTo>
                <a:lnTo>
                  <a:pt x="101" y="5247"/>
                </a:lnTo>
                <a:lnTo>
                  <a:pt x="81" y="4501"/>
                </a:lnTo>
                <a:lnTo>
                  <a:pt x="101" y="3693"/>
                </a:lnTo>
                <a:lnTo>
                  <a:pt x="142" y="2926"/>
                </a:lnTo>
                <a:lnTo>
                  <a:pt x="243" y="2180"/>
                </a:lnTo>
                <a:lnTo>
                  <a:pt x="364" y="1474"/>
                </a:lnTo>
                <a:lnTo>
                  <a:pt x="444" y="1110"/>
                </a:lnTo>
                <a:lnTo>
                  <a:pt x="545" y="828"/>
                </a:lnTo>
                <a:lnTo>
                  <a:pt x="606" y="707"/>
                </a:lnTo>
                <a:lnTo>
                  <a:pt x="666" y="626"/>
                </a:lnTo>
                <a:lnTo>
                  <a:pt x="747" y="545"/>
                </a:lnTo>
                <a:lnTo>
                  <a:pt x="828" y="465"/>
                </a:lnTo>
                <a:lnTo>
                  <a:pt x="909" y="404"/>
                </a:lnTo>
                <a:lnTo>
                  <a:pt x="1009" y="364"/>
                </a:lnTo>
                <a:lnTo>
                  <a:pt x="1252" y="303"/>
                </a:lnTo>
                <a:lnTo>
                  <a:pt x="1574" y="243"/>
                </a:lnTo>
                <a:lnTo>
                  <a:pt x="1958" y="202"/>
                </a:lnTo>
                <a:lnTo>
                  <a:pt x="3310" y="81"/>
                </a:lnTo>
                <a:lnTo>
                  <a:pt x="33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34"/>
          <p:cNvSpPr/>
          <p:nvPr/>
        </p:nvSpPr>
        <p:spPr>
          <a:xfrm flipH="1">
            <a:off x="-2055978" y="227918"/>
            <a:ext cx="1571672" cy="1149682"/>
          </a:xfrm>
          <a:custGeom>
            <a:rect b="b" l="l" r="r" t="t"/>
            <a:pathLst>
              <a:path extrusionOk="0" h="20564" w="28112">
                <a:moveTo>
                  <a:pt x="7083" y="81"/>
                </a:moveTo>
                <a:lnTo>
                  <a:pt x="8436" y="142"/>
                </a:lnTo>
                <a:lnTo>
                  <a:pt x="9767" y="202"/>
                </a:lnTo>
                <a:lnTo>
                  <a:pt x="12956" y="384"/>
                </a:lnTo>
                <a:lnTo>
                  <a:pt x="14550" y="485"/>
                </a:lnTo>
                <a:lnTo>
                  <a:pt x="16165" y="586"/>
                </a:lnTo>
                <a:lnTo>
                  <a:pt x="17779" y="727"/>
                </a:lnTo>
                <a:lnTo>
                  <a:pt x="19393" y="868"/>
                </a:lnTo>
                <a:lnTo>
                  <a:pt x="21008" y="1030"/>
                </a:lnTo>
                <a:lnTo>
                  <a:pt x="22602" y="1211"/>
                </a:lnTo>
                <a:lnTo>
                  <a:pt x="23248" y="1312"/>
                </a:lnTo>
                <a:lnTo>
                  <a:pt x="23873" y="1433"/>
                </a:lnTo>
                <a:lnTo>
                  <a:pt x="24499" y="1574"/>
                </a:lnTo>
                <a:lnTo>
                  <a:pt x="24781" y="1675"/>
                </a:lnTo>
                <a:lnTo>
                  <a:pt x="25084" y="1776"/>
                </a:lnTo>
                <a:lnTo>
                  <a:pt x="25346" y="1877"/>
                </a:lnTo>
                <a:lnTo>
                  <a:pt x="25629" y="2018"/>
                </a:lnTo>
                <a:lnTo>
                  <a:pt x="25871" y="2160"/>
                </a:lnTo>
                <a:lnTo>
                  <a:pt x="26113" y="2301"/>
                </a:lnTo>
                <a:lnTo>
                  <a:pt x="26355" y="2483"/>
                </a:lnTo>
                <a:lnTo>
                  <a:pt x="26557" y="2684"/>
                </a:lnTo>
                <a:lnTo>
                  <a:pt x="26759" y="2886"/>
                </a:lnTo>
                <a:lnTo>
                  <a:pt x="26941" y="3128"/>
                </a:lnTo>
                <a:lnTo>
                  <a:pt x="27082" y="3370"/>
                </a:lnTo>
                <a:lnTo>
                  <a:pt x="27203" y="3613"/>
                </a:lnTo>
                <a:lnTo>
                  <a:pt x="27304" y="3855"/>
                </a:lnTo>
                <a:lnTo>
                  <a:pt x="27405" y="4137"/>
                </a:lnTo>
                <a:lnTo>
                  <a:pt x="27486" y="4400"/>
                </a:lnTo>
                <a:lnTo>
                  <a:pt x="27546" y="4662"/>
                </a:lnTo>
                <a:lnTo>
                  <a:pt x="27667" y="5207"/>
                </a:lnTo>
                <a:lnTo>
                  <a:pt x="27748" y="5772"/>
                </a:lnTo>
                <a:lnTo>
                  <a:pt x="27829" y="6337"/>
                </a:lnTo>
                <a:lnTo>
                  <a:pt x="27909" y="6922"/>
                </a:lnTo>
                <a:lnTo>
                  <a:pt x="27950" y="7487"/>
                </a:lnTo>
                <a:lnTo>
                  <a:pt x="27990" y="8072"/>
                </a:lnTo>
                <a:lnTo>
                  <a:pt x="28030" y="8678"/>
                </a:lnTo>
                <a:lnTo>
                  <a:pt x="28030" y="9283"/>
                </a:lnTo>
                <a:lnTo>
                  <a:pt x="28030" y="9889"/>
                </a:lnTo>
                <a:lnTo>
                  <a:pt x="28010" y="10494"/>
                </a:lnTo>
                <a:lnTo>
                  <a:pt x="27990" y="11120"/>
                </a:lnTo>
                <a:lnTo>
                  <a:pt x="27950" y="11765"/>
                </a:lnTo>
                <a:lnTo>
                  <a:pt x="27889" y="12411"/>
                </a:lnTo>
                <a:lnTo>
                  <a:pt x="27829" y="13057"/>
                </a:lnTo>
                <a:lnTo>
                  <a:pt x="27748" y="13723"/>
                </a:lnTo>
                <a:lnTo>
                  <a:pt x="27526" y="15075"/>
                </a:lnTo>
                <a:lnTo>
                  <a:pt x="27405" y="15700"/>
                </a:lnTo>
                <a:lnTo>
                  <a:pt x="27344" y="16003"/>
                </a:lnTo>
                <a:lnTo>
                  <a:pt x="27264" y="16306"/>
                </a:lnTo>
                <a:lnTo>
                  <a:pt x="27142" y="16609"/>
                </a:lnTo>
                <a:lnTo>
                  <a:pt x="27021" y="16891"/>
                </a:lnTo>
                <a:lnTo>
                  <a:pt x="26880" y="17174"/>
                </a:lnTo>
                <a:lnTo>
                  <a:pt x="26698" y="17436"/>
                </a:lnTo>
                <a:lnTo>
                  <a:pt x="26577" y="17597"/>
                </a:lnTo>
                <a:lnTo>
                  <a:pt x="26436" y="17739"/>
                </a:lnTo>
                <a:lnTo>
                  <a:pt x="26275" y="17900"/>
                </a:lnTo>
                <a:lnTo>
                  <a:pt x="26113" y="18021"/>
                </a:lnTo>
                <a:lnTo>
                  <a:pt x="25932" y="18162"/>
                </a:lnTo>
                <a:lnTo>
                  <a:pt x="25750" y="18284"/>
                </a:lnTo>
                <a:lnTo>
                  <a:pt x="25548" y="18384"/>
                </a:lnTo>
                <a:lnTo>
                  <a:pt x="25326" y="18485"/>
                </a:lnTo>
                <a:lnTo>
                  <a:pt x="25104" y="18586"/>
                </a:lnTo>
                <a:lnTo>
                  <a:pt x="24862" y="18667"/>
                </a:lnTo>
                <a:lnTo>
                  <a:pt x="24337" y="18828"/>
                </a:lnTo>
                <a:lnTo>
                  <a:pt x="23772" y="18949"/>
                </a:lnTo>
                <a:lnTo>
                  <a:pt x="23147" y="19030"/>
                </a:lnTo>
                <a:lnTo>
                  <a:pt x="22299" y="19091"/>
                </a:lnTo>
                <a:lnTo>
                  <a:pt x="21452" y="19111"/>
                </a:lnTo>
                <a:lnTo>
                  <a:pt x="20604" y="19091"/>
                </a:lnTo>
                <a:lnTo>
                  <a:pt x="19757" y="19050"/>
                </a:lnTo>
                <a:lnTo>
                  <a:pt x="18909" y="18990"/>
                </a:lnTo>
                <a:lnTo>
                  <a:pt x="18061" y="18909"/>
                </a:lnTo>
                <a:lnTo>
                  <a:pt x="16386" y="18727"/>
                </a:lnTo>
                <a:lnTo>
                  <a:pt x="15277" y="18606"/>
                </a:lnTo>
                <a:lnTo>
                  <a:pt x="14187" y="18485"/>
                </a:lnTo>
                <a:lnTo>
                  <a:pt x="13077" y="18405"/>
                </a:lnTo>
                <a:lnTo>
                  <a:pt x="11987" y="18344"/>
                </a:lnTo>
                <a:lnTo>
                  <a:pt x="10877" y="18344"/>
                </a:lnTo>
                <a:lnTo>
                  <a:pt x="10332" y="18384"/>
                </a:lnTo>
                <a:lnTo>
                  <a:pt x="9788" y="18425"/>
                </a:lnTo>
                <a:lnTo>
                  <a:pt x="9243" y="18485"/>
                </a:lnTo>
                <a:lnTo>
                  <a:pt x="8698" y="18566"/>
                </a:lnTo>
                <a:lnTo>
                  <a:pt x="8153" y="18667"/>
                </a:lnTo>
                <a:lnTo>
                  <a:pt x="7608" y="18808"/>
                </a:lnTo>
                <a:lnTo>
                  <a:pt x="7184" y="18929"/>
                </a:lnTo>
                <a:lnTo>
                  <a:pt x="6761" y="19071"/>
                </a:lnTo>
                <a:lnTo>
                  <a:pt x="5933" y="19373"/>
                </a:lnTo>
                <a:lnTo>
                  <a:pt x="5126" y="19716"/>
                </a:lnTo>
                <a:lnTo>
                  <a:pt x="4319" y="20059"/>
                </a:lnTo>
                <a:lnTo>
                  <a:pt x="4117" y="20140"/>
                </a:lnTo>
                <a:lnTo>
                  <a:pt x="3693" y="20322"/>
                </a:lnTo>
                <a:lnTo>
                  <a:pt x="3491" y="20382"/>
                </a:lnTo>
                <a:lnTo>
                  <a:pt x="3269" y="20443"/>
                </a:lnTo>
                <a:lnTo>
                  <a:pt x="3068" y="20463"/>
                </a:lnTo>
                <a:lnTo>
                  <a:pt x="2866" y="20483"/>
                </a:lnTo>
                <a:lnTo>
                  <a:pt x="2664" y="20443"/>
                </a:lnTo>
                <a:lnTo>
                  <a:pt x="2462" y="20382"/>
                </a:lnTo>
                <a:lnTo>
                  <a:pt x="2301" y="20302"/>
                </a:lnTo>
                <a:lnTo>
                  <a:pt x="2139" y="20180"/>
                </a:lnTo>
                <a:lnTo>
                  <a:pt x="2018" y="20059"/>
                </a:lnTo>
                <a:lnTo>
                  <a:pt x="1917" y="19898"/>
                </a:lnTo>
                <a:lnTo>
                  <a:pt x="1817" y="19737"/>
                </a:lnTo>
                <a:lnTo>
                  <a:pt x="1756" y="19575"/>
                </a:lnTo>
                <a:lnTo>
                  <a:pt x="1695" y="19414"/>
                </a:lnTo>
                <a:lnTo>
                  <a:pt x="1655" y="19252"/>
                </a:lnTo>
                <a:lnTo>
                  <a:pt x="1635" y="18909"/>
                </a:lnTo>
                <a:lnTo>
                  <a:pt x="1635" y="18586"/>
                </a:lnTo>
                <a:lnTo>
                  <a:pt x="1655" y="18243"/>
                </a:lnTo>
                <a:lnTo>
                  <a:pt x="1695" y="17920"/>
                </a:lnTo>
                <a:lnTo>
                  <a:pt x="1716" y="17759"/>
                </a:lnTo>
                <a:lnTo>
                  <a:pt x="1796" y="16851"/>
                </a:lnTo>
                <a:lnTo>
                  <a:pt x="1857" y="15922"/>
                </a:lnTo>
                <a:lnTo>
                  <a:pt x="1857" y="15014"/>
                </a:lnTo>
                <a:lnTo>
                  <a:pt x="1817" y="14106"/>
                </a:lnTo>
                <a:lnTo>
                  <a:pt x="1736" y="13198"/>
                </a:lnTo>
                <a:lnTo>
                  <a:pt x="1615" y="12290"/>
                </a:lnTo>
                <a:lnTo>
                  <a:pt x="1453" y="11382"/>
                </a:lnTo>
                <a:lnTo>
                  <a:pt x="1251" y="10474"/>
                </a:lnTo>
                <a:lnTo>
                  <a:pt x="1050" y="9747"/>
                </a:lnTo>
                <a:lnTo>
                  <a:pt x="848" y="9021"/>
                </a:lnTo>
                <a:lnTo>
                  <a:pt x="626" y="8234"/>
                </a:lnTo>
                <a:lnTo>
                  <a:pt x="424" y="7447"/>
                </a:lnTo>
                <a:lnTo>
                  <a:pt x="323" y="7043"/>
                </a:lnTo>
                <a:lnTo>
                  <a:pt x="242" y="6640"/>
                </a:lnTo>
                <a:lnTo>
                  <a:pt x="182" y="6236"/>
                </a:lnTo>
                <a:lnTo>
                  <a:pt x="121" y="5812"/>
                </a:lnTo>
                <a:lnTo>
                  <a:pt x="101" y="5510"/>
                </a:lnTo>
                <a:lnTo>
                  <a:pt x="81" y="5227"/>
                </a:lnTo>
                <a:lnTo>
                  <a:pt x="81" y="4924"/>
                </a:lnTo>
                <a:lnTo>
                  <a:pt x="101" y="4642"/>
                </a:lnTo>
                <a:lnTo>
                  <a:pt x="121" y="4339"/>
                </a:lnTo>
                <a:lnTo>
                  <a:pt x="162" y="4077"/>
                </a:lnTo>
                <a:lnTo>
                  <a:pt x="222" y="3794"/>
                </a:lnTo>
                <a:lnTo>
                  <a:pt x="283" y="3532"/>
                </a:lnTo>
                <a:lnTo>
                  <a:pt x="343" y="3270"/>
                </a:lnTo>
                <a:lnTo>
                  <a:pt x="444" y="3027"/>
                </a:lnTo>
                <a:lnTo>
                  <a:pt x="545" y="2765"/>
                </a:lnTo>
                <a:lnTo>
                  <a:pt x="646" y="2543"/>
                </a:lnTo>
                <a:lnTo>
                  <a:pt x="767" y="2301"/>
                </a:lnTo>
                <a:lnTo>
                  <a:pt x="908" y="2099"/>
                </a:lnTo>
                <a:lnTo>
                  <a:pt x="1050" y="1877"/>
                </a:lnTo>
                <a:lnTo>
                  <a:pt x="1211" y="1675"/>
                </a:lnTo>
                <a:lnTo>
                  <a:pt x="1494" y="1352"/>
                </a:lnTo>
                <a:lnTo>
                  <a:pt x="1837" y="1070"/>
                </a:lnTo>
                <a:lnTo>
                  <a:pt x="2200" y="828"/>
                </a:lnTo>
                <a:lnTo>
                  <a:pt x="2583" y="606"/>
                </a:lnTo>
                <a:lnTo>
                  <a:pt x="2987" y="444"/>
                </a:lnTo>
                <a:lnTo>
                  <a:pt x="3431" y="303"/>
                </a:lnTo>
                <a:lnTo>
                  <a:pt x="3895" y="202"/>
                </a:lnTo>
                <a:lnTo>
                  <a:pt x="4379" y="142"/>
                </a:lnTo>
                <a:lnTo>
                  <a:pt x="5045" y="101"/>
                </a:lnTo>
                <a:lnTo>
                  <a:pt x="5731" y="81"/>
                </a:lnTo>
                <a:close/>
                <a:moveTo>
                  <a:pt x="5731" y="0"/>
                </a:moveTo>
                <a:lnTo>
                  <a:pt x="5045" y="21"/>
                </a:lnTo>
                <a:lnTo>
                  <a:pt x="4359" y="61"/>
                </a:lnTo>
                <a:lnTo>
                  <a:pt x="3875" y="121"/>
                </a:lnTo>
                <a:lnTo>
                  <a:pt x="3411" y="222"/>
                </a:lnTo>
                <a:lnTo>
                  <a:pt x="2967" y="364"/>
                </a:lnTo>
                <a:lnTo>
                  <a:pt x="2543" y="545"/>
                </a:lnTo>
                <a:lnTo>
                  <a:pt x="2139" y="767"/>
                </a:lnTo>
                <a:lnTo>
                  <a:pt x="1776" y="1009"/>
                </a:lnTo>
                <a:lnTo>
                  <a:pt x="1453" y="1312"/>
                </a:lnTo>
                <a:lnTo>
                  <a:pt x="1151" y="1635"/>
                </a:lnTo>
                <a:lnTo>
                  <a:pt x="989" y="1837"/>
                </a:lnTo>
                <a:lnTo>
                  <a:pt x="828" y="2039"/>
                </a:lnTo>
                <a:lnTo>
                  <a:pt x="707" y="2261"/>
                </a:lnTo>
                <a:lnTo>
                  <a:pt x="565" y="2503"/>
                </a:lnTo>
                <a:lnTo>
                  <a:pt x="464" y="2745"/>
                </a:lnTo>
                <a:lnTo>
                  <a:pt x="364" y="2987"/>
                </a:lnTo>
                <a:lnTo>
                  <a:pt x="283" y="3249"/>
                </a:lnTo>
                <a:lnTo>
                  <a:pt x="202" y="3512"/>
                </a:lnTo>
                <a:lnTo>
                  <a:pt x="142" y="3774"/>
                </a:lnTo>
                <a:lnTo>
                  <a:pt x="81" y="4057"/>
                </a:lnTo>
                <a:lnTo>
                  <a:pt x="41" y="4339"/>
                </a:lnTo>
                <a:lnTo>
                  <a:pt x="20" y="4622"/>
                </a:lnTo>
                <a:lnTo>
                  <a:pt x="0" y="4924"/>
                </a:lnTo>
                <a:lnTo>
                  <a:pt x="0" y="5227"/>
                </a:lnTo>
                <a:lnTo>
                  <a:pt x="20" y="5530"/>
                </a:lnTo>
                <a:lnTo>
                  <a:pt x="41" y="5832"/>
                </a:lnTo>
                <a:lnTo>
                  <a:pt x="101" y="6236"/>
                </a:lnTo>
                <a:lnTo>
                  <a:pt x="162" y="6660"/>
                </a:lnTo>
                <a:lnTo>
                  <a:pt x="242" y="7063"/>
                </a:lnTo>
                <a:lnTo>
                  <a:pt x="343" y="7467"/>
                </a:lnTo>
                <a:lnTo>
                  <a:pt x="545" y="8254"/>
                </a:lnTo>
                <a:lnTo>
                  <a:pt x="767" y="9041"/>
                </a:lnTo>
                <a:lnTo>
                  <a:pt x="969" y="9768"/>
                </a:lnTo>
                <a:lnTo>
                  <a:pt x="1171" y="10494"/>
                </a:lnTo>
                <a:lnTo>
                  <a:pt x="1373" y="11402"/>
                </a:lnTo>
                <a:lnTo>
                  <a:pt x="1534" y="12290"/>
                </a:lnTo>
                <a:lnTo>
                  <a:pt x="1655" y="13198"/>
                </a:lnTo>
                <a:lnTo>
                  <a:pt x="1736" y="14106"/>
                </a:lnTo>
                <a:lnTo>
                  <a:pt x="1776" y="15014"/>
                </a:lnTo>
                <a:lnTo>
                  <a:pt x="1776" y="15922"/>
                </a:lnTo>
                <a:lnTo>
                  <a:pt x="1716" y="16851"/>
                </a:lnTo>
                <a:lnTo>
                  <a:pt x="1635" y="17759"/>
                </a:lnTo>
                <a:lnTo>
                  <a:pt x="1615" y="17900"/>
                </a:lnTo>
                <a:lnTo>
                  <a:pt x="1574" y="18243"/>
                </a:lnTo>
                <a:lnTo>
                  <a:pt x="1554" y="18586"/>
                </a:lnTo>
                <a:lnTo>
                  <a:pt x="1554" y="18929"/>
                </a:lnTo>
                <a:lnTo>
                  <a:pt x="1595" y="19252"/>
                </a:lnTo>
                <a:lnTo>
                  <a:pt x="1615" y="19434"/>
                </a:lnTo>
                <a:lnTo>
                  <a:pt x="1675" y="19595"/>
                </a:lnTo>
                <a:lnTo>
                  <a:pt x="1756" y="19777"/>
                </a:lnTo>
                <a:lnTo>
                  <a:pt x="1837" y="19938"/>
                </a:lnTo>
                <a:lnTo>
                  <a:pt x="1958" y="20100"/>
                </a:lnTo>
                <a:lnTo>
                  <a:pt x="2099" y="20241"/>
                </a:lnTo>
                <a:lnTo>
                  <a:pt x="2260" y="20362"/>
                </a:lnTo>
                <a:lnTo>
                  <a:pt x="2422" y="20463"/>
                </a:lnTo>
                <a:lnTo>
                  <a:pt x="2563" y="20503"/>
                </a:lnTo>
                <a:lnTo>
                  <a:pt x="2684" y="20544"/>
                </a:lnTo>
                <a:lnTo>
                  <a:pt x="2926" y="20564"/>
                </a:lnTo>
                <a:lnTo>
                  <a:pt x="3088" y="20544"/>
                </a:lnTo>
                <a:lnTo>
                  <a:pt x="3229" y="20524"/>
                </a:lnTo>
                <a:lnTo>
                  <a:pt x="3532" y="20463"/>
                </a:lnTo>
                <a:lnTo>
                  <a:pt x="3855" y="20342"/>
                </a:lnTo>
                <a:lnTo>
                  <a:pt x="4157" y="20221"/>
                </a:lnTo>
                <a:lnTo>
                  <a:pt x="4339" y="20140"/>
                </a:lnTo>
                <a:lnTo>
                  <a:pt x="5146" y="19777"/>
                </a:lnTo>
                <a:lnTo>
                  <a:pt x="5974" y="19454"/>
                </a:lnTo>
                <a:lnTo>
                  <a:pt x="6801" y="19131"/>
                </a:lnTo>
                <a:lnTo>
                  <a:pt x="7205" y="19010"/>
                </a:lnTo>
                <a:lnTo>
                  <a:pt x="7628" y="18889"/>
                </a:lnTo>
                <a:lnTo>
                  <a:pt x="8173" y="18748"/>
                </a:lnTo>
                <a:lnTo>
                  <a:pt x="8718" y="18647"/>
                </a:lnTo>
                <a:lnTo>
                  <a:pt x="9243" y="18566"/>
                </a:lnTo>
                <a:lnTo>
                  <a:pt x="9788" y="18506"/>
                </a:lnTo>
                <a:lnTo>
                  <a:pt x="10332" y="18465"/>
                </a:lnTo>
                <a:lnTo>
                  <a:pt x="10877" y="18425"/>
                </a:lnTo>
                <a:lnTo>
                  <a:pt x="11987" y="18425"/>
                </a:lnTo>
                <a:lnTo>
                  <a:pt x="13077" y="18485"/>
                </a:lnTo>
                <a:lnTo>
                  <a:pt x="14187" y="18566"/>
                </a:lnTo>
                <a:lnTo>
                  <a:pt x="15277" y="18687"/>
                </a:lnTo>
                <a:lnTo>
                  <a:pt x="16366" y="18808"/>
                </a:lnTo>
                <a:lnTo>
                  <a:pt x="18061" y="18990"/>
                </a:lnTo>
                <a:lnTo>
                  <a:pt x="18909" y="19071"/>
                </a:lnTo>
                <a:lnTo>
                  <a:pt x="19757" y="19131"/>
                </a:lnTo>
                <a:lnTo>
                  <a:pt x="20604" y="19171"/>
                </a:lnTo>
                <a:lnTo>
                  <a:pt x="21472" y="19192"/>
                </a:lnTo>
                <a:lnTo>
                  <a:pt x="22319" y="19171"/>
                </a:lnTo>
                <a:lnTo>
                  <a:pt x="23167" y="19111"/>
                </a:lnTo>
                <a:lnTo>
                  <a:pt x="23793" y="19010"/>
                </a:lnTo>
                <a:lnTo>
                  <a:pt x="24358" y="18909"/>
                </a:lnTo>
                <a:lnTo>
                  <a:pt x="24902" y="18748"/>
                </a:lnTo>
                <a:lnTo>
                  <a:pt x="25145" y="18667"/>
                </a:lnTo>
                <a:lnTo>
                  <a:pt x="25367" y="18566"/>
                </a:lnTo>
                <a:lnTo>
                  <a:pt x="25589" y="18465"/>
                </a:lnTo>
                <a:lnTo>
                  <a:pt x="25790" y="18344"/>
                </a:lnTo>
                <a:lnTo>
                  <a:pt x="25992" y="18223"/>
                </a:lnTo>
                <a:lnTo>
                  <a:pt x="26174" y="18082"/>
                </a:lnTo>
                <a:lnTo>
                  <a:pt x="26335" y="17961"/>
                </a:lnTo>
                <a:lnTo>
                  <a:pt x="26497" y="17799"/>
                </a:lnTo>
                <a:lnTo>
                  <a:pt x="26638" y="17638"/>
                </a:lnTo>
                <a:lnTo>
                  <a:pt x="26779" y="17476"/>
                </a:lnTo>
                <a:lnTo>
                  <a:pt x="26941" y="17214"/>
                </a:lnTo>
                <a:lnTo>
                  <a:pt x="27102" y="16931"/>
                </a:lnTo>
                <a:lnTo>
                  <a:pt x="27223" y="16629"/>
                </a:lnTo>
                <a:lnTo>
                  <a:pt x="27324" y="16326"/>
                </a:lnTo>
                <a:lnTo>
                  <a:pt x="27425" y="16023"/>
                </a:lnTo>
                <a:lnTo>
                  <a:pt x="27486" y="15721"/>
                </a:lnTo>
                <a:lnTo>
                  <a:pt x="27607" y="15095"/>
                </a:lnTo>
                <a:lnTo>
                  <a:pt x="27728" y="14409"/>
                </a:lnTo>
                <a:lnTo>
                  <a:pt x="27829" y="13723"/>
                </a:lnTo>
                <a:lnTo>
                  <a:pt x="27909" y="13057"/>
                </a:lnTo>
                <a:lnTo>
                  <a:pt x="27970" y="12411"/>
                </a:lnTo>
                <a:lnTo>
                  <a:pt x="28030" y="11765"/>
                </a:lnTo>
                <a:lnTo>
                  <a:pt x="28071" y="11140"/>
                </a:lnTo>
                <a:lnTo>
                  <a:pt x="28091" y="10494"/>
                </a:lnTo>
                <a:lnTo>
                  <a:pt x="28111" y="9889"/>
                </a:lnTo>
                <a:lnTo>
                  <a:pt x="28111" y="9263"/>
                </a:lnTo>
                <a:lnTo>
                  <a:pt x="28111" y="8678"/>
                </a:lnTo>
                <a:lnTo>
                  <a:pt x="28071" y="8072"/>
                </a:lnTo>
                <a:lnTo>
                  <a:pt x="28030" y="7487"/>
                </a:lnTo>
                <a:lnTo>
                  <a:pt x="27990" y="6902"/>
                </a:lnTo>
                <a:lnTo>
                  <a:pt x="27909" y="6337"/>
                </a:lnTo>
                <a:lnTo>
                  <a:pt x="27829" y="5752"/>
                </a:lnTo>
                <a:lnTo>
                  <a:pt x="27748" y="5207"/>
                </a:lnTo>
                <a:lnTo>
                  <a:pt x="27627" y="4642"/>
                </a:lnTo>
                <a:lnTo>
                  <a:pt x="27566" y="4379"/>
                </a:lnTo>
                <a:lnTo>
                  <a:pt x="27486" y="4097"/>
                </a:lnTo>
                <a:lnTo>
                  <a:pt x="27385" y="3835"/>
                </a:lnTo>
                <a:lnTo>
                  <a:pt x="27284" y="3572"/>
                </a:lnTo>
                <a:lnTo>
                  <a:pt x="27142" y="3330"/>
                </a:lnTo>
                <a:lnTo>
                  <a:pt x="27001" y="3088"/>
                </a:lnTo>
                <a:lnTo>
                  <a:pt x="26820" y="2846"/>
                </a:lnTo>
                <a:lnTo>
                  <a:pt x="26618" y="2624"/>
                </a:lnTo>
                <a:lnTo>
                  <a:pt x="26396" y="2422"/>
                </a:lnTo>
                <a:lnTo>
                  <a:pt x="26174" y="2240"/>
                </a:lnTo>
                <a:lnTo>
                  <a:pt x="25932" y="2079"/>
                </a:lnTo>
                <a:lnTo>
                  <a:pt x="25669" y="1938"/>
                </a:lnTo>
                <a:lnTo>
                  <a:pt x="25407" y="1817"/>
                </a:lnTo>
                <a:lnTo>
                  <a:pt x="25124" y="1696"/>
                </a:lnTo>
                <a:lnTo>
                  <a:pt x="24822" y="1595"/>
                </a:lnTo>
                <a:lnTo>
                  <a:pt x="24519" y="1494"/>
                </a:lnTo>
                <a:lnTo>
                  <a:pt x="23914" y="1352"/>
                </a:lnTo>
                <a:lnTo>
                  <a:pt x="23268" y="1231"/>
                </a:lnTo>
                <a:lnTo>
                  <a:pt x="22622" y="1130"/>
                </a:lnTo>
                <a:lnTo>
                  <a:pt x="21008" y="949"/>
                </a:lnTo>
                <a:lnTo>
                  <a:pt x="19413" y="787"/>
                </a:lnTo>
                <a:lnTo>
                  <a:pt x="17799" y="646"/>
                </a:lnTo>
                <a:lnTo>
                  <a:pt x="16185" y="505"/>
                </a:lnTo>
                <a:lnTo>
                  <a:pt x="14570" y="404"/>
                </a:lnTo>
                <a:lnTo>
                  <a:pt x="12956" y="303"/>
                </a:lnTo>
                <a:lnTo>
                  <a:pt x="9767" y="121"/>
                </a:lnTo>
                <a:lnTo>
                  <a:pt x="8436" y="61"/>
                </a:lnTo>
                <a:lnTo>
                  <a:pt x="70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34"/>
          <p:cNvSpPr/>
          <p:nvPr/>
        </p:nvSpPr>
        <p:spPr>
          <a:xfrm flipH="1">
            <a:off x="-2033389" y="234683"/>
            <a:ext cx="1393383" cy="700689"/>
          </a:xfrm>
          <a:custGeom>
            <a:rect b="b" l="l" r="r" t="t"/>
            <a:pathLst>
              <a:path extrusionOk="0" h="12533" w="24923">
                <a:moveTo>
                  <a:pt x="9525" y="0"/>
                </a:moveTo>
                <a:lnTo>
                  <a:pt x="8536" y="21"/>
                </a:lnTo>
                <a:lnTo>
                  <a:pt x="7547" y="41"/>
                </a:lnTo>
                <a:lnTo>
                  <a:pt x="6579" y="61"/>
                </a:lnTo>
                <a:lnTo>
                  <a:pt x="5630" y="122"/>
                </a:lnTo>
                <a:lnTo>
                  <a:pt x="4682" y="182"/>
                </a:lnTo>
                <a:lnTo>
                  <a:pt x="3754" y="263"/>
                </a:lnTo>
                <a:lnTo>
                  <a:pt x="3269" y="303"/>
                </a:lnTo>
                <a:lnTo>
                  <a:pt x="2785" y="384"/>
                </a:lnTo>
                <a:lnTo>
                  <a:pt x="2301" y="485"/>
                </a:lnTo>
                <a:lnTo>
                  <a:pt x="2079" y="545"/>
                </a:lnTo>
                <a:lnTo>
                  <a:pt x="1857" y="626"/>
                </a:lnTo>
                <a:lnTo>
                  <a:pt x="1635" y="727"/>
                </a:lnTo>
                <a:lnTo>
                  <a:pt x="1433" y="828"/>
                </a:lnTo>
                <a:lnTo>
                  <a:pt x="1231" y="949"/>
                </a:lnTo>
                <a:lnTo>
                  <a:pt x="1029" y="1090"/>
                </a:lnTo>
                <a:lnTo>
                  <a:pt x="868" y="1252"/>
                </a:lnTo>
                <a:lnTo>
                  <a:pt x="686" y="1413"/>
                </a:lnTo>
                <a:lnTo>
                  <a:pt x="545" y="1615"/>
                </a:lnTo>
                <a:lnTo>
                  <a:pt x="404" y="1817"/>
                </a:lnTo>
                <a:lnTo>
                  <a:pt x="283" y="2059"/>
                </a:lnTo>
                <a:lnTo>
                  <a:pt x="182" y="2301"/>
                </a:lnTo>
                <a:lnTo>
                  <a:pt x="81" y="2543"/>
                </a:lnTo>
                <a:lnTo>
                  <a:pt x="0" y="2805"/>
                </a:lnTo>
                <a:lnTo>
                  <a:pt x="61" y="2826"/>
                </a:lnTo>
                <a:lnTo>
                  <a:pt x="162" y="2584"/>
                </a:lnTo>
                <a:lnTo>
                  <a:pt x="242" y="2321"/>
                </a:lnTo>
                <a:lnTo>
                  <a:pt x="363" y="2079"/>
                </a:lnTo>
                <a:lnTo>
                  <a:pt x="484" y="1857"/>
                </a:lnTo>
                <a:lnTo>
                  <a:pt x="606" y="1655"/>
                </a:lnTo>
                <a:lnTo>
                  <a:pt x="767" y="1474"/>
                </a:lnTo>
                <a:lnTo>
                  <a:pt x="908" y="1292"/>
                </a:lnTo>
                <a:lnTo>
                  <a:pt x="1090" y="1151"/>
                </a:lnTo>
                <a:lnTo>
                  <a:pt x="1271" y="1009"/>
                </a:lnTo>
                <a:lnTo>
                  <a:pt x="1473" y="909"/>
                </a:lnTo>
                <a:lnTo>
                  <a:pt x="1675" y="787"/>
                </a:lnTo>
                <a:lnTo>
                  <a:pt x="1897" y="707"/>
                </a:lnTo>
                <a:lnTo>
                  <a:pt x="2119" y="626"/>
                </a:lnTo>
                <a:lnTo>
                  <a:pt x="2341" y="566"/>
                </a:lnTo>
                <a:lnTo>
                  <a:pt x="2805" y="465"/>
                </a:lnTo>
                <a:lnTo>
                  <a:pt x="3269" y="384"/>
                </a:lnTo>
                <a:lnTo>
                  <a:pt x="3754" y="344"/>
                </a:lnTo>
                <a:lnTo>
                  <a:pt x="4682" y="263"/>
                </a:lnTo>
                <a:lnTo>
                  <a:pt x="5630" y="202"/>
                </a:lnTo>
                <a:lnTo>
                  <a:pt x="6579" y="142"/>
                </a:lnTo>
                <a:lnTo>
                  <a:pt x="7547" y="122"/>
                </a:lnTo>
                <a:lnTo>
                  <a:pt x="8536" y="101"/>
                </a:lnTo>
                <a:lnTo>
                  <a:pt x="9525" y="81"/>
                </a:lnTo>
                <a:lnTo>
                  <a:pt x="10514" y="81"/>
                </a:lnTo>
                <a:lnTo>
                  <a:pt x="11523" y="101"/>
                </a:lnTo>
                <a:lnTo>
                  <a:pt x="12552" y="142"/>
                </a:lnTo>
                <a:lnTo>
                  <a:pt x="13601" y="182"/>
                </a:lnTo>
                <a:lnTo>
                  <a:pt x="14651" y="243"/>
                </a:lnTo>
                <a:lnTo>
                  <a:pt x="15720" y="323"/>
                </a:lnTo>
                <a:lnTo>
                  <a:pt x="17900" y="505"/>
                </a:lnTo>
                <a:lnTo>
                  <a:pt x="20140" y="727"/>
                </a:lnTo>
                <a:lnTo>
                  <a:pt x="20927" y="848"/>
                </a:lnTo>
                <a:lnTo>
                  <a:pt x="21330" y="909"/>
                </a:lnTo>
                <a:lnTo>
                  <a:pt x="21694" y="989"/>
                </a:lnTo>
                <a:lnTo>
                  <a:pt x="22057" y="1110"/>
                </a:lnTo>
                <a:lnTo>
                  <a:pt x="22400" y="1231"/>
                </a:lnTo>
                <a:lnTo>
                  <a:pt x="22723" y="1413"/>
                </a:lnTo>
                <a:lnTo>
                  <a:pt x="23046" y="1615"/>
                </a:lnTo>
                <a:lnTo>
                  <a:pt x="23248" y="1796"/>
                </a:lnTo>
                <a:lnTo>
                  <a:pt x="23449" y="1978"/>
                </a:lnTo>
                <a:lnTo>
                  <a:pt x="23631" y="2200"/>
                </a:lnTo>
                <a:lnTo>
                  <a:pt x="23792" y="2422"/>
                </a:lnTo>
                <a:lnTo>
                  <a:pt x="23954" y="2664"/>
                </a:lnTo>
                <a:lnTo>
                  <a:pt x="24075" y="2906"/>
                </a:lnTo>
                <a:lnTo>
                  <a:pt x="24196" y="3149"/>
                </a:lnTo>
                <a:lnTo>
                  <a:pt x="24297" y="3411"/>
                </a:lnTo>
                <a:lnTo>
                  <a:pt x="24378" y="3673"/>
                </a:lnTo>
                <a:lnTo>
                  <a:pt x="24458" y="3915"/>
                </a:lnTo>
                <a:lnTo>
                  <a:pt x="24579" y="4440"/>
                </a:lnTo>
                <a:lnTo>
                  <a:pt x="24660" y="4945"/>
                </a:lnTo>
                <a:lnTo>
                  <a:pt x="24721" y="5409"/>
                </a:lnTo>
                <a:lnTo>
                  <a:pt x="24781" y="6095"/>
                </a:lnTo>
                <a:lnTo>
                  <a:pt x="24822" y="6781"/>
                </a:lnTo>
                <a:lnTo>
                  <a:pt x="24842" y="7487"/>
                </a:lnTo>
                <a:lnTo>
                  <a:pt x="24822" y="8173"/>
                </a:lnTo>
                <a:lnTo>
                  <a:pt x="24801" y="8860"/>
                </a:lnTo>
                <a:lnTo>
                  <a:pt x="24741" y="9566"/>
                </a:lnTo>
                <a:lnTo>
                  <a:pt x="24660" y="10252"/>
                </a:lnTo>
                <a:lnTo>
                  <a:pt x="24559" y="10938"/>
                </a:lnTo>
                <a:lnTo>
                  <a:pt x="24479" y="11362"/>
                </a:lnTo>
                <a:lnTo>
                  <a:pt x="24398" y="11765"/>
                </a:lnTo>
                <a:lnTo>
                  <a:pt x="24297" y="12149"/>
                </a:lnTo>
                <a:lnTo>
                  <a:pt x="24196" y="12512"/>
                </a:lnTo>
                <a:lnTo>
                  <a:pt x="24257" y="12532"/>
                </a:lnTo>
                <a:lnTo>
                  <a:pt x="24378" y="12169"/>
                </a:lnTo>
                <a:lnTo>
                  <a:pt x="24479" y="11765"/>
                </a:lnTo>
                <a:lnTo>
                  <a:pt x="24559" y="11362"/>
                </a:lnTo>
                <a:lnTo>
                  <a:pt x="24640" y="10938"/>
                </a:lnTo>
                <a:lnTo>
                  <a:pt x="24741" y="10252"/>
                </a:lnTo>
                <a:lnTo>
                  <a:pt x="24822" y="9566"/>
                </a:lnTo>
                <a:lnTo>
                  <a:pt x="24882" y="8880"/>
                </a:lnTo>
                <a:lnTo>
                  <a:pt x="24902" y="8173"/>
                </a:lnTo>
                <a:lnTo>
                  <a:pt x="24922" y="7487"/>
                </a:lnTo>
                <a:lnTo>
                  <a:pt x="24902" y="6781"/>
                </a:lnTo>
                <a:lnTo>
                  <a:pt x="24862" y="6095"/>
                </a:lnTo>
                <a:lnTo>
                  <a:pt x="24801" y="5409"/>
                </a:lnTo>
                <a:lnTo>
                  <a:pt x="24741" y="4924"/>
                </a:lnTo>
                <a:lnTo>
                  <a:pt x="24660" y="4420"/>
                </a:lnTo>
                <a:lnTo>
                  <a:pt x="24539" y="3895"/>
                </a:lnTo>
                <a:lnTo>
                  <a:pt x="24458" y="3633"/>
                </a:lnTo>
                <a:lnTo>
                  <a:pt x="24357" y="3371"/>
                </a:lnTo>
                <a:lnTo>
                  <a:pt x="24257" y="3108"/>
                </a:lnTo>
                <a:lnTo>
                  <a:pt x="24156" y="2866"/>
                </a:lnTo>
                <a:lnTo>
                  <a:pt x="24014" y="2604"/>
                </a:lnTo>
                <a:lnTo>
                  <a:pt x="23873" y="2362"/>
                </a:lnTo>
                <a:lnTo>
                  <a:pt x="23692" y="2140"/>
                </a:lnTo>
                <a:lnTo>
                  <a:pt x="23510" y="1918"/>
                </a:lnTo>
                <a:lnTo>
                  <a:pt x="23308" y="1736"/>
                </a:lnTo>
                <a:lnTo>
                  <a:pt x="23086" y="1534"/>
                </a:lnTo>
                <a:lnTo>
                  <a:pt x="22763" y="1332"/>
                </a:lnTo>
                <a:lnTo>
                  <a:pt x="22440" y="1171"/>
                </a:lnTo>
                <a:lnTo>
                  <a:pt x="22077" y="1030"/>
                </a:lnTo>
                <a:lnTo>
                  <a:pt x="21714" y="929"/>
                </a:lnTo>
                <a:lnTo>
                  <a:pt x="21351" y="828"/>
                </a:lnTo>
                <a:lnTo>
                  <a:pt x="20947" y="767"/>
                </a:lnTo>
                <a:lnTo>
                  <a:pt x="20160" y="646"/>
                </a:lnTo>
                <a:lnTo>
                  <a:pt x="17900" y="424"/>
                </a:lnTo>
                <a:lnTo>
                  <a:pt x="15720" y="243"/>
                </a:lnTo>
                <a:lnTo>
                  <a:pt x="14651" y="162"/>
                </a:lnTo>
                <a:lnTo>
                  <a:pt x="13601" y="101"/>
                </a:lnTo>
                <a:lnTo>
                  <a:pt x="12552" y="61"/>
                </a:lnTo>
                <a:lnTo>
                  <a:pt x="11543" y="21"/>
                </a:lnTo>
                <a:lnTo>
                  <a:pt x="105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34"/>
          <p:cNvSpPr/>
          <p:nvPr/>
        </p:nvSpPr>
        <p:spPr>
          <a:xfrm flipH="1">
            <a:off x="-1996154" y="391500"/>
            <a:ext cx="1371970" cy="810100"/>
          </a:xfrm>
          <a:custGeom>
            <a:rect b="b" l="l" r="r" t="t"/>
            <a:pathLst>
              <a:path extrusionOk="0" h="14490" w="24540">
                <a:moveTo>
                  <a:pt x="283" y="0"/>
                </a:moveTo>
                <a:lnTo>
                  <a:pt x="182" y="364"/>
                </a:lnTo>
                <a:lnTo>
                  <a:pt x="102" y="747"/>
                </a:lnTo>
                <a:lnTo>
                  <a:pt x="41" y="1131"/>
                </a:lnTo>
                <a:lnTo>
                  <a:pt x="21" y="1534"/>
                </a:lnTo>
                <a:lnTo>
                  <a:pt x="1" y="1938"/>
                </a:lnTo>
                <a:lnTo>
                  <a:pt x="21" y="2341"/>
                </a:lnTo>
                <a:lnTo>
                  <a:pt x="61" y="2765"/>
                </a:lnTo>
                <a:lnTo>
                  <a:pt x="122" y="3189"/>
                </a:lnTo>
                <a:lnTo>
                  <a:pt x="223" y="3633"/>
                </a:lnTo>
                <a:lnTo>
                  <a:pt x="324" y="4097"/>
                </a:lnTo>
                <a:lnTo>
                  <a:pt x="566" y="4985"/>
                </a:lnTo>
                <a:lnTo>
                  <a:pt x="848" y="6055"/>
                </a:lnTo>
                <a:lnTo>
                  <a:pt x="969" y="6599"/>
                </a:lnTo>
                <a:lnTo>
                  <a:pt x="1050" y="7144"/>
                </a:lnTo>
                <a:lnTo>
                  <a:pt x="1111" y="7649"/>
                </a:lnTo>
                <a:lnTo>
                  <a:pt x="1151" y="8173"/>
                </a:lnTo>
                <a:lnTo>
                  <a:pt x="1151" y="8718"/>
                </a:lnTo>
                <a:lnTo>
                  <a:pt x="1151" y="9243"/>
                </a:lnTo>
                <a:lnTo>
                  <a:pt x="1131" y="9768"/>
                </a:lnTo>
                <a:lnTo>
                  <a:pt x="1090" y="10292"/>
                </a:lnTo>
                <a:lnTo>
                  <a:pt x="989" y="11342"/>
                </a:lnTo>
                <a:lnTo>
                  <a:pt x="929" y="12088"/>
                </a:lnTo>
                <a:lnTo>
                  <a:pt x="868" y="12855"/>
                </a:lnTo>
                <a:lnTo>
                  <a:pt x="848" y="13218"/>
                </a:lnTo>
                <a:lnTo>
                  <a:pt x="868" y="13400"/>
                </a:lnTo>
                <a:lnTo>
                  <a:pt x="889" y="13582"/>
                </a:lnTo>
                <a:lnTo>
                  <a:pt x="929" y="13743"/>
                </a:lnTo>
                <a:lnTo>
                  <a:pt x="989" y="13905"/>
                </a:lnTo>
                <a:lnTo>
                  <a:pt x="1070" y="14046"/>
                </a:lnTo>
                <a:lnTo>
                  <a:pt x="1171" y="14187"/>
                </a:lnTo>
                <a:lnTo>
                  <a:pt x="1252" y="14268"/>
                </a:lnTo>
                <a:lnTo>
                  <a:pt x="1353" y="14328"/>
                </a:lnTo>
                <a:lnTo>
                  <a:pt x="1433" y="14369"/>
                </a:lnTo>
                <a:lnTo>
                  <a:pt x="1534" y="14409"/>
                </a:lnTo>
                <a:lnTo>
                  <a:pt x="1756" y="14470"/>
                </a:lnTo>
                <a:lnTo>
                  <a:pt x="1958" y="14490"/>
                </a:lnTo>
                <a:lnTo>
                  <a:pt x="2180" y="14470"/>
                </a:lnTo>
                <a:lnTo>
                  <a:pt x="2402" y="14429"/>
                </a:lnTo>
                <a:lnTo>
                  <a:pt x="2644" y="14349"/>
                </a:lnTo>
                <a:lnTo>
                  <a:pt x="2886" y="14227"/>
                </a:lnTo>
                <a:lnTo>
                  <a:pt x="3330" y="13965"/>
                </a:lnTo>
                <a:lnTo>
                  <a:pt x="3532" y="13844"/>
                </a:lnTo>
                <a:lnTo>
                  <a:pt x="3895" y="13642"/>
                </a:lnTo>
                <a:lnTo>
                  <a:pt x="4259" y="13461"/>
                </a:lnTo>
                <a:lnTo>
                  <a:pt x="4642" y="13299"/>
                </a:lnTo>
                <a:lnTo>
                  <a:pt x="5046" y="13138"/>
                </a:lnTo>
                <a:lnTo>
                  <a:pt x="5449" y="12996"/>
                </a:lnTo>
                <a:lnTo>
                  <a:pt x="5873" y="12875"/>
                </a:lnTo>
                <a:lnTo>
                  <a:pt x="6317" y="12754"/>
                </a:lnTo>
                <a:lnTo>
                  <a:pt x="6761" y="12653"/>
                </a:lnTo>
                <a:lnTo>
                  <a:pt x="7225" y="12573"/>
                </a:lnTo>
                <a:lnTo>
                  <a:pt x="7689" y="12512"/>
                </a:lnTo>
                <a:lnTo>
                  <a:pt x="8174" y="12472"/>
                </a:lnTo>
                <a:lnTo>
                  <a:pt x="8678" y="12431"/>
                </a:lnTo>
                <a:lnTo>
                  <a:pt x="9183" y="12411"/>
                </a:lnTo>
                <a:lnTo>
                  <a:pt x="10232" y="12411"/>
                </a:lnTo>
                <a:lnTo>
                  <a:pt x="10777" y="12431"/>
                </a:lnTo>
                <a:lnTo>
                  <a:pt x="11887" y="12532"/>
                </a:lnTo>
                <a:lnTo>
                  <a:pt x="12976" y="12653"/>
                </a:lnTo>
                <a:lnTo>
                  <a:pt x="14066" y="12815"/>
                </a:lnTo>
                <a:lnTo>
                  <a:pt x="15156" y="12976"/>
                </a:lnTo>
                <a:lnTo>
                  <a:pt x="16690" y="13198"/>
                </a:lnTo>
                <a:lnTo>
                  <a:pt x="17477" y="13299"/>
                </a:lnTo>
                <a:lnTo>
                  <a:pt x="18243" y="13400"/>
                </a:lnTo>
                <a:lnTo>
                  <a:pt x="18768" y="13440"/>
                </a:lnTo>
                <a:lnTo>
                  <a:pt x="19273" y="13481"/>
                </a:lnTo>
                <a:lnTo>
                  <a:pt x="19797" y="13481"/>
                </a:lnTo>
                <a:lnTo>
                  <a:pt x="20302" y="13461"/>
                </a:lnTo>
                <a:lnTo>
                  <a:pt x="20806" y="13400"/>
                </a:lnTo>
                <a:lnTo>
                  <a:pt x="21048" y="13360"/>
                </a:lnTo>
                <a:lnTo>
                  <a:pt x="21291" y="13299"/>
                </a:lnTo>
                <a:lnTo>
                  <a:pt x="21533" y="13218"/>
                </a:lnTo>
                <a:lnTo>
                  <a:pt x="21775" y="13138"/>
                </a:lnTo>
                <a:lnTo>
                  <a:pt x="21997" y="13037"/>
                </a:lnTo>
                <a:lnTo>
                  <a:pt x="22219" y="12936"/>
                </a:lnTo>
                <a:lnTo>
                  <a:pt x="22421" y="12815"/>
                </a:lnTo>
                <a:lnTo>
                  <a:pt x="22602" y="12694"/>
                </a:lnTo>
                <a:lnTo>
                  <a:pt x="22784" y="12553"/>
                </a:lnTo>
                <a:lnTo>
                  <a:pt x="22966" y="12411"/>
                </a:lnTo>
                <a:lnTo>
                  <a:pt x="23127" y="12250"/>
                </a:lnTo>
                <a:lnTo>
                  <a:pt x="23288" y="12068"/>
                </a:lnTo>
                <a:lnTo>
                  <a:pt x="23450" y="11887"/>
                </a:lnTo>
                <a:lnTo>
                  <a:pt x="23591" y="11685"/>
                </a:lnTo>
                <a:lnTo>
                  <a:pt x="23874" y="11261"/>
                </a:lnTo>
                <a:lnTo>
                  <a:pt x="24116" y="10797"/>
                </a:lnTo>
                <a:lnTo>
                  <a:pt x="24358" y="10292"/>
                </a:lnTo>
                <a:lnTo>
                  <a:pt x="24540" y="9727"/>
                </a:lnTo>
                <a:lnTo>
                  <a:pt x="24479" y="9707"/>
                </a:lnTo>
                <a:lnTo>
                  <a:pt x="24277" y="10252"/>
                </a:lnTo>
                <a:lnTo>
                  <a:pt x="24055" y="10756"/>
                </a:lnTo>
                <a:lnTo>
                  <a:pt x="23813" y="11221"/>
                </a:lnTo>
                <a:lnTo>
                  <a:pt x="23531" y="11644"/>
                </a:lnTo>
                <a:lnTo>
                  <a:pt x="23228" y="12008"/>
                </a:lnTo>
                <a:lnTo>
                  <a:pt x="23066" y="12189"/>
                </a:lnTo>
                <a:lnTo>
                  <a:pt x="22905" y="12351"/>
                </a:lnTo>
                <a:lnTo>
                  <a:pt x="22744" y="12492"/>
                </a:lnTo>
                <a:lnTo>
                  <a:pt x="22562" y="12613"/>
                </a:lnTo>
                <a:lnTo>
                  <a:pt x="22380" y="12754"/>
                </a:lnTo>
                <a:lnTo>
                  <a:pt x="22178" y="12855"/>
                </a:lnTo>
                <a:lnTo>
                  <a:pt x="21957" y="12976"/>
                </a:lnTo>
                <a:lnTo>
                  <a:pt x="21735" y="13077"/>
                </a:lnTo>
                <a:lnTo>
                  <a:pt x="21492" y="13158"/>
                </a:lnTo>
                <a:lnTo>
                  <a:pt x="21270" y="13218"/>
                </a:lnTo>
                <a:lnTo>
                  <a:pt x="21028" y="13279"/>
                </a:lnTo>
                <a:lnTo>
                  <a:pt x="20786" y="13319"/>
                </a:lnTo>
                <a:lnTo>
                  <a:pt x="20282" y="13380"/>
                </a:lnTo>
                <a:lnTo>
                  <a:pt x="19777" y="13400"/>
                </a:lnTo>
                <a:lnTo>
                  <a:pt x="19273" y="13400"/>
                </a:lnTo>
                <a:lnTo>
                  <a:pt x="18768" y="13360"/>
                </a:lnTo>
                <a:lnTo>
                  <a:pt x="18264" y="13319"/>
                </a:lnTo>
                <a:lnTo>
                  <a:pt x="17477" y="13218"/>
                </a:lnTo>
                <a:lnTo>
                  <a:pt x="16710" y="13118"/>
                </a:lnTo>
                <a:lnTo>
                  <a:pt x="15156" y="12896"/>
                </a:lnTo>
                <a:lnTo>
                  <a:pt x="14086" y="12734"/>
                </a:lnTo>
                <a:lnTo>
                  <a:pt x="12997" y="12573"/>
                </a:lnTo>
                <a:lnTo>
                  <a:pt x="11887" y="12452"/>
                </a:lnTo>
                <a:lnTo>
                  <a:pt x="10797" y="12351"/>
                </a:lnTo>
                <a:lnTo>
                  <a:pt x="10252" y="12331"/>
                </a:lnTo>
                <a:lnTo>
                  <a:pt x="9183" y="12331"/>
                </a:lnTo>
                <a:lnTo>
                  <a:pt x="8658" y="12351"/>
                </a:lnTo>
                <a:lnTo>
                  <a:pt x="8174" y="12391"/>
                </a:lnTo>
                <a:lnTo>
                  <a:pt x="7669" y="12431"/>
                </a:lnTo>
                <a:lnTo>
                  <a:pt x="7205" y="12492"/>
                </a:lnTo>
                <a:lnTo>
                  <a:pt x="6741" y="12573"/>
                </a:lnTo>
                <a:lnTo>
                  <a:pt x="6277" y="12674"/>
                </a:lnTo>
                <a:lnTo>
                  <a:pt x="5853" y="12795"/>
                </a:lnTo>
                <a:lnTo>
                  <a:pt x="5429" y="12916"/>
                </a:lnTo>
                <a:lnTo>
                  <a:pt x="5005" y="13057"/>
                </a:lnTo>
                <a:lnTo>
                  <a:pt x="4602" y="13218"/>
                </a:lnTo>
                <a:lnTo>
                  <a:pt x="4218" y="13380"/>
                </a:lnTo>
                <a:lnTo>
                  <a:pt x="3855" y="13582"/>
                </a:lnTo>
                <a:lnTo>
                  <a:pt x="3492" y="13783"/>
                </a:lnTo>
                <a:lnTo>
                  <a:pt x="3290" y="13905"/>
                </a:lnTo>
                <a:lnTo>
                  <a:pt x="2846" y="14147"/>
                </a:lnTo>
                <a:lnTo>
                  <a:pt x="2624" y="14268"/>
                </a:lnTo>
                <a:lnTo>
                  <a:pt x="2382" y="14349"/>
                </a:lnTo>
                <a:lnTo>
                  <a:pt x="2241" y="14389"/>
                </a:lnTo>
                <a:lnTo>
                  <a:pt x="2079" y="14409"/>
                </a:lnTo>
                <a:lnTo>
                  <a:pt x="1938" y="14409"/>
                </a:lnTo>
                <a:lnTo>
                  <a:pt x="1776" y="14389"/>
                </a:lnTo>
                <a:lnTo>
                  <a:pt x="1635" y="14369"/>
                </a:lnTo>
                <a:lnTo>
                  <a:pt x="1494" y="14308"/>
                </a:lnTo>
                <a:lnTo>
                  <a:pt x="1353" y="14227"/>
                </a:lnTo>
                <a:lnTo>
                  <a:pt x="1232" y="14127"/>
                </a:lnTo>
                <a:lnTo>
                  <a:pt x="1131" y="14005"/>
                </a:lnTo>
                <a:lnTo>
                  <a:pt x="1050" y="13864"/>
                </a:lnTo>
                <a:lnTo>
                  <a:pt x="1010" y="13723"/>
                </a:lnTo>
                <a:lnTo>
                  <a:pt x="969" y="13562"/>
                </a:lnTo>
                <a:lnTo>
                  <a:pt x="949" y="13380"/>
                </a:lnTo>
                <a:lnTo>
                  <a:pt x="929" y="13218"/>
                </a:lnTo>
                <a:lnTo>
                  <a:pt x="949" y="12855"/>
                </a:lnTo>
                <a:lnTo>
                  <a:pt x="1010" y="12109"/>
                </a:lnTo>
                <a:lnTo>
                  <a:pt x="1070" y="11342"/>
                </a:lnTo>
                <a:lnTo>
                  <a:pt x="1171" y="10292"/>
                </a:lnTo>
                <a:lnTo>
                  <a:pt x="1211" y="9768"/>
                </a:lnTo>
                <a:lnTo>
                  <a:pt x="1232" y="9243"/>
                </a:lnTo>
                <a:lnTo>
                  <a:pt x="1232" y="8698"/>
                </a:lnTo>
                <a:lnTo>
                  <a:pt x="1232" y="8173"/>
                </a:lnTo>
                <a:lnTo>
                  <a:pt x="1191" y="7649"/>
                </a:lnTo>
                <a:lnTo>
                  <a:pt x="1131" y="7124"/>
                </a:lnTo>
                <a:lnTo>
                  <a:pt x="1050" y="6579"/>
                </a:lnTo>
                <a:lnTo>
                  <a:pt x="929" y="6034"/>
                </a:lnTo>
                <a:lnTo>
                  <a:pt x="646" y="4965"/>
                </a:lnTo>
                <a:lnTo>
                  <a:pt x="404" y="4077"/>
                </a:lnTo>
                <a:lnTo>
                  <a:pt x="303" y="3633"/>
                </a:lnTo>
                <a:lnTo>
                  <a:pt x="202" y="3169"/>
                </a:lnTo>
                <a:lnTo>
                  <a:pt x="142" y="2765"/>
                </a:lnTo>
                <a:lnTo>
                  <a:pt x="102" y="2341"/>
                </a:lnTo>
                <a:lnTo>
                  <a:pt x="81" y="1938"/>
                </a:lnTo>
                <a:lnTo>
                  <a:pt x="102" y="1534"/>
                </a:lnTo>
                <a:lnTo>
                  <a:pt x="122" y="1151"/>
                </a:lnTo>
                <a:lnTo>
                  <a:pt x="182" y="767"/>
                </a:lnTo>
                <a:lnTo>
                  <a:pt x="243" y="384"/>
                </a:lnTo>
                <a:lnTo>
                  <a:pt x="344" y="21"/>
                </a:lnTo>
                <a:lnTo>
                  <a:pt x="2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34"/>
          <p:cNvSpPr/>
          <p:nvPr/>
        </p:nvSpPr>
        <p:spPr>
          <a:xfrm flipH="1">
            <a:off x="-2007441" y="162451"/>
            <a:ext cx="1060565" cy="526984"/>
          </a:xfrm>
          <a:custGeom>
            <a:rect b="b" l="l" r="r" t="t"/>
            <a:pathLst>
              <a:path extrusionOk="0" h="9426" w="18970">
                <a:moveTo>
                  <a:pt x="7103" y="1"/>
                </a:moveTo>
                <a:lnTo>
                  <a:pt x="5812" y="41"/>
                </a:lnTo>
                <a:lnTo>
                  <a:pt x="4480" y="142"/>
                </a:lnTo>
                <a:lnTo>
                  <a:pt x="3976" y="183"/>
                </a:lnTo>
                <a:lnTo>
                  <a:pt x="3552" y="223"/>
                </a:lnTo>
                <a:lnTo>
                  <a:pt x="3168" y="263"/>
                </a:lnTo>
                <a:lnTo>
                  <a:pt x="2805" y="324"/>
                </a:lnTo>
                <a:lnTo>
                  <a:pt x="2462" y="425"/>
                </a:lnTo>
                <a:lnTo>
                  <a:pt x="2301" y="505"/>
                </a:lnTo>
                <a:lnTo>
                  <a:pt x="2139" y="586"/>
                </a:lnTo>
                <a:lnTo>
                  <a:pt x="1958" y="667"/>
                </a:lnTo>
                <a:lnTo>
                  <a:pt x="1796" y="788"/>
                </a:lnTo>
                <a:lnTo>
                  <a:pt x="1635" y="909"/>
                </a:lnTo>
                <a:lnTo>
                  <a:pt x="1453" y="1070"/>
                </a:lnTo>
                <a:lnTo>
                  <a:pt x="1090" y="1434"/>
                </a:lnTo>
                <a:lnTo>
                  <a:pt x="827" y="1736"/>
                </a:lnTo>
                <a:lnTo>
                  <a:pt x="585" y="2059"/>
                </a:lnTo>
                <a:lnTo>
                  <a:pt x="404" y="2362"/>
                </a:lnTo>
                <a:lnTo>
                  <a:pt x="242" y="2665"/>
                </a:lnTo>
                <a:lnTo>
                  <a:pt x="121" y="2988"/>
                </a:lnTo>
                <a:lnTo>
                  <a:pt x="40" y="3290"/>
                </a:lnTo>
                <a:lnTo>
                  <a:pt x="0" y="3593"/>
                </a:lnTo>
                <a:lnTo>
                  <a:pt x="0" y="3896"/>
                </a:lnTo>
                <a:lnTo>
                  <a:pt x="81" y="3896"/>
                </a:lnTo>
                <a:lnTo>
                  <a:pt x="81" y="3593"/>
                </a:lnTo>
                <a:lnTo>
                  <a:pt x="121" y="3290"/>
                </a:lnTo>
                <a:lnTo>
                  <a:pt x="202" y="3008"/>
                </a:lnTo>
                <a:lnTo>
                  <a:pt x="323" y="2705"/>
                </a:lnTo>
                <a:lnTo>
                  <a:pt x="464" y="2402"/>
                </a:lnTo>
                <a:lnTo>
                  <a:pt x="666" y="2100"/>
                </a:lnTo>
                <a:lnTo>
                  <a:pt x="888" y="1797"/>
                </a:lnTo>
                <a:lnTo>
                  <a:pt x="1150" y="1474"/>
                </a:lnTo>
                <a:lnTo>
                  <a:pt x="1514" y="1131"/>
                </a:lnTo>
                <a:lnTo>
                  <a:pt x="1675" y="970"/>
                </a:lnTo>
                <a:lnTo>
                  <a:pt x="1837" y="848"/>
                </a:lnTo>
                <a:lnTo>
                  <a:pt x="2018" y="748"/>
                </a:lnTo>
                <a:lnTo>
                  <a:pt x="2180" y="647"/>
                </a:lnTo>
                <a:lnTo>
                  <a:pt x="2341" y="566"/>
                </a:lnTo>
                <a:lnTo>
                  <a:pt x="2502" y="505"/>
                </a:lnTo>
                <a:lnTo>
                  <a:pt x="2825" y="405"/>
                </a:lnTo>
                <a:lnTo>
                  <a:pt x="3189" y="344"/>
                </a:lnTo>
                <a:lnTo>
                  <a:pt x="3572" y="304"/>
                </a:lnTo>
                <a:lnTo>
                  <a:pt x="3996" y="263"/>
                </a:lnTo>
                <a:lnTo>
                  <a:pt x="4500" y="223"/>
                </a:lnTo>
                <a:lnTo>
                  <a:pt x="5812" y="122"/>
                </a:lnTo>
                <a:lnTo>
                  <a:pt x="7103" y="82"/>
                </a:lnTo>
                <a:lnTo>
                  <a:pt x="8355" y="82"/>
                </a:lnTo>
                <a:lnTo>
                  <a:pt x="9586" y="102"/>
                </a:lnTo>
                <a:lnTo>
                  <a:pt x="10574" y="162"/>
                </a:lnTo>
                <a:lnTo>
                  <a:pt x="11099" y="223"/>
                </a:lnTo>
                <a:lnTo>
                  <a:pt x="11664" y="283"/>
                </a:lnTo>
                <a:lnTo>
                  <a:pt x="12209" y="384"/>
                </a:lnTo>
                <a:lnTo>
                  <a:pt x="12794" y="505"/>
                </a:lnTo>
                <a:lnTo>
                  <a:pt x="13359" y="647"/>
                </a:lnTo>
                <a:lnTo>
                  <a:pt x="13945" y="828"/>
                </a:lnTo>
                <a:lnTo>
                  <a:pt x="14348" y="990"/>
                </a:lnTo>
                <a:lnTo>
                  <a:pt x="14812" y="1171"/>
                </a:lnTo>
                <a:lnTo>
                  <a:pt x="15276" y="1414"/>
                </a:lnTo>
                <a:lnTo>
                  <a:pt x="15741" y="1696"/>
                </a:lnTo>
                <a:lnTo>
                  <a:pt x="16205" y="2019"/>
                </a:lnTo>
                <a:lnTo>
                  <a:pt x="16447" y="2201"/>
                </a:lnTo>
                <a:lnTo>
                  <a:pt x="16669" y="2382"/>
                </a:lnTo>
                <a:lnTo>
                  <a:pt x="16891" y="2604"/>
                </a:lnTo>
                <a:lnTo>
                  <a:pt x="17113" y="2826"/>
                </a:lnTo>
                <a:lnTo>
                  <a:pt x="17315" y="3068"/>
                </a:lnTo>
                <a:lnTo>
                  <a:pt x="17516" y="3310"/>
                </a:lnTo>
                <a:lnTo>
                  <a:pt x="17698" y="3593"/>
                </a:lnTo>
                <a:lnTo>
                  <a:pt x="17880" y="3876"/>
                </a:lnTo>
                <a:lnTo>
                  <a:pt x="18041" y="4178"/>
                </a:lnTo>
                <a:lnTo>
                  <a:pt x="18182" y="4501"/>
                </a:lnTo>
                <a:lnTo>
                  <a:pt x="18324" y="4824"/>
                </a:lnTo>
                <a:lnTo>
                  <a:pt x="18445" y="5187"/>
                </a:lnTo>
                <a:lnTo>
                  <a:pt x="18546" y="5530"/>
                </a:lnTo>
                <a:lnTo>
                  <a:pt x="18646" y="5914"/>
                </a:lnTo>
                <a:lnTo>
                  <a:pt x="18727" y="6297"/>
                </a:lnTo>
                <a:lnTo>
                  <a:pt x="18788" y="6701"/>
                </a:lnTo>
                <a:lnTo>
                  <a:pt x="18828" y="7125"/>
                </a:lnTo>
                <a:lnTo>
                  <a:pt x="18868" y="7548"/>
                </a:lnTo>
                <a:lnTo>
                  <a:pt x="18889" y="7992"/>
                </a:lnTo>
                <a:lnTo>
                  <a:pt x="18889" y="8456"/>
                </a:lnTo>
                <a:lnTo>
                  <a:pt x="18889" y="8941"/>
                </a:lnTo>
                <a:lnTo>
                  <a:pt x="18868" y="9425"/>
                </a:lnTo>
                <a:lnTo>
                  <a:pt x="18949" y="9425"/>
                </a:lnTo>
                <a:lnTo>
                  <a:pt x="18969" y="8941"/>
                </a:lnTo>
                <a:lnTo>
                  <a:pt x="18969" y="8456"/>
                </a:lnTo>
                <a:lnTo>
                  <a:pt x="18969" y="7992"/>
                </a:lnTo>
                <a:lnTo>
                  <a:pt x="18949" y="7528"/>
                </a:lnTo>
                <a:lnTo>
                  <a:pt x="18909" y="7104"/>
                </a:lnTo>
                <a:lnTo>
                  <a:pt x="18868" y="6681"/>
                </a:lnTo>
                <a:lnTo>
                  <a:pt x="18788" y="6277"/>
                </a:lnTo>
                <a:lnTo>
                  <a:pt x="18727" y="5894"/>
                </a:lnTo>
                <a:lnTo>
                  <a:pt x="18626" y="5510"/>
                </a:lnTo>
                <a:lnTo>
                  <a:pt x="18525" y="5147"/>
                </a:lnTo>
                <a:lnTo>
                  <a:pt x="18404" y="4804"/>
                </a:lnTo>
                <a:lnTo>
                  <a:pt x="18263" y="4461"/>
                </a:lnTo>
                <a:lnTo>
                  <a:pt x="18102" y="4138"/>
                </a:lnTo>
                <a:lnTo>
                  <a:pt x="17940" y="3835"/>
                </a:lnTo>
                <a:lnTo>
                  <a:pt x="17759" y="3553"/>
                </a:lnTo>
                <a:lnTo>
                  <a:pt x="17577" y="3270"/>
                </a:lnTo>
                <a:lnTo>
                  <a:pt x="17375" y="3008"/>
                </a:lnTo>
                <a:lnTo>
                  <a:pt x="17173" y="2766"/>
                </a:lnTo>
                <a:lnTo>
                  <a:pt x="16951" y="2544"/>
                </a:lnTo>
                <a:lnTo>
                  <a:pt x="16729" y="2322"/>
                </a:lnTo>
                <a:lnTo>
                  <a:pt x="16507" y="2140"/>
                </a:lnTo>
                <a:lnTo>
                  <a:pt x="16265" y="1958"/>
                </a:lnTo>
                <a:lnTo>
                  <a:pt x="15781" y="1615"/>
                </a:lnTo>
                <a:lnTo>
                  <a:pt x="15317" y="1333"/>
                </a:lnTo>
                <a:lnTo>
                  <a:pt x="14832" y="1111"/>
                </a:lnTo>
                <a:lnTo>
                  <a:pt x="14388" y="909"/>
                </a:lnTo>
                <a:lnTo>
                  <a:pt x="13965" y="748"/>
                </a:lnTo>
                <a:lnTo>
                  <a:pt x="13400" y="566"/>
                </a:lnTo>
                <a:lnTo>
                  <a:pt x="12814" y="425"/>
                </a:lnTo>
                <a:lnTo>
                  <a:pt x="12229" y="304"/>
                </a:lnTo>
                <a:lnTo>
                  <a:pt x="11664" y="223"/>
                </a:lnTo>
                <a:lnTo>
                  <a:pt x="11119" y="142"/>
                </a:lnTo>
                <a:lnTo>
                  <a:pt x="10574" y="82"/>
                </a:lnTo>
                <a:lnTo>
                  <a:pt x="9586" y="21"/>
                </a:lnTo>
                <a:lnTo>
                  <a:pt x="83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34"/>
          <p:cNvSpPr/>
          <p:nvPr/>
        </p:nvSpPr>
        <p:spPr>
          <a:xfrm flipH="1">
            <a:off x="-2122502" y="178273"/>
            <a:ext cx="1339208" cy="816864"/>
          </a:xfrm>
          <a:custGeom>
            <a:rect b="b" l="l" r="r" t="t"/>
            <a:pathLst>
              <a:path extrusionOk="0" h="14611" w="23954">
                <a:moveTo>
                  <a:pt x="8637" y="0"/>
                </a:moveTo>
                <a:lnTo>
                  <a:pt x="7870" y="41"/>
                </a:lnTo>
                <a:lnTo>
                  <a:pt x="7083" y="81"/>
                </a:lnTo>
                <a:lnTo>
                  <a:pt x="6296" y="162"/>
                </a:lnTo>
                <a:lnTo>
                  <a:pt x="5509" y="243"/>
                </a:lnTo>
                <a:lnTo>
                  <a:pt x="5065" y="303"/>
                </a:lnTo>
                <a:lnTo>
                  <a:pt x="4601" y="384"/>
                </a:lnTo>
                <a:lnTo>
                  <a:pt x="4097" y="485"/>
                </a:lnTo>
                <a:lnTo>
                  <a:pt x="3592" y="626"/>
                </a:lnTo>
                <a:lnTo>
                  <a:pt x="3067" y="787"/>
                </a:lnTo>
                <a:lnTo>
                  <a:pt x="2563" y="1009"/>
                </a:lnTo>
                <a:lnTo>
                  <a:pt x="2321" y="1131"/>
                </a:lnTo>
                <a:lnTo>
                  <a:pt x="2079" y="1252"/>
                </a:lnTo>
                <a:lnTo>
                  <a:pt x="1836" y="1393"/>
                </a:lnTo>
                <a:lnTo>
                  <a:pt x="1614" y="1554"/>
                </a:lnTo>
                <a:lnTo>
                  <a:pt x="1392" y="1716"/>
                </a:lnTo>
                <a:lnTo>
                  <a:pt x="1191" y="1897"/>
                </a:lnTo>
                <a:lnTo>
                  <a:pt x="1009" y="2079"/>
                </a:lnTo>
                <a:lnTo>
                  <a:pt x="827" y="2261"/>
                </a:lnTo>
                <a:lnTo>
                  <a:pt x="686" y="2462"/>
                </a:lnTo>
                <a:lnTo>
                  <a:pt x="545" y="2664"/>
                </a:lnTo>
                <a:lnTo>
                  <a:pt x="404" y="2866"/>
                </a:lnTo>
                <a:lnTo>
                  <a:pt x="303" y="3088"/>
                </a:lnTo>
                <a:lnTo>
                  <a:pt x="222" y="3330"/>
                </a:lnTo>
                <a:lnTo>
                  <a:pt x="141" y="3552"/>
                </a:lnTo>
                <a:lnTo>
                  <a:pt x="81" y="3814"/>
                </a:lnTo>
                <a:lnTo>
                  <a:pt x="40" y="4057"/>
                </a:lnTo>
                <a:lnTo>
                  <a:pt x="0" y="4319"/>
                </a:lnTo>
                <a:lnTo>
                  <a:pt x="0" y="4581"/>
                </a:lnTo>
                <a:lnTo>
                  <a:pt x="0" y="4864"/>
                </a:lnTo>
                <a:lnTo>
                  <a:pt x="20" y="5146"/>
                </a:lnTo>
                <a:lnTo>
                  <a:pt x="81" y="5611"/>
                </a:lnTo>
                <a:lnTo>
                  <a:pt x="182" y="6095"/>
                </a:lnTo>
                <a:lnTo>
                  <a:pt x="303" y="6559"/>
                </a:lnTo>
                <a:lnTo>
                  <a:pt x="424" y="7023"/>
                </a:lnTo>
                <a:lnTo>
                  <a:pt x="565" y="7588"/>
                </a:lnTo>
                <a:lnTo>
                  <a:pt x="706" y="8173"/>
                </a:lnTo>
                <a:lnTo>
                  <a:pt x="767" y="8537"/>
                </a:lnTo>
                <a:lnTo>
                  <a:pt x="827" y="8920"/>
                </a:lnTo>
                <a:lnTo>
                  <a:pt x="868" y="9324"/>
                </a:lnTo>
                <a:lnTo>
                  <a:pt x="888" y="9707"/>
                </a:lnTo>
                <a:lnTo>
                  <a:pt x="908" y="10090"/>
                </a:lnTo>
                <a:lnTo>
                  <a:pt x="888" y="10474"/>
                </a:lnTo>
                <a:lnTo>
                  <a:pt x="868" y="10857"/>
                </a:lnTo>
                <a:lnTo>
                  <a:pt x="827" y="11241"/>
                </a:lnTo>
                <a:lnTo>
                  <a:pt x="807" y="11483"/>
                </a:lnTo>
                <a:lnTo>
                  <a:pt x="767" y="11765"/>
                </a:lnTo>
                <a:lnTo>
                  <a:pt x="747" y="12068"/>
                </a:lnTo>
                <a:lnTo>
                  <a:pt x="747" y="12351"/>
                </a:lnTo>
                <a:lnTo>
                  <a:pt x="767" y="12653"/>
                </a:lnTo>
                <a:lnTo>
                  <a:pt x="807" y="12815"/>
                </a:lnTo>
                <a:lnTo>
                  <a:pt x="848" y="12976"/>
                </a:lnTo>
                <a:lnTo>
                  <a:pt x="928" y="13138"/>
                </a:lnTo>
                <a:lnTo>
                  <a:pt x="1029" y="13299"/>
                </a:lnTo>
                <a:lnTo>
                  <a:pt x="1130" y="13440"/>
                </a:lnTo>
                <a:lnTo>
                  <a:pt x="1271" y="13561"/>
                </a:lnTo>
                <a:lnTo>
                  <a:pt x="1433" y="13662"/>
                </a:lnTo>
                <a:lnTo>
                  <a:pt x="1614" y="13723"/>
                </a:lnTo>
                <a:lnTo>
                  <a:pt x="1715" y="13763"/>
                </a:lnTo>
                <a:lnTo>
                  <a:pt x="2058" y="13763"/>
                </a:lnTo>
                <a:lnTo>
                  <a:pt x="2280" y="13723"/>
                </a:lnTo>
                <a:lnTo>
                  <a:pt x="2502" y="13683"/>
                </a:lnTo>
                <a:lnTo>
                  <a:pt x="3794" y="13420"/>
                </a:lnTo>
                <a:lnTo>
                  <a:pt x="4419" y="13299"/>
                </a:lnTo>
                <a:lnTo>
                  <a:pt x="5065" y="13198"/>
                </a:lnTo>
                <a:lnTo>
                  <a:pt x="5691" y="13118"/>
                </a:lnTo>
                <a:lnTo>
                  <a:pt x="6337" y="13057"/>
                </a:lnTo>
                <a:lnTo>
                  <a:pt x="6962" y="13037"/>
                </a:lnTo>
                <a:lnTo>
                  <a:pt x="7588" y="13037"/>
                </a:lnTo>
                <a:lnTo>
                  <a:pt x="8133" y="13077"/>
                </a:lnTo>
                <a:lnTo>
                  <a:pt x="8657" y="13138"/>
                </a:lnTo>
                <a:lnTo>
                  <a:pt x="9202" y="13218"/>
                </a:lnTo>
                <a:lnTo>
                  <a:pt x="9747" y="13319"/>
                </a:lnTo>
                <a:lnTo>
                  <a:pt x="10796" y="13561"/>
                </a:lnTo>
                <a:lnTo>
                  <a:pt x="11846" y="13824"/>
                </a:lnTo>
                <a:lnTo>
                  <a:pt x="13218" y="14167"/>
                </a:lnTo>
                <a:lnTo>
                  <a:pt x="13924" y="14328"/>
                </a:lnTo>
                <a:lnTo>
                  <a:pt x="14610" y="14449"/>
                </a:lnTo>
                <a:lnTo>
                  <a:pt x="15095" y="14530"/>
                </a:lnTo>
                <a:lnTo>
                  <a:pt x="15559" y="14570"/>
                </a:lnTo>
                <a:lnTo>
                  <a:pt x="16023" y="14611"/>
                </a:lnTo>
                <a:lnTo>
                  <a:pt x="16871" y="14611"/>
                </a:lnTo>
                <a:lnTo>
                  <a:pt x="17274" y="14570"/>
                </a:lnTo>
                <a:lnTo>
                  <a:pt x="17658" y="14530"/>
                </a:lnTo>
                <a:lnTo>
                  <a:pt x="18021" y="14449"/>
                </a:lnTo>
                <a:lnTo>
                  <a:pt x="18485" y="14328"/>
                </a:lnTo>
                <a:lnTo>
                  <a:pt x="18909" y="14187"/>
                </a:lnTo>
                <a:lnTo>
                  <a:pt x="19312" y="14005"/>
                </a:lnTo>
                <a:lnTo>
                  <a:pt x="19676" y="13783"/>
                </a:lnTo>
                <a:lnTo>
                  <a:pt x="20039" y="13541"/>
                </a:lnTo>
                <a:lnTo>
                  <a:pt x="20341" y="13279"/>
                </a:lnTo>
                <a:lnTo>
                  <a:pt x="20644" y="12976"/>
                </a:lnTo>
                <a:lnTo>
                  <a:pt x="20886" y="12674"/>
                </a:lnTo>
                <a:lnTo>
                  <a:pt x="21028" y="12472"/>
                </a:lnTo>
                <a:lnTo>
                  <a:pt x="21149" y="12270"/>
                </a:lnTo>
                <a:lnTo>
                  <a:pt x="21250" y="12048"/>
                </a:lnTo>
                <a:lnTo>
                  <a:pt x="21350" y="11846"/>
                </a:lnTo>
                <a:lnTo>
                  <a:pt x="21512" y="11402"/>
                </a:lnTo>
                <a:lnTo>
                  <a:pt x="21633" y="10958"/>
                </a:lnTo>
                <a:lnTo>
                  <a:pt x="21734" y="10494"/>
                </a:lnTo>
                <a:lnTo>
                  <a:pt x="21794" y="10030"/>
                </a:lnTo>
                <a:lnTo>
                  <a:pt x="21835" y="9586"/>
                </a:lnTo>
                <a:lnTo>
                  <a:pt x="21875" y="9142"/>
                </a:lnTo>
                <a:lnTo>
                  <a:pt x="21794" y="9142"/>
                </a:lnTo>
                <a:lnTo>
                  <a:pt x="21754" y="9586"/>
                </a:lnTo>
                <a:lnTo>
                  <a:pt x="21714" y="10030"/>
                </a:lnTo>
                <a:lnTo>
                  <a:pt x="21653" y="10474"/>
                </a:lnTo>
                <a:lnTo>
                  <a:pt x="21552" y="10918"/>
                </a:lnTo>
                <a:lnTo>
                  <a:pt x="21431" y="11362"/>
                </a:lnTo>
                <a:lnTo>
                  <a:pt x="21270" y="11806"/>
                </a:lnTo>
                <a:lnTo>
                  <a:pt x="21189" y="12008"/>
                </a:lnTo>
                <a:lnTo>
                  <a:pt x="21068" y="12230"/>
                </a:lnTo>
                <a:lnTo>
                  <a:pt x="20947" y="12431"/>
                </a:lnTo>
                <a:lnTo>
                  <a:pt x="20826" y="12613"/>
                </a:lnTo>
                <a:lnTo>
                  <a:pt x="20584" y="12936"/>
                </a:lnTo>
                <a:lnTo>
                  <a:pt x="20301" y="13218"/>
                </a:lnTo>
                <a:lnTo>
                  <a:pt x="19978" y="13481"/>
                </a:lnTo>
                <a:lnTo>
                  <a:pt x="19635" y="13723"/>
                </a:lnTo>
                <a:lnTo>
                  <a:pt x="19272" y="13925"/>
                </a:lnTo>
                <a:lnTo>
                  <a:pt x="18868" y="14106"/>
                </a:lnTo>
                <a:lnTo>
                  <a:pt x="18445" y="14248"/>
                </a:lnTo>
                <a:lnTo>
                  <a:pt x="18001" y="14369"/>
                </a:lnTo>
                <a:lnTo>
                  <a:pt x="17637" y="14449"/>
                </a:lnTo>
                <a:lnTo>
                  <a:pt x="17254" y="14490"/>
                </a:lnTo>
                <a:lnTo>
                  <a:pt x="16871" y="14530"/>
                </a:lnTo>
                <a:lnTo>
                  <a:pt x="16023" y="14530"/>
                </a:lnTo>
                <a:lnTo>
                  <a:pt x="15579" y="14490"/>
                </a:lnTo>
                <a:lnTo>
                  <a:pt x="15115" y="14449"/>
                </a:lnTo>
                <a:lnTo>
                  <a:pt x="14631" y="14369"/>
                </a:lnTo>
                <a:lnTo>
                  <a:pt x="13924" y="14248"/>
                </a:lnTo>
                <a:lnTo>
                  <a:pt x="13238" y="14086"/>
                </a:lnTo>
                <a:lnTo>
                  <a:pt x="11866" y="13743"/>
                </a:lnTo>
                <a:lnTo>
                  <a:pt x="10817" y="13481"/>
                </a:lnTo>
                <a:lnTo>
                  <a:pt x="9747" y="13239"/>
                </a:lnTo>
                <a:lnTo>
                  <a:pt x="9222" y="13138"/>
                </a:lnTo>
                <a:lnTo>
                  <a:pt x="8677" y="13057"/>
                </a:lnTo>
                <a:lnTo>
                  <a:pt x="8133" y="12996"/>
                </a:lnTo>
                <a:lnTo>
                  <a:pt x="7588" y="12956"/>
                </a:lnTo>
                <a:lnTo>
                  <a:pt x="6962" y="12956"/>
                </a:lnTo>
                <a:lnTo>
                  <a:pt x="6316" y="12976"/>
                </a:lnTo>
                <a:lnTo>
                  <a:pt x="5691" y="13037"/>
                </a:lnTo>
                <a:lnTo>
                  <a:pt x="5065" y="13118"/>
                </a:lnTo>
                <a:lnTo>
                  <a:pt x="4419" y="13218"/>
                </a:lnTo>
                <a:lnTo>
                  <a:pt x="3774" y="13339"/>
                </a:lnTo>
                <a:lnTo>
                  <a:pt x="2482" y="13602"/>
                </a:lnTo>
                <a:lnTo>
                  <a:pt x="2280" y="13642"/>
                </a:lnTo>
                <a:lnTo>
                  <a:pt x="2058" y="13683"/>
                </a:lnTo>
                <a:lnTo>
                  <a:pt x="1735" y="13683"/>
                </a:lnTo>
                <a:lnTo>
                  <a:pt x="1635" y="13662"/>
                </a:lnTo>
                <a:lnTo>
                  <a:pt x="1453" y="13582"/>
                </a:lnTo>
                <a:lnTo>
                  <a:pt x="1312" y="13501"/>
                </a:lnTo>
                <a:lnTo>
                  <a:pt x="1191" y="13380"/>
                </a:lnTo>
                <a:lnTo>
                  <a:pt x="1090" y="13239"/>
                </a:lnTo>
                <a:lnTo>
                  <a:pt x="989" y="13097"/>
                </a:lnTo>
                <a:lnTo>
                  <a:pt x="928" y="12936"/>
                </a:lnTo>
                <a:lnTo>
                  <a:pt x="888" y="12795"/>
                </a:lnTo>
                <a:lnTo>
                  <a:pt x="848" y="12633"/>
                </a:lnTo>
                <a:lnTo>
                  <a:pt x="827" y="12351"/>
                </a:lnTo>
                <a:lnTo>
                  <a:pt x="827" y="12068"/>
                </a:lnTo>
                <a:lnTo>
                  <a:pt x="848" y="11765"/>
                </a:lnTo>
                <a:lnTo>
                  <a:pt x="888" y="11483"/>
                </a:lnTo>
                <a:lnTo>
                  <a:pt x="908" y="11261"/>
                </a:lnTo>
                <a:lnTo>
                  <a:pt x="948" y="10857"/>
                </a:lnTo>
                <a:lnTo>
                  <a:pt x="969" y="10474"/>
                </a:lnTo>
                <a:lnTo>
                  <a:pt x="989" y="10090"/>
                </a:lnTo>
                <a:lnTo>
                  <a:pt x="969" y="9707"/>
                </a:lnTo>
                <a:lnTo>
                  <a:pt x="948" y="9303"/>
                </a:lnTo>
                <a:lnTo>
                  <a:pt x="908" y="8920"/>
                </a:lnTo>
                <a:lnTo>
                  <a:pt x="848" y="8537"/>
                </a:lnTo>
                <a:lnTo>
                  <a:pt x="787" y="8153"/>
                </a:lnTo>
                <a:lnTo>
                  <a:pt x="646" y="7568"/>
                </a:lnTo>
                <a:lnTo>
                  <a:pt x="505" y="7003"/>
                </a:lnTo>
                <a:lnTo>
                  <a:pt x="383" y="6539"/>
                </a:lnTo>
                <a:lnTo>
                  <a:pt x="262" y="6075"/>
                </a:lnTo>
                <a:lnTo>
                  <a:pt x="161" y="5611"/>
                </a:lnTo>
                <a:lnTo>
                  <a:pt x="101" y="5126"/>
                </a:lnTo>
                <a:lnTo>
                  <a:pt x="81" y="4844"/>
                </a:lnTo>
                <a:lnTo>
                  <a:pt x="81" y="4581"/>
                </a:lnTo>
                <a:lnTo>
                  <a:pt x="81" y="4319"/>
                </a:lnTo>
                <a:lnTo>
                  <a:pt x="121" y="4077"/>
                </a:lnTo>
                <a:lnTo>
                  <a:pt x="161" y="3835"/>
                </a:lnTo>
                <a:lnTo>
                  <a:pt x="222" y="3593"/>
                </a:lnTo>
                <a:lnTo>
                  <a:pt x="283" y="3350"/>
                </a:lnTo>
                <a:lnTo>
                  <a:pt x="383" y="3128"/>
                </a:lnTo>
                <a:lnTo>
                  <a:pt x="484" y="2906"/>
                </a:lnTo>
                <a:lnTo>
                  <a:pt x="605" y="2705"/>
                </a:lnTo>
                <a:lnTo>
                  <a:pt x="747" y="2503"/>
                </a:lnTo>
                <a:lnTo>
                  <a:pt x="888" y="2301"/>
                </a:lnTo>
                <a:lnTo>
                  <a:pt x="1070" y="2119"/>
                </a:lnTo>
                <a:lnTo>
                  <a:pt x="1251" y="1938"/>
                </a:lnTo>
                <a:lnTo>
                  <a:pt x="1453" y="1776"/>
                </a:lnTo>
                <a:lnTo>
                  <a:pt x="1655" y="1615"/>
                </a:lnTo>
                <a:lnTo>
                  <a:pt x="1897" y="1453"/>
                </a:lnTo>
                <a:lnTo>
                  <a:pt x="2119" y="1332"/>
                </a:lnTo>
                <a:lnTo>
                  <a:pt x="2361" y="1191"/>
                </a:lnTo>
                <a:lnTo>
                  <a:pt x="2603" y="1070"/>
                </a:lnTo>
                <a:lnTo>
                  <a:pt x="3108" y="868"/>
                </a:lnTo>
                <a:lnTo>
                  <a:pt x="3612" y="707"/>
                </a:lnTo>
                <a:lnTo>
                  <a:pt x="4117" y="565"/>
                </a:lnTo>
                <a:lnTo>
                  <a:pt x="4621" y="465"/>
                </a:lnTo>
                <a:lnTo>
                  <a:pt x="5085" y="384"/>
                </a:lnTo>
                <a:lnTo>
                  <a:pt x="5529" y="323"/>
                </a:lnTo>
                <a:lnTo>
                  <a:pt x="6316" y="243"/>
                </a:lnTo>
                <a:lnTo>
                  <a:pt x="7083" y="162"/>
                </a:lnTo>
                <a:lnTo>
                  <a:pt x="7870" y="122"/>
                </a:lnTo>
                <a:lnTo>
                  <a:pt x="8637" y="81"/>
                </a:lnTo>
                <a:lnTo>
                  <a:pt x="10171" y="81"/>
                </a:lnTo>
                <a:lnTo>
                  <a:pt x="10938" y="101"/>
                </a:lnTo>
                <a:lnTo>
                  <a:pt x="11704" y="142"/>
                </a:lnTo>
                <a:lnTo>
                  <a:pt x="12451" y="202"/>
                </a:lnTo>
                <a:lnTo>
                  <a:pt x="13218" y="283"/>
                </a:lnTo>
                <a:lnTo>
                  <a:pt x="13965" y="364"/>
                </a:lnTo>
                <a:lnTo>
                  <a:pt x="14711" y="485"/>
                </a:lnTo>
                <a:lnTo>
                  <a:pt x="15458" y="606"/>
                </a:lnTo>
                <a:lnTo>
                  <a:pt x="16225" y="767"/>
                </a:lnTo>
                <a:lnTo>
                  <a:pt x="16971" y="929"/>
                </a:lnTo>
                <a:lnTo>
                  <a:pt x="17718" y="1110"/>
                </a:lnTo>
                <a:lnTo>
                  <a:pt x="18445" y="1312"/>
                </a:lnTo>
                <a:lnTo>
                  <a:pt x="19191" y="1554"/>
                </a:lnTo>
                <a:lnTo>
                  <a:pt x="19554" y="1675"/>
                </a:lnTo>
                <a:lnTo>
                  <a:pt x="19938" y="1817"/>
                </a:lnTo>
                <a:lnTo>
                  <a:pt x="20301" y="1978"/>
                </a:lnTo>
                <a:lnTo>
                  <a:pt x="20644" y="2140"/>
                </a:lnTo>
                <a:lnTo>
                  <a:pt x="20987" y="2321"/>
                </a:lnTo>
                <a:lnTo>
                  <a:pt x="21330" y="2523"/>
                </a:lnTo>
                <a:lnTo>
                  <a:pt x="21653" y="2745"/>
                </a:lnTo>
                <a:lnTo>
                  <a:pt x="21956" y="2967"/>
                </a:lnTo>
                <a:lnTo>
                  <a:pt x="22259" y="3229"/>
                </a:lnTo>
                <a:lnTo>
                  <a:pt x="22541" y="3492"/>
                </a:lnTo>
                <a:lnTo>
                  <a:pt x="22783" y="3794"/>
                </a:lnTo>
                <a:lnTo>
                  <a:pt x="23025" y="4097"/>
                </a:lnTo>
                <a:lnTo>
                  <a:pt x="23207" y="4380"/>
                </a:lnTo>
                <a:lnTo>
                  <a:pt x="23368" y="4682"/>
                </a:lnTo>
                <a:lnTo>
                  <a:pt x="23510" y="4965"/>
                </a:lnTo>
                <a:lnTo>
                  <a:pt x="23611" y="5288"/>
                </a:lnTo>
                <a:lnTo>
                  <a:pt x="23712" y="5611"/>
                </a:lnTo>
                <a:lnTo>
                  <a:pt x="23792" y="5933"/>
                </a:lnTo>
                <a:lnTo>
                  <a:pt x="23833" y="6256"/>
                </a:lnTo>
                <a:lnTo>
                  <a:pt x="23873" y="6579"/>
                </a:lnTo>
                <a:lnTo>
                  <a:pt x="23873" y="6922"/>
                </a:lnTo>
                <a:lnTo>
                  <a:pt x="23873" y="7245"/>
                </a:lnTo>
                <a:lnTo>
                  <a:pt x="23833" y="7588"/>
                </a:lnTo>
                <a:lnTo>
                  <a:pt x="23772" y="7911"/>
                </a:lnTo>
                <a:lnTo>
                  <a:pt x="23712" y="8234"/>
                </a:lnTo>
                <a:lnTo>
                  <a:pt x="23611" y="8537"/>
                </a:lnTo>
                <a:lnTo>
                  <a:pt x="23490" y="8860"/>
                </a:lnTo>
                <a:lnTo>
                  <a:pt x="23328" y="9162"/>
                </a:lnTo>
                <a:lnTo>
                  <a:pt x="23409" y="9182"/>
                </a:lnTo>
                <a:lnTo>
                  <a:pt x="23550" y="8880"/>
                </a:lnTo>
                <a:lnTo>
                  <a:pt x="23671" y="8577"/>
                </a:lnTo>
                <a:lnTo>
                  <a:pt x="23772" y="8254"/>
                </a:lnTo>
                <a:lnTo>
                  <a:pt x="23853" y="7931"/>
                </a:lnTo>
                <a:lnTo>
                  <a:pt x="23913" y="7588"/>
                </a:lnTo>
                <a:lnTo>
                  <a:pt x="23954" y="7265"/>
                </a:lnTo>
                <a:lnTo>
                  <a:pt x="23954" y="6922"/>
                </a:lnTo>
                <a:lnTo>
                  <a:pt x="23954" y="6579"/>
                </a:lnTo>
                <a:lnTo>
                  <a:pt x="23913" y="6236"/>
                </a:lnTo>
                <a:lnTo>
                  <a:pt x="23873" y="5913"/>
                </a:lnTo>
                <a:lnTo>
                  <a:pt x="23792" y="5590"/>
                </a:lnTo>
                <a:lnTo>
                  <a:pt x="23691" y="5267"/>
                </a:lnTo>
                <a:lnTo>
                  <a:pt x="23570" y="4945"/>
                </a:lnTo>
                <a:lnTo>
                  <a:pt x="23429" y="4642"/>
                </a:lnTo>
                <a:lnTo>
                  <a:pt x="23268" y="4339"/>
                </a:lnTo>
                <a:lnTo>
                  <a:pt x="23086" y="4057"/>
                </a:lnTo>
                <a:lnTo>
                  <a:pt x="22844" y="3734"/>
                </a:lnTo>
                <a:lnTo>
                  <a:pt x="22602" y="3451"/>
                </a:lnTo>
                <a:lnTo>
                  <a:pt x="22319" y="3169"/>
                </a:lnTo>
                <a:lnTo>
                  <a:pt x="22016" y="2906"/>
                </a:lnTo>
                <a:lnTo>
                  <a:pt x="21694" y="2684"/>
                </a:lnTo>
                <a:lnTo>
                  <a:pt x="21371" y="2462"/>
                </a:lnTo>
                <a:lnTo>
                  <a:pt x="21048" y="2261"/>
                </a:lnTo>
                <a:lnTo>
                  <a:pt x="20685" y="2079"/>
                </a:lnTo>
                <a:lnTo>
                  <a:pt x="20341" y="1897"/>
                </a:lnTo>
                <a:lnTo>
                  <a:pt x="19978" y="1756"/>
                </a:lnTo>
                <a:lnTo>
                  <a:pt x="19595" y="1595"/>
                </a:lnTo>
                <a:lnTo>
                  <a:pt x="19232" y="1474"/>
                </a:lnTo>
                <a:lnTo>
                  <a:pt x="18465" y="1231"/>
                </a:lnTo>
                <a:lnTo>
                  <a:pt x="17738" y="1030"/>
                </a:lnTo>
                <a:lnTo>
                  <a:pt x="16971" y="848"/>
                </a:lnTo>
                <a:lnTo>
                  <a:pt x="16225" y="687"/>
                </a:lnTo>
                <a:lnTo>
                  <a:pt x="15478" y="545"/>
                </a:lnTo>
                <a:lnTo>
                  <a:pt x="14731" y="404"/>
                </a:lnTo>
                <a:lnTo>
                  <a:pt x="13985" y="283"/>
                </a:lnTo>
                <a:lnTo>
                  <a:pt x="13218" y="202"/>
                </a:lnTo>
                <a:lnTo>
                  <a:pt x="12471" y="122"/>
                </a:lnTo>
                <a:lnTo>
                  <a:pt x="11704" y="61"/>
                </a:lnTo>
                <a:lnTo>
                  <a:pt x="10938" y="21"/>
                </a:lnTo>
                <a:lnTo>
                  <a:pt x="101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34"/>
          <p:cNvSpPr/>
          <p:nvPr/>
        </p:nvSpPr>
        <p:spPr>
          <a:xfrm flipH="1">
            <a:off x="-2092029" y="380207"/>
            <a:ext cx="1145153" cy="459224"/>
          </a:xfrm>
          <a:custGeom>
            <a:rect b="b" l="l" r="r" t="t"/>
            <a:pathLst>
              <a:path extrusionOk="0" h="8214" w="20483">
                <a:moveTo>
                  <a:pt x="0" y="1"/>
                </a:moveTo>
                <a:lnTo>
                  <a:pt x="20" y="182"/>
                </a:lnTo>
                <a:lnTo>
                  <a:pt x="40" y="384"/>
                </a:lnTo>
                <a:lnTo>
                  <a:pt x="141" y="768"/>
                </a:lnTo>
                <a:lnTo>
                  <a:pt x="283" y="1131"/>
                </a:lnTo>
                <a:lnTo>
                  <a:pt x="424" y="1494"/>
                </a:lnTo>
                <a:lnTo>
                  <a:pt x="585" y="1877"/>
                </a:lnTo>
                <a:lnTo>
                  <a:pt x="727" y="2261"/>
                </a:lnTo>
                <a:lnTo>
                  <a:pt x="787" y="2463"/>
                </a:lnTo>
                <a:lnTo>
                  <a:pt x="827" y="2664"/>
                </a:lnTo>
                <a:lnTo>
                  <a:pt x="848" y="2886"/>
                </a:lnTo>
                <a:lnTo>
                  <a:pt x="868" y="3088"/>
                </a:lnTo>
                <a:lnTo>
                  <a:pt x="848" y="3330"/>
                </a:lnTo>
                <a:lnTo>
                  <a:pt x="807" y="3573"/>
                </a:lnTo>
                <a:lnTo>
                  <a:pt x="686" y="4057"/>
                </a:lnTo>
                <a:lnTo>
                  <a:pt x="585" y="4460"/>
                </a:lnTo>
                <a:lnTo>
                  <a:pt x="545" y="4662"/>
                </a:lnTo>
                <a:lnTo>
                  <a:pt x="525" y="4864"/>
                </a:lnTo>
                <a:lnTo>
                  <a:pt x="525" y="5066"/>
                </a:lnTo>
                <a:lnTo>
                  <a:pt x="525" y="5248"/>
                </a:lnTo>
                <a:lnTo>
                  <a:pt x="565" y="5449"/>
                </a:lnTo>
                <a:lnTo>
                  <a:pt x="646" y="5631"/>
                </a:lnTo>
                <a:lnTo>
                  <a:pt x="706" y="5752"/>
                </a:lnTo>
                <a:lnTo>
                  <a:pt x="767" y="5873"/>
                </a:lnTo>
                <a:lnTo>
                  <a:pt x="848" y="5974"/>
                </a:lnTo>
                <a:lnTo>
                  <a:pt x="949" y="6075"/>
                </a:lnTo>
                <a:lnTo>
                  <a:pt x="1049" y="6156"/>
                </a:lnTo>
                <a:lnTo>
                  <a:pt x="1171" y="6236"/>
                </a:lnTo>
                <a:lnTo>
                  <a:pt x="1453" y="6378"/>
                </a:lnTo>
                <a:lnTo>
                  <a:pt x="1756" y="6478"/>
                </a:lnTo>
                <a:lnTo>
                  <a:pt x="2139" y="6559"/>
                </a:lnTo>
                <a:lnTo>
                  <a:pt x="2543" y="6600"/>
                </a:lnTo>
                <a:lnTo>
                  <a:pt x="3007" y="6620"/>
                </a:lnTo>
                <a:lnTo>
                  <a:pt x="4682" y="6600"/>
                </a:lnTo>
                <a:lnTo>
                  <a:pt x="7426" y="6600"/>
                </a:lnTo>
                <a:lnTo>
                  <a:pt x="8334" y="6640"/>
                </a:lnTo>
                <a:lnTo>
                  <a:pt x="9243" y="6721"/>
                </a:lnTo>
                <a:lnTo>
                  <a:pt x="10151" y="6822"/>
                </a:lnTo>
                <a:lnTo>
                  <a:pt x="10595" y="6902"/>
                </a:lnTo>
                <a:lnTo>
                  <a:pt x="11059" y="6983"/>
                </a:lnTo>
                <a:lnTo>
                  <a:pt x="11503" y="7084"/>
                </a:lnTo>
                <a:lnTo>
                  <a:pt x="11927" y="7205"/>
                </a:lnTo>
                <a:lnTo>
                  <a:pt x="12512" y="7387"/>
                </a:lnTo>
                <a:lnTo>
                  <a:pt x="13077" y="7568"/>
                </a:lnTo>
                <a:lnTo>
                  <a:pt x="13803" y="7790"/>
                </a:lnTo>
                <a:lnTo>
                  <a:pt x="14167" y="7911"/>
                </a:lnTo>
                <a:lnTo>
                  <a:pt x="14550" y="8012"/>
                </a:lnTo>
                <a:lnTo>
                  <a:pt x="14913" y="8093"/>
                </a:lnTo>
                <a:lnTo>
                  <a:pt x="15297" y="8153"/>
                </a:lnTo>
                <a:lnTo>
                  <a:pt x="15680" y="8194"/>
                </a:lnTo>
                <a:lnTo>
                  <a:pt x="16063" y="8214"/>
                </a:lnTo>
                <a:lnTo>
                  <a:pt x="16427" y="8214"/>
                </a:lnTo>
                <a:lnTo>
                  <a:pt x="16770" y="8174"/>
                </a:lnTo>
                <a:lnTo>
                  <a:pt x="17093" y="8113"/>
                </a:lnTo>
                <a:lnTo>
                  <a:pt x="17415" y="8032"/>
                </a:lnTo>
                <a:lnTo>
                  <a:pt x="17738" y="7931"/>
                </a:lnTo>
                <a:lnTo>
                  <a:pt x="18061" y="7810"/>
                </a:lnTo>
                <a:lnTo>
                  <a:pt x="18364" y="7649"/>
                </a:lnTo>
                <a:lnTo>
                  <a:pt x="18646" y="7488"/>
                </a:lnTo>
                <a:lnTo>
                  <a:pt x="18929" y="7306"/>
                </a:lnTo>
                <a:lnTo>
                  <a:pt x="19191" y="7104"/>
                </a:lnTo>
                <a:lnTo>
                  <a:pt x="19454" y="6902"/>
                </a:lnTo>
                <a:lnTo>
                  <a:pt x="19696" y="6660"/>
                </a:lnTo>
                <a:lnTo>
                  <a:pt x="19918" y="6418"/>
                </a:lnTo>
                <a:lnTo>
                  <a:pt x="20120" y="6156"/>
                </a:lnTo>
                <a:lnTo>
                  <a:pt x="20321" y="5873"/>
                </a:lnTo>
                <a:lnTo>
                  <a:pt x="20483" y="5570"/>
                </a:lnTo>
                <a:lnTo>
                  <a:pt x="20402" y="5550"/>
                </a:lnTo>
                <a:lnTo>
                  <a:pt x="20241" y="5833"/>
                </a:lnTo>
                <a:lnTo>
                  <a:pt x="20059" y="6095"/>
                </a:lnTo>
                <a:lnTo>
                  <a:pt x="19857" y="6357"/>
                </a:lnTo>
                <a:lnTo>
                  <a:pt x="19635" y="6600"/>
                </a:lnTo>
                <a:lnTo>
                  <a:pt x="19393" y="6842"/>
                </a:lnTo>
                <a:lnTo>
                  <a:pt x="19151" y="7044"/>
                </a:lnTo>
                <a:lnTo>
                  <a:pt x="18889" y="7245"/>
                </a:lnTo>
                <a:lnTo>
                  <a:pt x="18606" y="7427"/>
                </a:lnTo>
                <a:lnTo>
                  <a:pt x="18324" y="7588"/>
                </a:lnTo>
                <a:lnTo>
                  <a:pt x="18021" y="7730"/>
                </a:lnTo>
                <a:lnTo>
                  <a:pt x="17718" y="7851"/>
                </a:lnTo>
                <a:lnTo>
                  <a:pt x="17395" y="7952"/>
                </a:lnTo>
                <a:lnTo>
                  <a:pt x="17072" y="8032"/>
                </a:lnTo>
                <a:lnTo>
                  <a:pt x="16750" y="8093"/>
                </a:lnTo>
                <a:lnTo>
                  <a:pt x="16427" y="8133"/>
                </a:lnTo>
                <a:lnTo>
                  <a:pt x="16063" y="8133"/>
                </a:lnTo>
                <a:lnTo>
                  <a:pt x="15680" y="8113"/>
                </a:lnTo>
                <a:lnTo>
                  <a:pt x="15317" y="8073"/>
                </a:lnTo>
                <a:lnTo>
                  <a:pt x="14933" y="8012"/>
                </a:lnTo>
                <a:lnTo>
                  <a:pt x="14550" y="7931"/>
                </a:lnTo>
                <a:lnTo>
                  <a:pt x="14187" y="7831"/>
                </a:lnTo>
                <a:lnTo>
                  <a:pt x="13823" y="7730"/>
                </a:lnTo>
                <a:lnTo>
                  <a:pt x="13097" y="7488"/>
                </a:lnTo>
                <a:lnTo>
                  <a:pt x="12532" y="7306"/>
                </a:lnTo>
                <a:lnTo>
                  <a:pt x="11947" y="7124"/>
                </a:lnTo>
                <a:lnTo>
                  <a:pt x="11523" y="7003"/>
                </a:lnTo>
                <a:lnTo>
                  <a:pt x="11059" y="6902"/>
                </a:lnTo>
                <a:lnTo>
                  <a:pt x="10615" y="6822"/>
                </a:lnTo>
                <a:lnTo>
                  <a:pt x="10171" y="6741"/>
                </a:lnTo>
                <a:lnTo>
                  <a:pt x="9263" y="6640"/>
                </a:lnTo>
                <a:lnTo>
                  <a:pt x="8355" y="6559"/>
                </a:lnTo>
                <a:lnTo>
                  <a:pt x="7426" y="6519"/>
                </a:lnTo>
                <a:lnTo>
                  <a:pt x="4682" y="6519"/>
                </a:lnTo>
                <a:lnTo>
                  <a:pt x="3007" y="6539"/>
                </a:lnTo>
                <a:lnTo>
                  <a:pt x="2563" y="6519"/>
                </a:lnTo>
                <a:lnTo>
                  <a:pt x="2159" y="6478"/>
                </a:lnTo>
                <a:lnTo>
                  <a:pt x="1796" y="6398"/>
                </a:lnTo>
                <a:lnTo>
                  <a:pt x="1493" y="6297"/>
                </a:lnTo>
                <a:lnTo>
                  <a:pt x="1231" y="6176"/>
                </a:lnTo>
                <a:lnTo>
                  <a:pt x="1110" y="6095"/>
                </a:lnTo>
                <a:lnTo>
                  <a:pt x="1009" y="6014"/>
                </a:lnTo>
                <a:lnTo>
                  <a:pt x="928" y="5913"/>
                </a:lnTo>
                <a:lnTo>
                  <a:pt x="848" y="5833"/>
                </a:lnTo>
                <a:lnTo>
                  <a:pt x="767" y="5712"/>
                </a:lnTo>
                <a:lnTo>
                  <a:pt x="706" y="5611"/>
                </a:lnTo>
                <a:lnTo>
                  <a:pt x="646" y="5429"/>
                </a:lnTo>
                <a:lnTo>
                  <a:pt x="606" y="5248"/>
                </a:lnTo>
                <a:lnTo>
                  <a:pt x="606" y="5046"/>
                </a:lnTo>
                <a:lnTo>
                  <a:pt x="606" y="4864"/>
                </a:lnTo>
                <a:lnTo>
                  <a:pt x="626" y="4662"/>
                </a:lnTo>
                <a:lnTo>
                  <a:pt x="666" y="4481"/>
                </a:lnTo>
                <a:lnTo>
                  <a:pt x="767" y="4077"/>
                </a:lnTo>
                <a:lnTo>
                  <a:pt x="888" y="3593"/>
                </a:lnTo>
                <a:lnTo>
                  <a:pt x="928" y="3330"/>
                </a:lnTo>
                <a:lnTo>
                  <a:pt x="949" y="3088"/>
                </a:lnTo>
                <a:lnTo>
                  <a:pt x="928" y="2866"/>
                </a:lnTo>
                <a:lnTo>
                  <a:pt x="908" y="2664"/>
                </a:lnTo>
                <a:lnTo>
                  <a:pt x="868" y="2463"/>
                </a:lnTo>
                <a:lnTo>
                  <a:pt x="807" y="2261"/>
                </a:lnTo>
                <a:lnTo>
                  <a:pt x="666" y="1857"/>
                </a:lnTo>
                <a:lnTo>
                  <a:pt x="505" y="1454"/>
                </a:lnTo>
                <a:lnTo>
                  <a:pt x="363" y="1090"/>
                </a:lnTo>
                <a:lnTo>
                  <a:pt x="222" y="727"/>
                </a:lnTo>
                <a:lnTo>
                  <a:pt x="121" y="364"/>
                </a:lnTo>
                <a:lnTo>
                  <a:pt x="101" y="182"/>
                </a:lnTo>
                <a:lnTo>
                  <a:pt x="8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34"/>
          <p:cNvSpPr/>
          <p:nvPr/>
        </p:nvSpPr>
        <p:spPr>
          <a:xfrm flipH="1">
            <a:off x="-2068376" y="155687"/>
            <a:ext cx="886861" cy="530339"/>
          </a:xfrm>
          <a:custGeom>
            <a:rect b="b" l="l" r="r" t="t"/>
            <a:pathLst>
              <a:path extrusionOk="0" h="9486" w="15863">
                <a:moveTo>
                  <a:pt x="4117" y="82"/>
                </a:moveTo>
                <a:lnTo>
                  <a:pt x="4581" y="122"/>
                </a:lnTo>
                <a:lnTo>
                  <a:pt x="5025" y="162"/>
                </a:lnTo>
                <a:lnTo>
                  <a:pt x="5429" y="223"/>
                </a:lnTo>
                <a:lnTo>
                  <a:pt x="6176" y="344"/>
                </a:lnTo>
                <a:lnTo>
                  <a:pt x="6741" y="465"/>
                </a:lnTo>
                <a:lnTo>
                  <a:pt x="7427" y="626"/>
                </a:lnTo>
                <a:lnTo>
                  <a:pt x="8113" y="788"/>
                </a:lnTo>
                <a:lnTo>
                  <a:pt x="8799" y="990"/>
                </a:lnTo>
                <a:lnTo>
                  <a:pt x="9485" y="1171"/>
                </a:lnTo>
                <a:lnTo>
                  <a:pt x="10171" y="1393"/>
                </a:lnTo>
                <a:lnTo>
                  <a:pt x="10837" y="1615"/>
                </a:lnTo>
                <a:lnTo>
                  <a:pt x="11503" y="1857"/>
                </a:lnTo>
                <a:lnTo>
                  <a:pt x="12169" y="2100"/>
                </a:lnTo>
                <a:lnTo>
                  <a:pt x="12815" y="2382"/>
                </a:lnTo>
                <a:lnTo>
                  <a:pt x="13158" y="2523"/>
                </a:lnTo>
                <a:lnTo>
                  <a:pt x="13481" y="2705"/>
                </a:lnTo>
                <a:lnTo>
                  <a:pt x="13824" y="2887"/>
                </a:lnTo>
                <a:lnTo>
                  <a:pt x="14127" y="3109"/>
                </a:lnTo>
                <a:lnTo>
                  <a:pt x="14429" y="3331"/>
                </a:lnTo>
                <a:lnTo>
                  <a:pt x="14712" y="3593"/>
                </a:lnTo>
                <a:lnTo>
                  <a:pt x="14954" y="3875"/>
                </a:lnTo>
                <a:lnTo>
                  <a:pt x="15176" y="4158"/>
                </a:lnTo>
                <a:lnTo>
                  <a:pt x="15358" y="4481"/>
                </a:lnTo>
                <a:lnTo>
                  <a:pt x="15519" y="4804"/>
                </a:lnTo>
                <a:lnTo>
                  <a:pt x="15620" y="5127"/>
                </a:lnTo>
                <a:lnTo>
                  <a:pt x="15721" y="5490"/>
                </a:lnTo>
                <a:lnTo>
                  <a:pt x="15761" y="5833"/>
                </a:lnTo>
                <a:lnTo>
                  <a:pt x="15781" y="6176"/>
                </a:lnTo>
                <a:lnTo>
                  <a:pt x="15741" y="6539"/>
                </a:lnTo>
                <a:lnTo>
                  <a:pt x="15680" y="6902"/>
                </a:lnTo>
                <a:lnTo>
                  <a:pt x="15580" y="7246"/>
                </a:lnTo>
                <a:lnTo>
                  <a:pt x="15438" y="7589"/>
                </a:lnTo>
                <a:lnTo>
                  <a:pt x="15257" y="7891"/>
                </a:lnTo>
                <a:lnTo>
                  <a:pt x="15055" y="8174"/>
                </a:lnTo>
                <a:lnTo>
                  <a:pt x="14813" y="8436"/>
                </a:lnTo>
                <a:lnTo>
                  <a:pt x="14550" y="8678"/>
                </a:lnTo>
                <a:lnTo>
                  <a:pt x="14389" y="8799"/>
                </a:lnTo>
                <a:lnTo>
                  <a:pt x="14207" y="8900"/>
                </a:lnTo>
                <a:lnTo>
                  <a:pt x="14026" y="8981"/>
                </a:lnTo>
                <a:lnTo>
                  <a:pt x="13844" y="9082"/>
                </a:lnTo>
                <a:lnTo>
                  <a:pt x="13481" y="9203"/>
                </a:lnTo>
                <a:lnTo>
                  <a:pt x="13097" y="9304"/>
                </a:lnTo>
                <a:lnTo>
                  <a:pt x="12734" y="9364"/>
                </a:lnTo>
                <a:lnTo>
                  <a:pt x="12371" y="9385"/>
                </a:lnTo>
                <a:lnTo>
                  <a:pt x="12028" y="9405"/>
                </a:lnTo>
                <a:lnTo>
                  <a:pt x="11725" y="9385"/>
                </a:lnTo>
                <a:lnTo>
                  <a:pt x="11362" y="9364"/>
                </a:lnTo>
                <a:lnTo>
                  <a:pt x="10999" y="9324"/>
                </a:lnTo>
                <a:lnTo>
                  <a:pt x="10615" y="9264"/>
                </a:lnTo>
                <a:lnTo>
                  <a:pt x="10272" y="9183"/>
                </a:lnTo>
                <a:lnTo>
                  <a:pt x="9546" y="9021"/>
                </a:lnTo>
                <a:lnTo>
                  <a:pt x="8839" y="8840"/>
                </a:lnTo>
                <a:lnTo>
                  <a:pt x="7810" y="8577"/>
                </a:lnTo>
                <a:lnTo>
                  <a:pt x="7306" y="8476"/>
                </a:lnTo>
                <a:lnTo>
                  <a:pt x="6781" y="8376"/>
                </a:lnTo>
                <a:lnTo>
                  <a:pt x="6055" y="8295"/>
                </a:lnTo>
                <a:lnTo>
                  <a:pt x="5328" y="8234"/>
                </a:lnTo>
                <a:lnTo>
                  <a:pt x="4622" y="8214"/>
                </a:lnTo>
                <a:lnTo>
                  <a:pt x="3895" y="8214"/>
                </a:lnTo>
                <a:lnTo>
                  <a:pt x="2866" y="8194"/>
                </a:lnTo>
                <a:lnTo>
                  <a:pt x="2341" y="8174"/>
                </a:lnTo>
                <a:lnTo>
                  <a:pt x="1837" y="8133"/>
                </a:lnTo>
                <a:lnTo>
                  <a:pt x="1393" y="8073"/>
                </a:lnTo>
                <a:lnTo>
                  <a:pt x="1171" y="8033"/>
                </a:lnTo>
                <a:lnTo>
                  <a:pt x="969" y="7972"/>
                </a:lnTo>
                <a:lnTo>
                  <a:pt x="767" y="7871"/>
                </a:lnTo>
                <a:lnTo>
                  <a:pt x="586" y="7770"/>
                </a:lnTo>
                <a:lnTo>
                  <a:pt x="404" y="7629"/>
                </a:lnTo>
                <a:lnTo>
                  <a:pt x="283" y="7467"/>
                </a:lnTo>
                <a:lnTo>
                  <a:pt x="223" y="7367"/>
                </a:lnTo>
                <a:lnTo>
                  <a:pt x="162" y="7246"/>
                </a:lnTo>
                <a:lnTo>
                  <a:pt x="101" y="7024"/>
                </a:lnTo>
                <a:lnTo>
                  <a:pt x="81" y="6802"/>
                </a:lnTo>
                <a:lnTo>
                  <a:pt x="101" y="6580"/>
                </a:lnTo>
                <a:lnTo>
                  <a:pt x="142" y="6337"/>
                </a:lnTo>
                <a:lnTo>
                  <a:pt x="182" y="6095"/>
                </a:lnTo>
                <a:lnTo>
                  <a:pt x="323" y="5611"/>
                </a:lnTo>
                <a:lnTo>
                  <a:pt x="445" y="5248"/>
                </a:lnTo>
                <a:lnTo>
                  <a:pt x="525" y="4905"/>
                </a:lnTo>
                <a:lnTo>
                  <a:pt x="545" y="4723"/>
                </a:lnTo>
                <a:lnTo>
                  <a:pt x="566" y="4562"/>
                </a:lnTo>
                <a:lnTo>
                  <a:pt x="586" y="4380"/>
                </a:lnTo>
                <a:lnTo>
                  <a:pt x="566" y="4218"/>
                </a:lnTo>
                <a:lnTo>
                  <a:pt x="485" y="3795"/>
                </a:lnTo>
                <a:lnTo>
                  <a:pt x="384" y="3391"/>
                </a:lnTo>
                <a:lnTo>
                  <a:pt x="263" y="2887"/>
                </a:lnTo>
                <a:lnTo>
                  <a:pt x="223" y="2644"/>
                </a:lnTo>
                <a:lnTo>
                  <a:pt x="182" y="2382"/>
                </a:lnTo>
                <a:lnTo>
                  <a:pt x="202" y="2140"/>
                </a:lnTo>
                <a:lnTo>
                  <a:pt x="243" y="1898"/>
                </a:lnTo>
                <a:lnTo>
                  <a:pt x="323" y="1656"/>
                </a:lnTo>
                <a:lnTo>
                  <a:pt x="445" y="1393"/>
                </a:lnTo>
                <a:lnTo>
                  <a:pt x="566" y="1212"/>
                </a:lnTo>
                <a:lnTo>
                  <a:pt x="707" y="1050"/>
                </a:lnTo>
                <a:lnTo>
                  <a:pt x="868" y="889"/>
                </a:lnTo>
                <a:lnTo>
                  <a:pt x="1030" y="748"/>
                </a:lnTo>
                <a:lnTo>
                  <a:pt x="1211" y="626"/>
                </a:lnTo>
                <a:lnTo>
                  <a:pt x="1393" y="526"/>
                </a:lnTo>
                <a:lnTo>
                  <a:pt x="1595" y="425"/>
                </a:lnTo>
                <a:lnTo>
                  <a:pt x="1797" y="344"/>
                </a:lnTo>
                <a:lnTo>
                  <a:pt x="2019" y="283"/>
                </a:lnTo>
                <a:lnTo>
                  <a:pt x="2241" y="223"/>
                </a:lnTo>
                <a:lnTo>
                  <a:pt x="2705" y="142"/>
                </a:lnTo>
                <a:lnTo>
                  <a:pt x="3189" y="82"/>
                </a:lnTo>
                <a:close/>
                <a:moveTo>
                  <a:pt x="3552" y="1"/>
                </a:moveTo>
                <a:lnTo>
                  <a:pt x="3088" y="21"/>
                </a:lnTo>
                <a:lnTo>
                  <a:pt x="2604" y="61"/>
                </a:lnTo>
                <a:lnTo>
                  <a:pt x="2160" y="162"/>
                </a:lnTo>
                <a:lnTo>
                  <a:pt x="1938" y="223"/>
                </a:lnTo>
                <a:lnTo>
                  <a:pt x="1716" y="283"/>
                </a:lnTo>
                <a:lnTo>
                  <a:pt x="1514" y="384"/>
                </a:lnTo>
                <a:lnTo>
                  <a:pt x="1312" y="465"/>
                </a:lnTo>
                <a:lnTo>
                  <a:pt x="1131" y="586"/>
                </a:lnTo>
                <a:lnTo>
                  <a:pt x="949" y="707"/>
                </a:lnTo>
                <a:lnTo>
                  <a:pt x="788" y="848"/>
                </a:lnTo>
                <a:lnTo>
                  <a:pt x="646" y="990"/>
                </a:lnTo>
                <a:lnTo>
                  <a:pt x="505" y="1171"/>
                </a:lnTo>
                <a:lnTo>
                  <a:pt x="384" y="1353"/>
                </a:lnTo>
                <a:lnTo>
                  <a:pt x="243" y="1615"/>
                </a:lnTo>
                <a:lnTo>
                  <a:pt x="162" y="1878"/>
                </a:lnTo>
                <a:lnTo>
                  <a:pt x="122" y="2140"/>
                </a:lnTo>
                <a:lnTo>
                  <a:pt x="101" y="2382"/>
                </a:lnTo>
                <a:lnTo>
                  <a:pt x="142" y="2644"/>
                </a:lnTo>
                <a:lnTo>
                  <a:pt x="182" y="2887"/>
                </a:lnTo>
                <a:lnTo>
                  <a:pt x="303" y="3411"/>
                </a:lnTo>
                <a:lnTo>
                  <a:pt x="404" y="3815"/>
                </a:lnTo>
                <a:lnTo>
                  <a:pt x="485" y="4218"/>
                </a:lnTo>
                <a:lnTo>
                  <a:pt x="505" y="4380"/>
                </a:lnTo>
                <a:lnTo>
                  <a:pt x="485" y="4541"/>
                </a:lnTo>
                <a:lnTo>
                  <a:pt x="445" y="4884"/>
                </a:lnTo>
                <a:lnTo>
                  <a:pt x="364" y="5227"/>
                </a:lnTo>
                <a:lnTo>
                  <a:pt x="263" y="5591"/>
                </a:lnTo>
                <a:lnTo>
                  <a:pt x="101" y="6075"/>
                </a:lnTo>
                <a:lnTo>
                  <a:pt x="61" y="6337"/>
                </a:lnTo>
                <a:lnTo>
                  <a:pt x="21" y="6580"/>
                </a:lnTo>
                <a:lnTo>
                  <a:pt x="1" y="6822"/>
                </a:lnTo>
                <a:lnTo>
                  <a:pt x="41" y="7064"/>
                </a:lnTo>
                <a:lnTo>
                  <a:pt x="101" y="7286"/>
                </a:lnTo>
                <a:lnTo>
                  <a:pt x="142" y="7387"/>
                </a:lnTo>
                <a:lnTo>
                  <a:pt x="202" y="7508"/>
                </a:lnTo>
                <a:lnTo>
                  <a:pt x="344" y="7689"/>
                </a:lnTo>
                <a:lnTo>
                  <a:pt x="525" y="7831"/>
                </a:lnTo>
                <a:lnTo>
                  <a:pt x="727" y="7952"/>
                </a:lnTo>
                <a:lnTo>
                  <a:pt x="929" y="8033"/>
                </a:lnTo>
                <a:lnTo>
                  <a:pt x="1151" y="8113"/>
                </a:lnTo>
                <a:lnTo>
                  <a:pt x="1373" y="8154"/>
                </a:lnTo>
                <a:lnTo>
                  <a:pt x="1817" y="8214"/>
                </a:lnTo>
                <a:lnTo>
                  <a:pt x="2341" y="8255"/>
                </a:lnTo>
                <a:lnTo>
                  <a:pt x="2866" y="8275"/>
                </a:lnTo>
                <a:lnTo>
                  <a:pt x="3895" y="8295"/>
                </a:lnTo>
                <a:lnTo>
                  <a:pt x="4602" y="8295"/>
                </a:lnTo>
                <a:lnTo>
                  <a:pt x="5328" y="8315"/>
                </a:lnTo>
                <a:lnTo>
                  <a:pt x="6055" y="8376"/>
                </a:lnTo>
                <a:lnTo>
                  <a:pt x="6761" y="8456"/>
                </a:lnTo>
                <a:lnTo>
                  <a:pt x="7286" y="8557"/>
                </a:lnTo>
                <a:lnTo>
                  <a:pt x="7790" y="8658"/>
                </a:lnTo>
                <a:lnTo>
                  <a:pt x="8819" y="8920"/>
                </a:lnTo>
                <a:lnTo>
                  <a:pt x="9526" y="9102"/>
                </a:lnTo>
                <a:lnTo>
                  <a:pt x="10252" y="9264"/>
                </a:lnTo>
                <a:lnTo>
                  <a:pt x="10615" y="9344"/>
                </a:lnTo>
                <a:lnTo>
                  <a:pt x="10979" y="9385"/>
                </a:lnTo>
                <a:lnTo>
                  <a:pt x="11342" y="9445"/>
                </a:lnTo>
                <a:lnTo>
                  <a:pt x="11725" y="9465"/>
                </a:lnTo>
                <a:lnTo>
                  <a:pt x="12048" y="9485"/>
                </a:lnTo>
                <a:lnTo>
                  <a:pt x="12351" y="9465"/>
                </a:lnTo>
                <a:lnTo>
                  <a:pt x="12674" y="9445"/>
                </a:lnTo>
                <a:lnTo>
                  <a:pt x="12997" y="9405"/>
                </a:lnTo>
                <a:lnTo>
                  <a:pt x="13319" y="9324"/>
                </a:lnTo>
                <a:lnTo>
                  <a:pt x="13662" y="9223"/>
                </a:lnTo>
                <a:lnTo>
                  <a:pt x="13985" y="9102"/>
                </a:lnTo>
                <a:lnTo>
                  <a:pt x="14288" y="8941"/>
                </a:lnTo>
                <a:lnTo>
                  <a:pt x="14591" y="8739"/>
                </a:lnTo>
                <a:lnTo>
                  <a:pt x="14873" y="8497"/>
                </a:lnTo>
                <a:lnTo>
                  <a:pt x="15115" y="8234"/>
                </a:lnTo>
                <a:lnTo>
                  <a:pt x="15337" y="7932"/>
                </a:lnTo>
                <a:lnTo>
                  <a:pt x="15499" y="7609"/>
                </a:lnTo>
                <a:lnTo>
                  <a:pt x="15660" y="7286"/>
                </a:lnTo>
                <a:lnTo>
                  <a:pt x="15761" y="6923"/>
                </a:lnTo>
                <a:lnTo>
                  <a:pt x="15822" y="6559"/>
                </a:lnTo>
                <a:lnTo>
                  <a:pt x="15862" y="6176"/>
                </a:lnTo>
                <a:lnTo>
                  <a:pt x="15842" y="5833"/>
                </a:lnTo>
                <a:lnTo>
                  <a:pt x="15802" y="5470"/>
                </a:lnTo>
                <a:lnTo>
                  <a:pt x="15701" y="5106"/>
                </a:lnTo>
                <a:lnTo>
                  <a:pt x="15580" y="4763"/>
                </a:lnTo>
                <a:lnTo>
                  <a:pt x="15418" y="4440"/>
                </a:lnTo>
                <a:lnTo>
                  <a:pt x="15236" y="4118"/>
                </a:lnTo>
                <a:lnTo>
                  <a:pt x="15015" y="3815"/>
                </a:lnTo>
                <a:lnTo>
                  <a:pt x="14772" y="3532"/>
                </a:lnTo>
                <a:lnTo>
                  <a:pt x="14490" y="3270"/>
                </a:lnTo>
                <a:lnTo>
                  <a:pt x="14187" y="3028"/>
                </a:lnTo>
                <a:lnTo>
                  <a:pt x="13864" y="2826"/>
                </a:lnTo>
                <a:lnTo>
                  <a:pt x="13541" y="2624"/>
                </a:lnTo>
                <a:lnTo>
                  <a:pt x="13198" y="2463"/>
                </a:lnTo>
                <a:lnTo>
                  <a:pt x="12855" y="2301"/>
                </a:lnTo>
                <a:lnTo>
                  <a:pt x="12189" y="2039"/>
                </a:lnTo>
                <a:lnTo>
                  <a:pt x="11523" y="1777"/>
                </a:lnTo>
                <a:lnTo>
                  <a:pt x="10857" y="1535"/>
                </a:lnTo>
                <a:lnTo>
                  <a:pt x="10191" y="1313"/>
                </a:lnTo>
                <a:lnTo>
                  <a:pt x="9505" y="1111"/>
                </a:lnTo>
                <a:lnTo>
                  <a:pt x="8819" y="909"/>
                </a:lnTo>
                <a:lnTo>
                  <a:pt x="8133" y="707"/>
                </a:lnTo>
                <a:lnTo>
                  <a:pt x="7447" y="546"/>
                </a:lnTo>
                <a:lnTo>
                  <a:pt x="6761" y="384"/>
                </a:lnTo>
                <a:lnTo>
                  <a:pt x="6176" y="263"/>
                </a:lnTo>
                <a:lnTo>
                  <a:pt x="5389" y="142"/>
                </a:lnTo>
                <a:lnTo>
                  <a:pt x="4965" y="82"/>
                </a:lnTo>
                <a:lnTo>
                  <a:pt x="4501" y="21"/>
                </a:lnTo>
                <a:lnTo>
                  <a:pt x="403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34"/>
          <p:cNvSpPr/>
          <p:nvPr/>
        </p:nvSpPr>
        <p:spPr>
          <a:xfrm flipH="1">
            <a:off x="-2048022" y="183920"/>
            <a:ext cx="669045" cy="364461"/>
          </a:xfrm>
          <a:custGeom>
            <a:rect b="b" l="l" r="r" t="t"/>
            <a:pathLst>
              <a:path extrusionOk="0" h="6519" w="11967">
                <a:moveTo>
                  <a:pt x="6216" y="81"/>
                </a:moveTo>
                <a:lnTo>
                  <a:pt x="6720" y="121"/>
                </a:lnTo>
                <a:lnTo>
                  <a:pt x="7204" y="202"/>
                </a:lnTo>
                <a:lnTo>
                  <a:pt x="7709" y="283"/>
                </a:lnTo>
                <a:lnTo>
                  <a:pt x="8173" y="404"/>
                </a:lnTo>
                <a:lnTo>
                  <a:pt x="8657" y="565"/>
                </a:lnTo>
                <a:lnTo>
                  <a:pt x="9121" y="727"/>
                </a:lnTo>
                <a:lnTo>
                  <a:pt x="9565" y="929"/>
                </a:lnTo>
                <a:lnTo>
                  <a:pt x="9868" y="1090"/>
                </a:lnTo>
                <a:lnTo>
                  <a:pt x="10171" y="1272"/>
                </a:lnTo>
                <a:lnTo>
                  <a:pt x="10433" y="1433"/>
                </a:lnTo>
                <a:lnTo>
                  <a:pt x="10675" y="1615"/>
                </a:lnTo>
                <a:lnTo>
                  <a:pt x="10897" y="1796"/>
                </a:lnTo>
                <a:lnTo>
                  <a:pt x="11099" y="1998"/>
                </a:lnTo>
                <a:lnTo>
                  <a:pt x="11261" y="2200"/>
                </a:lnTo>
                <a:lnTo>
                  <a:pt x="11422" y="2402"/>
                </a:lnTo>
                <a:lnTo>
                  <a:pt x="11583" y="2684"/>
                </a:lnTo>
                <a:lnTo>
                  <a:pt x="11725" y="2967"/>
                </a:lnTo>
                <a:lnTo>
                  <a:pt x="11805" y="3270"/>
                </a:lnTo>
                <a:lnTo>
                  <a:pt x="11866" y="3552"/>
                </a:lnTo>
                <a:lnTo>
                  <a:pt x="11886" y="3855"/>
                </a:lnTo>
                <a:lnTo>
                  <a:pt x="11866" y="4137"/>
                </a:lnTo>
                <a:lnTo>
                  <a:pt x="11805" y="4420"/>
                </a:lnTo>
                <a:lnTo>
                  <a:pt x="11725" y="4662"/>
                </a:lnTo>
                <a:lnTo>
                  <a:pt x="11644" y="4823"/>
                </a:lnTo>
                <a:lnTo>
                  <a:pt x="11543" y="4965"/>
                </a:lnTo>
                <a:lnTo>
                  <a:pt x="11442" y="5106"/>
                </a:lnTo>
                <a:lnTo>
                  <a:pt x="11321" y="5247"/>
                </a:lnTo>
                <a:lnTo>
                  <a:pt x="11180" y="5388"/>
                </a:lnTo>
                <a:lnTo>
                  <a:pt x="11039" y="5510"/>
                </a:lnTo>
                <a:lnTo>
                  <a:pt x="10877" y="5631"/>
                </a:lnTo>
                <a:lnTo>
                  <a:pt x="10695" y="5752"/>
                </a:lnTo>
                <a:lnTo>
                  <a:pt x="10494" y="5853"/>
                </a:lnTo>
                <a:lnTo>
                  <a:pt x="10292" y="5953"/>
                </a:lnTo>
                <a:lnTo>
                  <a:pt x="10070" y="6054"/>
                </a:lnTo>
                <a:lnTo>
                  <a:pt x="9848" y="6135"/>
                </a:lnTo>
                <a:lnTo>
                  <a:pt x="9606" y="6216"/>
                </a:lnTo>
                <a:lnTo>
                  <a:pt x="9364" y="6276"/>
                </a:lnTo>
                <a:lnTo>
                  <a:pt x="8859" y="6377"/>
                </a:lnTo>
                <a:lnTo>
                  <a:pt x="8314" y="6438"/>
                </a:lnTo>
                <a:lnTo>
                  <a:pt x="7729" y="6438"/>
                </a:lnTo>
                <a:lnTo>
                  <a:pt x="7103" y="6418"/>
                </a:lnTo>
                <a:lnTo>
                  <a:pt x="6438" y="6357"/>
                </a:lnTo>
                <a:lnTo>
                  <a:pt x="5731" y="6256"/>
                </a:lnTo>
                <a:lnTo>
                  <a:pt x="5025" y="6115"/>
                </a:lnTo>
                <a:lnTo>
                  <a:pt x="4339" y="5953"/>
                </a:lnTo>
                <a:lnTo>
                  <a:pt x="3653" y="5772"/>
                </a:lnTo>
                <a:lnTo>
                  <a:pt x="2987" y="5550"/>
                </a:lnTo>
                <a:lnTo>
                  <a:pt x="2321" y="5308"/>
                </a:lnTo>
                <a:lnTo>
                  <a:pt x="1655" y="5025"/>
                </a:lnTo>
                <a:lnTo>
                  <a:pt x="1009" y="4722"/>
                </a:lnTo>
                <a:lnTo>
                  <a:pt x="787" y="4581"/>
                </a:lnTo>
                <a:lnTo>
                  <a:pt x="585" y="4460"/>
                </a:lnTo>
                <a:lnTo>
                  <a:pt x="424" y="4299"/>
                </a:lnTo>
                <a:lnTo>
                  <a:pt x="283" y="4137"/>
                </a:lnTo>
                <a:lnTo>
                  <a:pt x="182" y="3956"/>
                </a:lnTo>
                <a:lnTo>
                  <a:pt x="121" y="3754"/>
                </a:lnTo>
                <a:lnTo>
                  <a:pt x="81" y="3552"/>
                </a:lnTo>
                <a:lnTo>
                  <a:pt x="81" y="3350"/>
                </a:lnTo>
                <a:lnTo>
                  <a:pt x="101" y="3148"/>
                </a:lnTo>
                <a:lnTo>
                  <a:pt x="141" y="2947"/>
                </a:lnTo>
                <a:lnTo>
                  <a:pt x="222" y="2745"/>
                </a:lnTo>
                <a:lnTo>
                  <a:pt x="303" y="2543"/>
                </a:lnTo>
                <a:lnTo>
                  <a:pt x="424" y="2341"/>
                </a:lnTo>
                <a:lnTo>
                  <a:pt x="545" y="2139"/>
                </a:lnTo>
                <a:lnTo>
                  <a:pt x="686" y="1958"/>
                </a:lnTo>
                <a:lnTo>
                  <a:pt x="827" y="1776"/>
                </a:lnTo>
                <a:lnTo>
                  <a:pt x="989" y="1595"/>
                </a:lnTo>
                <a:lnTo>
                  <a:pt x="1171" y="1433"/>
                </a:lnTo>
                <a:lnTo>
                  <a:pt x="1352" y="1272"/>
                </a:lnTo>
                <a:lnTo>
                  <a:pt x="1534" y="1130"/>
                </a:lnTo>
                <a:lnTo>
                  <a:pt x="1715" y="1009"/>
                </a:lnTo>
                <a:lnTo>
                  <a:pt x="1917" y="888"/>
                </a:lnTo>
                <a:lnTo>
                  <a:pt x="2099" y="787"/>
                </a:lnTo>
                <a:lnTo>
                  <a:pt x="2301" y="707"/>
                </a:lnTo>
                <a:lnTo>
                  <a:pt x="2724" y="565"/>
                </a:lnTo>
                <a:lnTo>
                  <a:pt x="3148" y="424"/>
                </a:lnTo>
                <a:lnTo>
                  <a:pt x="3572" y="323"/>
                </a:lnTo>
                <a:lnTo>
                  <a:pt x="3996" y="222"/>
                </a:lnTo>
                <a:lnTo>
                  <a:pt x="4419" y="162"/>
                </a:lnTo>
                <a:lnTo>
                  <a:pt x="4863" y="121"/>
                </a:lnTo>
                <a:lnTo>
                  <a:pt x="5287" y="81"/>
                </a:lnTo>
                <a:close/>
                <a:moveTo>
                  <a:pt x="5550" y="0"/>
                </a:moveTo>
                <a:lnTo>
                  <a:pt x="5085" y="21"/>
                </a:lnTo>
                <a:lnTo>
                  <a:pt x="4601" y="61"/>
                </a:lnTo>
                <a:lnTo>
                  <a:pt x="4137" y="121"/>
                </a:lnTo>
                <a:lnTo>
                  <a:pt x="3653" y="222"/>
                </a:lnTo>
                <a:lnTo>
                  <a:pt x="3189" y="323"/>
                </a:lnTo>
                <a:lnTo>
                  <a:pt x="2724" y="464"/>
                </a:lnTo>
                <a:lnTo>
                  <a:pt x="2260" y="626"/>
                </a:lnTo>
                <a:lnTo>
                  <a:pt x="2079" y="707"/>
                </a:lnTo>
                <a:lnTo>
                  <a:pt x="1877" y="808"/>
                </a:lnTo>
                <a:lnTo>
                  <a:pt x="1675" y="929"/>
                </a:lnTo>
                <a:lnTo>
                  <a:pt x="1493" y="1070"/>
                </a:lnTo>
                <a:lnTo>
                  <a:pt x="1292" y="1211"/>
                </a:lnTo>
                <a:lnTo>
                  <a:pt x="1110" y="1373"/>
                </a:lnTo>
                <a:lnTo>
                  <a:pt x="928" y="1554"/>
                </a:lnTo>
                <a:lnTo>
                  <a:pt x="767" y="1716"/>
                </a:lnTo>
                <a:lnTo>
                  <a:pt x="605" y="1917"/>
                </a:lnTo>
                <a:lnTo>
                  <a:pt x="464" y="2119"/>
                </a:lnTo>
                <a:lnTo>
                  <a:pt x="343" y="2301"/>
                </a:lnTo>
                <a:lnTo>
                  <a:pt x="242" y="2523"/>
                </a:lnTo>
                <a:lnTo>
                  <a:pt x="141" y="2725"/>
                </a:lnTo>
                <a:lnTo>
                  <a:pt x="81" y="2926"/>
                </a:lnTo>
                <a:lnTo>
                  <a:pt x="20" y="3128"/>
                </a:lnTo>
                <a:lnTo>
                  <a:pt x="0" y="3330"/>
                </a:lnTo>
                <a:lnTo>
                  <a:pt x="0" y="3572"/>
                </a:lnTo>
                <a:lnTo>
                  <a:pt x="40" y="3774"/>
                </a:lnTo>
                <a:lnTo>
                  <a:pt x="121" y="3976"/>
                </a:lnTo>
                <a:lnTo>
                  <a:pt x="222" y="4178"/>
                </a:lnTo>
                <a:lnTo>
                  <a:pt x="363" y="4339"/>
                </a:lnTo>
                <a:lnTo>
                  <a:pt x="525" y="4501"/>
                </a:lnTo>
                <a:lnTo>
                  <a:pt x="747" y="4662"/>
                </a:lnTo>
                <a:lnTo>
                  <a:pt x="969" y="4783"/>
                </a:lnTo>
                <a:lnTo>
                  <a:pt x="1614" y="5106"/>
                </a:lnTo>
                <a:lnTo>
                  <a:pt x="2280" y="5368"/>
                </a:lnTo>
                <a:lnTo>
                  <a:pt x="2946" y="5631"/>
                </a:lnTo>
                <a:lnTo>
                  <a:pt x="3632" y="5853"/>
                </a:lnTo>
                <a:lnTo>
                  <a:pt x="4319" y="6034"/>
                </a:lnTo>
                <a:lnTo>
                  <a:pt x="5025" y="6196"/>
                </a:lnTo>
                <a:lnTo>
                  <a:pt x="5731" y="6337"/>
                </a:lnTo>
                <a:lnTo>
                  <a:pt x="6438" y="6438"/>
                </a:lnTo>
                <a:lnTo>
                  <a:pt x="7144" y="6498"/>
                </a:lnTo>
                <a:lnTo>
                  <a:pt x="7790" y="6519"/>
                </a:lnTo>
                <a:lnTo>
                  <a:pt x="8234" y="6519"/>
                </a:lnTo>
                <a:lnTo>
                  <a:pt x="8637" y="6478"/>
                </a:lnTo>
                <a:lnTo>
                  <a:pt x="9041" y="6418"/>
                </a:lnTo>
                <a:lnTo>
                  <a:pt x="9424" y="6357"/>
                </a:lnTo>
                <a:lnTo>
                  <a:pt x="9767" y="6256"/>
                </a:lnTo>
                <a:lnTo>
                  <a:pt x="10110" y="6135"/>
                </a:lnTo>
                <a:lnTo>
                  <a:pt x="10433" y="5974"/>
                </a:lnTo>
                <a:lnTo>
                  <a:pt x="10736" y="5812"/>
                </a:lnTo>
                <a:lnTo>
                  <a:pt x="10917" y="5691"/>
                </a:lnTo>
                <a:lnTo>
                  <a:pt x="11079" y="5570"/>
                </a:lnTo>
                <a:lnTo>
                  <a:pt x="11240" y="5429"/>
                </a:lnTo>
                <a:lnTo>
                  <a:pt x="11382" y="5308"/>
                </a:lnTo>
                <a:lnTo>
                  <a:pt x="11503" y="5166"/>
                </a:lnTo>
                <a:lnTo>
                  <a:pt x="11604" y="5005"/>
                </a:lnTo>
                <a:lnTo>
                  <a:pt x="11704" y="4864"/>
                </a:lnTo>
                <a:lnTo>
                  <a:pt x="11785" y="4702"/>
                </a:lnTo>
                <a:lnTo>
                  <a:pt x="11886" y="4440"/>
                </a:lnTo>
                <a:lnTo>
                  <a:pt x="11947" y="4137"/>
                </a:lnTo>
                <a:lnTo>
                  <a:pt x="11967" y="3855"/>
                </a:lnTo>
                <a:lnTo>
                  <a:pt x="11947" y="3552"/>
                </a:lnTo>
                <a:lnTo>
                  <a:pt x="11886" y="3249"/>
                </a:lnTo>
                <a:lnTo>
                  <a:pt x="11805" y="2947"/>
                </a:lnTo>
                <a:lnTo>
                  <a:pt x="11664" y="2644"/>
                </a:lnTo>
                <a:lnTo>
                  <a:pt x="11483" y="2361"/>
                </a:lnTo>
                <a:lnTo>
                  <a:pt x="11341" y="2160"/>
                </a:lnTo>
                <a:lnTo>
                  <a:pt x="11160" y="1938"/>
                </a:lnTo>
                <a:lnTo>
                  <a:pt x="10958" y="1736"/>
                </a:lnTo>
                <a:lnTo>
                  <a:pt x="10716" y="1554"/>
                </a:lnTo>
                <a:lnTo>
                  <a:pt x="10474" y="1373"/>
                </a:lnTo>
                <a:lnTo>
                  <a:pt x="10211" y="1191"/>
                </a:lnTo>
                <a:lnTo>
                  <a:pt x="9908" y="1030"/>
                </a:lnTo>
                <a:lnTo>
                  <a:pt x="9606" y="868"/>
                </a:lnTo>
                <a:lnTo>
                  <a:pt x="9182" y="666"/>
                </a:lnTo>
                <a:lnTo>
                  <a:pt x="8758" y="505"/>
                </a:lnTo>
                <a:lnTo>
                  <a:pt x="8314" y="364"/>
                </a:lnTo>
                <a:lnTo>
                  <a:pt x="7870" y="243"/>
                </a:lnTo>
                <a:lnTo>
                  <a:pt x="7406" y="142"/>
                </a:lnTo>
                <a:lnTo>
                  <a:pt x="6942" y="81"/>
                </a:lnTo>
                <a:lnTo>
                  <a:pt x="6478" y="21"/>
                </a:lnTo>
                <a:lnTo>
                  <a:pt x="60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34"/>
          <p:cNvSpPr/>
          <p:nvPr/>
        </p:nvSpPr>
        <p:spPr>
          <a:xfrm>
            <a:off x="-332032" y="418786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34"/>
          <p:cNvSpPr/>
          <p:nvPr/>
        </p:nvSpPr>
        <p:spPr>
          <a:xfrm flipH="1" rot="-6644194">
            <a:off x="7670526" y="2265459"/>
            <a:ext cx="1826641" cy="1093256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34"/>
          <p:cNvSpPr/>
          <p:nvPr/>
        </p:nvSpPr>
        <p:spPr>
          <a:xfrm flipH="1" rot="-6644194">
            <a:off x="8037132" y="2205232"/>
            <a:ext cx="794323" cy="541624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34"/>
          <p:cNvSpPr/>
          <p:nvPr/>
        </p:nvSpPr>
        <p:spPr>
          <a:xfrm flipH="1">
            <a:off x="8262704" y="376106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34"/>
          <p:cNvSpPr/>
          <p:nvPr/>
        </p:nvSpPr>
        <p:spPr>
          <a:xfrm flipH="1">
            <a:off x="782579" y="321561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34"/>
          <p:cNvSpPr/>
          <p:nvPr/>
        </p:nvSpPr>
        <p:spPr>
          <a:xfrm flipH="1">
            <a:off x="8296528" y="320373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34"/>
          <p:cNvSpPr/>
          <p:nvPr/>
        </p:nvSpPr>
        <p:spPr>
          <a:xfrm flipH="1">
            <a:off x="2287360" y="7108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34"/>
          <p:cNvSpPr/>
          <p:nvPr/>
        </p:nvSpPr>
        <p:spPr>
          <a:xfrm flipH="1">
            <a:off x="204961" y="19066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34"/>
          <p:cNvSpPr/>
          <p:nvPr/>
        </p:nvSpPr>
        <p:spPr>
          <a:xfrm flipH="1">
            <a:off x="139551" y="3993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34"/>
          <p:cNvSpPr/>
          <p:nvPr/>
        </p:nvSpPr>
        <p:spPr>
          <a:xfrm flipH="1">
            <a:off x="137259" y="397147"/>
            <a:ext cx="106112" cy="104994"/>
          </a:xfrm>
          <a:custGeom>
            <a:rect b="b" l="l" r="r" t="t"/>
            <a:pathLst>
              <a:path extrusionOk="0" h="1878" w="1898">
                <a:moveTo>
                  <a:pt x="949" y="81"/>
                </a:moveTo>
                <a:lnTo>
                  <a:pt x="1130" y="101"/>
                </a:lnTo>
                <a:lnTo>
                  <a:pt x="1292" y="142"/>
                </a:lnTo>
                <a:lnTo>
                  <a:pt x="1433" y="222"/>
                </a:lnTo>
                <a:lnTo>
                  <a:pt x="1554" y="323"/>
                </a:lnTo>
                <a:lnTo>
                  <a:pt x="1655" y="444"/>
                </a:lnTo>
                <a:lnTo>
                  <a:pt x="1736" y="606"/>
                </a:lnTo>
                <a:lnTo>
                  <a:pt x="1796" y="767"/>
                </a:lnTo>
                <a:lnTo>
                  <a:pt x="1816" y="929"/>
                </a:lnTo>
                <a:lnTo>
                  <a:pt x="1796" y="1110"/>
                </a:lnTo>
                <a:lnTo>
                  <a:pt x="1736" y="1272"/>
                </a:lnTo>
                <a:lnTo>
                  <a:pt x="1655" y="1413"/>
                </a:lnTo>
                <a:lnTo>
                  <a:pt x="1554" y="1534"/>
                </a:lnTo>
                <a:lnTo>
                  <a:pt x="1433" y="1655"/>
                </a:lnTo>
                <a:lnTo>
                  <a:pt x="1292" y="1736"/>
                </a:lnTo>
                <a:lnTo>
                  <a:pt x="1130" y="1776"/>
                </a:lnTo>
                <a:lnTo>
                  <a:pt x="949" y="1796"/>
                </a:lnTo>
                <a:lnTo>
                  <a:pt x="787" y="1776"/>
                </a:lnTo>
                <a:lnTo>
                  <a:pt x="626" y="1736"/>
                </a:lnTo>
                <a:lnTo>
                  <a:pt x="464" y="1655"/>
                </a:lnTo>
                <a:lnTo>
                  <a:pt x="343" y="1534"/>
                </a:lnTo>
                <a:lnTo>
                  <a:pt x="242" y="1413"/>
                </a:lnTo>
                <a:lnTo>
                  <a:pt x="162" y="1272"/>
                </a:lnTo>
                <a:lnTo>
                  <a:pt x="101" y="1110"/>
                </a:lnTo>
                <a:lnTo>
                  <a:pt x="81" y="929"/>
                </a:lnTo>
                <a:lnTo>
                  <a:pt x="101" y="767"/>
                </a:lnTo>
                <a:lnTo>
                  <a:pt x="162" y="606"/>
                </a:lnTo>
                <a:lnTo>
                  <a:pt x="242" y="444"/>
                </a:lnTo>
                <a:lnTo>
                  <a:pt x="343" y="323"/>
                </a:lnTo>
                <a:lnTo>
                  <a:pt x="464" y="222"/>
                </a:lnTo>
                <a:lnTo>
                  <a:pt x="626" y="142"/>
                </a:lnTo>
                <a:lnTo>
                  <a:pt x="787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7" y="21"/>
                </a:lnTo>
                <a:lnTo>
                  <a:pt x="585" y="61"/>
                </a:lnTo>
                <a:lnTo>
                  <a:pt x="424" y="162"/>
                </a:lnTo>
                <a:lnTo>
                  <a:pt x="283" y="263"/>
                </a:lnTo>
                <a:lnTo>
                  <a:pt x="162" y="404"/>
                </a:lnTo>
                <a:lnTo>
                  <a:pt x="81" y="565"/>
                </a:lnTo>
                <a:lnTo>
                  <a:pt x="20" y="747"/>
                </a:lnTo>
                <a:lnTo>
                  <a:pt x="0" y="929"/>
                </a:lnTo>
                <a:lnTo>
                  <a:pt x="20" y="1130"/>
                </a:lnTo>
                <a:lnTo>
                  <a:pt x="81" y="1292"/>
                </a:lnTo>
                <a:lnTo>
                  <a:pt x="162" y="1453"/>
                </a:lnTo>
                <a:lnTo>
                  <a:pt x="283" y="1595"/>
                </a:lnTo>
                <a:lnTo>
                  <a:pt x="424" y="1716"/>
                </a:lnTo>
                <a:lnTo>
                  <a:pt x="585" y="1796"/>
                </a:lnTo>
                <a:lnTo>
                  <a:pt x="767" y="1857"/>
                </a:lnTo>
                <a:lnTo>
                  <a:pt x="949" y="1877"/>
                </a:lnTo>
                <a:lnTo>
                  <a:pt x="1150" y="1857"/>
                </a:lnTo>
                <a:lnTo>
                  <a:pt x="1312" y="1796"/>
                </a:lnTo>
                <a:lnTo>
                  <a:pt x="1473" y="1716"/>
                </a:lnTo>
                <a:lnTo>
                  <a:pt x="1615" y="1595"/>
                </a:lnTo>
                <a:lnTo>
                  <a:pt x="1736" y="1453"/>
                </a:lnTo>
                <a:lnTo>
                  <a:pt x="1816" y="1292"/>
                </a:lnTo>
                <a:lnTo>
                  <a:pt x="1877" y="1130"/>
                </a:lnTo>
                <a:lnTo>
                  <a:pt x="1897" y="929"/>
                </a:lnTo>
                <a:lnTo>
                  <a:pt x="1877" y="747"/>
                </a:lnTo>
                <a:lnTo>
                  <a:pt x="1816" y="565"/>
                </a:lnTo>
                <a:lnTo>
                  <a:pt x="1736" y="404"/>
                </a:lnTo>
                <a:lnTo>
                  <a:pt x="1615" y="263"/>
                </a:lnTo>
                <a:lnTo>
                  <a:pt x="1473" y="162"/>
                </a:lnTo>
                <a:lnTo>
                  <a:pt x="1312" y="61"/>
                </a:lnTo>
                <a:lnTo>
                  <a:pt x="1150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34"/>
          <p:cNvSpPr/>
          <p:nvPr/>
        </p:nvSpPr>
        <p:spPr>
          <a:xfrm flipH="1" rot="-6644194">
            <a:off x="8394382" y="2331576"/>
            <a:ext cx="4584" cy="51993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34"/>
          <p:cNvSpPr/>
          <p:nvPr/>
        </p:nvSpPr>
        <p:spPr>
          <a:xfrm flipH="1" rot="-6644194">
            <a:off x="8370715" y="2355306"/>
            <a:ext cx="51937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34"/>
          <p:cNvSpPr/>
          <p:nvPr/>
        </p:nvSpPr>
        <p:spPr>
          <a:xfrm flipH="1">
            <a:off x="1936493" y="725600"/>
            <a:ext cx="4584" cy="55348"/>
          </a:xfrm>
          <a:custGeom>
            <a:rect b="b" l="l" r="r" t="t"/>
            <a:pathLst>
              <a:path extrusionOk="0" h="990" w="82">
                <a:moveTo>
                  <a:pt x="0" y="0"/>
                </a:moveTo>
                <a:lnTo>
                  <a:pt x="0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34"/>
          <p:cNvSpPr/>
          <p:nvPr/>
        </p:nvSpPr>
        <p:spPr>
          <a:xfrm flipH="1">
            <a:off x="1911670" y="750423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34"/>
          <p:cNvSpPr/>
          <p:nvPr/>
        </p:nvSpPr>
        <p:spPr>
          <a:xfrm flipH="1">
            <a:off x="199052" y="34116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0" name="Google Shape;2710;p34"/>
          <p:cNvGrpSpPr/>
          <p:nvPr/>
        </p:nvGrpSpPr>
        <p:grpSpPr>
          <a:xfrm>
            <a:off x="4194738" y="4317100"/>
            <a:ext cx="754524" cy="750237"/>
            <a:chOff x="8523754" y="10"/>
            <a:chExt cx="516408" cy="513439"/>
          </a:xfrm>
        </p:grpSpPr>
        <p:sp>
          <p:nvSpPr>
            <p:cNvPr id="2711" name="Google Shape;2711;p34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4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3" name="Google Shape;2713;p34"/>
          <p:cNvSpPr/>
          <p:nvPr/>
        </p:nvSpPr>
        <p:spPr>
          <a:xfrm>
            <a:off x="8375975" y="108904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34"/>
          <p:cNvSpPr/>
          <p:nvPr/>
        </p:nvSpPr>
        <p:spPr>
          <a:xfrm rot="5400000">
            <a:off x="8375975" y="714006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34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34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TITLE_1"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35"/>
          <p:cNvSpPr/>
          <p:nvPr/>
        </p:nvSpPr>
        <p:spPr>
          <a:xfrm flipH="1">
            <a:off x="125" y="0"/>
            <a:ext cx="1840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35"/>
          <p:cNvSpPr/>
          <p:nvPr/>
        </p:nvSpPr>
        <p:spPr>
          <a:xfrm flipH="1">
            <a:off x="7316647" y="0"/>
            <a:ext cx="1840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0" name="Google Shape;2720;p35"/>
          <p:cNvGrpSpPr/>
          <p:nvPr/>
        </p:nvGrpSpPr>
        <p:grpSpPr>
          <a:xfrm>
            <a:off x="7747680" y="163941"/>
            <a:ext cx="1209708" cy="1147945"/>
            <a:chOff x="5235125" y="2636100"/>
            <a:chExt cx="796175" cy="755525"/>
          </a:xfrm>
        </p:grpSpPr>
        <p:sp>
          <p:nvSpPr>
            <p:cNvPr id="2721" name="Google Shape;2721;p35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35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35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5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35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35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35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35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35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5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35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35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5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35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5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5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5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5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5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5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5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5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5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5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5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5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5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5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5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5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5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5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5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5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5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5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5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5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5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5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5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5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5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5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5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5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5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5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5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5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5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5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5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5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5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5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5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5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5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5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5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5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5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5" name="Google Shape;2785;p35"/>
          <p:cNvGrpSpPr/>
          <p:nvPr/>
        </p:nvGrpSpPr>
        <p:grpSpPr>
          <a:xfrm>
            <a:off x="315517" y="3792616"/>
            <a:ext cx="1209708" cy="1147945"/>
            <a:chOff x="5235125" y="2636100"/>
            <a:chExt cx="796175" cy="755525"/>
          </a:xfrm>
        </p:grpSpPr>
        <p:sp>
          <p:nvSpPr>
            <p:cNvPr id="2786" name="Google Shape;2786;p35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5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5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5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5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5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5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5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5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5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5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5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5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5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5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5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5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5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5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5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5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5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5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5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5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5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5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5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5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5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5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5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5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5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5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5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5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5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5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5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5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5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5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5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5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5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5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5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5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5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5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5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5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35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5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5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5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5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5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0" name="Google Shape;2850;p35"/>
          <p:cNvSpPr/>
          <p:nvPr/>
        </p:nvSpPr>
        <p:spPr>
          <a:xfrm>
            <a:off x="691750" y="257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35"/>
          <p:cNvSpPr/>
          <p:nvPr/>
        </p:nvSpPr>
        <p:spPr>
          <a:xfrm>
            <a:off x="691763" y="789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35"/>
          <p:cNvSpPr/>
          <p:nvPr/>
        </p:nvSpPr>
        <p:spPr>
          <a:xfrm>
            <a:off x="8123913" y="38860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35"/>
          <p:cNvSpPr/>
          <p:nvPr/>
        </p:nvSpPr>
        <p:spPr>
          <a:xfrm>
            <a:off x="8123925" y="44177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35"/>
          <p:cNvSpPr/>
          <p:nvPr/>
        </p:nvSpPr>
        <p:spPr>
          <a:xfrm>
            <a:off x="1012297" y="19203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35"/>
          <p:cNvSpPr/>
          <p:nvPr/>
        </p:nvSpPr>
        <p:spPr>
          <a:xfrm flipH="1">
            <a:off x="-858733" y="158648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p35"/>
          <p:cNvSpPr/>
          <p:nvPr/>
        </p:nvSpPr>
        <p:spPr>
          <a:xfrm flipH="1">
            <a:off x="340550" y="278796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35"/>
          <p:cNvSpPr/>
          <p:nvPr/>
        </p:nvSpPr>
        <p:spPr>
          <a:xfrm flipH="1">
            <a:off x="-731261" y="173088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p35"/>
          <p:cNvSpPr/>
          <p:nvPr/>
        </p:nvSpPr>
        <p:spPr>
          <a:xfrm flipH="1">
            <a:off x="484960" y="285678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35"/>
          <p:cNvSpPr/>
          <p:nvPr/>
        </p:nvSpPr>
        <p:spPr>
          <a:xfrm flipH="1">
            <a:off x="-606026" y="179176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p35"/>
          <p:cNvSpPr/>
          <p:nvPr/>
        </p:nvSpPr>
        <p:spPr>
          <a:xfrm flipH="1">
            <a:off x="629427" y="296625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35"/>
          <p:cNvSpPr/>
          <p:nvPr/>
        </p:nvSpPr>
        <p:spPr>
          <a:xfrm flipH="1">
            <a:off x="7700621" y="191590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p35"/>
          <p:cNvSpPr/>
          <p:nvPr/>
        </p:nvSpPr>
        <p:spPr>
          <a:xfrm flipH="1">
            <a:off x="7849509" y="2038845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35"/>
          <p:cNvSpPr/>
          <p:nvPr/>
        </p:nvSpPr>
        <p:spPr>
          <a:xfrm flipH="1">
            <a:off x="7837329" y="2024197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p35"/>
          <p:cNvSpPr/>
          <p:nvPr/>
        </p:nvSpPr>
        <p:spPr>
          <a:xfrm flipH="1" rot="-2700000">
            <a:off x="3945745" y="4005741"/>
            <a:ext cx="1596436" cy="1802958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35"/>
          <p:cNvSpPr/>
          <p:nvPr/>
        </p:nvSpPr>
        <p:spPr>
          <a:xfrm flipH="1" rot="-2700000">
            <a:off x="3980673" y="-135927"/>
            <a:ext cx="935331" cy="741276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35"/>
          <p:cNvSpPr/>
          <p:nvPr/>
        </p:nvSpPr>
        <p:spPr>
          <a:xfrm flipH="1" rot="-2700000">
            <a:off x="4067304" y="4075914"/>
            <a:ext cx="1395616" cy="165066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35"/>
          <p:cNvSpPr/>
          <p:nvPr/>
        </p:nvSpPr>
        <p:spPr>
          <a:xfrm flipH="1" rot="-2700000">
            <a:off x="4109734" y="-7464"/>
            <a:ext cx="653334" cy="572100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35"/>
          <p:cNvSpPr/>
          <p:nvPr/>
        </p:nvSpPr>
        <p:spPr>
          <a:xfrm flipH="1" rot="-2700000">
            <a:off x="4167878" y="4188008"/>
            <a:ext cx="1193679" cy="1427260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35"/>
          <p:cNvSpPr/>
          <p:nvPr/>
        </p:nvSpPr>
        <p:spPr>
          <a:xfrm flipH="1" rot="-2700000">
            <a:off x="4309575" y="4326620"/>
            <a:ext cx="901507" cy="1104562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35"/>
          <p:cNvSpPr/>
          <p:nvPr/>
        </p:nvSpPr>
        <p:spPr>
          <a:xfrm flipH="1" rot="-2700000">
            <a:off x="4305556" y="4724336"/>
            <a:ext cx="130935" cy="390457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35"/>
          <p:cNvSpPr/>
          <p:nvPr/>
        </p:nvSpPr>
        <p:spPr>
          <a:xfrm flipH="1" rot="-2700000">
            <a:off x="5244598" y="430213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35"/>
          <p:cNvSpPr/>
          <p:nvPr/>
        </p:nvSpPr>
        <p:spPr>
          <a:xfrm flipH="1" rot="-2700000">
            <a:off x="5242294" y="4299868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2"/>
                </a:moveTo>
                <a:lnTo>
                  <a:pt x="1110" y="102"/>
                </a:lnTo>
                <a:lnTo>
                  <a:pt x="1272" y="142"/>
                </a:lnTo>
                <a:lnTo>
                  <a:pt x="1413" y="223"/>
                </a:lnTo>
                <a:lnTo>
                  <a:pt x="1554" y="32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11"/>
                </a:lnTo>
                <a:lnTo>
                  <a:pt x="1736" y="1272"/>
                </a:lnTo>
                <a:lnTo>
                  <a:pt x="1655" y="141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77"/>
                </a:lnTo>
                <a:lnTo>
                  <a:pt x="949" y="1797"/>
                </a:lnTo>
                <a:lnTo>
                  <a:pt x="767" y="1777"/>
                </a:lnTo>
                <a:lnTo>
                  <a:pt x="606" y="1736"/>
                </a:lnTo>
                <a:lnTo>
                  <a:pt x="464" y="1656"/>
                </a:lnTo>
                <a:lnTo>
                  <a:pt x="323" y="1555"/>
                </a:lnTo>
                <a:lnTo>
                  <a:pt x="222" y="1414"/>
                </a:lnTo>
                <a:lnTo>
                  <a:pt x="142" y="1272"/>
                </a:lnTo>
                <a:lnTo>
                  <a:pt x="101" y="111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24"/>
                </a:lnTo>
                <a:lnTo>
                  <a:pt x="464" y="223"/>
                </a:lnTo>
                <a:lnTo>
                  <a:pt x="606" y="142"/>
                </a:lnTo>
                <a:lnTo>
                  <a:pt x="767" y="102"/>
                </a:lnTo>
                <a:lnTo>
                  <a:pt x="949" y="82"/>
                </a:lnTo>
                <a:close/>
                <a:moveTo>
                  <a:pt x="949" y="1"/>
                </a:moveTo>
                <a:lnTo>
                  <a:pt x="747" y="21"/>
                </a:lnTo>
                <a:lnTo>
                  <a:pt x="565" y="82"/>
                </a:lnTo>
                <a:lnTo>
                  <a:pt x="424" y="162"/>
                </a:lnTo>
                <a:lnTo>
                  <a:pt x="283" y="283"/>
                </a:lnTo>
                <a:lnTo>
                  <a:pt x="162" y="405"/>
                </a:lnTo>
                <a:lnTo>
                  <a:pt x="81" y="566"/>
                </a:lnTo>
                <a:lnTo>
                  <a:pt x="21" y="748"/>
                </a:lnTo>
                <a:lnTo>
                  <a:pt x="0" y="949"/>
                </a:lnTo>
                <a:lnTo>
                  <a:pt x="21" y="1131"/>
                </a:lnTo>
                <a:lnTo>
                  <a:pt x="81" y="1313"/>
                </a:lnTo>
                <a:lnTo>
                  <a:pt x="162" y="1474"/>
                </a:lnTo>
                <a:lnTo>
                  <a:pt x="283" y="1595"/>
                </a:lnTo>
                <a:lnTo>
                  <a:pt x="424" y="1716"/>
                </a:lnTo>
                <a:lnTo>
                  <a:pt x="565" y="1797"/>
                </a:lnTo>
                <a:lnTo>
                  <a:pt x="747" y="1857"/>
                </a:lnTo>
                <a:lnTo>
                  <a:pt x="949" y="1878"/>
                </a:lnTo>
                <a:lnTo>
                  <a:pt x="1130" y="1857"/>
                </a:lnTo>
                <a:lnTo>
                  <a:pt x="1312" y="1797"/>
                </a:lnTo>
                <a:lnTo>
                  <a:pt x="1473" y="1716"/>
                </a:lnTo>
                <a:lnTo>
                  <a:pt x="1615" y="1595"/>
                </a:lnTo>
                <a:lnTo>
                  <a:pt x="1716" y="1474"/>
                </a:lnTo>
                <a:lnTo>
                  <a:pt x="1817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48"/>
                </a:lnTo>
                <a:lnTo>
                  <a:pt x="1817" y="566"/>
                </a:lnTo>
                <a:lnTo>
                  <a:pt x="1716" y="405"/>
                </a:lnTo>
                <a:lnTo>
                  <a:pt x="1615" y="283"/>
                </a:lnTo>
                <a:lnTo>
                  <a:pt x="1473" y="162"/>
                </a:lnTo>
                <a:lnTo>
                  <a:pt x="1312" y="82"/>
                </a:lnTo>
                <a:lnTo>
                  <a:pt x="1130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35"/>
          <p:cNvSpPr/>
          <p:nvPr/>
        </p:nvSpPr>
        <p:spPr>
          <a:xfrm flipH="1" rot="-2700000">
            <a:off x="3277569" y="4749891"/>
            <a:ext cx="101584" cy="101640"/>
          </a:xfrm>
          <a:custGeom>
            <a:rect b="b" l="l" r="r" t="t"/>
            <a:pathLst>
              <a:path extrusionOk="0" h="1818" w="1817">
                <a:moveTo>
                  <a:pt x="908" y="1"/>
                </a:moveTo>
                <a:lnTo>
                  <a:pt x="727" y="21"/>
                </a:lnTo>
                <a:lnTo>
                  <a:pt x="56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4"/>
                </a:lnTo>
                <a:lnTo>
                  <a:pt x="8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81" y="1252"/>
                </a:lnTo>
                <a:lnTo>
                  <a:pt x="162" y="1413"/>
                </a:lnTo>
                <a:lnTo>
                  <a:pt x="262" y="1555"/>
                </a:lnTo>
                <a:lnTo>
                  <a:pt x="404" y="1656"/>
                </a:lnTo>
                <a:lnTo>
                  <a:pt x="56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55"/>
                </a:lnTo>
                <a:lnTo>
                  <a:pt x="1655" y="1413"/>
                </a:lnTo>
                <a:lnTo>
                  <a:pt x="1736" y="1252"/>
                </a:lnTo>
                <a:lnTo>
                  <a:pt x="1796" y="1091"/>
                </a:lnTo>
                <a:lnTo>
                  <a:pt x="1816" y="909"/>
                </a:lnTo>
                <a:lnTo>
                  <a:pt x="1796" y="727"/>
                </a:lnTo>
                <a:lnTo>
                  <a:pt x="1736" y="566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35"/>
          <p:cNvSpPr/>
          <p:nvPr/>
        </p:nvSpPr>
        <p:spPr>
          <a:xfrm flipH="1" rot="-2700000">
            <a:off x="3275324" y="4747635"/>
            <a:ext cx="106112" cy="106112"/>
          </a:xfrm>
          <a:custGeom>
            <a:rect b="b" l="l" r="r" t="t"/>
            <a:pathLst>
              <a:path extrusionOk="0" h="1898" w="1898">
                <a:moveTo>
                  <a:pt x="949" y="81"/>
                </a:moveTo>
                <a:lnTo>
                  <a:pt x="1131" y="101"/>
                </a:lnTo>
                <a:lnTo>
                  <a:pt x="1292" y="162"/>
                </a:lnTo>
                <a:lnTo>
                  <a:pt x="1434" y="243"/>
                </a:lnTo>
                <a:lnTo>
                  <a:pt x="1555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97" y="767"/>
                </a:lnTo>
                <a:lnTo>
                  <a:pt x="1817" y="949"/>
                </a:lnTo>
                <a:lnTo>
                  <a:pt x="1797" y="1131"/>
                </a:lnTo>
                <a:lnTo>
                  <a:pt x="1736" y="1292"/>
                </a:lnTo>
                <a:lnTo>
                  <a:pt x="1655" y="1433"/>
                </a:lnTo>
                <a:lnTo>
                  <a:pt x="1555" y="1554"/>
                </a:lnTo>
                <a:lnTo>
                  <a:pt x="1434" y="1655"/>
                </a:lnTo>
                <a:lnTo>
                  <a:pt x="1292" y="1736"/>
                </a:lnTo>
                <a:lnTo>
                  <a:pt x="1131" y="1797"/>
                </a:lnTo>
                <a:lnTo>
                  <a:pt x="949" y="1817"/>
                </a:lnTo>
                <a:lnTo>
                  <a:pt x="768" y="179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4"/>
                </a:lnTo>
                <a:lnTo>
                  <a:pt x="243" y="1433"/>
                </a:lnTo>
                <a:lnTo>
                  <a:pt x="162" y="1292"/>
                </a:lnTo>
                <a:lnTo>
                  <a:pt x="102" y="1131"/>
                </a:lnTo>
                <a:lnTo>
                  <a:pt x="81" y="949"/>
                </a:lnTo>
                <a:lnTo>
                  <a:pt x="102" y="767"/>
                </a:lnTo>
                <a:lnTo>
                  <a:pt x="162" y="606"/>
                </a:lnTo>
                <a:lnTo>
                  <a:pt x="243" y="465"/>
                </a:lnTo>
                <a:lnTo>
                  <a:pt x="344" y="344"/>
                </a:lnTo>
                <a:lnTo>
                  <a:pt x="465" y="243"/>
                </a:lnTo>
                <a:lnTo>
                  <a:pt x="606" y="162"/>
                </a:lnTo>
                <a:lnTo>
                  <a:pt x="768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8" y="21"/>
                </a:lnTo>
                <a:lnTo>
                  <a:pt x="586" y="81"/>
                </a:lnTo>
                <a:lnTo>
                  <a:pt x="425" y="162"/>
                </a:lnTo>
                <a:lnTo>
                  <a:pt x="283" y="283"/>
                </a:lnTo>
                <a:lnTo>
                  <a:pt x="162" y="424"/>
                </a:lnTo>
                <a:lnTo>
                  <a:pt x="81" y="586"/>
                </a:lnTo>
                <a:lnTo>
                  <a:pt x="21" y="767"/>
                </a:lnTo>
                <a:lnTo>
                  <a:pt x="1" y="949"/>
                </a:lnTo>
                <a:lnTo>
                  <a:pt x="21" y="1131"/>
                </a:lnTo>
                <a:lnTo>
                  <a:pt x="81" y="1312"/>
                </a:lnTo>
                <a:lnTo>
                  <a:pt x="162" y="1474"/>
                </a:lnTo>
                <a:lnTo>
                  <a:pt x="283" y="1615"/>
                </a:lnTo>
                <a:lnTo>
                  <a:pt x="425" y="1736"/>
                </a:lnTo>
                <a:lnTo>
                  <a:pt x="586" y="1817"/>
                </a:lnTo>
                <a:lnTo>
                  <a:pt x="768" y="1877"/>
                </a:lnTo>
                <a:lnTo>
                  <a:pt x="949" y="1897"/>
                </a:lnTo>
                <a:lnTo>
                  <a:pt x="1131" y="1877"/>
                </a:lnTo>
                <a:lnTo>
                  <a:pt x="1312" y="1817"/>
                </a:lnTo>
                <a:lnTo>
                  <a:pt x="1474" y="1736"/>
                </a:lnTo>
                <a:lnTo>
                  <a:pt x="1615" y="1615"/>
                </a:lnTo>
                <a:lnTo>
                  <a:pt x="1736" y="1474"/>
                </a:lnTo>
                <a:lnTo>
                  <a:pt x="1817" y="1312"/>
                </a:lnTo>
                <a:lnTo>
                  <a:pt x="1877" y="1131"/>
                </a:lnTo>
                <a:lnTo>
                  <a:pt x="1898" y="949"/>
                </a:lnTo>
                <a:lnTo>
                  <a:pt x="1877" y="767"/>
                </a:lnTo>
                <a:lnTo>
                  <a:pt x="1817" y="586"/>
                </a:lnTo>
                <a:lnTo>
                  <a:pt x="1736" y="424"/>
                </a:lnTo>
                <a:lnTo>
                  <a:pt x="1615" y="283"/>
                </a:lnTo>
                <a:lnTo>
                  <a:pt x="1474" y="162"/>
                </a:lnTo>
                <a:lnTo>
                  <a:pt x="1312" y="81"/>
                </a:lnTo>
                <a:lnTo>
                  <a:pt x="1131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35"/>
          <p:cNvSpPr/>
          <p:nvPr/>
        </p:nvSpPr>
        <p:spPr>
          <a:xfrm flipH="1" rot="-2700000">
            <a:off x="4353985" y="4869156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35"/>
          <p:cNvSpPr/>
          <p:nvPr/>
        </p:nvSpPr>
        <p:spPr>
          <a:xfrm flipH="1" rot="-2700000">
            <a:off x="4327811" y="4894538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PENING">
  <p:cSld name="Diapositiva de título">
    <p:bg>
      <p:bgPr>
        <a:solidFill>
          <a:srgbClr val="F3F3F3"/>
        </a:solidFill>
      </p:bgPr>
    </p:bg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36"/>
          <p:cNvSpPr txBox="1"/>
          <p:nvPr>
            <p:ph type="ctrTitle"/>
          </p:nvPr>
        </p:nvSpPr>
        <p:spPr>
          <a:xfrm>
            <a:off x="694850" y="2610489"/>
            <a:ext cx="3871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Advent Pro SemiBold"/>
              <a:buNone/>
              <a:defRPr sz="43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9" name="Google Shape;2879;p36"/>
          <p:cNvSpPr txBox="1"/>
          <p:nvPr>
            <p:ph idx="1" type="subTitle"/>
          </p:nvPr>
        </p:nvSpPr>
        <p:spPr>
          <a:xfrm>
            <a:off x="694850" y="3729450"/>
            <a:ext cx="25488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latin typeface="Abel"/>
                <a:ea typeface="Abel"/>
                <a:cs typeface="Abel"/>
                <a:sym typeface="Abel"/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880" name="Google Shape;2880;p36"/>
          <p:cNvSpPr/>
          <p:nvPr/>
        </p:nvSpPr>
        <p:spPr>
          <a:xfrm>
            <a:off x="4946725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Diapositiva de título_1">
    <p:bg>
      <p:bgPr>
        <a:solidFill>
          <a:srgbClr val="F3F3F3"/>
        </a:solidFill>
      </p:bgPr>
    </p:bg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37"/>
          <p:cNvSpPr/>
          <p:nvPr/>
        </p:nvSpPr>
        <p:spPr>
          <a:xfrm>
            <a:off x="4946725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FF3C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37"/>
          <p:cNvSpPr/>
          <p:nvPr/>
        </p:nvSpPr>
        <p:spPr>
          <a:xfrm>
            <a:off x="1202150" y="584950"/>
            <a:ext cx="6739800" cy="3973500"/>
          </a:xfrm>
          <a:prstGeom prst="rect">
            <a:avLst/>
          </a:prstGeom>
          <a:solidFill>
            <a:srgbClr val="FFD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p37"/>
          <p:cNvSpPr/>
          <p:nvPr/>
        </p:nvSpPr>
        <p:spPr>
          <a:xfrm>
            <a:off x="0" y="1057950"/>
            <a:ext cx="2421900" cy="40857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37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86" name="Google Shape;2886;p37"/>
          <p:cNvSpPr txBox="1"/>
          <p:nvPr>
            <p:ph idx="1" type="body"/>
          </p:nvPr>
        </p:nvSpPr>
        <p:spPr>
          <a:xfrm>
            <a:off x="2413800" y="1136650"/>
            <a:ext cx="4316400" cy="28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2">
    <p:spTree>
      <p:nvGrpSpPr>
        <p:cNvPr id="2887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CUSTOM_1_1">
    <p:bg>
      <p:bgPr>
        <a:solidFill>
          <a:srgbClr val="F3F3F3"/>
        </a:solidFill>
      </p:bgPr>
    </p:bg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39"/>
          <p:cNvSpPr txBox="1"/>
          <p:nvPr>
            <p:ph type="ctrTitle"/>
          </p:nvPr>
        </p:nvSpPr>
        <p:spPr>
          <a:xfrm>
            <a:off x="917900" y="1782500"/>
            <a:ext cx="7479600" cy="15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890" name="Google Shape;2890;p39"/>
          <p:cNvSpPr/>
          <p:nvPr/>
        </p:nvSpPr>
        <p:spPr>
          <a:xfrm flipH="1">
            <a:off x="842130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1" name="Google Shape;2891;p39"/>
          <p:cNvSpPr/>
          <p:nvPr/>
        </p:nvSpPr>
        <p:spPr>
          <a:xfrm>
            <a:off x="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">
  <p:cSld name="8_Título y objetos_2">
    <p:bg>
      <p:bgPr>
        <a:solidFill>
          <a:srgbClr val="F3F3F3"/>
        </a:solidFill>
      </p:bgPr>
    </p:bg>
    <p:spTree>
      <p:nvGrpSpPr>
        <p:cNvPr id="2892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40"/>
          <p:cNvSpPr/>
          <p:nvPr/>
        </p:nvSpPr>
        <p:spPr>
          <a:xfrm>
            <a:off x="0" y="125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p40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95" name="Google Shape;2895;p40"/>
          <p:cNvSpPr/>
          <p:nvPr/>
        </p:nvSpPr>
        <p:spPr>
          <a:xfrm>
            <a:off x="863610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1_Título y objetos_4">
    <p:bg>
      <p:bgPr>
        <a:solidFill>
          <a:srgbClr val="F3F3F3"/>
        </a:solidFill>
      </p:bgPr>
    </p:bg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p41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98" name="Google Shape;2898;p41"/>
          <p:cNvSpPr/>
          <p:nvPr/>
        </p:nvSpPr>
        <p:spPr>
          <a:xfrm>
            <a:off x="0" y="0"/>
            <a:ext cx="722700" cy="38739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9" name="Google Shape;2899;p41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41"/>
          <p:cNvSpPr txBox="1"/>
          <p:nvPr>
            <p:ph idx="1" type="subTitle"/>
          </p:nvPr>
        </p:nvSpPr>
        <p:spPr>
          <a:xfrm flipH="1">
            <a:off x="2770106" y="1902449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01" name="Google Shape;2901;p41"/>
          <p:cNvSpPr txBox="1"/>
          <p:nvPr>
            <p:ph idx="2" type="subTitle"/>
          </p:nvPr>
        </p:nvSpPr>
        <p:spPr>
          <a:xfrm flipH="1">
            <a:off x="4691069" y="1902462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02" name="Google Shape;2902;p41"/>
          <p:cNvSpPr txBox="1"/>
          <p:nvPr>
            <p:ph idx="3" type="subTitle"/>
          </p:nvPr>
        </p:nvSpPr>
        <p:spPr>
          <a:xfrm flipH="1">
            <a:off x="6612050" y="1902449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03" name="Google Shape;2903;p41"/>
          <p:cNvSpPr txBox="1"/>
          <p:nvPr>
            <p:ph idx="4" type="subTitle"/>
          </p:nvPr>
        </p:nvSpPr>
        <p:spPr>
          <a:xfrm flipH="1">
            <a:off x="2770106" y="32745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04" name="Google Shape;2904;p41"/>
          <p:cNvSpPr txBox="1"/>
          <p:nvPr>
            <p:ph idx="5" type="subTitle"/>
          </p:nvPr>
        </p:nvSpPr>
        <p:spPr>
          <a:xfrm flipH="1">
            <a:off x="4691069" y="32745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05" name="Google Shape;2905;p41"/>
          <p:cNvSpPr txBox="1"/>
          <p:nvPr>
            <p:ph idx="6" type="subTitle"/>
          </p:nvPr>
        </p:nvSpPr>
        <p:spPr>
          <a:xfrm flipH="1">
            <a:off x="6612050" y="32745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">
  <p:cSld name="Título y objetos_1">
    <p:bg>
      <p:bgPr>
        <a:solidFill>
          <a:srgbClr val="F3F3F3"/>
        </a:solidFill>
      </p:bgPr>
    </p:bg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42"/>
          <p:cNvSpPr/>
          <p:nvPr/>
        </p:nvSpPr>
        <p:spPr>
          <a:xfrm>
            <a:off x="4946719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42"/>
          <p:cNvSpPr/>
          <p:nvPr/>
        </p:nvSpPr>
        <p:spPr>
          <a:xfrm>
            <a:off x="4672150" y="0"/>
            <a:ext cx="1148100" cy="40857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42"/>
          <p:cNvSpPr txBox="1"/>
          <p:nvPr>
            <p:ph idx="1" type="subTitle"/>
          </p:nvPr>
        </p:nvSpPr>
        <p:spPr>
          <a:xfrm>
            <a:off x="5902894" y="3135671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200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910" name="Google Shape;2910;p42"/>
          <p:cNvSpPr txBox="1"/>
          <p:nvPr>
            <p:ph hasCustomPrompt="1" type="title"/>
          </p:nvPr>
        </p:nvSpPr>
        <p:spPr>
          <a:xfrm>
            <a:off x="4475975" y="2495925"/>
            <a:ext cx="1276800" cy="864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t>xx%</a:t>
            </a:r>
          </a:p>
        </p:txBody>
      </p:sp>
      <p:sp>
        <p:nvSpPr>
          <p:cNvPr id="2911" name="Google Shape;2911;p42"/>
          <p:cNvSpPr/>
          <p:nvPr/>
        </p:nvSpPr>
        <p:spPr>
          <a:xfrm>
            <a:off x="0" y="0"/>
            <a:ext cx="2421900" cy="40857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42"/>
          <p:cNvSpPr txBox="1"/>
          <p:nvPr>
            <p:ph idx="2" type="ctrTitle"/>
          </p:nvPr>
        </p:nvSpPr>
        <p:spPr>
          <a:xfrm flipH="1">
            <a:off x="5902850" y="2049670"/>
            <a:ext cx="2472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86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1">
  <p:cSld name="1_Diapositiva de título_1">
    <p:bg>
      <p:bgPr>
        <a:solidFill>
          <a:srgbClr val="F3F3F3"/>
        </a:solidFill>
      </p:bgPr>
    </p:bg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p43"/>
          <p:cNvSpPr/>
          <p:nvPr/>
        </p:nvSpPr>
        <p:spPr>
          <a:xfrm>
            <a:off x="0" y="1269725"/>
            <a:ext cx="722700" cy="38739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43"/>
          <p:cNvSpPr txBox="1"/>
          <p:nvPr>
            <p:ph type="ctrTitle"/>
          </p:nvPr>
        </p:nvSpPr>
        <p:spPr>
          <a:xfrm flipH="1">
            <a:off x="973175" y="1269725"/>
            <a:ext cx="4453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16" name="Google Shape;2916;p43"/>
          <p:cNvSpPr txBox="1"/>
          <p:nvPr>
            <p:ph idx="1" type="subTitle"/>
          </p:nvPr>
        </p:nvSpPr>
        <p:spPr>
          <a:xfrm flipH="1">
            <a:off x="973175" y="2561375"/>
            <a:ext cx="23724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2917" name="Google Shape;2917;p43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1_Título y objetos_5">
    <p:bg>
      <p:bgPr>
        <a:solidFill>
          <a:srgbClr val="F3F3F3"/>
        </a:solidFill>
      </p:bgPr>
    </p:bg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4"/>
          <p:cNvSpPr txBox="1"/>
          <p:nvPr>
            <p:ph idx="1" type="subTitle"/>
          </p:nvPr>
        </p:nvSpPr>
        <p:spPr>
          <a:xfrm flipH="1">
            <a:off x="5700341" y="2567588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20" name="Google Shape;2920;p44"/>
          <p:cNvSpPr txBox="1"/>
          <p:nvPr>
            <p:ph idx="2" type="subTitle"/>
          </p:nvPr>
        </p:nvSpPr>
        <p:spPr>
          <a:xfrm flipH="1">
            <a:off x="3483872" y="2567588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21" name="Google Shape;2921;p44"/>
          <p:cNvSpPr txBox="1"/>
          <p:nvPr>
            <p:ph idx="3" type="subTitle"/>
          </p:nvPr>
        </p:nvSpPr>
        <p:spPr>
          <a:xfrm flipH="1">
            <a:off x="5700341" y="1964738"/>
            <a:ext cx="14265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22" name="Google Shape;2922;p44"/>
          <p:cNvSpPr txBox="1"/>
          <p:nvPr>
            <p:ph idx="4" type="subTitle"/>
          </p:nvPr>
        </p:nvSpPr>
        <p:spPr>
          <a:xfrm flipH="1">
            <a:off x="3483872" y="1964738"/>
            <a:ext cx="14265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23" name="Google Shape;2923;p44"/>
          <p:cNvSpPr/>
          <p:nvPr/>
        </p:nvSpPr>
        <p:spPr>
          <a:xfrm>
            <a:off x="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44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25" name="Google Shape;2925;p44"/>
          <p:cNvSpPr/>
          <p:nvPr/>
        </p:nvSpPr>
        <p:spPr>
          <a:xfrm>
            <a:off x="863610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1_Título y objetos_4_2_1_1">
    <p:bg>
      <p:bgPr>
        <a:solidFill>
          <a:srgbClr val="F3F3F3"/>
        </a:solidFill>
      </p:bgPr>
    </p:bg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p45"/>
          <p:cNvSpPr txBox="1"/>
          <p:nvPr>
            <p:ph type="ctrTitle"/>
          </p:nvPr>
        </p:nvSpPr>
        <p:spPr>
          <a:xfrm flipH="1">
            <a:off x="5711003" y="955400"/>
            <a:ext cx="2737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Font typeface="Advent Pro SemiBold"/>
              <a:buNone/>
              <a:defRPr sz="43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8" name="Google Shape;2928;p45"/>
          <p:cNvSpPr txBox="1"/>
          <p:nvPr>
            <p:ph idx="1" type="subTitle"/>
          </p:nvPr>
        </p:nvSpPr>
        <p:spPr>
          <a:xfrm flipH="1">
            <a:off x="5900011" y="2967450"/>
            <a:ext cx="25488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Abel"/>
                <a:ea typeface="Abel"/>
                <a:cs typeface="Abel"/>
                <a:sym typeface="Abel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9" name="Google Shape;2929;p45"/>
          <p:cNvSpPr/>
          <p:nvPr/>
        </p:nvSpPr>
        <p:spPr>
          <a:xfrm flipH="1">
            <a:off x="0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p45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713225" y="530352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"/>
              <a:buNone/>
              <a:defRPr b="1" sz="2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4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p46"/>
          <p:cNvSpPr txBox="1"/>
          <p:nvPr>
            <p:ph idx="1" type="subTitle"/>
          </p:nvPr>
        </p:nvSpPr>
        <p:spPr>
          <a:xfrm>
            <a:off x="4304753" y="3981274"/>
            <a:ext cx="344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by </a:t>
            </a:r>
            <a:r>
              <a:rPr b="1" lang="en"/>
              <a:t>Chi Nguyen</a:t>
            </a:r>
            <a:endParaRPr b="1"/>
          </a:p>
        </p:txBody>
      </p:sp>
      <p:sp>
        <p:nvSpPr>
          <p:cNvPr id="2936" name="Google Shape;2936;p46"/>
          <p:cNvSpPr txBox="1"/>
          <p:nvPr>
            <p:ph type="ctrTitle"/>
          </p:nvPr>
        </p:nvSpPr>
        <p:spPr>
          <a:xfrm>
            <a:off x="4304753" y="1706651"/>
            <a:ext cx="4114800" cy="1371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Human - Computer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Interaction</a:t>
            </a:r>
            <a:endParaRPr sz="3800"/>
          </a:p>
        </p:txBody>
      </p:sp>
      <p:sp>
        <p:nvSpPr>
          <p:cNvPr id="2937" name="Google Shape;2937;p46"/>
          <p:cNvSpPr/>
          <p:nvPr/>
        </p:nvSpPr>
        <p:spPr>
          <a:xfrm>
            <a:off x="1252001" y="3089798"/>
            <a:ext cx="190181" cy="91179"/>
          </a:xfrm>
          <a:custGeom>
            <a:rect b="b" l="l" r="r" t="t"/>
            <a:pathLst>
              <a:path extrusionOk="0" h="1352" w="2820">
                <a:moveTo>
                  <a:pt x="2681" y="0"/>
                </a:moveTo>
                <a:cubicBezTo>
                  <a:pt x="1393" y="0"/>
                  <a:pt x="17" y="1299"/>
                  <a:pt x="0" y="1312"/>
                </a:cubicBezTo>
                <a:lnTo>
                  <a:pt x="37" y="1352"/>
                </a:lnTo>
                <a:cubicBezTo>
                  <a:pt x="53" y="1339"/>
                  <a:pt x="1410" y="56"/>
                  <a:pt x="2673" y="56"/>
                </a:cubicBezTo>
                <a:cubicBezTo>
                  <a:pt x="2719" y="56"/>
                  <a:pt x="2767" y="59"/>
                  <a:pt x="2813" y="63"/>
                </a:cubicBezTo>
                <a:lnTo>
                  <a:pt x="2820" y="6"/>
                </a:lnTo>
                <a:cubicBezTo>
                  <a:pt x="2774" y="2"/>
                  <a:pt x="2727" y="0"/>
                  <a:pt x="26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8" name="Google Shape;2938;p46"/>
          <p:cNvPicPr preferRelativeResize="0"/>
          <p:nvPr/>
        </p:nvPicPr>
        <p:blipFill rotWithShape="1">
          <a:blip r:embed="rId3">
            <a:alphaModFix/>
          </a:blip>
          <a:srcRect b="30194" l="16779" r="16792" t="30186"/>
          <a:stretch/>
        </p:blipFill>
        <p:spPr>
          <a:xfrm>
            <a:off x="4357300" y="362300"/>
            <a:ext cx="1279626" cy="76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476" y="985750"/>
            <a:ext cx="4373200" cy="3279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47"/>
          <p:cNvSpPr txBox="1"/>
          <p:nvPr>
            <p:ph type="ctrTitle"/>
          </p:nvPr>
        </p:nvSpPr>
        <p:spPr>
          <a:xfrm flipH="1">
            <a:off x="393950" y="1721700"/>
            <a:ext cx="1816500" cy="1700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3F3F3"/>
                </a:solidFill>
              </a:rPr>
              <a:t>CONTENTS </a:t>
            </a:r>
            <a:r>
              <a:rPr lang="en" sz="2400"/>
              <a:t>OF THIS WORKSHOP</a:t>
            </a:r>
            <a:endParaRPr sz="2400">
              <a:solidFill>
                <a:srgbClr val="F3F3F3"/>
              </a:solidFill>
            </a:endParaRPr>
          </a:p>
        </p:txBody>
      </p:sp>
      <p:sp>
        <p:nvSpPr>
          <p:cNvPr id="2945" name="Google Shape;2945;p47"/>
          <p:cNvSpPr txBox="1"/>
          <p:nvPr>
            <p:ph idx="1" type="body"/>
          </p:nvPr>
        </p:nvSpPr>
        <p:spPr>
          <a:xfrm>
            <a:off x="3303750" y="1136650"/>
            <a:ext cx="4422600" cy="28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Introduction</a:t>
            </a:r>
            <a:endParaRPr b="1" sz="15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AutoNum type="alphaLcPeriod"/>
            </a:pPr>
            <a:r>
              <a:rPr lang="en" sz="1300">
                <a:solidFill>
                  <a:srgbClr val="49476E"/>
                </a:solidFill>
              </a:rPr>
              <a:t>What are UX and UI design?</a:t>
            </a:r>
            <a:endParaRPr sz="13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AutoNum type="alphaLcPeriod"/>
            </a:pPr>
            <a:r>
              <a:rPr lang="en" sz="1300">
                <a:solidFill>
                  <a:srgbClr val="49476E"/>
                </a:solidFill>
              </a:rPr>
              <a:t>Why UX design is important?</a:t>
            </a:r>
            <a:endParaRPr sz="13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AutoNum type="alphaLcPeriod"/>
            </a:pPr>
            <a:r>
              <a:rPr lang="en" sz="1300">
                <a:solidFill>
                  <a:srgbClr val="49476E"/>
                </a:solidFill>
              </a:rPr>
              <a:t>The career in UX/UI design</a:t>
            </a:r>
            <a:endParaRPr sz="13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Principles for UX design</a:t>
            </a:r>
            <a:endParaRPr b="1" sz="15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Process of UX/UI design</a:t>
            </a:r>
            <a:endParaRPr b="1" sz="15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Tool &amp; software in UX/UI</a:t>
            </a:r>
            <a:endParaRPr b="1" sz="15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Bad or Good design?</a:t>
            </a:r>
            <a:endParaRPr b="1" sz="15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Question and Answer</a:t>
            </a:r>
            <a:endParaRPr b="1" sz="1500">
              <a:solidFill>
                <a:srgbClr val="49476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0" name="Shape 2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1" name="Google Shape;29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50" y="1078250"/>
            <a:ext cx="7703700" cy="2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2" name="Google Shape;2952;p48"/>
          <p:cNvSpPr txBox="1"/>
          <p:nvPr/>
        </p:nvSpPr>
        <p:spPr>
          <a:xfrm>
            <a:off x="648350" y="1634250"/>
            <a:ext cx="1328700" cy="14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Looks</a:t>
            </a:r>
            <a:endParaRPr b="1" sz="1800">
              <a:solidFill>
                <a:srgbClr val="1A1A1A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Feels</a:t>
            </a:r>
            <a:endParaRPr b="1" sz="1800">
              <a:solidFill>
                <a:srgbClr val="1A1A1A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53" name="Google Shape;2953;p48"/>
          <p:cNvSpPr txBox="1"/>
          <p:nvPr/>
        </p:nvSpPr>
        <p:spPr>
          <a:xfrm>
            <a:off x="7192625" y="1634250"/>
            <a:ext cx="1328700" cy="14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Interacting</a:t>
            </a:r>
            <a:endParaRPr b="1" sz="1800">
              <a:solidFill>
                <a:srgbClr val="1A1A1A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Experience</a:t>
            </a:r>
            <a:endParaRPr b="1" sz="1800">
              <a:solidFill>
                <a:srgbClr val="1A1A1A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54" name="Google Shape;2954;p48"/>
          <p:cNvSpPr txBox="1"/>
          <p:nvPr>
            <p:ph idx="4294967295" type="ctrTitle"/>
          </p:nvPr>
        </p:nvSpPr>
        <p:spPr>
          <a:xfrm>
            <a:off x="2431225" y="-11"/>
            <a:ext cx="38718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ARE</a:t>
            </a:r>
            <a:endParaRPr sz="3000"/>
          </a:p>
        </p:txBody>
      </p:sp>
      <p:sp>
        <p:nvSpPr>
          <p:cNvPr id="2955" name="Google Shape;2955;p48"/>
          <p:cNvSpPr txBox="1"/>
          <p:nvPr/>
        </p:nvSpPr>
        <p:spPr>
          <a:xfrm>
            <a:off x="2489350" y="3125075"/>
            <a:ext cx="1547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User Interface</a:t>
            </a:r>
            <a:endParaRPr b="1" sz="1800">
              <a:solidFill>
                <a:srgbClr val="1A1A1A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56" name="Google Shape;2956;p48"/>
          <p:cNvSpPr txBox="1"/>
          <p:nvPr/>
        </p:nvSpPr>
        <p:spPr>
          <a:xfrm>
            <a:off x="4534825" y="3125075"/>
            <a:ext cx="19890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User Experience</a:t>
            </a:r>
            <a:endParaRPr b="1" sz="1800">
              <a:solidFill>
                <a:srgbClr val="1A1A1A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p49"/>
          <p:cNvSpPr txBox="1"/>
          <p:nvPr>
            <p:ph type="ctrTitle"/>
          </p:nvPr>
        </p:nvSpPr>
        <p:spPr>
          <a:xfrm>
            <a:off x="0" y="2284725"/>
            <a:ext cx="9144000" cy="1655100"/>
          </a:xfrm>
          <a:prstGeom prst="rect">
            <a:avLst/>
          </a:prstGeom>
          <a:solidFill>
            <a:srgbClr val="1A1A1A">
              <a:alpha val="48600"/>
            </a:srgbClr>
          </a:solidFill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3F3F3"/>
                </a:solidFill>
              </a:rPr>
              <a:t>WHY UX DESIGN IS IMPORTANT?</a:t>
            </a:r>
            <a:endParaRPr sz="42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7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p50"/>
          <p:cNvSpPr txBox="1"/>
          <p:nvPr>
            <p:ph type="ctrTitle"/>
          </p:nvPr>
        </p:nvSpPr>
        <p:spPr>
          <a:xfrm>
            <a:off x="917900" y="178250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UX DESIGN IS IMPORTANT?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51"/>
          <p:cNvSpPr/>
          <p:nvPr/>
        </p:nvSpPr>
        <p:spPr>
          <a:xfrm>
            <a:off x="933050" y="1262350"/>
            <a:ext cx="3146100" cy="266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51"/>
          <p:cNvSpPr/>
          <p:nvPr/>
        </p:nvSpPr>
        <p:spPr>
          <a:xfrm>
            <a:off x="2446300" y="3097075"/>
            <a:ext cx="1332900" cy="439200"/>
          </a:xfrm>
          <a:prstGeom prst="roundRect">
            <a:avLst>
              <a:gd fmla="val 16667" name="adj"/>
            </a:avLst>
          </a:prstGeom>
          <a:solidFill>
            <a:srgbClr val="FF2E6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p51"/>
          <p:cNvSpPr txBox="1"/>
          <p:nvPr/>
        </p:nvSpPr>
        <p:spPr>
          <a:xfrm>
            <a:off x="2563925" y="3097075"/>
            <a:ext cx="1066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rPr>
              <a:t>Yes</a:t>
            </a:r>
            <a:endParaRPr>
              <a:solidFill>
                <a:srgbClr val="FFFFFF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977" name="Google Shape;2977;p51"/>
          <p:cNvSpPr txBox="1"/>
          <p:nvPr/>
        </p:nvSpPr>
        <p:spPr>
          <a:xfrm>
            <a:off x="1191800" y="3097075"/>
            <a:ext cx="1066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5283B8"/>
                </a:solidFill>
                <a:latin typeface="Abel"/>
                <a:ea typeface="Abel"/>
                <a:cs typeface="Abel"/>
                <a:sym typeface="Abel"/>
              </a:rPr>
              <a:t>No</a:t>
            </a:r>
            <a:endParaRPr u="sng">
              <a:solidFill>
                <a:srgbClr val="5283B8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978" name="Google Shape;2978;p51"/>
          <p:cNvSpPr/>
          <p:nvPr/>
        </p:nvSpPr>
        <p:spPr>
          <a:xfrm>
            <a:off x="4594650" y="1262350"/>
            <a:ext cx="3146100" cy="266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51"/>
          <p:cNvSpPr/>
          <p:nvPr/>
        </p:nvSpPr>
        <p:spPr>
          <a:xfrm>
            <a:off x="4881863" y="3097075"/>
            <a:ext cx="1332900" cy="439200"/>
          </a:xfrm>
          <a:prstGeom prst="roundRect">
            <a:avLst>
              <a:gd fmla="val 16667" name="adj"/>
            </a:avLst>
          </a:prstGeom>
          <a:solidFill>
            <a:srgbClr val="FF2E6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51"/>
          <p:cNvSpPr txBox="1"/>
          <p:nvPr/>
        </p:nvSpPr>
        <p:spPr>
          <a:xfrm>
            <a:off x="6387338" y="3097075"/>
            <a:ext cx="1066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5283B8"/>
                </a:solidFill>
                <a:latin typeface="Abel"/>
                <a:ea typeface="Abel"/>
                <a:cs typeface="Abel"/>
                <a:sym typeface="Abel"/>
              </a:rPr>
              <a:t>Yes</a:t>
            </a:r>
            <a:endParaRPr u="sng">
              <a:solidFill>
                <a:srgbClr val="5283B8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981" name="Google Shape;2981;p51"/>
          <p:cNvSpPr txBox="1"/>
          <p:nvPr/>
        </p:nvSpPr>
        <p:spPr>
          <a:xfrm>
            <a:off x="5015213" y="3097075"/>
            <a:ext cx="1066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rPr>
              <a:t>No</a:t>
            </a:r>
            <a:endParaRPr>
              <a:solidFill>
                <a:srgbClr val="FFFFFF"/>
              </a:solidFill>
              <a:latin typeface="Abel"/>
              <a:ea typeface="Abel"/>
              <a:cs typeface="Abel"/>
              <a:sym typeface="Abel"/>
            </a:endParaRPr>
          </a:p>
        </p:txBody>
      </p:sp>
      <p:grpSp>
        <p:nvGrpSpPr>
          <p:cNvPr id="2982" name="Google Shape;2982;p51"/>
          <p:cNvGrpSpPr/>
          <p:nvPr/>
        </p:nvGrpSpPr>
        <p:grpSpPr>
          <a:xfrm>
            <a:off x="1382075" y="1623025"/>
            <a:ext cx="5909575" cy="439200"/>
            <a:chOff x="1382075" y="1623025"/>
            <a:chExt cx="5909575" cy="439200"/>
          </a:xfrm>
        </p:grpSpPr>
        <p:sp>
          <p:nvSpPr>
            <p:cNvPr id="2983" name="Google Shape;2983;p51"/>
            <p:cNvSpPr txBox="1"/>
            <p:nvPr/>
          </p:nvSpPr>
          <p:spPr>
            <a:xfrm>
              <a:off x="1382075" y="1623025"/>
              <a:ext cx="22479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A1A1A"/>
                  </a:solidFill>
                  <a:latin typeface="Abel"/>
                  <a:ea typeface="Abel"/>
                  <a:cs typeface="Abel"/>
                  <a:sym typeface="Abel"/>
                </a:rPr>
                <a:t>Do you want to buy it?</a:t>
              </a:r>
              <a:endParaRPr b="1" sz="1500">
                <a:solidFill>
                  <a:srgbClr val="1A1A1A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2984" name="Google Shape;2984;p51"/>
            <p:cNvSpPr txBox="1"/>
            <p:nvPr/>
          </p:nvSpPr>
          <p:spPr>
            <a:xfrm>
              <a:off x="5043750" y="1623025"/>
              <a:ext cx="22479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A1A1A"/>
                  </a:solidFill>
                  <a:latin typeface="Abel"/>
                  <a:ea typeface="Abel"/>
                  <a:cs typeface="Abel"/>
                  <a:sym typeface="Abel"/>
                </a:rPr>
                <a:t>Do you want to delete/ replace it?</a:t>
              </a:r>
              <a:endParaRPr b="1" sz="1500">
                <a:solidFill>
                  <a:srgbClr val="1A1A1A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9" name="Shape 2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Google Shape;2990;p52"/>
          <p:cNvSpPr txBox="1"/>
          <p:nvPr>
            <p:ph type="ctrTitle"/>
          </p:nvPr>
        </p:nvSpPr>
        <p:spPr>
          <a:xfrm>
            <a:off x="917900" y="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UX DESIGN IS IMPORTANT?</a:t>
            </a:r>
            <a:endParaRPr/>
          </a:p>
        </p:txBody>
      </p:sp>
      <p:sp>
        <p:nvSpPr>
          <p:cNvPr id="2991" name="Google Shape;2991;p52"/>
          <p:cNvSpPr txBox="1"/>
          <p:nvPr/>
        </p:nvSpPr>
        <p:spPr>
          <a:xfrm>
            <a:off x="1213450" y="1489725"/>
            <a:ext cx="6482100" cy="22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Investing in UX design upfront can significantly reduce costs down the line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User Experience can help you increase your conversions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UX design can help with your SEO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Increase your brand loyalty with UX design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UX design can help increase word of mouth referrals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It helps you solve your users problems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You can make a difference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You can create interesting content</a:t>
            </a:r>
            <a:endParaRPr sz="1600"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53"/>
          <p:cNvSpPr txBox="1"/>
          <p:nvPr>
            <p:ph type="ctrTitle"/>
          </p:nvPr>
        </p:nvSpPr>
        <p:spPr>
          <a:xfrm flipH="1">
            <a:off x="2745575" y="0"/>
            <a:ext cx="3652800" cy="94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CAREER IN UI/UX DESIGN</a:t>
            </a:r>
            <a:endParaRPr sz="2000"/>
          </a:p>
        </p:txBody>
      </p:sp>
      <p:grpSp>
        <p:nvGrpSpPr>
          <p:cNvPr id="2998" name="Google Shape;2998;p53"/>
          <p:cNvGrpSpPr/>
          <p:nvPr/>
        </p:nvGrpSpPr>
        <p:grpSpPr>
          <a:xfrm>
            <a:off x="5058363" y="1742177"/>
            <a:ext cx="935925" cy="2570350"/>
            <a:chOff x="1266525" y="2906325"/>
            <a:chExt cx="935925" cy="2570350"/>
          </a:xfrm>
        </p:grpSpPr>
        <p:sp>
          <p:nvSpPr>
            <p:cNvPr id="2999" name="Google Shape;2999;p53"/>
            <p:cNvSpPr/>
            <p:nvPr/>
          </p:nvSpPr>
          <p:spPr>
            <a:xfrm>
              <a:off x="1480175" y="3782575"/>
              <a:ext cx="474875" cy="348550"/>
            </a:xfrm>
            <a:custGeom>
              <a:rect b="b" l="l" r="r" t="t"/>
              <a:pathLst>
                <a:path extrusionOk="0" h="13942" w="18995">
                  <a:moveTo>
                    <a:pt x="9499" y="1"/>
                  </a:moveTo>
                  <a:cubicBezTo>
                    <a:pt x="4255" y="1"/>
                    <a:pt x="0" y="3119"/>
                    <a:pt x="0" y="6968"/>
                  </a:cubicBezTo>
                  <a:cubicBezTo>
                    <a:pt x="0" y="10818"/>
                    <a:pt x="4255" y="13941"/>
                    <a:pt x="9499" y="13941"/>
                  </a:cubicBezTo>
                  <a:cubicBezTo>
                    <a:pt x="14744" y="13941"/>
                    <a:pt x="18995" y="10818"/>
                    <a:pt x="18995" y="6968"/>
                  </a:cubicBezTo>
                  <a:cubicBezTo>
                    <a:pt x="18995" y="3119"/>
                    <a:pt x="14744" y="1"/>
                    <a:pt x="949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53"/>
            <p:cNvSpPr/>
            <p:nvPr/>
          </p:nvSpPr>
          <p:spPr>
            <a:xfrm>
              <a:off x="1266525" y="3345700"/>
              <a:ext cx="282625" cy="618625"/>
            </a:xfrm>
            <a:custGeom>
              <a:rect b="b" l="l" r="r" t="t"/>
              <a:pathLst>
                <a:path extrusionOk="0" h="24745" w="11305">
                  <a:moveTo>
                    <a:pt x="4835" y="1"/>
                  </a:moveTo>
                  <a:cubicBezTo>
                    <a:pt x="4835" y="1"/>
                    <a:pt x="317" y="1231"/>
                    <a:pt x="161" y="6996"/>
                  </a:cubicBezTo>
                  <a:cubicBezTo>
                    <a:pt x="0" y="12757"/>
                    <a:pt x="1818" y="24203"/>
                    <a:pt x="3948" y="24675"/>
                  </a:cubicBezTo>
                  <a:cubicBezTo>
                    <a:pt x="4155" y="24721"/>
                    <a:pt x="4349" y="24744"/>
                    <a:pt x="4533" y="24744"/>
                  </a:cubicBezTo>
                  <a:cubicBezTo>
                    <a:pt x="6247" y="24744"/>
                    <a:pt x="7031" y="22751"/>
                    <a:pt x="7816" y="18683"/>
                  </a:cubicBezTo>
                  <a:cubicBezTo>
                    <a:pt x="8684" y="14178"/>
                    <a:pt x="11304" y="661"/>
                    <a:pt x="4835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53"/>
            <p:cNvSpPr/>
            <p:nvPr/>
          </p:nvSpPr>
          <p:spPr>
            <a:xfrm>
              <a:off x="1296025" y="3789225"/>
              <a:ext cx="160000" cy="522350"/>
            </a:xfrm>
            <a:custGeom>
              <a:rect b="b" l="l" r="r" t="t"/>
              <a:pathLst>
                <a:path extrusionOk="0" h="20894" w="6400">
                  <a:moveTo>
                    <a:pt x="85" y="0"/>
                  </a:moveTo>
                  <a:cubicBezTo>
                    <a:pt x="30" y="0"/>
                    <a:pt x="0" y="6"/>
                    <a:pt x="2" y="15"/>
                  </a:cubicBezTo>
                  <a:cubicBezTo>
                    <a:pt x="15" y="77"/>
                    <a:pt x="1351" y="13569"/>
                    <a:pt x="2078" y="20893"/>
                  </a:cubicBezTo>
                  <a:lnTo>
                    <a:pt x="5509" y="20893"/>
                  </a:lnTo>
                  <a:cubicBezTo>
                    <a:pt x="5723" y="16857"/>
                    <a:pt x="6021" y="11194"/>
                    <a:pt x="6163" y="8302"/>
                  </a:cubicBezTo>
                  <a:cubicBezTo>
                    <a:pt x="6400" y="3513"/>
                    <a:pt x="4346" y="2198"/>
                    <a:pt x="4346" y="2198"/>
                  </a:cubicBezTo>
                  <a:cubicBezTo>
                    <a:pt x="2730" y="373"/>
                    <a:pt x="536" y="0"/>
                    <a:pt x="85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53"/>
            <p:cNvSpPr/>
            <p:nvPr/>
          </p:nvSpPr>
          <p:spPr>
            <a:xfrm>
              <a:off x="1347950" y="4311550"/>
              <a:ext cx="85800" cy="115175"/>
            </a:xfrm>
            <a:custGeom>
              <a:rect b="b" l="l" r="r" t="t"/>
              <a:pathLst>
                <a:path extrusionOk="0" h="4607" w="3432">
                  <a:moveTo>
                    <a:pt x="1" y="0"/>
                  </a:moveTo>
                  <a:cubicBezTo>
                    <a:pt x="268" y="2731"/>
                    <a:pt x="455" y="4607"/>
                    <a:pt x="455" y="4607"/>
                  </a:cubicBezTo>
                  <a:lnTo>
                    <a:pt x="3186" y="4607"/>
                  </a:lnTo>
                  <a:cubicBezTo>
                    <a:pt x="3186" y="4607"/>
                    <a:pt x="3293" y="2655"/>
                    <a:pt x="3432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53"/>
            <p:cNvSpPr/>
            <p:nvPr/>
          </p:nvSpPr>
          <p:spPr>
            <a:xfrm>
              <a:off x="1359300" y="4426250"/>
              <a:ext cx="123075" cy="161650"/>
            </a:xfrm>
            <a:custGeom>
              <a:rect b="b" l="l" r="r" t="t"/>
              <a:pathLst>
                <a:path extrusionOk="0" h="6466" w="4923">
                  <a:moveTo>
                    <a:pt x="3090" y="1"/>
                  </a:moveTo>
                  <a:cubicBezTo>
                    <a:pt x="2877" y="1"/>
                    <a:pt x="2732" y="19"/>
                    <a:pt x="2732" y="19"/>
                  </a:cubicBezTo>
                  <a:lnTo>
                    <a:pt x="1" y="19"/>
                  </a:lnTo>
                  <a:cubicBezTo>
                    <a:pt x="1" y="19"/>
                    <a:pt x="825" y="3691"/>
                    <a:pt x="1262" y="4742"/>
                  </a:cubicBezTo>
                  <a:cubicBezTo>
                    <a:pt x="1677" y="5751"/>
                    <a:pt x="2539" y="6465"/>
                    <a:pt x="2931" y="6465"/>
                  </a:cubicBezTo>
                  <a:cubicBezTo>
                    <a:pt x="2948" y="6465"/>
                    <a:pt x="2963" y="6464"/>
                    <a:pt x="2978" y="6462"/>
                  </a:cubicBezTo>
                  <a:cubicBezTo>
                    <a:pt x="3343" y="6400"/>
                    <a:pt x="3026" y="2163"/>
                    <a:pt x="3312" y="2038"/>
                  </a:cubicBezTo>
                  <a:cubicBezTo>
                    <a:pt x="3326" y="2031"/>
                    <a:pt x="3340" y="2028"/>
                    <a:pt x="3356" y="2028"/>
                  </a:cubicBezTo>
                  <a:cubicBezTo>
                    <a:pt x="3653" y="2028"/>
                    <a:pt x="4182" y="3165"/>
                    <a:pt x="4395" y="3406"/>
                  </a:cubicBezTo>
                  <a:cubicBezTo>
                    <a:pt x="4414" y="3428"/>
                    <a:pt x="4434" y="3438"/>
                    <a:pt x="4455" y="3438"/>
                  </a:cubicBezTo>
                  <a:cubicBezTo>
                    <a:pt x="4669" y="3438"/>
                    <a:pt x="4923" y="2272"/>
                    <a:pt x="4809" y="1080"/>
                  </a:cubicBezTo>
                  <a:cubicBezTo>
                    <a:pt x="4715" y="130"/>
                    <a:pt x="3659" y="1"/>
                    <a:pt x="3090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53"/>
            <p:cNvSpPr/>
            <p:nvPr/>
          </p:nvSpPr>
          <p:spPr>
            <a:xfrm>
              <a:off x="1603700" y="3053450"/>
              <a:ext cx="335750" cy="323250"/>
            </a:xfrm>
            <a:custGeom>
              <a:rect b="b" l="l" r="r" t="t"/>
              <a:pathLst>
                <a:path extrusionOk="0" h="12930" w="13430">
                  <a:moveTo>
                    <a:pt x="8564" y="0"/>
                  </a:moveTo>
                  <a:lnTo>
                    <a:pt x="5485" y="2379"/>
                  </a:lnTo>
                  <a:cubicBezTo>
                    <a:pt x="5485" y="2379"/>
                    <a:pt x="5396" y="8207"/>
                    <a:pt x="1" y="10216"/>
                  </a:cubicBezTo>
                  <a:cubicBezTo>
                    <a:pt x="1" y="10216"/>
                    <a:pt x="2854" y="12930"/>
                    <a:pt x="6531" y="12930"/>
                  </a:cubicBezTo>
                  <a:cubicBezTo>
                    <a:pt x="6885" y="12930"/>
                    <a:pt x="7247" y="12904"/>
                    <a:pt x="7615" y="12849"/>
                  </a:cubicBezTo>
                  <a:cubicBezTo>
                    <a:pt x="11798" y="12221"/>
                    <a:pt x="13429" y="10800"/>
                    <a:pt x="13429" y="10800"/>
                  </a:cubicBezTo>
                  <a:cubicBezTo>
                    <a:pt x="13429" y="10800"/>
                    <a:pt x="11188" y="10760"/>
                    <a:pt x="9968" y="7828"/>
                  </a:cubicBezTo>
                  <a:cubicBezTo>
                    <a:pt x="8742" y="4901"/>
                    <a:pt x="8564" y="0"/>
                    <a:pt x="8564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53"/>
            <p:cNvSpPr/>
            <p:nvPr/>
          </p:nvSpPr>
          <p:spPr>
            <a:xfrm>
              <a:off x="1731450" y="3070025"/>
              <a:ext cx="63325" cy="97275"/>
            </a:xfrm>
            <a:custGeom>
              <a:rect b="b" l="l" r="r" t="t"/>
              <a:pathLst>
                <a:path extrusionOk="0" h="3891" w="2533">
                  <a:moveTo>
                    <a:pt x="2532" y="0"/>
                  </a:moveTo>
                  <a:lnTo>
                    <a:pt x="375" y="1716"/>
                  </a:lnTo>
                  <a:lnTo>
                    <a:pt x="357" y="1809"/>
                  </a:lnTo>
                  <a:lnTo>
                    <a:pt x="1" y="3890"/>
                  </a:lnTo>
                  <a:cubicBezTo>
                    <a:pt x="1" y="3890"/>
                    <a:pt x="1476" y="2794"/>
                    <a:pt x="1952" y="1716"/>
                  </a:cubicBezTo>
                  <a:cubicBezTo>
                    <a:pt x="2434" y="642"/>
                    <a:pt x="2532" y="0"/>
                    <a:pt x="2532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53"/>
            <p:cNvSpPr/>
            <p:nvPr/>
          </p:nvSpPr>
          <p:spPr>
            <a:xfrm>
              <a:off x="1657725" y="2911350"/>
              <a:ext cx="200625" cy="209825"/>
            </a:xfrm>
            <a:custGeom>
              <a:rect b="b" l="l" r="r" t="t"/>
              <a:pathLst>
                <a:path extrusionOk="0" h="8393" w="8025">
                  <a:moveTo>
                    <a:pt x="3572" y="0"/>
                  </a:moveTo>
                  <a:cubicBezTo>
                    <a:pt x="2893" y="0"/>
                    <a:pt x="2264" y="144"/>
                    <a:pt x="1885" y="449"/>
                  </a:cubicBezTo>
                  <a:cubicBezTo>
                    <a:pt x="772" y="1344"/>
                    <a:pt x="1" y="7395"/>
                    <a:pt x="223" y="8072"/>
                  </a:cubicBezTo>
                  <a:cubicBezTo>
                    <a:pt x="294" y="8294"/>
                    <a:pt x="687" y="8392"/>
                    <a:pt x="1227" y="8392"/>
                  </a:cubicBezTo>
                  <a:cubicBezTo>
                    <a:pt x="2344" y="8392"/>
                    <a:pt x="4092" y="7971"/>
                    <a:pt x="4932" y="7350"/>
                  </a:cubicBezTo>
                  <a:cubicBezTo>
                    <a:pt x="6180" y="6427"/>
                    <a:pt x="6403" y="5684"/>
                    <a:pt x="6403" y="5684"/>
                  </a:cubicBezTo>
                  <a:cubicBezTo>
                    <a:pt x="6403" y="5684"/>
                    <a:pt x="6610" y="5813"/>
                    <a:pt x="6890" y="5813"/>
                  </a:cubicBezTo>
                  <a:cubicBezTo>
                    <a:pt x="7073" y="5813"/>
                    <a:pt x="7287" y="5758"/>
                    <a:pt x="7495" y="5577"/>
                  </a:cubicBezTo>
                  <a:cubicBezTo>
                    <a:pt x="8025" y="5113"/>
                    <a:pt x="7803" y="4017"/>
                    <a:pt x="7388" y="3776"/>
                  </a:cubicBezTo>
                  <a:cubicBezTo>
                    <a:pt x="7270" y="3709"/>
                    <a:pt x="7168" y="3685"/>
                    <a:pt x="7082" y="3685"/>
                  </a:cubicBezTo>
                  <a:cubicBezTo>
                    <a:pt x="6863" y="3685"/>
                    <a:pt x="6750" y="3844"/>
                    <a:pt x="6750" y="3844"/>
                  </a:cubicBezTo>
                  <a:cubicBezTo>
                    <a:pt x="6750" y="3844"/>
                    <a:pt x="6884" y="2988"/>
                    <a:pt x="6600" y="1522"/>
                  </a:cubicBezTo>
                  <a:cubicBezTo>
                    <a:pt x="6411" y="550"/>
                    <a:pt x="4898" y="0"/>
                    <a:pt x="3572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53"/>
            <p:cNvSpPr/>
            <p:nvPr/>
          </p:nvSpPr>
          <p:spPr>
            <a:xfrm>
              <a:off x="1748725" y="2983700"/>
              <a:ext cx="36575" cy="14900"/>
            </a:xfrm>
            <a:custGeom>
              <a:rect b="b" l="l" r="r" t="t"/>
              <a:pathLst>
                <a:path extrusionOk="0" h="596" w="1463">
                  <a:moveTo>
                    <a:pt x="709" y="1"/>
                  </a:moveTo>
                  <a:cubicBezTo>
                    <a:pt x="541" y="1"/>
                    <a:pt x="394" y="11"/>
                    <a:pt x="330" y="41"/>
                  </a:cubicBezTo>
                  <a:cubicBezTo>
                    <a:pt x="139" y="130"/>
                    <a:pt x="1" y="526"/>
                    <a:pt x="1" y="526"/>
                  </a:cubicBezTo>
                  <a:cubicBezTo>
                    <a:pt x="1" y="526"/>
                    <a:pt x="357" y="596"/>
                    <a:pt x="665" y="596"/>
                  </a:cubicBezTo>
                  <a:cubicBezTo>
                    <a:pt x="819" y="596"/>
                    <a:pt x="960" y="578"/>
                    <a:pt x="1039" y="526"/>
                  </a:cubicBezTo>
                  <a:cubicBezTo>
                    <a:pt x="1280" y="370"/>
                    <a:pt x="1462" y="41"/>
                    <a:pt x="1462" y="41"/>
                  </a:cubicBezTo>
                  <a:cubicBezTo>
                    <a:pt x="1462" y="41"/>
                    <a:pt x="1044" y="1"/>
                    <a:pt x="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53"/>
            <p:cNvSpPr/>
            <p:nvPr/>
          </p:nvSpPr>
          <p:spPr>
            <a:xfrm>
              <a:off x="1688700" y="2970900"/>
              <a:ext cx="24075" cy="23625"/>
            </a:xfrm>
            <a:custGeom>
              <a:rect b="b" l="l" r="r" t="t"/>
              <a:pathLst>
                <a:path extrusionOk="0" h="945" w="963">
                  <a:moveTo>
                    <a:pt x="54" y="0"/>
                  </a:moveTo>
                  <a:cubicBezTo>
                    <a:pt x="54" y="0"/>
                    <a:pt x="0" y="80"/>
                    <a:pt x="174" y="388"/>
                  </a:cubicBezTo>
                  <a:cubicBezTo>
                    <a:pt x="352" y="695"/>
                    <a:pt x="923" y="944"/>
                    <a:pt x="923" y="944"/>
                  </a:cubicBezTo>
                  <a:cubicBezTo>
                    <a:pt x="923" y="944"/>
                    <a:pt x="962" y="504"/>
                    <a:pt x="775" y="308"/>
                  </a:cubicBezTo>
                  <a:cubicBezTo>
                    <a:pt x="592" y="111"/>
                    <a:pt x="54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53"/>
            <p:cNvSpPr/>
            <p:nvPr/>
          </p:nvSpPr>
          <p:spPr>
            <a:xfrm>
              <a:off x="1690025" y="2970800"/>
              <a:ext cx="24550" cy="23725"/>
            </a:xfrm>
            <a:custGeom>
              <a:rect b="b" l="l" r="r" t="t"/>
              <a:pathLst>
                <a:path extrusionOk="0" h="949" w="982">
                  <a:moveTo>
                    <a:pt x="91" y="1"/>
                  </a:moveTo>
                  <a:cubicBezTo>
                    <a:pt x="35" y="1"/>
                    <a:pt x="1" y="4"/>
                    <a:pt x="1" y="4"/>
                  </a:cubicBezTo>
                  <a:cubicBezTo>
                    <a:pt x="1" y="4"/>
                    <a:pt x="580" y="125"/>
                    <a:pt x="727" y="360"/>
                  </a:cubicBezTo>
                  <a:cubicBezTo>
                    <a:pt x="870" y="592"/>
                    <a:pt x="870" y="948"/>
                    <a:pt x="870" y="948"/>
                  </a:cubicBezTo>
                  <a:cubicBezTo>
                    <a:pt x="870" y="948"/>
                    <a:pt x="981" y="530"/>
                    <a:pt x="763" y="245"/>
                  </a:cubicBezTo>
                  <a:cubicBezTo>
                    <a:pt x="599" y="28"/>
                    <a:pt x="255" y="1"/>
                    <a:pt x="9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53"/>
            <p:cNvSpPr/>
            <p:nvPr/>
          </p:nvSpPr>
          <p:spPr>
            <a:xfrm>
              <a:off x="1748725" y="2982375"/>
              <a:ext cx="36575" cy="14500"/>
            </a:xfrm>
            <a:custGeom>
              <a:rect b="b" l="l" r="r" t="t"/>
              <a:pathLst>
                <a:path extrusionOk="0" h="580" w="1463">
                  <a:moveTo>
                    <a:pt x="741" y="1"/>
                  </a:moveTo>
                  <a:cubicBezTo>
                    <a:pt x="567" y="1"/>
                    <a:pt x="409" y="16"/>
                    <a:pt x="326" y="53"/>
                  </a:cubicBezTo>
                  <a:cubicBezTo>
                    <a:pt x="103" y="160"/>
                    <a:pt x="1" y="579"/>
                    <a:pt x="1" y="579"/>
                  </a:cubicBezTo>
                  <a:cubicBezTo>
                    <a:pt x="1" y="579"/>
                    <a:pt x="201" y="205"/>
                    <a:pt x="451" y="133"/>
                  </a:cubicBezTo>
                  <a:cubicBezTo>
                    <a:pt x="591" y="97"/>
                    <a:pt x="886" y="89"/>
                    <a:pt x="1122" y="89"/>
                  </a:cubicBezTo>
                  <a:cubicBezTo>
                    <a:pt x="1311" y="89"/>
                    <a:pt x="1462" y="94"/>
                    <a:pt x="1462" y="94"/>
                  </a:cubicBezTo>
                  <a:cubicBezTo>
                    <a:pt x="1389" y="46"/>
                    <a:pt x="1042" y="1"/>
                    <a:pt x="74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53"/>
            <p:cNvSpPr/>
            <p:nvPr/>
          </p:nvSpPr>
          <p:spPr>
            <a:xfrm>
              <a:off x="1759325" y="2985125"/>
              <a:ext cx="9475" cy="12075"/>
            </a:xfrm>
            <a:custGeom>
              <a:rect b="b" l="l" r="r" t="t"/>
              <a:pathLst>
                <a:path extrusionOk="0" h="483" w="379">
                  <a:moveTo>
                    <a:pt x="187" y="1"/>
                  </a:moveTo>
                  <a:cubicBezTo>
                    <a:pt x="85" y="1"/>
                    <a:pt x="0" y="108"/>
                    <a:pt x="0" y="242"/>
                  </a:cubicBezTo>
                  <a:cubicBezTo>
                    <a:pt x="0" y="375"/>
                    <a:pt x="85" y="482"/>
                    <a:pt x="187" y="482"/>
                  </a:cubicBezTo>
                  <a:cubicBezTo>
                    <a:pt x="294" y="482"/>
                    <a:pt x="379" y="375"/>
                    <a:pt x="379" y="242"/>
                  </a:cubicBezTo>
                  <a:cubicBezTo>
                    <a:pt x="379" y="108"/>
                    <a:pt x="294" y="1"/>
                    <a:pt x="18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53"/>
            <p:cNvSpPr/>
            <p:nvPr/>
          </p:nvSpPr>
          <p:spPr>
            <a:xfrm>
              <a:off x="1698400" y="2976425"/>
              <a:ext cx="10250" cy="12000"/>
            </a:xfrm>
            <a:custGeom>
              <a:rect b="b" l="l" r="r" t="t"/>
              <a:pathLst>
                <a:path extrusionOk="0" h="480" w="410">
                  <a:moveTo>
                    <a:pt x="217" y="0"/>
                  </a:moveTo>
                  <a:cubicBezTo>
                    <a:pt x="122" y="0"/>
                    <a:pt x="34" y="90"/>
                    <a:pt x="17" y="215"/>
                  </a:cubicBezTo>
                  <a:cubicBezTo>
                    <a:pt x="0" y="345"/>
                    <a:pt x="67" y="466"/>
                    <a:pt x="173" y="478"/>
                  </a:cubicBezTo>
                  <a:cubicBezTo>
                    <a:pt x="180" y="479"/>
                    <a:pt x="187" y="480"/>
                    <a:pt x="194" y="480"/>
                  </a:cubicBezTo>
                  <a:cubicBezTo>
                    <a:pt x="289" y="480"/>
                    <a:pt x="376" y="389"/>
                    <a:pt x="392" y="265"/>
                  </a:cubicBezTo>
                  <a:cubicBezTo>
                    <a:pt x="410" y="135"/>
                    <a:pt x="342" y="15"/>
                    <a:pt x="235" y="1"/>
                  </a:cubicBezTo>
                  <a:cubicBezTo>
                    <a:pt x="229" y="1"/>
                    <a:pt x="223" y="0"/>
                    <a:pt x="21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53"/>
            <p:cNvSpPr/>
            <p:nvPr/>
          </p:nvSpPr>
          <p:spPr>
            <a:xfrm>
              <a:off x="1710300" y="2978450"/>
              <a:ext cx="22975" cy="51725"/>
            </a:xfrm>
            <a:custGeom>
              <a:rect b="b" l="l" r="r" t="t"/>
              <a:pathLst>
                <a:path extrusionOk="0" h="2069" w="919">
                  <a:moveTo>
                    <a:pt x="829" y="1"/>
                  </a:moveTo>
                  <a:lnTo>
                    <a:pt x="0" y="2069"/>
                  </a:lnTo>
                  <a:lnTo>
                    <a:pt x="0" y="2069"/>
                  </a:lnTo>
                  <a:lnTo>
                    <a:pt x="892" y="1748"/>
                  </a:lnTo>
                  <a:lnTo>
                    <a:pt x="856" y="1654"/>
                  </a:lnTo>
                  <a:lnTo>
                    <a:pt x="174" y="1899"/>
                  </a:lnTo>
                  <a:lnTo>
                    <a:pt x="174" y="1899"/>
                  </a:lnTo>
                  <a:lnTo>
                    <a:pt x="919" y="4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53"/>
            <p:cNvSpPr/>
            <p:nvPr/>
          </p:nvSpPr>
          <p:spPr>
            <a:xfrm>
              <a:off x="1820450" y="3017450"/>
              <a:ext cx="17300" cy="13300"/>
            </a:xfrm>
            <a:custGeom>
              <a:rect b="b" l="l" r="r" t="t"/>
              <a:pathLst>
                <a:path extrusionOk="0" h="532" w="692">
                  <a:moveTo>
                    <a:pt x="692" y="14"/>
                  </a:moveTo>
                  <a:lnTo>
                    <a:pt x="692" y="14"/>
                  </a:lnTo>
                  <a:cubicBezTo>
                    <a:pt x="687" y="18"/>
                    <a:pt x="157" y="1"/>
                    <a:pt x="1" y="504"/>
                  </a:cubicBezTo>
                  <a:lnTo>
                    <a:pt x="95" y="531"/>
                  </a:lnTo>
                  <a:cubicBezTo>
                    <a:pt x="214" y="150"/>
                    <a:pt x="577" y="115"/>
                    <a:pt x="667" y="115"/>
                  </a:cubicBezTo>
                  <a:cubicBezTo>
                    <a:pt x="678" y="115"/>
                    <a:pt x="685" y="116"/>
                    <a:pt x="687" y="116"/>
                  </a:cubicBezTo>
                  <a:lnTo>
                    <a:pt x="692" y="14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53"/>
            <p:cNvSpPr/>
            <p:nvPr/>
          </p:nvSpPr>
          <p:spPr>
            <a:xfrm>
              <a:off x="1710525" y="3043350"/>
              <a:ext cx="54950" cy="23800"/>
            </a:xfrm>
            <a:custGeom>
              <a:rect b="b" l="l" r="r" t="t"/>
              <a:pathLst>
                <a:path extrusionOk="0" h="952" w="2198">
                  <a:moveTo>
                    <a:pt x="2144" y="0"/>
                  </a:moveTo>
                  <a:cubicBezTo>
                    <a:pt x="2122" y="0"/>
                    <a:pt x="2101" y="12"/>
                    <a:pt x="2094" y="30"/>
                  </a:cubicBezTo>
                  <a:cubicBezTo>
                    <a:pt x="2090" y="38"/>
                    <a:pt x="1738" y="832"/>
                    <a:pt x="50" y="853"/>
                  </a:cubicBezTo>
                  <a:cubicBezTo>
                    <a:pt x="18" y="853"/>
                    <a:pt x="1" y="876"/>
                    <a:pt x="1" y="902"/>
                  </a:cubicBezTo>
                  <a:cubicBezTo>
                    <a:pt x="1" y="929"/>
                    <a:pt x="23" y="952"/>
                    <a:pt x="50" y="952"/>
                  </a:cubicBezTo>
                  <a:cubicBezTo>
                    <a:pt x="1814" y="929"/>
                    <a:pt x="2170" y="100"/>
                    <a:pt x="2189" y="69"/>
                  </a:cubicBezTo>
                  <a:cubicBezTo>
                    <a:pt x="2197" y="43"/>
                    <a:pt x="2183" y="16"/>
                    <a:pt x="2162" y="3"/>
                  </a:cubicBezTo>
                  <a:cubicBezTo>
                    <a:pt x="2156" y="1"/>
                    <a:pt x="2150" y="0"/>
                    <a:pt x="214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53"/>
            <p:cNvSpPr/>
            <p:nvPr/>
          </p:nvSpPr>
          <p:spPr>
            <a:xfrm>
              <a:off x="1746625" y="2956775"/>
              <a:ext cx="43675" cy="14025"/>
            </a:xfrm>
            <a:custGeom>
              <a:rect b="b" l="l" r="r" t="t"/>
              <a:pathLst>
                <a:path extrusionOk="0" h="561" w="1747">
                  <a:moveTo>
                    <a:pt x="716" y="0"/>
                  </a:moveTo>
                  <a:cubicBezTo>
                    <a:pt x="317" y="0"/>
                    <a:pt x="51" y="366"/>
                    <a:pt x="0" y="561"/>
                  </a:cubicBezTo>
                  <a:lnTo>
                    <a:pt x="1746" y="306"/>
                  </a:lnTo>
                  <a:cubicBezTo>
                    <a:pt x="1746" y="306"/>
                    <a:pt x="1220" y="53"/>
                    <a:pt x="784" y="4"/>
                  </a:cubicBezTo>
                  <a:cubicBezTo>
                    <a:pt x="761" y="1"/>
                    <a:pt x="738" y="0"/>
                    <a:pt x="71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53"/>
            <p:cNvSpPr/>
            <p:nvPr/>
          </p:nvSpPr>
          <p:spPr>
            <a:xfrm>
              <a:off x="1695575" y="2947850"/>
              <a:ext cx="27575" cy="26750"/>
            </a:xfrm>
            <a:custGeom>
              <a:rect b="b" l="l" r="r" t="t"/>
              <a:pathLst>
                <a:path extrusionOk="0" h="1070" w="1103">
                  <a:moveTo>
                    <a:pt x="715" y="0"/>
                  </a:moveTo>
                  <a:cubicBezTo>
                    <a:pt x="429" y="0"/>
                    <a:pt x="1" y="134"/>
                    <a:pt x="1" y="134"/>
                  </a:cubicBezTo>
                  <a:lnTo>
                    <a:pt x="937" y="1070"/>
                  </a:lnTo>
                  <a:cubicBezTo>
                    <a:pt x="937" y="1070"/>
                    <a:pt x="1102" y="223"/>
                    <a:pt x="937" y="58"/>
                  </a:cubicBezTo>
                  <a:cubicBezTo>
                    <a:pt x="895" y="16"/>
                    <a:pt x="813" y="0"/>
                    <a:pt x="71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53"/>
            <p:cNvSpPr/>
            <p:nvPr/>
          </p:nvSpPr>
          <p:spPr>
            <a:xfrm>
              <a:off x="1689800" y="2906325"/>
              <a:ext cx="152625" cy="109925"/>
            </a:xfrm>
            <a:custGeom>
              <a:rect b="b" l="l" r="r" t="t"/>
              <a:pathLst>
                <a:path extrusionOk="0" h="4397" w="6105">
                  <a:moveTo>
                    <a:pt x="1646" y="1"/>
                  </a:moveTo>
                  <a:cubicBezTo>
                    <a:pt x="1095" y="1"/>
                    <a:pt x="546" y="78"/>
                    <a:pt x="1" y="280"/>
                  </a:cubicBezTo>
                  <a:lnTo>
                    <a:pt x="232" y="1144"/>
                  </a:lnTo>
                  <a:lnTo>
                    <a:pt x="4630" y="1483"/>
                  </a:lnTo>
                  <a:cubicBezTo>
                    <a:pt x="4630" y="1483"/>
                    <a:pt x="4318" y="2062"/>
                    <a:pt x="4385" y="2351"/>
                  </a:cubicBezTo>
                  <a:cubicBezTo>
                    <a:pt x="4451" y="2641"/>
                    <a:pt x="4719" y="4397"/>
                    <a:pt x="4719" y="4397"/>
                  </a:cubicBezTo>
                  <a:lnTo>
                    <a:pt x="5276" y="4397"/>
                  </a:lnTo>
                  <a:cubicBezTo>
                    <a:pt x="5276" y="4397"/>
                    <a:pt x="5307" y="3982"/>
                    <a:pt x="5597" y="3938"/>
                  </a:cubicBezTo>
                  <a:cubicBezTo>
                    <a:pt x="5658" y="3928"/>
                    <a:pt x="5715" y="3925"/>
                    <a:pt x="5768" y="3925"/>
                  </a:cubicBezTo>
                  <a:cubicBezTo>
                    <a:pt x="5968" y="3925"/>
                    <a:pt x="6105" y="3977"/>
                    <a:pt x="6105" y="3977"/>
                  </a:cubicBezTo>
                  <a:lnTo>
                    <a:pt x="6105" y="779"/>
                  </a:lnTo>
                  <a:cubicBezTo>
                    <a:pt x="4646" y="571"/>
                    <a:pt x="3140" y="1"/>
                    <a:pt x="164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53"/>
            <p:cNvSpPr/>
            <p:nvPr/>
          </p:nvSpPr>
          <p:spPr>
            <a:xfrm>
              <a:off x="1733825" y="2961875"/>
              <a:ext cx="58475" cy="58600"/>
            </a:xfrm>
            <a:custGeom>
              <a:rect b="b" l="l" r="r" t="t"/>
              <a:pathLst>
                <a:path extrusionOk="0" h="2344" w="2339">
                  <a:moveTo>
                    <a:pt x="1171" y="102"/>
                  </a:moveTo>
                  <a:cubicBezTo>
                    <a:pt x="1759" y="102"/>
                    <a:pt x="2240" y="579"/>
                    <a:pt x="2240" y="1172"/>
                  </a:cubicBezTo>
                  <a:cubicBezTo>
                    <a:pt x="2240" y="1765"/>
                    <a:pt x="1759" y="2246"/>
                    <a:pt x="1171" y="2246"/>
                  </a:cubicBezTo>
                  <a:cubicBezTo>
                    <a:pt x="579" y="2246"/>
                    <a:pt x="97" y="1765"/>
                    <a:pt x="97" y="1172"/>
                  </a:cubicBezTo>
                  <a:cubicBezTo>
                    <a:pt x="97" y="579"/>
                    <a:pt x="579" y="102"/>
                    <a:pt x="1171" y="102"/>
                  </a:cubicBezTo>
                  <a:close/>
                  <a:moveTo>
                    <a:pt x="1171" y="1"/>
                  </a:moveTo>
                  <a:cubicBezTo>
                    <a:pt x="525" y="1"/>
                    <a:pt x="0" y="526"/>
                    <a:pt x="0" y="1172"/>
                  </a:cubicBezTo>
                  <a:cubicBezTo>
                    <a:pt x="0" y="1819"/>
                    <a:pt x="525" y="2344"/>
                    <a:pt x="1171" y="2344"/>
                  </a:cubicBezTo>
                  <a:cubicBezTo>
                    <a:pt x="1818" y="2344"/>
                    <a:pt x="2339" y="1819"/>
                    <a:pt x="2339" y="1172"/>
                  </a:cubicBezTo>
                  <a:cubicBezTo>
                    <a:pt x="2339" y="526"/>
                    <a:pt x="1818" y="1"/>
                    <a:pt x="1171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53"/>
            <p:cNvSpPr/>
            <p:nvPr/>
          </p:nvSpPr>
          <p:spPr>
            <a:xfrm>
              <a:off x="1660725" y="2961875"/>
              <a:ext cx="58525" cy="58600"/>
            </a:xfrm>
            <a:custGeom>
              <a:rect b="b" l="l" r="r" t="t"/>
              <a:pathLst>
                <a:path extrusionOk="0" h="2344" w="2341">
                  <a:moveTo>
                    <a:pt x="1173" y="102"/>
                  </a:moveTo>
                  <a:cubicBezTo>
                    <a:pt x="1761" y="102"/>
                    <a:pt x="2242" y="579"/>
                    <a:pt x="2242" y="1172"/>
                  </a:cubicBezTo>
                  <a:cubicBezTo>
                    <a:pt x="2242" y="1765"/>
                    <a:pt x="1761" y="2246"/>
                    <a:pt x="1173" y="2246"/>
                  </a:cubicBezTo>
                  <a:cubicBezTo>
                    <a:pt x="580" y="2246"/>
                    <a:pt x="99" y="1765"/>
                    <a:pt x="99" y="1172"/>
                  </a:cubicBezTo>
                  <a:cubicBezTo>
                    <a:pt x="99" y="579"/>
                    <a:pt x="580" y="102"/>
                    <a:pt x="1173" y="102"/>
                  </a:cubicBezTo>
                  <a:close/>
                  <a:moveTo>
                    <a:pt x="1173" y="1"/>
                  </a:moveTo>
                  <a:cubicBezTo>
                    <a:pt x="527" y="1"/>
                    <a:pt x="1" y="526"/>
                    <a:pt x="1" y="1172"/>
                  </a:cubicBezTo>
                  <a:cubicBezTo>
                    <a:pt x="1" y="1819"/>
                    <a:pt x="527" y="2344"/>
                    <a:pt x="1173" y="2344"/>
                  </a:cubicBezTo>
                  <a:cubicBezTo>
                    <a:pt x="1818" y="2344"/>
                    <a:pt x="2340" y="1819"/>
                    <a:pt x="2340" y="1172"/>
                  </a:cubicBezTo>
                  <a:cubicBezTo>
                    <a:pt x="2340" y="526"/>
                    <a:pt x="1818" y="1"/>
                    <a:pt x="1173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53"/>
            <p:cNvSpPr/>
            <p:nvPr/>
          </p:nvSpPr>
          <p:spPr>
            <a:xfrm>
              <a:off x="1718000" y="2989950"/>
              <a:ext cx="17050" cy="2450"/>
            </a:xfrm>
            <a:custGeom>
              <a:rect b="b" l="l" r="r" t="t"/>
              <a:pathLst>
                <a:path extrusionOk="0" h="98" w="682">
                  <a:moveTo>
                    <a:pt x="0" y="0"/>
                  </a:moveTo>
                  <a:lnTo>
                    <a:pt x="0" y="98"/>
                  </a:lnTo>
                  <a:lnTo>
                    <a:pt x="681" y="98"/>
                  </a:lnTo>
                  <a:lnTo>
                    <a:pt x="681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53"/>
            <p:cNvSpPr/>
            <p:nvPr/>
          </p:nvSpPr>
          <p:spPr>
            <a:xfrm>
              <a:off x="1557800" y="4001000"/>
              <a:ext cx="120900" cy="681600"/>
            </a:xfrm>
            <a:custGeom>
              <a:rect b="b" l="l" r="r" t="t"/>
              <a:pathLst>
                <a:path extrusionOk="0" h="27264" w="4836">
                  <a:moveTo>
                    <a:pt x="184" y="0"/>
                  </a:moveTo>
                  <a:cubicBezTo>
                    <a:pt x="81" y="0"/>
                    <a:pt x="1" y="86"/>
                    <a:pt x="1" y="187"/>
                  </a:cubicBezTo>
                  <a:lnTo>
                    <a:pt x="1" y="27081"/>
                  </a:lnTo>
                  <a:cubicBezTo>
                    <a:pt x="1" y="27183"/>
                    <a:pt x="81" y="27263"/>
                    <a:pt x="184" y="27263"/>
                  </a:cubicBezTo>
                  <a:lnTo>
                    <a:pt x="4652" y="27263"/>
                  </a:lnTo>
                  <a:cubicBezTo>
                    <a:pt x="4751" y="27263"/>
                    <a:pt x="4835" y="27183"/>
                    <a:pt x="4835" y="27081"/>
                  </a:cubicBezTo>
                  <a:lnTo>
                    <a:pt x="4835" y="187"/>
                  </a:lnTo>
                  <a:cubicBezTo>
                    <a:pt x="4835" y="86"/>
                    <a:pt x="4751" y="0"/>
                    <a:pt x="465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53"/>
            <p:cNvSpPr/>
            <p:nvPr/>
          </p:nvSpPr>
          <p:spPr>
            <a:xfrm>
              <a:off x="1579200" y="4695375"/>
              <a:ext cx="56600" cy="614100"/>
            </a:xfrm>
            <a:custGeom>
              <a:rect b="b" l="l" r="r" t="t"/>
              <a:pathLst>
                <a:path extrusionOk="0" h="24564" w="2264">
                  <a:moveTo>
                    <a:pt x="0" y="1"/>
                  </a:moveTo>
                  <a:lnTo>
                    <a:pt x="0" y="24564"/>
                  </a:lnTo>
                  <a:lnTo>
                    <a:pt x="2264" y="24564"/>
                  </a:lnTo>
                  <a:lnTo>
                    <a:pt x="2264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53"/>
            <p:cNvSpPr/>
            <p:nvPr/>
          </p:nvSpPr>
          <p:spPr>
            <a:xfrm>
              <a:off x="1557800" y="5102525"/>
              <a:ext cx="120900" cy="80750"/>
            </a:xfrm>
            <a:custGeom>
              <a:rect b="b" l="l" r="r" t="t"/>
              <a:pathLst>
                <a:path extrusionOk="0" h="3230" w="4836">
                  <a:moveTo>
                    <a:pt x="1" y="0"/>
                  </a:moveTo>
                  <a:lnTo>
                    <a:pt x="1" y="3230"/>
                  </a:lnTo>
                  <a:lnTo>
                    <a:pt x="4835" y="3230"/>
                  </a:lnTo>
                  <a:lnTo>
                    <a:pt x="4835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53"/>
            <p:cNvSpPr/>
            <p:nvPr/>
          </p:nvSpPr>
          <p:spPr>
            <a:xfrm>
              <a:off x="1557800" y="4579425"/>
              <a:ext cx="120900" cy="523125"/>
            </a:xfrm>
            <a:custGeom>
              <a:rect b="b" l="l" r="r" t="t"/>
              <a:pathLst>
                <a:path extrusionOk="0" h="20925" w="4836">
                  <a:moveTo>
                    <a:pt x="1975" y="1"/>
                  </a:moveTo>
                  <a:cubicBezTo>
                    <a:pt x="887" y="1"/>
                    <a:pt x="1" y="887"/>
                    <a:pt x="1" y="1975"/>
                  </a:cubicBezTo>
                  <a:lnTo>
                    <a:pt x="1" y="20924"/>
                  </a:lnTo>
                  <a:lnTo>
                    <a:pt x="4835" y="20924"/>
                  </a:lnTo>
                  <a:lnTo>
                    <a:pt x="4835" y="1975"/>
                  </a:lnTo>
                  <a:cubicBezTo>
                    <a:pt x="4835" y="887"/>
                    <a:pt x="3944" y="1"/>
                    <a:pt x="286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53"/>
            <p:cNvSpPr/>
            <p:nvPr/>
          </p:nvSpPr>
          <p:spPr>
            <a:xfrm>
              <a:off x="1628650" y="52820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53"/>
            <p:cNvSpPr/>
            <p:nvPr/>
          </p:nvSpPr>
          <p:spPr>
            <a:xfrm>
              <a:off x="1309850" y="5435000"/>
              <a:ext cx="325950" cy="41675"/>
            </a:xfrm>
            <a:custGeom>
              <a:rect b="b" l="l" r="r" t="t"/>
              <a:pathLst>
                <a:path extrusionOk="0" h="1667" w="13038">
                  <a:moveTo>
                    <a:pt x="309" y="0"/>
                  </a:moveTo>
                  <a:cubicBezTo>
                    <a:pt x="50" y="1498"/>
                    <a:pt x="1" y="1666"/>
                    <a:pt x="1" y="1666"/>
                  </a:cubicBezTo>
                  <a:lnTo>
                    <a:pt x="13038" y="1666"/>
                  </a:lnTo>
                  <a:lnTo>
                    <a:pt x="13038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53"/>
            <p:cNvSpPr/>
            <p:nvPr/>
          </p:nvSpPr>
          <p:spPr>
            <a:xfrm>
              <a:off x="1317550" y="5284175"/>
              <a:ext cx="318250" cy="150850"/>
            </a:xfrm>
            <a:custGeom>
              <a:rect b="b" l="l" r="r" t="t"/>
              <a:pathLst>
                <a:path extrusionOk="0" h="6034" w="12730">
                  <a:moveTo>
                    <a:pt x="9522" y="0"/>
                  </a:moveTo>
                  <a:cubicBezTo>
                    <a:pt x="9522" y="0"/>
                    <a:pt x="9892" y="3498"/>
                    <a:pt x="7254" y="3753"/>
                  </a:cubicBezTo>
                  <a:cubicBezTo>
                    <a:pt x="4612" y="4006"/>
                    <a:pt x="290" y="4358"/>
                    <a:pt x="18" y="5940"/>
                  </a:cubicBezTo>
                  <a:cubicBezTo>
                    <a:pt x="9" y="5971"/>
                    <a:pt x="5" y="6002"/>
                    <a:pt x="1" y="6033"/>
                  </a:cubicBezTo>
                  <a:lnTo>
                    <a:pt x="12730" y="6033"/>
                  </a:lnTo>
                  <a:lnTo>
                    <a:pt x="12730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53"/>
            <p:cNvSpPr/>
            <p:nvPr/>
          </p:nvSpPr>
          <p:spPr>
            <a:xfrm>
              <a:off x="1342050" y="5401200"/>
              <a:ext cx="145700" cy="34275"/>
            </a:xfrm>
            <a:custGeom>
              <a:rect b="b" l="l" r="r" t="t"/>
              <a:pathLst>
                <a:path extrusionOk="0" h="1371" w="5828">
                  <a:moveTo>
                    <a:pt x="2095" y="0"/>
                  </a:moveTo>
                  <a:cubicBezTo>
                    <a:pt x="991" y="0"/>
                    <a:pt x="15" y="34"/>
                    <a:pt x="0" y="34"/>
                  </a:cubicBezTo>
                  <a:lnTo>
                    <a:pt x="6" y="118"/>
                  </a:lnTo>
                  <a:cubicBezTo>
                    <a:pt x="20" y="118"/>
                    <a:pt x="993" y="83"/>
                    <a:pt x="2094" y="83"/>
                  </a:cubicBezTo>
                  <a:cubicBezTo>
                    <a:pt x="2645" y="83"/>
                    <a:pt x="3228" y="92"/>
                    <a:pt x="3739" y="118"/>
                  </a:cubicBezTo>
                  <a:cubicBezTo>
                    <a:pt x="5240" y="194"/>
                    <a:pt x="5744" y="1357"/>
                    <a:pt x="5748" y="1371"/>
                  </a:cubicBezTo>
                  <a:lnTo>
                    <a:pt x="5828" y="1340"/>
                  </a:lnTo>
                  <a:cubicBezTo>
                    <a:pt x="5819" y="1326"/>
                    <a:pt x="5299" y="110"/>
                    <a:pt x="3743" y="34"/>
                  </a:cubicBezTo>
                  <a:cubicBezTo>
                    <a:pt x="3231" y="9"/>
                    <a:pt x="2647" y="0"/>
                    <a:pt x="20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53"/>
            <p:cNvSpPr/>
            <p:nvPr/>
          </p:nvSpPr>
          <p:spPr>
            <a:xfrm>
              <a:off x="1486300" y="5284175"/>
              <a:ext cx="110525" cy="105500"/>
            </a:xfrm>
            <a:custGeom>
              <a:rect b="b" l="l" r="r" t="t"/>
              <a:pathLst>
                <a:path extrusionOk="0" h="4220" w="4421">
                  <a:moveTo>
                    <a:pt x="4314" y="0"/>
                  </a:moveTo>
                  <a:cubicBezTo>
                    <a:pt x="4314" y="37"/>
                    <a:pt x="4335" y="3529"/>
                    <a:pt x="3066" y="3979"/>
                  </a:cubicBezTo>
                  <a:cubicBezTo>
                    <a:pt x="2741" y="4095"/>
                    <a:pt x="2386" y="4138"/>
                    <a:pt x="2038" y="4138"/>
                  </a:cubicBezTo>
                  <a:cubicBezTo>
                    <a:pt x="1014" y="4138"/>
                    <a:pt x="45" y="3764"/>
                    <a:pt x="31" y="3761"/>
                  </a:cubicBezTo>
                  <a:lnTo>
                    <a:pt x="0" y="3837"/>
                  </a:lnTo>
                  <a:cubicBezTo>
                    <a:pt x="14" y="3841"/>
                    <a:pt x="999" y="4220"/>
                    <a:pt x="2042" y="4220"/>
                  </a:cubicBezTo>
                  <a:cubicBezTo>
                    <a:pt x="2398" y="4220"/>
                    <a:pt x="2763" y="4180"/>
                    <a:pt x="3093" y="4059"/>
                  </a:cubicBezTo>
                  <a:cubicBezTo>
                    <a:pt x="4421" y="3592"/>
                    <a:pt x="4398" y="144"/>
                    <a:pt x="4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53"/>
            <p:cNvSpPr/>
            <p:nvPr/>
          </p:nvSpPr>
          <p:spPr>
            <a:xfrm>
              <a:off x="1552575" y="5294750"/>
              <a:ext cx="43250" cy="29550"/>
            </a:xfrm>
            <a:custGeom>
              <a:rect b="b" l="l" r="r" t="t"/>
              <a:pathLst>
                <a:path extrusionOk="0" h="1182" w="1730">
                  <a:moveTo>
                    <a:pt x="1680" y="1"/>
                  </a:moveTo>
                  <a:lnTo>
                    <a:pt x="0" y="1111"/>
                  </a:lnTo>
                  <a:lnTo>
                    <a:pt x="49" y="1181"/>
                  </a:lnTo>
                  <a:lnTo>
                    <a:pt x="1729" y="68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53"/>
            <p:cNvSpPr/>
            <p:nvPr/>
          </p:nvSpPr>
          <p:spPr>
            <a:xfrm>
              <a:off x="1555250" y="5302450"/>
              <a:ext cx="37775" cy="21850"/>
            </a:xfrm>
            <a:custGeom>
              <a:rect b="b" l="l" r="r" t="t"/>
              <a:pathLst>
                <a:path extrusionOk="0" h="874" w="1511">
                  <a:moveTo>
                    <a:pt x="41" y="1"/>
                  </a:moveTo>
                  <a:lnTo>
                    <a:pt x="0" y="71"/>
                  </a:lnTo>
                  <a:lnTo>
                    <a:pt x="1470" y="873"/>
                  </a:lnTo>
                  <a:lnTo>
                    <a:pt x="1511" y="803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53"/>
            <p:cNvSpPr/>
            <p:nvPr/>
          </p:nvSpPr>
          <p:spPr>
            <a:xfrm>
              <a:off x="1540675" y="5335425"/>
              <a:ext cx="50150" cy="19400"/>
            </a:xfrm>
            <a:custGeom>
              <a:rect b="b" l="l" r="r" t="t"/>
              <a:pathLst>
                <a:path extrusionOk="0" h="776" w="2006">
                  <a:moveTo>
                    <a:pt x="1978" y="0"/>
                  </a:moveTo>
                  <a:lnTo>
                    <a:pt x="0" y="695"/>
                  </a:lnTo>
                  <a:lnTo>
                    <a:pt x="27" y="776"/>
                  </a:lnTo>
                  <a:lnTo>
                    <a:pt x="2005" y="80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53"/>
            <p:cNvSpPr/>
            <p:nvPr/>
          </p:nvSpPr>
          <p:spPr>
            <a:xfrm>
              <a:off x="1549000" y="5335525"/>
              <a:ext cx="35550" cy="25000"/>
            </a:xfrm>
            <a:custGeom>
              <a:rect b="b" l="l" r="r" t="t"/>
              <a:pathLst>
                <a:path extrusionOk="0" h="1000" w="1422">
                  <a:moveTo>
                    <a:pt x="46" y="1"/>
                  </a:moveTo>
                  <a:lnTo>
                    <a:pt x="1" y="72"/>
                  </a:lnTo>
                  <a:lnTo>
                    <a:pt x="1378" y="999"/>
                  </a:lnTo>
                  <a:lnTo>
                    <a:pt x="1422" y="928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53"/>
            <p:cNvSpPr/>
            <p:nvPr/>
          </p:nvSpPr>
          <p:spPr>
            <a:xfrm>
              <a:off x="1726900" y="4001000"/>
              <a:ext cx="120875" cy="681600"/>
            </a:xfrm>
            <a:custGeom>
              <a:rect b="b" l="l" r="r" t="t"/>
              <a:pathLst>
                <a:path extrusionOk="0" h="27264" w="4835">
                  <a:moveTo>
                    <a:pt x="183" y="0"/>
                  </a:moveTo>
                  <a:cubicBezTo>
                    <a:pt x="85" y="0"/>
                    <a:pt x="0" y="86"/>
                    <a:pt x="0" y="187"/>
                  </a:cubicBezTo>
                  <a:lnTo>
                    <a:pt x="0" y="27081"/>
                  </a:lnTo>
                  <a:cubicBezTo>
                    <a:pt x="0" y="27183"/>
                    <a:pt x="85" y="27263"/>
                    <a:pt x="183" y="27263"/>
                  </a:cubicBezTo>
                  <a:lnTo>
                    <a:pt x="4652" y="27263"/>
                  </a:lnTo>
                  <a:cubicBezTo>
                    <a:pt x="4754" y="27263"/>
                    <a:pt x="4834" y="27183"/>
                    <a:pt x="4834" y="27081"/>
                  </a:cubicBezTo>
                  <a:lnTo>
                    <a:pt x="4834" y="187"/>
                  </a:lnTo>
                  <a:cubicBezTo>
                    <a:pt x="4834" y="86"/>
                    <a:pt x="4754" y="0"/>
                    <a:pt x="465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53"/>
            <p:cNvSpPr/>
            <p:nvPr/>
          </p:nvSpPr>
          <p:spPr>
            <a:xfrm>
              <a:off x="1753400" y="4695375"/>
              <a:ext cx="56625" cy="614100"/>
            </a:xfrm>
            <a:custGeom>
              <a:rect b="b" l="l" r="r" t="t"/>
              <a:pathLst>
                <a:path extrusionOk="0" h="24564" w="2265">
                  <a:moveTo>
                    <a:pt x="1" y="1"/>
                  </a:moveTo>
                  <a:lnTo>
                    <a:pt x="1" y="24564"/>
                  </a:lnTo>
                  <a:lnTo>
                    <a:pt x="2265" y="24564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53"/>
            <p:cNvSpPr/>
            <p:nvPr/>
          </p:nvSpPr>
          <p:spPr>
            <a:xfrm>
              <a:off x="1726900" y="4579425"/>
              <a:ext cx="120875" cy="523125"/>
            </a:xfrm>
            <a:custGeom>
              <a:rect b="b" l="l" r="r" t="t"/>
              <a:pathLst>
                <a:path extrusionOk="0" h="20925" w="4835">
                  <a:moveTo>
                    <a:pt x="1974" y="1"/>
                  </a:moveTo>
                  <a:cubicBezTo>
                    <a:pt x="892" y="1"/>
                    <a:pt x="0" y="887"/>
                    <a:pt x="0" y="1975"/>
                  </a:cubicBezTo>
                  <a:lnTo>
                    <a:pt x="0" y="20924"/>
                  </a:lnTo>
                  <a:lnTo>
                    <a:pt x="4834" y="20924"/>
                  </a:lnTo>
                  <a:lnTo>
                    <a:pt x="4834" y="1975"/>
                  </a:lnTo>
                  <a:cubicBezTo>
                    <a:pt x="4834" y="887"/>
                    <a:pt x="3948" y="1"/>
                    <a:pt x="286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53"/>
            <p:cNvSpPr/>
            <p:nvPr/>
          </p:nvSpPr>
          <p:spPr>
            <a:xfrm>
              <a:off x="1726900" y="5102525"/>
              <a:ext cx="120875" cy="80750"/>
            </a:xfrm>
            <a:custGeom>
              <a:rect b="b" l="l" r="r" t="t"/>
              <a:pathLst>
                <a:path extrusionOk="0" h="3230" w="4835">
                  <a:moveTo>
                    <a:pt x="0" y="0"/>
                  </a:moveTo>
                  <a:lnTo>
                    <a:pt x="0" y="3230"/>
                  </a:lnTo>
                  <a:lnTo>
                    <a:pt x="4834" y="3230"/>
                  </a:lnTo>
                  <a:lnTo>
                    <a:pt x="4834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53"/>
            <p:cNvSpPr/>
            <p:nvPr/>
          </p:nvSpPr>
          <p:spPr>
            <a:xfrm>
              <a:off x="1812550" y="52820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53"/>
            <p:cNvSpPr/>
            <p:nvPr/>
          </p:nvSpPr>
          <p:spPr>
            <a:xfrm>
              <a:off x="1493875" y="5435000"/>
              <a:ext cx="325825" cy="41675"/>
            </a:xfrm>
            <a:custGeom>
              <a:rect b="b" l="l" r="r" t="t"/>
              <a:pathLst>
                <a:path extrusionOk="0" h="1667" w="13033">
                  <a:moveTo>
                    <a:pt x="304" y="0"/>
                  </a:moveTo>
                  <a:cubicBezTo>
                    <a:pt x="45" y="1498"/>
                    <a:pt x="1" y="1666"/>
                    <a:pt x="1" y="1666"/>
                  </a:cubicBezTo>
                  <a:lnTo>
                    <a:pt x="13033" y="1666"/>
                  </a:lnTo>
                  <a:lnTo>
                    <a:pt x="13033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53"/>
            <p:cNvSpPr/>
            <p:nvPr/>
          </p:nvSpPr>
          <p:spPr>
            <a:xfrm>
              <a:off x="1501450" y="5284175"/>
              <a:ext cx="318250" cy="150850"/>
            </a:xfrm>
            <a:custGeom>
              <a:rect b="b" l="l" r="r" t="t"/>
              <a:pathLst>
                <a:path extrusionOk="0" h="6034" w="12730">
                  <a:moveTo>
                    <a:pt x="9522" y="0"/>
                  </a:moveTo>
                  <a:cubicBezTo>
                    <a:pt x="9522" y="0"/>
                    <a:pt x="9896" y="3498"/>
                    <a:pt x="7254" y="3753"/>
                  </a:cubicBezTo>
                  <a:cubicBezTo>
                    <a:pt x="4617" y="4006"/>
                    <a:pt x="290" y="4358"/>
                    <a:pt x="19" y="5940"/>
                  </a:cubicBezTo>
                  <a:cubicBezTo>
                    <a:pt x="13" y="5971"/>
                    <a:pt x="9" y="6002"/>
                    <a:pt x="1" y="6033"/>
                  </a:cubicBezTo>
                  <a:lnTo>
                    <a:pt x="12730" y="6033"/>
                  </a:lnTo>
                  <a:lnTo>
                    <a:pt x="12730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53"/>
            <p:cNvSpPr/>
            <p:nvPr/>
          </p:nvSpPr>
          <p:spPr>
            <a:xfrm>
              <a:off x="1526075" y="5401200"/>
              <a:ext cx="145600" cy="34275"/>
            </a:xfrm>
            <a:custGeom>
              <a:rect b="b" l="l" r="r" t="t"/>
              <a:pathLst>
                <a:path extrusionOk="0" h="1371" w="5824">
                  <a:moveTo>
                    <a:pt x="2093" y="0"/>
                  </a:moveTo>
                  <a:cubicBezTo>
                    <a:pt x="990" y="0"/>
                    <a:pt x="15" y="34"/>
                    <a:pt x="0" y="34"/>
                  </a:cubicBezTo>
                  <a:lnTo>
                    <a:pt x="5" y="118"/>
                  </a:lnTo>
                  <a:cubicBezTo>
                    <a:pt x="17" y="118"/>
                    <a:pt x="989" y="83"/>
                    <a:pt x="2090" y="83"/>
                  </a:cubicBezTo>
                  <a:cubicBezTo>
                    <a:pt x="2640" y="83"/>
                    <a:pt x="3223" y="92"/>
                    <a:pt x="3733" y="118"/>
                  </a:cubicBezTo>
                  <a:cubicBezTo>
                    <a:pt x="5240" y="194"/>
                    <a:pt x="5744" y="1357"/>
                    <a:pt x="5748" y="1371"/>
                  </a:cubicBezTo>
                  <a:lnTo>
                    <a:pt x="5824" y="1340"/>
                  </a:lnTo>
                  <a:cubicBezTo>
                    <a:pt x="5819" y="1326"/>
                    <a:pt x="5298" y="110"/>
                    <a:pt x="3739" y="34"/>
                  </a:cubicBezTo>
                  <a:cubicBezTo>
                    <a:pt x="3228" y="9"/>
                    <a:pt x="2644" y="0"/>
                    <a:pt x="2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53"/>
            <p:cNvSpPr/>
            <p:nvPr/>
          </p:nvSpPr>
          <p:spPr>
            <a:xfrm>
              <a:off x="1670325" y="5284175"/>
              <a:ext cx="110400" cy="105500"/>
            </a:xfrm>
            <a:custGeom>
              <a:rect b="b" l="l" r="r" t="t"/>
              <a:pathLst>
                <a:path extrusionOk="0" h="4220" w="4416">
                  <a:moveTo>
                    <a:pt x="4313" y="0"/>
                  </a:moveTo>
                  <a:cubicBezTo>
                    <a:pt x="4313" y="37"/>
                    <a:pt x="4335" y="3529"/>
                    <a:pt x="3065" y="3979"/>
                  </a:cubicBezTo>
                  <a:cubicBezTo>
                    <a:pt x="2740" y="4095"/>
                    <a:pt x="2386" y="4138"/>
                    <a:pt x="2038" y="4138"/>
                  </a:cubicBezTo>
                  <a:cubicBezTo>
                    <a:pt x="1013" y="4138"/>
                    <a:pt x="44" y="3764"/>
                    <a:pt x="31" y="3761"/>
                  </a:cubicBezTo>
                  <a:lnTo>
                    <a:pt x="0" y="3837"/>
                  </a:lnTo>
                  <a:cubicBezTo>
                    <a:pt x="13" y="3841"/>
                    <a:pt x="998" y="4220"/>
                    <a:pt x="2041" y="4220"/>
                  </a:cubicBezTo>
                  <a:cubicBezTo>
                    <a:pt x="2397" y="4220"/>
                    <a:pt x="2758" y="4180"/>
                    <a:pt x="3092" y="4059"/>
                  </a:cubicBezTo>
                  <a:cubicBezTo>
                    <a:pt x="4416" y="3592"/>
                    <a:pt x="4397" y="144"/>
                    <a:pt x="43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53"/>
            <p:cNvSpPr/>
            <p:nvPr/>
          </p:nvSpPr>
          <p:spPr>
            <a:xfrm>
              <a:off x="1736600" y="5294750"/>
              <a:ext cx="43125" cy="29550"/>
            </a:xfrm>
            <a:custGeom>
              <a:rect b="b" l="l" r="r" t="t"/>
              <a:pathLst>
                <a:path extrusionOk="0" h="1182" w="1725">
                  <a:moveTo>
                    <a:pt x="1680" y="1"/>
                  </a:moveTo>
                  <a:lnTo>
                    <a:pt x="0" y="1111"/>
                  </a:lnTo>
                  <a:lnTo>
                    <a:pt x="44" y="1181"/>
                  </a:lnTo>
                  <a:lnTo>
                    <a:pt x="1724" y="68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53"/>
            <p:cNvSpPr/>
            <p:nvPr/>
          </p:nvSpPr>
          <p:spPr>
            <a:xfrm>
              <a:off x="1739275" y="5302450"/>
              <a:ext cx="37775" cy="21850"/>
            </a:xfrm>
            <a:custGeom>
              <a:rect b="b" l="l" r="r" t="t"/>
              <a:pathLst>
                <a:path extrusionOk="0" h="874" w="1511">
                  <a:moveTo>
                    <a:pt x="40" y="1"/>
                  </a:moveTo>
                  <a:lnTo>
                    <a:pt x="0" y="71"/>
                  </a:lnTo>
                  <a:lnTo>
                    <a:pt x="1471" y="873"/>
                  </a:lnTo>
                  <a:lnTo>
                    <a:pt x="1510" y="803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53"/>
            <p:cNvSpPr/>
            <p:nvPr/>
          </p:nvSpPr>
          <p:spPr>
            <a:xfrm>
              <a:off x="1724575" y="5335425"/>
              <a:ext cx="50150" cy="19400"/>
            </a:xfrm>
            <a:custGeom>
              <a:rect b="b" l="l" r="r" t="t"/>
              <a:pathLst>
                <a:path extrusionOk="0" h="776" w="2006">
                  <a:moveTo>
                    <a:pt x="1978" y="0"/>
                  </a:moveTo>
                  <a:lnTo>
                    <a:pt x="0" y="695"/>
                  </a:lnTo>
                  <a:lnTo>
                    <a:pt x="27" y="776"/>
                  </a:lnTo>
                  <a:lnTo>
                    <a:pt x="2005" y="80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53"/>
            <p:cNvSpPr/>
            <p:nvPr/>
          </p:nvSpPr>
          <p:spPr>
            <a:xfrm>
              <a:off x="1732900" y="5335525"/>
              <a:ext cx="35700" cy="25000"/>
            </a:xfrm>
            <a:custGeom>
              <a:rect b="b" l="l" r="r" t="t"/>
              <a:pathLst>
                <a:path extrusionOk="0" h="1000" w="1428">
                  <a:moveTo>
                    <a:pt x="50" y="1"/>
                  </a:moveTo>
                  <a:lnTo>
                    <a:pt x="1" y="72"/>
                  </a:lnTo>
                  <a:lnTo>
                    <a:pt x="1378" y="999"/>
                  </a:lnTo>
                  <a:lnTo>
                    <a:pt x="1427" y="928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53"/>
            <p:cNvSpPr/>
            <p:nvPr/>
          </p:nvSpPr>
          <p:spPr>
            <a:xfrm>
              <a:off x="1353750" y="3300275"/>
              <a:ext cx="774725" cy="703100"/>
            </a:xfrm>
            <a:custGeom>
              <a:rect b="b" l="l" r="r" t="t"/>
              <a:pathLst>
                <a:path extrusionOk="0" h="28124" w="30989">
                  <a:moveTo>
                    <a:pt x="10649" y="0"/>
                  </a:moveTo>
                  <a:cubicBezTo>
                    <a:pt x="10649" y="0"/>
                    <a:pt x="2259" y="1029"/>
                    <a:pt x="1128" y="2348"/>
                  </a:cubicBezTo>
                  <a:cubicBezTo>
                    <a:pt x="1" y="3667"/>
                    <a:pt x="3636" y="26479"/>
                    <a:pt x="5271" y="27860"/>
                  </a:cubicBezTo>
                  <a:cubicBezTo>
                    <a:pt x="5378" y="27954"/>
                    <a:pt x="5552" y="28039"/>
                    <a:pt x="5775" y="28123"/>
                  </a:cubicBezTo>
                  <a:lnTo>
                    <a:pt x="23699" y="28123"/>
                  </a:lnTo>
                  <a:cubicBezTo>
                    <a:pt x="25214" y="25115"/>
                    <a:pt x="30869" y="7017"/>
                    <a:pt x="30926" y="4483"/>
                  </a:cubicBezTo>
                  <a:cubicBezTo>
                    <a:pt x="30988" y="1783"/>
                    <a:pt x="27959" y="1212"/>
                    <a:pt x="24078" y="588"/>
                  </a:cubicBezTo>
                  <a:lnTo>
                    <a:pt x="10649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53"/>
            <p:cNvSpPr/>
            <p:nvPr/>
          </p:nvSpPr>
          <p:spPr>
            <a:xfrm>
              <a:off x="1375350" y="3490950"/>
              <a:ext cx="107625" cy="507400"/>
            </a:xfrm>
            <a:custGeom>
              <a:rect b="b" l="l" r="r" t="t"/>
              <a:pathLst>
                <a:path extrusionOk="0" h="20296" w="4305">
                  <a:moveTo>
                    <a:pt x="99" y="1"/>
                  </a:moveTo>
                  <a:lnTo>
                    <a:pt x="1" y="14"/>
                  </a:lnTo>
                  <a:cubicBezTo>
                    <a:pt x="10" y="76"/>
                    <a:pt x="669" y="6608"/>
                    <a:pt x="1405" y="10257"/>
                  </a:cubicBezTo>
                  <a:cubicBezTo>
                    <a:pt x="1855" y="12489"/>
                    <a:pt x="3178" y="16949"/>
                    <a:pt x="4212" y="20295"/>
                  </a:cubicBezTo>
                  <a:lnTo>
                    <a:pt x="4305" y="20264"/>
                  </a:lnTo>
                  <a:cubicBezTo>
                    <a:pt x="3272" y="16923"/>
                    <a:pt x="1948" y="12468"/>
                    <a:pt x="1502" y="10235"/>
                  </a:cubicBezTo>
                  <a:cubicBezTo>
                    <a:pt x="767" y="6595"/>
                    <a:pt x="108" y="68"/>
                    <a:pt x="99" y="1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53"/>
            <p:cNvSpPr/>
            <p:nvPr/>
          </p:nvSpPr>
          <p:spPr>
            <a:xfrm>
              <a:off x="1619950" y="3272650"/>
              <a:ext cx="292325" cy="125525"/>
            </a:xfrm>
            <a:custGeom>
              <a:rect b="b" l="l" r="r" t="t"/>
              <a:pathLst>
                <a:path extrusionOk="0" h="5021" w="11693">
                  <a:moveTo>
                    <a:pt x="6065" y="1"/>
                  </a:moveTo>
                  <a:lnTo>
                    <a:pt x="1" y="1105"/>
                  </a:lnTo>
                  <a:lnTo>
                    <a:pt x="3673" y="5021"/>
                  </a:lnTo>
                  <a:lnTo>
                    <a:pt x="11693" y="1617"/>
                  </a:lnTo>
                  <a:lnTo>
                    <a:pt x="6065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53"/>
            <p:cNvSpPr/>
            <p:nvPr/>
          </p:nvSpPr>
          <p:spPr>
            <a:xfrm>
              <a:off x="1619950" y="3300275"/>
              <a:ext cx="292325" cy="703100"/>
            </a:xfrm>
            <a:custGeom>
              <a:rect b="b" l="l" r="r" t="t"/>
              <a:pathLst>
                <a:path extrusionOk="0" h="28124" w="11693">
                  <a:moveTo>
                    <a:pt x="1" y="0"/>
                  </a:moveTo>
                  <a:lnTo>
                    <a:pt x="465" y="28123"/>
                  </a:lnTo>
                  <a:lnTo>
                    <a:pt x="7731" y="28123"/>
                  </a:lnTo>
                  <a:lnTo>
                    <a:pt x="11693" y="512"/>
                  </a:lnTo>
                  <a:lnTo>
                    <a:pt x="3673" y="39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53"/>
            <p:cNvSpPr/>
            <p:nvPr/>
          </p:nvSpPr>
          <p:spPr>
            <a:xfrm>
              <a:off x="1710525" y="3398150"/>
              <a:ext cx="2600" cy="605225"/>
            </a:xfrm>
            <a:custGeom>
              <a:rect b="b" l="l" r="r" t="t"/>
              <a:pathLst>
                <a:path extrusionOk="0" h="24209" w="104">
                  <a:moveTo>
                    <a:pt x="1" y="1"/>
                  </a:moveTo>
                  <a:lnTo>
                    <a:pt x="1" y="24208"/>
                  </a:lnTo>
                  <a:lnTo>
                    <a:pt x="103" y="24208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53"/>
            <p:cNvSpPr/>
            <p:nvPr/>
          </p:nvSpPr>
          <p:spPr>
            <a:xfrm>
              <a:off x="1711750" y="3313075"/>
              <a:ext cx="200525" cy="127575"/>
            </a:xfrm>
            <a:custGeom>
              <a:rect b="b" l="l" r="r" t="t"/>
              <a:pathLst>
                <a:path extrusionOk="0" h="5103" w="8021">
                  <a:moveTo>
                    <a:pt x="8021" y="0"/>
                  </a:moveTo>
                  <a:lnTo>
                    <a:pt x="1" y="3356"/>
                  </a:lnTo>
                  <a:lnTo>
                    <a:pt x="1471" y="5102"/>
                  </a:lnTo>
                  <a:lnTo>
                    <a:pt x="8021" y="0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53"/>
            <p:cNvSpPr/>
            <p:nvPr/>
          </p:nvSpPr>
          <p:spPr>
            <a:xfrm>
              <a:off x="1619950" y="3300275"/>
              <a:ext cx="91825" cy="132125"/>
            </a:xfrm>
            <a:custGeom>
              <a:rect b="b" l="l" r="r" t="t"/>
              <a:pathLst>
                <a:path extrusionOk="0" h="5285" w="3673">
                  <a:moveTo>
                    <a:pt x="1" y="0"/>
                  </a:moveTo>
                  <a:lnTo>
                    <a:pt x="2127" y="5285"/>
                  </a:lnTo>
                  <a:lnTo>
                    <a:pt x="3673" y="38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53"/>
            <p:cNvSpPr/>
            <p:nvPr/>
          </p:nvSpPr>
          <p:spPr>
            <a:xfrm>
              <a:off x="1919725" y="3345700"/>
              <a:ext cx="282725" cy="618625"/>
            </a:xfrm>
            <a:custGeom>
              <a:rect b="b" l="l" r="r" t="t"/>
              <a:pathLst>
                <a:path extrusionOk="0" h="24745" w="11309">
                  <a:moveTo>
                    <a:pt x="6474" y="1"/>
                  </a:moveTo>
                  <a:cubicBezTo>
                    <a:pt x="0" y="661"/>
                    <a:pt x="2624" y="14178"/>
                    <a:pt x="3492" y="18683"/>
                  </a:cubicBezTo>
                  <a:cubicBezTo>
                    <a:pt x="4278" y="22751"/>
                    <a:pt x="5058" y="24744"/>
                    <a:pt x="6774" y="24744"/>
                  </a:cubicBezTo>
                  <a:cubicBezTo>
                    <a:pt x="6959" y="24744"/>
                    <a:pt x="7153" y="24721"/>
                    <a:pt x="7360" y="24675"/>
                  </a:cubicBezTo>
                  <a:cubicBezTo>
                    <a:pt x="9490" y="24203"/>
                    <a:pt x="11308" y="12757"/>
                    <a:pt x="11148" y="6996"/>
                  </a:cubicBezTo>
                  <a:cubicBezTo>
                    <a:pt x="10992" y="1231"/>
                    <a:pt x="6474" y="1"/>
                    <a:pt x="6474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53"/>
            <p:cNvSpPr/>
            <p:nvPr/>
          </p:nvSpPr>
          <p:spPr>
            <a:xfrm>
              <a:off x="2012925" y="3789225"/>
              <a:ext cx="159925" cy="522350"/>
            </a:xfrm>
            <a:custGeom>
              <a:rect b="b" l="l" r="r" t="t"/>
              <a:pathLst>
                <a:path extrusionOk="0" h="20894" w="6397">
                  <a:moveTo>
                    <a:pt x="6313" y="0"/>
                  </a:moveTo>
                  <a:cubicBezTo>
                    <a:pt x="5865" y="0"/>
                    <a:pt x="3670" y="373"/>
                    <a:pt x="2051" y="2198"/>
                  </a:cubicBezTo>
                  <a:cubicBezTo>
                    <a:pt x="2051" y="2198"/>
                    <a:pt x="1" y="3513"/>
                    <a:pt x="237" y="8302"/>
                  </a:cubicBezTo>
                  <a:cubicBezTo>
                    <a:pt x="379" y="11194"/>
                    <a:pt x="679" y="16857"/>
                    <a:pt x="893" y="20893"/>
                  </a:cubicBezTo>
                  <a:lnTo>
                    <a:pt x="4323" y="20893"/>
                  </a:lnTo>
                  <a:cubicBezTo>
                    <a:pt x="5049" y="13569"/>
                    <a:pt x="6386" y="77"/>
                    <a:pt x="6394" y="15"/>
                  </a:cubicBezTo>
                  <a:cubicBezTo>
                    <a:pt x="6396" y="6"/>
                    <a:pt x="6368" y="0"/>
                    <a:pt x="6313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53"/>
            <p:cNvSpPr/>
            <p:nvPr/>
          </p:nvSpPr>
          <p:spPr>
            <a:xfrm>
              <a:off x="2035225" y="4311550"/>
              <a:ext cx="85775" cy="115175"/>
            </a:xfrm>
            <a:custGeom>
              <a:rect b="b" l="l" r="r" t="t"/>
              <a:pathLst>
                <a:path extrusionOk="0" h="4607" w="3431">
                  <a:moveTo>
                    <a:pt x="1" y="0"/>
                  </a:moveTo>
                  <a:cubicBezTo>
                    <a:pt x="139" y="2655"/>
                    <a:pt x="245" y="4607"/>
                    <a:pt x="245" y="4607"/>
                  </a:cubicBezTo>
                  <a:lnTo>
                    <a:pt x="2977" y="4607"/>
                  </a:lnTo>
                  <a:cubicBezTo>
                    <a:pt x="2977" y="4607"/>
                    <a:pt x="3164" y="2731"/>
                    <a:pt x="3431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53"/>
            <p:cNvSpPr/>
            <p:nvPr/>
          </p:nvSpPr>
          <p:spPr>
            <a:xfrm>
              <a:off x="1986475" y="4426250"/>
              <a:ext cx="123175" cy="161650"/>
            </a:xfrm>
            <a:custGeom>
              <a:rect b="b" l="l" r="r" t="t"/>
              <a:pathLst>
                <a:path extrusionOk="0" h="6466" w="4927">
                  <a:moveTo>
                    <a:pt x="1837" y="1"/>
                  </a:moveTo>
                  <a:cubicBezTo>
                    <a:pt x="1268" y="1"/>
                    <a:pt x="213" y="130"/>
                    <a:pt x="119" y="1080"/>
                  </a:cubicBezTo>
                  <a:cubicBezTo>
                    <a:pt x="1" y="2272"/>
                    <a:pt x="258" y="3438"/>
                    <a:pt x="474" y="3438"/>
                  </a:cubicBezTo>
                  <a:cubicBezTo>
                    <a:pt x="494" y="3438"/>
                    <a:pt x="514" y="3428"/>
                    <a:pt x="534" y="3406"/>
                  </a:cubicBezTo>
                  <a:cubicBezTo>
                    <a:pt x="745" y="3165"/>
                    <a:pt x="1275" y="2028"/>
                    <a:pt x="1572" y="2028"/>
                  </a:cubicBezTo>
                  <a:cubicBezTo>
                    <a:pt x="1587" y="2028"/>
                    <a:pt x="1602" y="2031"/>
                    <a:pt x="1616" y="2038"/>
                  </a:cubicBezTo>
                  <a:cubicBezTo>
                    <a:pt x="1901" y="2163"/>
                    <a:pt x="1581" y="6400"/>
                    <a:pt x="1951" y="6462"/>
                  </a:cubicBezTo>
                  <a:cubicBezTo>
                    <a:pt x="1965" y="6464"/>
                    <a:pt x="1981" y="6465"/>
                    <a:pt x="1997" y="6465"/>
                  </a:cubicBezTo>
                  <a:cubicBezTo>
                    <a:pt x="2388" y="6465"/>
                    <a:pt x="3251" y="5751"/>
                    <a:pt x="3666" y="4742"/>
                  </a:cubicBezTo>
                  <a:cubicBezTo>
                    <a:pt x="4098" y="3691"/>
                    <a:pt x="4927" y="19"/>
                    <a:pt x="4927" y="19"/>
                  </a:cubicBezTo>
                  <a:lnTo>
                    <a:pt x="2195" y="19"/>
                  </a:lnTo>
                  <a:cubicBezTo>
                    <a:pt x="2195" y="19"/>
                    <a:pt x="2051" y="1"/>
                    <a:pt x="1837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9" name="Google Shape;3059;p53"/>
          <p:cNvGrpSpPr/>
          <p:nvPr/>
        </p:nvGrpSpPr>
        <p:grpSpPr>
          <a:xfrm>
            <a:off x="3227382" y="1746453"/>
            <a:ext cx="795037" cy="2561799"/>
            <a:chOff x="5570319" y="1722547"/>
            <a:chExt cx="795037" cy="2561799"/>
          </a:xfrm>
        </p:grpSpPr>
        <p:grpSp>
          <p:nvGrpSpPr>
            <p:cNvPr id="3060" name="Google Shape;3060;p53"/>
            <p:cNvGrpSpPr/>
            <p:nvPr/>
          </p:nvGrpSpPr>
          <p:grpSpPr>
            <a:xfrm flipH="1">
              <a:off x="5570319" y="1722547"/>
              <a:ext cx="795037" cy="1232953"/>
              <a:chOff x="1744650" y="1489149"/>
              <a:chExt cx="2063425" cy="3200814"/>
            </a:xfrm>
          </p:grpSpPr>
          <p:sp>
            <p:nvSpPr>
              <p:cNvPr id="3061" name="Google Shape;3061;p53"/>
              <p:cNvSpPr/>
              <p:nvPr/>
            </p:nvSpPr>
            <p:spPr>
              <a:xfrm>
                <a:off x="3210150" y="3476007"/>
                <a:ext cx="51" cy="51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0C32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53"/>
              <p:cNvSpPr/>
              <p:nvPr/>
            </p:nvSpPr>
            <p:spPr>
              <a:xfrm>
                <a:off x="2668989" y="3393744"/>
                <a:ext cx="246432" cy="183549"/>
              </a:xfrm>
              <a:custGeom>
                <a:rect b="b" l="l" r="r" t="t"/>
                <a:pathLst>
                  <a:path extrusionOk="0" h="3599" w="4832">
                    <a:moveTo>
                      <a:pt x="4585" y="1"/>
                    </a:moveTo>
                    <a:cubicBezTo>
                      <a:pt x="4540" y="1"/>
                      <a:pt x="4494" y="15"/>
                      <a:pt x="4454" y="44"/>
                    </a:cubicBezTo>
                    <a:lnTo>
                      <a:pt x="121" y="3201"/>
                    </a:lnTo>
                    <a:cubicBezTo>
                      <a:pt x="20" y="3274"/>
                      <a:pt x="0" y="3412"/>
                      <a:pt x="71" y="3509"/>
                    </a:cubicBezTo>
                    <a:cubicBezTo>
                      <a:pt x="114" y="3569"/>
                      <a:pt x="181" y="3598"/>
                      <a:pt x="248" y="3598"/>
                    </a:cubicBezTo>
                    <a:cubicBezTo>
                      <a:pt x="295" y="3598"/>
                      <a:pt x="338" y="3586"/>
                      <a:pt x="378" y="3558"/>
                    </a:cubicBezTo>
                    <a:lnTo>
                      <a:pt x="4715" y="398"/>
                    </a:lnTo>
                    <a:cubicBezTo>
                      <a:pt x="4811" y="328"/>
                      <a:pt x="4831" y="191"/>
                      <a:pt x="4761" y="91"/>
                    </a:cubicBezTo>
                    <a:cubicBezTo>
                      <a:pt x="4719" y="32"/>
                      <a:pt x="4653" y="1"/>
                      <a:pt x="4585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3" name="Google Shape;3063;p53"/>
              <p:cNvSpPr/>
              <p:nvPr/>
            </p:nvSpPr>
            <p:spPr>
              <a:xfrm>
                <a:off x="2841573" y="2429385"/>
                <a:ext cx="51" cy="51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E0C32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4" name="Google Shape;3064;p53"/>
              <p:cNvSpPr/>
              <p:nvPr/>
            </p:nvSpPr>
            <p:spPr>
              <a:xfrm>
                <a:off x="2609880" y="1894497"/>
                <a:ext cx="226134" cy="396933"/>
              </a:xfrm>
              <a:custGeom>
                <a:rect b="b" l="l" r="r" t="t"/>
                <a:pathLst>
                  <a:path extrusionOk="0" h="7783" w="4434">
                    <a:moveTo>
                      <a:pt x="1444" y="1"/>
                    </a:moveTo>
                    <a:cubicBezTo>
                      <a:pt x="1196" y="1"/>
                      <a:pt x="921" y="44"/>
                      <a:pt x="618" y="142"/>
                    </a:cubicBezTo>
                    <a:lnTo>
                      <a:pt x="1" y="7782"/>
                    </a:lnTo>
                    <a:lnTo>
                      <a:pt x="4434" y="7542"/>
                    </a:lnTo>
                    <a:lnTo>
                      <a:pt x="3645" y="2234"/>
                    </a:lnTo>
                    <a:cubicBezTo>
                      <a:pt x="3645" y="2234"/>
                      <a:pt x="3228" y="1"/>
                      <a:pt x="1444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53"/>
              <p:cNvSpPr/>
              <p:nvPr/>
            </p:nvSpPr>
            <p:spPr>
              <a:xfrm>
                <a:off x="2652414" y="1884195"/>
                <a:ext cx="158406" cy="225267"/>
              </a:xfrm>
              <a:custGeom>
                <a:rect b="b" l="l" r="r" t="t"/>
                <a:pathLst>
                  <a:path extrusionOk="0" h="4417" w="3106">
                    <a:moveTo>
                      <a:pt x="1112" y="1"/>
                    </a:moveTo>
                    <a:cubicBezTo>
                      <a:pt x="0" y="1"/>
                      <a:pt x="135" y="842"/>
                      <a:pt x="135" y="842"/>
                    </a:cubicBezTo>
                    <a:cubicBezTo>
                      <a:pt x="135" y="842"/>
                      <a:pt x="1976" y="4253"/>
                      <a:pt x="3105" y="4416"/>
                    </a:cubicBezTo>
                    <a:lnTo>
                      <a:pt x="2805" y="1978"/>
                    </a:lnTo>
                    <a:cubicBezTo>
                      <a:pt x="2805" y="1978"/>
                      <a:pt x="2437" y="57"/>
                      <a:pt x="1215" y="3"/>
                    </a:cubicBezTo>
                    <a:cubicBezTo>
                      <a:pt x="1179" y="2"/>
                      <a:pt x="1145" y="1"/>
                      <a:pt x="1112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53"/>
              <p:cNvSpPr/>
              <p:nvPr/>
            </p:nvSpPr>
            <p:spPr>
              <a:xfrm>
                <a:off x="2558574" y="1509549"/>
                <a:ext cx="496230" cy="519537"/>
              </a:xfrm>
              <a:custGeom>
                <a:rect b="b" l="l" r="r" t="t"/>
                <a:pathLst>
                  <a:path extrusionOk="0" h="10187" w="9730">
                    <a:moveTo>
                      <a:pt x="4716" y="0"/>
                    </a:moveTo>
                    <a:cubicBezTo>
                      <a:pt x="3102" y="0"/>
                      <a:pt x="1792" y="507"/>
                      <a:pt x="1695" y="2108"/>
                    </a:cubicBezTo>
                    <a:cubicBezTo>
                      <a:pt x="1561" y="4362"/>
                      <a:pt x="1551" y="5445"/>
                      <a:pt x="1551" y="5445"/>
                    </a:cubicBezTo>
                    <a:cubicBezTo>
                      <a:pt x="1551" y="5445"/>
                      <a:pt x="1328" y="5100"/>
                      <a:pt x="974" y="5100"/>
                    </a:cubicBezTo>
                    <a:cubicBezTo>
                      <a:pt x="859" y="5100"/>
                      <a:pt x="731" y="5136"/>
                      <a:pt x="592" y="5232"/>
                    </a:cubicBezTo>
                    <a:cubicBezTo>
                      <a:pt x="21" y="5625"/>
                      <a:pt x="1" y="7412"/>
                      <a:pt x="612" y="7780"/>
                    </a:cubicBezTo>
                    <a:cubicBezTo>
                      <a:pt x="787" y="7886"/>
                      <a:pt x="945" y="7923"/>
                      <a:pt x="1081" y="7923"/>
                    </a:cubicBezTo>
                    <a:cubicBezTo>
                      <a:pt x="1420" y="7923"/>
                      <a:pt x="1624" y="7690"/>
                      <a:pt x="1624" y="7690"/>
                    </a:cubicBezTo>
                    <a:cubicBezTo>
                      <a:pt x="1624" y="7690"/>
                      <a:pt x="2506" y="9250"/>
                      <a:pt x="4651" y="9782"/>
                    </a:cubicBezTo>
                    <a:cubicBezTo>
                      <a:pt x="4651" y="9782"/>
                      <a:pt x="6530" y="10186"/>
                      <a:pt x="7817" y="10186"/>
                    </a:cubicBezTo>
                    <a:cubicBezTo>
                      <a:pt x="8179" y="10186"/>
                      <a:pt x="8494" y="10154"/>
                      <a:pt x="8707" y="10072"/>
                    </a:cubicBezTo>
                    <a:cubicBezTo>
                      <a:pt x="9673" y="9694"/>
                      <a:pt x="9730" y="8405"/>
                      <a:pt x="9429" y="6567"/>
                    </a:cubicBezTo>
                    <a:cubicBezTo>
                      <a:pt x="9128" y="4730"/>
                      <a:pt x="9208" y="665"/>
                      <a:pt x="6796" y="216"/>
                    </a:cubicBezTo>
                    <a:cubicBezTo>
                      <a:pt x="6093" y="86"/>
                      <a:pt x="5379" y="0"/>
                      <a:pt x="4716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53"/>
              <p:cNvSpPr/>
              <p:nvPr/>
            </p:nvSpPr>
            <p:spPr>
              <a:xfrm>
                <a:off x="2737839" y="1709265"/>
                <a:ext cx="102306" cy="56355"/>
              </a:xfrm>
              <a:custGeom>
                <a:rect b="b" l="l" r="r" t="t"/>
                <a:pathLst>
                  <a:path extrusionOk="0" h="1105" w="2006">
                    <a:moveTo>
                      <a:pt x="958" y="0"/>
                    </a:moveTo>
                    <a:cubicBezTo>
                      <a:pt x="926" y="0"/>
                      <a:pt x="893" y="2"/>
                      <a:pt x="859" y="5"/>
                    </a:cubicBezTo>
                    <a:cubicBezTo>
                      <a:pt x="1" y="96"/>
                      <a:pt x="24" y="787"/>
                      <a:pt x="24" y="787"/>
                    </a:cubicBezTo>
                    <a:cubicBezTo>
                      <a:pt x="24" y="787"/>
                      <a:pt x="595" y="1105"/>
                      <a:pt x="1299" y="1105"/>
                    </a:cubicBezTo>
                    <a:cubicBezTo>
                      <a:pt x="1525" y="1105"/>
                      <a:pt x="1766" y="1072"/>
                      <a:pt x="2005" y="984"/>
                    </a:cubicBezTo>
                    <a:cubicBezTo>
                      <a:pt x="2005" y="984"/>
                      <a:pt x="1743" y="0"/>
                      <a:pt x="9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53"/>
              <p:cNvSpPr/>
              <p:nvPr/>
            </p:nvSpPr>
            <p:spPr>
              <a:xfrm>
                <a:off x="2927151" y="1687998"/>
                <a:ext cx="71247" cy="63852"/>
              </a:xfrm>
              <a:custGeom>
                <a:rect b="b" l="l" r="r" t="t"/>
                <a:pathLst>
                  <a:path extrusionOk="0" h="1252" w="1397">
                    <a:moveTo>
                      <a:pt x="905" y="0"/>
                    </a:moveTo>
                    <a:cubicBezTo>
                      <a:pt x="834" y="0"/>
                      <a:pt x="753" y="16"/>
                      <a:pt x="662" y="52"/>
                    </a:cubicBezTo>
                    <a:cubicBezTo>
                      <a:pt x="0" y="313"/>
                      <a:pt x="278" y="1251"/>
                      <a:pt x="278" y="1251"/>
                    </a:cubicBezTo>
                    <a:cubicBezTo>
                      <a:pt x="278" y="1251"/>
                      <a:pt x="1253" y="1081"/>
                      <a:pt x="1397" y="600"/>
                    </a:cubicBezTo>
                    <a:cubicBezTo>
                      <a:pt x="1397" y="600"/>
                      <a:pt x="1342" y="0"/>
                      <a:pt x="9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9" name="Google Shape;3069;p53"/>
              <p:cNvSpPr/>
              <p:nvPr/>
            </p:nvSpPr>
            <p:spPr>
              <a:xfrm>
                <a:off x="2735748" y="1704879"/>
                <a:ext cx="104397" cy="54621"/>
              </a:xfrm>
              <a:custGeom>
                <a:rect b="b" l="l" r="r" t="t"/>
                <a:pathLst>
                  <a:path extrusionOk="0" h="1071" w="2047">
                    <a:moveTo>
                      <a:pt x="949" y="1"/>
                    </a:moveTo>
                    <a:cubicBezTo>
                      <a:pt x="311" y="1"/>
                      <a:pt x="0" y="594"/>
                      <a:pt x="28" y="884"/>
                    </a:cubicBezTo>
                    <a:lnTo>
                      <a:pt x="65" y="873"/>
                    </a:lnTo>
                    <a:cubicBezTo>
                      <a:pt x="65" y="873"/>
                      <a:pt x="212" y="215"/>
                      <a:pt x="933" y="145"/>
                    </a:cubicBezTo>
                    <a:cubicBezTo>
                      <a:pt x="957" y="143"/>
                      <a:pt x="980" y="142"/>
                      <a:pt x="1003" y="142"/>
                    </a:cubicBezTo>
                    <a:cubicBezTo>
                      <a:pt x="1683" y="142"/>
                      <a:pt x="2046" y="1070"/>
                      <a:pt x="2046" y="1070"/>
                    </a:cubicBezTo>
                    <a:cubicBezTo>
                      <a:pt x="2046" y="1070"/>
                      <a:pt x="1835" y="108"/>
                      <a:pt x="1097" y="11"/>
                    </a:cubicBezTo>
                    <a:cubicBezTo>
                      <a:pt x="1046" y="4"/>
                      <a:pt x="996" y="1"/>
                      <a:pt x="949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0" name="Google Shape;3070;p53"/>
              <p:cNvSpPr/>
              <p:nvPr/>
            </p:nvSpPr>
            <p:spPr>
              <a:xfrm>
                <a:off x="2930670" y="1684071"/>
                <a:ext cx="67728" cy="67779"/>
              </a:xfrm>
              <a:custGeom>
                <a:rect b="b" l="l" r="r" t="t"/>
                <a:pathLst>
                  <a:path extrusionOk="0" h="1329" w="1328">
                    <a:moveTo>
                      <a:pt x="802" y="1"/>
                    </a:moveTo>
                    <a:cubicBezTo>
                      <a:pt x="749" y="1"/>
                      <a:pt x="690" y="9"/>
                      <a:pt x="626" y="29"/>
                    </a:cubicBezTo>
                    <a:cubicBezTo>
                      <a:pt x="1" y="219"/>
                      <a:pt x="58" y="980"/>
                      <a:pt x="209" y="1328"/>
                    </a:cubicBezTo>
                    <a:cubicBezTo>
                      <a:pt x="209" y="1328"/>
                      <a:pt x="21" y="653"/>
                      <a:pt x="539" y="216"/>
                    </a:cubicBezTo>
                    <a:cubicBezTo>
                      <a:pt x="641" y="130"/>
                      <a:pt x="733" y="95"/>
                      <a:pt x="816" y="95"/>
                    </a:cubicBezTo>
                    <a:cubicBezTo>
                      <a:pt x="1155" y="95"/>
                      <a:pt x="1328" y="677"/>
                      <a:pt x="1328" y="677"/>
                    </a:cubicBezTo>
                    <a:cubicBezTo>
                      <a:pt x="1328" y="677"/>
                      <a:pt x="1268" y="1"/>
                      <a:pt x="802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53"/>
              <p:cNvSpPr/>
              <p:nvPr/>
            </p:nvSpPr>
            <p:spPr>
              <a:xfrm>
                <a:off x="2776548" y="1710591"/>
                <a:ext cx="32895" cy="44625"/>
              </a:xfrm>
              <a:custGeom>
                <a:rect b="b" l="l" r="r" t="t"/>
                <a:pathLst>
                  <a:path extrusionOk="0" h="875" w="645">
                    <a:moveTo>
                      <a:pt x="285" y="0"/>
                    </a:moveTo>
                    <a:cubicBezTo>
                      <a:pt x="275" y="0"/>
                      <a:pt x="264" y="1"/>
                      <a:pt x="254" y="3"/>
                    </a:cubicBezTo>
                    <a:cubicBezTo>
                      <a:pt x="96" y="27"/>
                      <a:pt x="0" y="240"/>
                      <a:pt x="36" y="481"/>
                    </a:cubicBezTo>
                    <a:cubicBezTo>
                      <a:pt x="71" y="705"/>
                      <a:pt x="210" y="874"/>
                      <a:pt x="359" y="874"/>
                    </a:cubicBezTo>
                    <a:cubicBezTo>
                      <a:pt x="369" y="874"/>
                      <a:pt x="380" y="874"/>
                      <a:pt x="391" y="872"/>
                    </a:cubicBezTo>
                    <a:cubicBezTo>
                      <a:pt x="548" y="849"/>
                      <a:pt x="645" y="634"/>
                      <a:pt x="608" y="394"/>
                    </a:cubicBezTo>
                    <a:cubicBezTo>
                      <a:pt x="573" y="169"/>
                      <a:pt x="434" y="0"/>
                      <a:pt x="285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53"/>
              <p:cNvSpPr/>
              <p:nvPr/>
            </p:nvSpPr>
            <p:spPr>
              <a:xfrm>
                <a:off x="2944848" y="1693914"/>
                <a:ext cx="32895" cy="44778"/>
              </a:xfrm>
              <a:custGeom>
                <a:rect b="b" l="l" r="r" t="t"/>
                <a:pathLst>
                  <a:path extrusionOk="0" h="878" w="645">
                    <a:moveTo>
                      <a:pt x="286" y="0"/>
                    </a:moveTo>
                    <a:cubicBezTo>
                      <a:pt x="276" y="0"/>
                      <a:pt x="267" y="1"/>
                      <a:pt x="258" y="3"/>
                    </a:cubicBezTo>
                    <a:cubicBezTo>
                      <a:pt x="97" y="29"/>
                      <a:pt x="0" y="243"/>
                      <a:pt x="37" y="484"/>
                    </a:cubicBezTo>
                    <a:cubicBezTo>
                      <a:pt x="72" y="708"/>
                      <a:pt x="211" y="877"/>
                      <a:pt x="360" y="877"/>
                    </a:cubicBezTo>
                    <a:cubicBezTo>
                      <a:pt x="370" y="877"/>
                      <a:pt x="381" y="877"/>
                      <a:pt x="392" y="875"/>
                    </a:cubicBezTo>
                    <a:cubicBezTo>
                      <a:pt x="549" y="851"/>
                      <a:pt x="645" y="638"/>
                      <a:pt x="609" y="397"/>
                    </a:cubicBezTo>
                    <a:cubicBezTo>
                      <a:pt x="574" y="171"/>
                      <a:pt x="433" y="0"/>
                      <a:pt x="286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53"/>
              <p:cNvSpPr/>
              <p:nvPr/>
            </p:nvSpPr>
            <p:spPr>
              <a:xfrm>
                <a:off x="2884056" y="1730328"/>
                <a:ext cx="63240" cy="114546"/>
              </a:xfrm>
              <a:custGeom>
                <a:rect b="b" l="l" r="r" t="t"/>
                <a:pathLst>
                  <a:path extrusionOk="0" h="2246" w="1240">
                    <a:moveTo>
                      <a:pt x="127" y="1"/>
                    </a:moveTo>
                    <a:cubicBezTo>
                      <a:pt x="127" y="1"/>
                      <a:pt x="0" y="1233"/>
                      <a:pt x="264" y="1347"/>
                    </a:cubicBezTo>
                    <a:cubicBezTo>
                      <a:pt x="444" y="1424"/>
                      <a:pt x="753" y="1436"/>
                      <a:pt x="933" y="1436"/>
                    </a:cubicBezTo>
                    <a:cubicBezTo>
                      <a:pt x="1017" y="1436"/>
                      <a:pt x="1072" y="1433"/>
                      <a:pt x="1072" y="1433"/>
                    </a:cubicBezTo>
                    <a:lnTo>
                      <a:pt x="1072" y="1433"/>
                    </a:lnTo>
                    <a:lnTo>
                      <a:pt x="264" y="2181"/>
                    </a:lnTo>
                    <a:cubicBezTo>
                      <a:pt x="264" y="2181"/>
                      <a:pt x="251" y="2246"/>
                      <a:pt x="311" y="2246"/>
                    </a:cubicBezTo>
                    <a:cubicBezTo>
                      <a:pt x="319" y="2246"/>
                      <a:pt x="329" y="2245"/>
                      <a:pt x="341" y="2242"/>
                    </a:cubicBezTo>
                    <a:cubicBezTo>
                      <a:pt x="438" y="2215"/>
                      <a:pt x="1240" y="1416"/>
                      <a:pt x="1232" y="1396"/>
                    </a:cubicBezTo>
                    <a:cubicBezTo>
                      <a:pt x="1226" y="1373"/>
                      <a:pt x="381" y="1344"/>
                      <a:pt x="301" y="1203"/>
                    </a:cubicBezTo>
                    <a:cubicBezTo>
                      <a:pt x="221" y="1063"/>
                      <a:pt x="190" y="30"/>
                      <a:pt x="127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53"/>
              <p:cNvSpPr/>
              <p:nvPr/>
            </p:nvSpPr>
            <p:spPr>
              <a:xfrm>
                <a:off x="2852997" y="1875576"/>
                <a:ext cx="101082" cy="28560"/>
              </a:xfrm>
              <a:custGeom>
                <a:rect b="b" l="l" r="r" t="t"/>
                <a:pathLst>
                  <a:path extrusionOk="0" h="560" w="1982">
                    <a:moveTo>
                      <a:pt x="1174" y="0"/>
                    </a:moveTo>
                    <a:cubicBezTo>
                      <a:pt x="383" y="0"/>
                      <a:pt x="0" y="239"/>
                      <a:pt x="0" y="239"/>
                    </a:cubicBezTo>
                    <a:cubicBezTo>
                      <a:pt x="0" y="239"/>
                      <a:pt x="118" y="486"/>
                      <a:pt x="910" y="553"/>
                    </a:cubicBezTo>
                    <a:cubicBezTo>
                      <a:pt x="958" y="557"/>
                      <a:pt x="1004" y="559"/>
                      <a:pt x="1048" y="559"/>
                    </a:cubicBezTo>
                    <a:cubicBezTo>
                      <a:pt x="1734" y="559"/>
                      <a:pt x="1982" y="75"/>
                      <a:pt x="1982" y="75"/>
                    </a:cubicBezTo>
                    <a:cubicBezTo>
                      <a:pt x="1677" y="21"/>
                      <a:pt x="1408" y="0"/>
                      <a:pt x="1174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5" name="Google Shape;3075;p53"/>
              <p:cNvSpPr/>
              <p:nvPr/>
            </p:nvSpPr>
            <p:spPr>
              <a:xfrm>
                <a:off x="2852844" y="1889601"/>
                <a:ext cx="92922" cy="32130"/>
              </a:xfrm>
              <a:custGeom>
                <a:rect b="b" l="l" r="r" t="t"/>
                <a:pathLst>
                  <a:path extrusionOk="0" h="630" w="1822">
                    <a:moveTo>
                      <a:pt x="1821" y="1"/>
                    </a:moveTo>
                    <a:lnTo>
                      <a:pt x="1821" y="1"/>
                    </a:lnTo>
                    <a:cubicBezTo>
                      <a:pt x="1821" y="1"/>
                      <a:pt x="1397" y="328"/>
                      <a:pt x="899" y="341"/>
                    </a:cubicBezTo>
                    <a:cubicBezTo>
                      <a:pt x="885" y="342"/>
                      <a:pt x="871" y="342"/>
                      <a:pt x="857" y="342"/>
                    </a:cubicBezTo>
                    <a:cubicBezTo>
                      <a:pt x="376" y="342"/>
                      <a:pt x="0" y="68"/>
                      <a:pt x="0" y="68"/>
                    </a:cubicBezTo>
                    <a:lnTo>
                      <a:pt x="0" y="68"/>
                    </a:lnTo>
                    <a:cubicBezTo>
                      <a:pt x="0" y="68"/>
                      <a:pt x="239" y="630"/>
                      <a:pt x="902" y="630"/>
                    </a:cubicBezTo>
                    <a:cubicBezTo>
                      <a:pt x="946" y="630"/>
                      <a:pt x="992" y="627"/>
                      <a:pt x="1039" y="622"/>
                    </a:cubicBezTo>
                    <a:cubicBezTo>
                      <a:pt x="1807" y="535"/>
                      <a:pt x="1821" y="1"/>
                      <a:pt x="1821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6" name="Google Shape;3076;p53"/>
              <p:cNvSpPr/>
              <p:nvPr/>
            </p:nvSpPr>
            <p:spPr>
              <a:xfrm>
                <a:off x="2825253" y="1859307"/>
                <a:ext cx="147747" cy="47787"/>
              </a:xfrm>
              <a:custGeom>
                <a:rect b="b" l="l" r="r" t="t"/>
                <a:pathLst>
                  <a:path extrusionOk="0" h="937" w="2897">
                    <a:moveTo>
                      <a:pt x="2897" y="0"/>
                    </a:moveTo>
                    <a:cubicBezTo>
                      <a:pt x="2897" y="1"/>
                      <a:pt x="2325" y="819"/>
                      <a:pt x="1460" y="832"/>
                    </a:cubicBezTo>
                    <a:cubicBezTo>
                      <a:pt x="1451" y="832"/>
                      <a:pt x="1441" y="832"/>
                      <a:pt x="1432" y="832"/>
                    </a:cubicBezTo>
                    <a:cubicBezTo>
                      <a:pt x="579" y="832"/>
                      <a:pt x="0" y="77"/>
                      <a:pt x="0" y="77"/>
                    </a:cubicBezTo>
                    <a:lnTo>
                      <a:pt x="0" y="77"/>
                    </a:lnTo>
                    <a:cubicBezTo>
                      <a:pt x="23" y="190"/>
                      <a:pt x="478" y="902"/>
                      <a:pt x="1440" y="935"/>
                    </a:cubicBezTo>
                    <a:cubicBezTo>
                      <a:pt x="1458" y="936"/>
                      <a:pt x="1476" y="936"/>
                      <a:pt x="1493" y="936"/>
                    </a:cubicBezTo>
                    <a:cubicBezTo>
                      <a:pt x="2420" y="936"/>
                      <a:pt x="2897" y="1"/>
                      <a:pt x="2897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53"/>
              <p:cNvSpPr/>
              <p:nvPr/>
            </p:nvSpPr>
            <p:spPr>
              <a:xfrm>
                <a:off x="2747223" y="1780716"/>
                <a:ext cx="50643" cy="49521"/>
              </a:xfrm>
              <a:custGeom>
                <a:rect b="b" l="l" r="r" t="t"/>
                <a:pathLst>
                  <a:path extrusionOk="0" h="971" w="993">
                    <a:moveTo>
                      <a:pt x="499" y="1"/>
                    </a:moveTo>
                    <a:cubicBezTo>
                      <a:pt x="240" y="1"/>
                      <a:pt x="23" y="205"/>
                      <a:pt x="14" y="465"/>
                    </a:cubicBezTo>
                    <a:cubicBezTo>
                      <a:pt x="0" y="732"/>
                      <a:pt x="207" y="960"/>
                      <a:pt x="478" y="970"/>
                    </a:cubicBezTo>
                    <a:cubicBezTo>
                      <a:pt x="486" y="970"/>
                      <a:pt x="495" y="970"/>
                      <a:pt x="503" y="970"/>
                    </a:cubicBezTo>
                    <a:cubicBezTo>
                      <a:pt x="759" y="970"/>
                      <a:pt x="972" y="768"/>
                      <a:pt x="982" y="505"/>
                    </a:cubicBezTo>
                    <a:cubicBezTo>
                      <a:pt x="992" y="238"/>
                      <a:pt x="785" y="11"/>
                      <a:pt x="518" y="1"/>
                    </a:cubicBezTo>
                    <a:cubicBezTo>
                      <a:pt x="512" y="1"/>
                      <a:pt x="505" y="1"/>
                      <a:pt x="499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53"/>
              <p:cNvSpPr/>
              <p:nvPr/>
            </p:nvSpPr>
            <p:spPr>
              <a:xfrm>
                <a:off x="2957649" y="1763172"/>
                <a:ext cx="50643" cy="49674"/>
              </a:xfrm>
              <a:custGeom>
                <a:rect b="b" l="l" r="r" t="t"/>
                <a:pathLst>
                  <a:path extrusionOk="0" h="974" w="993">
                    <a:moveTo>
                      <a:pt x="499" y="1"/>
                    </a:moveTo>
                    <a:cubicBezTo>
                      <a:pt x="240" y="1"/>
                      <a:pt x="23" y="205"/>
                      <a:pt x="13" y="465"/>
                    </a:cubicBezTo>
                    <a:cubicBezTo>
                      <a:pt x="0" y="732"/>
                      <a:pt x="207" y="960"/>
                      <a:pt x="478" y="973"/>
                    </a:cubicBezTo>
                    <a:cubicBezTo>
                      <a:pt x="485" y="973"/>
                      <a:pt x="491" y="973"/>
                      <a:pt x="497" y="973"/>
                    </a:cubicBezTo>
                    <a:cubicBezTo>
                      <a:pt x="756" y="973"/>
                      <a:pt x="972" y="769"/>
                      <a:pt x="982" y="509"/>
                    </a:cubicBezTo>
                    <a:cubicBezTo>
                      <a:pt x="992" y="242"/>
                      <a:pt x="785" y="14"/>
                      <a:pt x="518" y="1"/>
                    </a:cubicBezTo>
                    <a:cubicBezTo>
                      <a:pt x="512" y="1"/>
                      <a:pt x="505" y="1"/>
                      <a:pt x="499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53"/>
              <p:cNvSpPr/>
              <p:nvPr/>
            </p:nvSpPr>
            <p:spPr>
              <a:xfrm>
                <a:off x="2589786" y="1807185"/>
                <a:ext cx="47226" cy="91188"/>
              </a:xfrm>
              <a:custGeom>
                <a:rect b="b" l="l" r="r" t="t"/>
                <a:pathLst>
                  <a:path extrusionOk="0" h="1788" w="926">
                    <a:moveTo>
                      <a:pt x="406" y="0"/>
                    </a:moveTo>
                    <a:cubicBezTo>
                      <a:pt x="204" y="0"/>
                      <a:pt x="24" y="227"/>
                      <a:pt x="0" y="253"/>
                    </a:cubicBezTo>
                    <a:lnTo>
                      <a:pt x="121" y="347"/>
                    </a:lnTo>
                    <a:cubicBezTo>
                      <a:pt x="160" y="292"/>
                      <a:pt x="299" y="150"/>
                      <a:pt x="409" y="150"/>
                    </a:cubicBezTo>
                    <a:cubicBezTo>
                      <a:pt x="419" y="150"/>
                      <a:pt x="429" y="151"/>
                      <a:pt x="438" y="153"/>
                    </a:cubicBezTo>
                    <a:cubicBezTo>
                      <a:pt x="491" y="167"/>
                      <a:pt x="591" y="247"/>
                      <a:pt x="639" y="611"/>
                    </a:cubicBezTo>
                    <a:cubicBezTo>
                      <a:pt x="759" y="1493"/>
                      <a:pt x="424" y="1644"/>
                      <a:pt x="424" y="1647"/>
                    </a:cubicBezTo>
                    <a:lnTo>
                      <a:pt x="475" y="1787"/>
                    </a:lnTo>
                    <a:cubicBezTo>
                      <a:pt x="495" y="1781"/>
                      <a:pt x="926" y="1607"/>
                      <a:pt x="789" y="591"/>
                    </a:cubicBezTo>
                    <a:cubicBezTo>
                      <a:pt x="739" y="244"/>
                      <a:pt x="639" y="53"/>
                      <a:pt x="475" y="10"/>
                    </a:cubicBezTo>
                    <a:cubicBezTo>
                      <a:pt x="452" y="3"/>
                      <a:pt x="429" y="0"/>
                      <a:pt x="406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53"/>
              <p:cNvSpPr/>
              <p:nvPr/>
            </p:nvSpPr>
            <p:spPr>
              <a:xfrm>
                <a:off x="2920317" y="1642404"/>
                <a:ext cx="80478" cy="48246"/>
              </a:xfrm>
              <a:custGeom>
                <a:rect b="b" l="l" r="r" t="t"/>
                <a:pathLst>
                  <a:path extrusionOk="0" h="946" w="1578">
                    <a:moveTo>
                      <a:pt x="958" y="0"/>
                    </a:moveTo>
                    <a:cubicBezTo>
                      <a:pt x="868" y="0"/>
                      <a:pt x="767" y="18"/>
                      <a:pt x="655" y="61"/>
                    </a:cubicBezTo>
                    <a:cubicBezTo>
                      <a:pt x="0" y="314"/>
                      <a:pt x="31" y="946"/>
                      <a:pt x="31" y="946"/>
                    </a:cubicBezTo>
                    <a:cubicBezTo>
                      <a:pt x="31" y="946"/>
                      <a:pt x="381" y="153"/>
                      <a:pt x="971" y="153"/>
                    </a:cubicBezTo>
                    <a:cubicBezTo>
                      <a:pt x="1152" y="153"/>
                      <a:pt x="1355" y="227"/>
                      <a:pt x="1577" y="422"/>
                    </a:cubicBezTo>
                    <a:cubicBezTo>
                      <a:pt x="1577" y="422"/>
                      <a:pt x="1396" y="0"/>
                      <a:pt x="958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1" name="Google Shape;3081;p53"/>
              <p:cNvSpPr/>
              <p:nvPr/>
            </p:nvSpPr>
            <p:spPr>
              <a:xfrm>
                <a:off x="2714991" y="1668516"/>
                <a:ext cx="124440" cy="33405"/>
              </a:xfrm>
              <a:custGeom>
                <a:rect b="b" l="l" r="r" t="t"/>
                <a:pathLst>
                  <a:path extrusionOk="0" h="655" w="2440">
                    <a:moveTo>
                      <a:pt x="1287" y="1"/>
                    </a:moveTo>
                    <a:cubicBezTo>
                      <a:pt x="1191" y="1"/>
                      <a:pt x="1089" y="11"/>
                      <a:pt x="983" y="33"/>
                    </a:cubicBezTo>
                    <a:cubicBezTo>
                      <a:pt x="71" y="220"/>
                      <a:pt x="0" y="654"/>
                      <a:pt x="0" y="654"/>
                    </a:cubicBezTo>
                    <a:cubicBezTo>
                      <a:pt x="0" y="654"/>
                      <a:pt x="464" y="212"/>
                      <a:pt x="1230" y="212"/>
                    </a:cubicBezTo>
                    <a:cubicBezTo>
                      <a:pt x="1576" y="212"/>
                      <a:pt x="1984" y="302"/>
                      <a:pt x="2439" y="564"/>
                    </a:cubicBezTo>
                    <a:cubicBezTo>
                      <a:pt x="2439" y="564"/>
                      <a:pt x="2015" y="1"/>
                      <a:pt x="1287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2" name="Google Shape;3082;p53"/>
              <p:cNvSpPr/>
              <p:nvPr/>
            </p:nvSpPr>
            <p:spPr>
              <a:xfrm>
                <a:off x="2404401" y="1489149"/>
                <a:ext cx="527034" cy="297483"/>
              </a:xfrm>
              <a:custGeom>
                <a:rect b="b" l="l" r="r" t="t"/>
                <a:pathLst>
                  <a:path extrusionOk="0" h="5833" w="10334">
                    <a:moveTo>
                      <a:pt x="7086" y="1"/>
                    </a:moveTo>
                    <a:cubicBezTo>
                      <a:pt x="6999" y="1"/>
                      <a:pt x="6910" y="2"/>
                      <a:pt x="6819" y="5"/>
                    </a:cubicBezTo>
                    <a:cubicBezTo>
                      <a:pt x="4638" y="79"/>
                      <a:pt x="1637" y="540"/>
                      <a:pt x="612" y="3516"/>
                    </a:cubicBezTo>
                    <a:cubicBezTo>
                      <a:pt x="1" y="5298"/>
                      <a:pt x="1344" y="5656"/>
                      <a:pt x="2524" y="5656"/>
                    </a:cubicBezTo>
                    <a:cubicBezTo>
                      <a:pt x="3317" y="5656"/>
                      <a:pt x="4036" y="5494"/>
                      <a:pt x="4036" y="5494"/>
                    </a:cubicBezTo>
                    <a:cubicBezTo>
                      <a:pt x="4036" y="5494"/>
                      <a:pt x="4563" y="5833"/>
                      <a:pt x="5141" y="5833"/>
                    </a:cubicBezTo>
                    <a:cubicBezTo>
                      <a:pt x="5535" y="5833"/>
                      <a:pt x="5952" y="5676"/>
                      <a:pt x="6244" y="5150"/>
                    </a:cubicBezTo>
                    <a:cubicBezTo>
                      <a:pt x="6969" y="3851"/>
                      <a:pt x="6505" y="2454"/>
                      <a:pt x="7968" y="1502"/>
                    </a:cubicBezTo>
                    <a:cubicBezTo>
                      <a:pt x="8949" y="864"/>
                      <a:pt x="9678" y="758"/>
                      <a:pt x="10052" y="758"/>
                    </a:cubicBezTo>
                    <a:cubicBezTo>
                      <a:pt x="10236" y="758"/>
                      <a:pt x="10334" y="784"/>
                      <a:pt x="10334" y="784"/>
                    </a:cubicBezTo>
                    <a:cubicBezTo>
                      <a:pt x="10334" y="784"/>
                      <a:pt x="9109" y="1"/>
                      <a:pt x="708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3" name="Google Shape;3083;p53"/>
              <p:cNvSpPr/>
              <p:nvPr/>
            </p:nvSpPr>
            <p:spPr>
              <a:xfrm>
                <a:off x="2701068" y="1699473"/>
                <a:ext cx="175185" cy="76041"/>
              </a:xfrm>
              <a:custGeom>
                <a:rect b="b" l="l" r="r" t="t"/>
                <a:pathLst>
                  <a:path extrusionOk="0" h="1491" w="3435">
                    <a:moveTo>
                      <a:pt x="3077" y="151"/>
                    </a:moveTo>
                    <a:cubicBezTo>
                      <a:pt x="3190" y="151"/>
                      <a:pt x="3284" y="241"/>
                      <a:pt x="3284" y="358"/>
                    </a:cubicBezTo>
                    <a:lnTo>
                      <a:pt x="3284" y="1133"/>
                    </a:lnTo>
                    <a:cubicBezTo>
                      <a:pt x="3284" y="1247"/>
                      <a:pt x="3190" y="1340"/>
                      <a:pt x="3077" y="1340"/>
                    </a:cubicBezTo>
                    <a:lnTo>
                      <a:pt x="354" y="1340"/>
                    </a:lnTo>
                    <a:cubicBezTo>
                      <a:pt x="241" y="1340"/>
                      <a:pt x="147" y="1247"/>
                      <a:pt x="147" y="1133"/>
                    </a:cubicBezTo>
                    <a:lnTo>
                      <a:pt x="147" y="358"/>
                    </a:lnTo>
                    <a:cubicBezTo>
                      <a:pt x="147" y="241"/>
                      <a:pt x="241" y="151"/>
                      <a:pt x="354" y="151"/>
                    </a:cubicBezTo>
                    <a:close/>
                    <a:moveTo>
                      <a:pt x="354" y="0"/>
                    </a:moveTo>
                    <a:cubicBezTo>
                      <a:pt x="157" y="0"/>
                      <a:pt x="0" y="161"/>
                      <a:pt x="0" y="358"/>
                    </a:cubicBezTo>
                    <a:lnTo>
                      <a:pt x="0" y="1133"/>
                    </a:lnTo>
                    <a:cubicBezTo>
                      <a:pt x="0" y="1330"/>
                      <a:pt x="157" y="1491"/>
                      <a:pt x="354" y="1491"/>
                    </a:cubicBezTo>
                    <a:lnTo>
                      <a:pt x="3077" y="1491"/>
                    </a:lnTo>
                    <a:cubicBezTo>
                      <a:pt x="3274" y="1491"/>
                      <a:pt x="3434" y="1330"/>
                      <a:pt x="3434" y="1133"/>
                    </a:cubicBezTo>
                    <a:lnTo>
                      <a:pt x="3434" y="358"/>
                    </a:lnTo>
                    <a:cubicBezTo>
                      <a:pt x="3434" y="161"/>
                      <a:pt x="3274" y="0"/>
                      <a:pt x="3077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53"/>
              <p:cNvSpPr/>
              <p:nvPr/>
            </p:nvSpPr>
            <p:spPr>
              <a:xfrm>
                <a:off x="2917920" y="1699473"/>
                <a:ext cx="147951" cy="76041"/>
              </a:xfrm>
              <a:custGeom>
                <a:rect b="b" l="l" r="r" t="t"/>
                <a:pathLst>
                  <a:path extrusionOk="0" h="1491" w="2901">
                    <a:moveTo>
                      <a:pt x="2543" y="151"/>
                    </a:moveTo>
                    <a:cubicBezTo>
                      <a:pt x="2660" y="151"/>
                      <a:pt x="2753" y="241"/>
                      <a:pt x="2753" y="358"/>
                    </a:cubicBezTo>
                    <a:lnTo>
                      <a:pt x="2753" y="1133"/>
                    </a:lnTo>
                    <a:cubicBezTo>
                      <a:pt x="2753" y="1247"/>
                      <a:pt x="2660" y="1340"/>
                      <a:pt x="2543" y="1340"/>
                    </a:cubicBezTo>
                    <a:lnTo>
                      <a:pt x="358" y="1340"/>
                    </a:lnTo>
                    <a:cubicBezTo>
                      <a:pt x="244" y="1340"/>
                      <a:pt x="151" y="1247"/>
                      <a:pt x="151" y="1133"/>
                    </a:cubicBezTo>
                    <a:lnTo>
                      <a:pt x="151" y="358"/>
                    </a:lnTo>
                    <a:cubicBezTo>
                      <a:pt x="151" y="241"/>
                      <a:pt x="244" y="151"/>
                      <a:pt x="358" y="151"/>
                    </a:cubicBezTo>
                    <a:close/>
                    <a:moveTo>
                      <a:pt x="358" y="0"/>
                    </a:moveTo>
                    <a:cubicBezTo>
                      <a:pt x="161" y="0"/>
                      <a:pt x="1" y="161"/>
                      <a:pt x="1" y="358"/>
                    </a:cubicBezTo>
                    <a:lnTo>
                      <a:pt x="1" y="1133"/>
                    </a:lnTo>
                    <a:cubicBezTo>
                      <a:pt x="1" y="1330"/>
                      <a:pt x="161" y="1491"/>
                      <a:pt x="358" y="1491"/>
                    </a:cubicBezTo>
                    <a:lnTo>
                      <a:pt x="2543" y="1491"/>
                    </a:lnTo>
                    <a:cubicBezTo>
                      <a:pt x="2740" y="1491"/>
                      <a:pt x="2901" y="1330"/>
                      <a:pt x="2901" y="1133"/>
                    </a:cubicBezTo>
                    <a:lnTo>
                      <a:pt x="2901" y="358"/>
                    </a:lnTo>
                    <a:cubicBezTo>
                      <a:pt x="2901" y="161"/>
                      <a:pt x="2740" y="0"/>
                      <a:pt x="2543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53"/>
              <p:cNvSpPr/>
              <p:nvPr/>
            </p:nvSpPr>
            <p:spPr>
              <a:xfrm>
                <a:off x="2872428" y="1728288"/>
                <a:ext cx="49470" cy="7701"/>
              </a:xfrm>
              <a:custGeom>
                <a:rect b="b" l="l" r="r" t="t"/>
                <a:pathLst>
                  <a:path extrusionOk="0" h="151" w="970">
                    <a:moveTo>
                      <a:pt x="0" y="0"/>
                    </a:moveTo>
                    <a:lnTo>
                      <a:pt x="0" y="150"/>
                    </a:lnTo>
                    <a:lnTo>
                      <a:pt x="970" y="150"/>
                    </a:lnTo>
                    <a:lnTo>
                      <a:pt x="970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53"/>
              <p:cNvSpPr/>
              <p:nvPr/>
            </p:nvSpPr>
            <p:spPr>
              <a:xfrm>
                <a:off x="2388081" y="1709367"/>
                <a:ext cx="291567" cy="363783"/>
              </a:xfrm>
              <a:custGeom>
                <a:rect b="b" l="l" r="r" t="t"/>
                <a:pathLst>
                  <a:path extrusionOk="0" h="7133" w="5717">
                    <a:moveTo>
                      <a:pt x="782" y="0"/>
                    </a:moveTo>
                    <a:cubicBezTo>
                      <a:pt x="782" y="0"/>
                      <a:pt x="0" y="3124"/>
                      <a:pt x="1363" y="5078"/>
                    </a:cubicBezTo>
                    <a:cubicBezTo>
                      <a:pt x="2726" y="7033"/>
                      <a:pt x="4694" y="7133"/>
                      <a:pt x="4694" y="7133"/>
                    </a:cubicBezTo>
                    <a:lnTo>
                      <a:pt x="5716" y="55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87" name="Google Shape;3087;p53"/>
              <p:cNvGrpSpPr/>
              <p:nvPr/>
            </p:nvGrpSpPr>
            <p:grpSpPr>
              <a:xfrm>
                <a:off x="1744650" y="2279088"/>
                <a:ext cx="2063425" cy="2410875"/>
                <a:chOff x="2006917" y="4293350"/>
                <a:chExt cx="1011483" cy="1181801"/>
              </a:xfrm>
            </p:grpSpPr>
            <p:sp>
              <p:nvSpPr>
                <p:cNvPr id="3088" name="Google Shape;3088;p53"/>
                <p:cNvSpPr/>
                <p:nvPr/>
              </p:nvSpPr>
              <p:spPr>
                <a:xfrm>
                  <a:off x="2587225" y="4367025"/>
                  <a:ext cx="218350" cy="484525"/>
                </a:xfrm>
                <a:custGeom>
                  <a:rect b="b" l="l" r="r" t="t"/>
                  <a:pathLst>
                    <a:path extrusionOk="0" h="19381" w="8734">
                      <a:moveTo>
                        <a:pt x="2339" y="0"/>
                      </a:moveTo>
                      <a:cubicBezTo>
                        <a:pt x="1" y="1120"/>
                        <a:pt x="358" y="2757"/>
                        <a:pt x="472" y="4461"/>
                      </a:cubicBezTo>
                      <a:cubicBezTo>
                        <a:pt x="585" y="6168"/>
                        <a:pt x="4765" y="19380"/>
                        <a:pt x="4765" y="19380"/>
                      </a:cubicBezTo>
                      <a:lnTo>
                        <a:pt x="8734" y="18361"/>
                      </a:lnTo>
                      <a:cubicBezTo>
                        <a:pt x="8734" y="18361"/>
                        <a:pt x="7137" y="4327"/>
                        <a:pt x="6191" y="2205"/>
                      </a:cubicBezTo>
                      <a:cubicBezTo>
                        <a:pt x="5243" y="88"/>
                        <a:pt x="2339" y="0"/>
                        <a:pt x="2339" y="0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9" name="Google Shape;3089;p53"/>
                <p:cNvSpPr/>
                <p:nvPr/>
              </p:nvSpPr>
              <p:spPr>
                <a:xfrm>
                  <a:off x="2696725" y="4791700"/>
                  <a:ext cx="228050" cy="380575"/>
                </a:xfrm>
                <a:custGeom>
                  <a:rect b="b" l="l" r="r" t="t"/>
                  <a:pathLst>
                    <a:path extrusionOk="0" h="15223" w="9122">
                      <a:moveTo>
                        <a:pt x="1995" y="1"/>
                      </a:moveTo>
                      <a:cubicBezTo>
                        <a:pt x="1287" y="1"/>
                        <a:pt x="662" y="459"/>
                        <a:pt x="411" y="1699"/>
                      </a:cubicBezTo>
                      <a:cubicBezTo>
                        <a:pt x="1" y="3733"/>
                        <a:pt x="4437" y="11133"/>
                        <a:pt x="7203" y="15222"/>
                      </a:cubicBezTo>
                      <a:lnTo>
                        <a:pt x="9121" y="13198"/>
                      </a:lnTo>
                      <a:cubicBezTo>
                        <a:pt x="7494" y="8748"/>
                        <a:pt x="5059" y="2267"/>
                        <a:pt x="4354" y="1374"/>
                      </a:cubicBezTo>
                      <a:cubicBezTo>
                        <a:pt x="3768" y="632"/>
                        <a:pt x="2824" y="1"/>
                        <a:pt x="1995" y="1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0" name="Google Shape;3090;p53"/>
                <p:cNvSpPr/>
                <p:nvPr/>
              </p:nvSpPr>
              <p:spPr>
                <a:xfrm>
                  <a:off x="2876800" y="5121625"/>
                  <a:ext cx="90875" cy="133775"/>
                </a:xfrm>
                <a:custGeom>
                  <a:rect b="b" l="l" r="r" t="t"/>
                  <a:pathLst>
                    <a:path extrusionOk="0" h="5351" w="3635">
                      <a:moveTo>
                        <a:pt x="1918" y="1"/>
                      </a:moveTo>
                      <a:lnTo>
                        <a:pt x="0" y="2025"/>
                      </a:lnTo>
                      <a:cubicBezTo>
                        <a:pt x="889" y="3345"/>
                        <a:pt x="1607" y="4321"/>
                        <a:pt x="1931" y="4658"/>
                      </a:cubicBezTo>
                      <a:cubicBezTo>
                        <a:pt x="2409" y="5159"/>
                        <a:pt x="2779" y="5350"/>
                        <a:pt x="3041" y="5350"/>
                      </a:cubicBezTo>
                      <a:cubicBezTo>
                        <a:pt x="3504" y="5350"/>
                        <a:pt x="3635" y="4756"/>
                        <a:pt x="3445" y="4227"/>
                      </a:cubicBezTo>
                      <a:cubicBezTo>
                        <a:pt x="3445" y="4227"/>
                        <a:pt x="2800" y="2409"/>
                        <a:pt x="1918" y="1"/>
                      </a:cubicBez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1" name="Google Shape;3091;p53"/>
                <p:cNvSpPr/>
                <p:nvPr/>
              </p:nvSpPr>
              <p:spPr>
                <a:xfrm>
                  <a:off x="2906200" y="5189500"/>
                  <a:ext cx="112200" cy="212375"/>
                </a:xfrm>
                <a:custGeom>
                  <a:rect b="b" l="l" r="r" t="t"/>
                  <a:pathLst>
                    <a:path extrusionOk="0" h="8495" w="4488">
                      <a:moveTo>
                        <a:pt x="957" y="0"/>
                      </a:moveTo>
                      <a:cubicBezTo>
                        <a:pt x="935" y="0"/>
                        <a:pt x="913" y="2"/>
                        <a:pt x="892" y="5"/>
                      </a:cubicBezTo>
                      <a:cubicBezTo>
                        <a:pt x="1" y="152"/>
                        <a:pt x="883" y="2812"/>
                        <a:pt x="949" y="3811"/>
                      </a:cubicBezTo>
                      <a:cubicBezTo>
                        <a:pt x="1013" y="4763"/>
                        <a:pt x="1993" y="7014"/>
                        <a:pt x="2429" y="7014"/>
                      </a:cubicBezTo>
                      <a:cubicBezTo>
                        <a:pt x="2451" y="7014"/>
                        <a:pt x="2471" y="7009"/>
                        <a:pt x="2489" y="6998"/>
                      </a:cubicBezTo>
                      <a:cubicBezTo>
                        <a:pt x="2887" y="6757"/>
                        <a:pt x="1991" y="5297"/>
                        <a:pt x="2011" y="4853"/>
                      </a:cubicBezTo>
                      <a:cubicBezTo>
                        <a:pt x="2024" y="4532"/>
                        <a:pt x="2144" y="4386"/>
                        <a:pt x="2259" y="4386"/>
                      </a:cubicBezTo>
                      <a:cubicBezTo>
                        <a:pt x="2302" y="4386"/>
                        <a:pt x="2343" y="4406"/>
                        <a:pt x="2379" y="4445"/>
                      </a:cubicBezTo>
                      <a:cubicBezTo>
                        <a:pt x="2379" y="4445"/>
                        <a:pt x="2964" y="5023"/>
                        <a:pt x="3154" y="5735"/>
                      </a:cubicBezTo>
                      <a:cubicBezTo>
                        <a:pt x="3335" y="6405"/>
                        <a:pt x="3751" y="8494"/>
                        <a:pt x="4087" y="8494"/>
                      </a:cubicBezTo>
                      <a:cubicBezTo>
                        <a:pt x="4106" y="8494"/>
                        <a:pt x="4124" y="8488"/>
                        <a:pt x="4143" y="8474"/>
                      </a:cubicBezTo>
                      <a:cubicBezTo>
                        <a:pt x="4487" y="8210"/>
                        <a:pt x="4280" y="5765"/>
                        <a:pt x="3936" y="4292"/>
                      </a:cubicBezTo>
                      <a:cubicBezTo>
                        <a:pt x="3603" y="2853"/>
                        <a:pt x="1869" y="0"/>
                        <a:pt x="957" y="0"/>
                      </a:cubicBez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2" name="Google Shape;3092;p53"/>
                <p:cNvSpPr/>
                <p:nvPr/>
              </p:nvSpPr>
              <p:spPr>
                <a:xfrm>
                  <a:off x="2239865" y="4369487"/>
                  <a:ext cx="536936" cy="593815"/>
                </a:xfrm>
                <a:custGeom>
                  <a:rect b="b" l="l" r="r" t="t"/>
                  <a:pathLst>
                    <a:path extrusionOk="0" h="25374" w="22946">
                      <a:moveTo>
                        <a:pt x="16129" y="1"/>
                      </a:moveTo>
                      <a:cubicBezTo>
                        <a:pt x="14697" y="1"/>
                        <a:pt x="13448" y="100"/>
                        <a:pt x="13448" y="100"/>
                      </a:cubicBezTo>
                      <a:lnTo>
                        <a:pt x="10348" y="60"/>
                      </a:lnTo>
                      <a:cubicBezTo>
                        <a:pt x="10348" y="60"/>
                        <a:pt x="4825" y="652"/>
                        <a:pt x="2927" y="909"/>
                      </a:cubicBezTo>
                      <a:cubicBezTo>
                        <a:pt x="1027" y="1163"/>
                        <a:pt x="1" y="3378"/>
                        <a:pt x="225" y="6024"/>
                      </a:cubicBezTo>
                      <a:cubicBezTo>
                        <a:pt x="446" y="8666"/>
                        <a:pt x="3012" y="13517"/>
                        <a:pt x="3813" y="15241"/>
                      </a:cubicBezTo>
                      <a:cubicBezTo>
                        <a:pt x="4615" y="16965"/>
                        <a:pt x="5958" y="24922"/>
                        <a:pt x="5958" y="24922"/>
                      </a:cubicBezTo>
                      <a:lnTo>
                        <a:pt x="16337" y="25374"/>
                      </a:lnTo>
                      <a:cubicBezTo>
                        <a:pt x="16337" y="25374"/>
                        <a:pt x="16625" y="25050"/>
                        <a:pt x="16745" y="23366"/>
                      </a:cubicBezTo>
                      <a:cubicBezTo>
                        <a:pt x="16869" y="21682"/>
                        <a:pt x="18161" y="17620"/>
                        <a:pt x="20554" y="12321"/>
                      </a:cubicBezTo>
                      <a:cubicBezTo>
                        <a:pt x="22946" y="7022"/>
                        <a:pt x="21268" y="1584"/>
                        <a:pt x="20099" y="622"/>
                      </a:cubicBezTo>
                      <a:cubicBezTo>
                        <a:pt x="19488" y="120"/>
                        <a:pt x="17699" y="1"/>
                        <a:pt x="16129" y="1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3" name="Google Shape;3093;p53"/>
                <p:cNvSpPr/>
                <p:nvPr/>
              </p:nvSpPr>
              <p:spPr>
                <a:xfrm>
                  <a:off x="2625459" y="4555266"/>
                  <a:ext cx="123699" cy="377849"/>
                </a:xfrm>
                <a:custGeom>
                  <a:rect b="b" l="l" r="r" t="t"/>
                  <a:pathLst>
                    <a:path extrusionOk="0" h="15667" w="5129">
                      <a:moveTo>
                        <a:pt x="4978" y="1"/>
                      </a:moveTo>
                      <a:cubicBezTo>
                        <a:pt x="4978" y="28"/>
                        <a:pt x="4962" y="2507"/>
                        <a:pt x="3579" y="5116"/>
                      </a:cubicBezTo>
                      <a:cubicBezTo>
                        <a:pt x="2186" y="7742"/>
                        <a:pt x="101" y="13639"/>
                        <a:pt x="1" y="15660"/>
                      </a:cubicBezTo>
                      <a:lnTo>
                        <a:pt x="151" y="15666"/>
                      </a:lnTo>
                      <a:cubicBezTo>
                        <a:pt x="248" y="13662"/>
                        <a:pt x="2323" y="7798"/>
                        <a:pt x="3709" y="5183"/>
                      </a:cubicBezTo>
                      <a:cubicBezTo>
                        <a:pt x="5109" y="2543"/>
                        <a:pt x="5129" y="28"/>
                        <a:pt x="5129" y="1"/>
                      </a:cubicBezTo>
                      <a:close/>
                    </a:path>
                  </a:pathLst>
                </a:custGeom>
                <a:solidFill>
                  <a:srgbClr val="21204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4" name="Google Shape;3094;p53"/>
                <p:cNvSpPr/>
                <p:nvPr/>
              </p:nvSpPr>
              <p:spPr>
                <a:xfrm>
                  <a:off x="2424275" y="4293350"/>
                  <a:ext cx="131825" cy="118700"/>
                </a:xfrm>
                <a:custGeom>
                  <a:rect b="b" l="l" r="r" t="t"/>
                  <a:pathLst>
                    <a:path extrusionOk="0" h="4748" w="5273">
                      <a:moveTo>
                        <a:pt x="4705" y="1"/>
                      </a:moveTo>
                      <a:lnTo>
                        <a:pt x="272" y="241"/>
                      </a:lnTo>
                      <a:lnTo>
                        <a:pt x="1" y="3589"/>
                      </a:lnTo>
                      <a:cubicBezTo>
                        <a:pt x="1" y="3589"/>
                        <a:pt x="1114" y="4595"/>
                        <a:pt x="2640" y="4735"/>
                      </a:cubicBezTo>
                      <a:cubicBezTo>
                        <a:pt x="2735" y="4744"/>
                        <a:pt x="2829" y="4748"/>
                        <a:pt x="2920" y="4748"/>
                      </a:cubicBezTo>
                      <a:cubicBezTo>
                        <a:pt x="4303" y="4748"/>
                        <a:pt x="5273" y="3816"/>
                        <a:pt x="5273" y="3816"/>
                      </a:cubicBezTo>
                      <a:lnTo>
                        <a:pt x="4705" y="1"/>
                      </a:ln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5" name="Google Shape;3095;p53"/>
                <p:cNvSpPr/>
                <p:nvPr/>
              </p:nvSpPr>
              <p:spPr>
                <a:xfrm>
                  <a:off x="2289475" y="4592700"/>
                  <a:ext cx="84800" cy="84875"/>
                </a:xfrm>
                <a:custGeom>
                  <a:rect b="b" l="l" r="r" t="t"/>
                  <a:pathLst>
                    <a:path extrusionOk="0" h="3395" w="3392">
                      <a:moveTo>
                        <a:pt x="1879" y="1"/>
                      </a:moveTo>
                      <a:lnTo>
                        <a:pt x="1621" y="207"/>
                      </a:lnTo>
                      <a:lnTo>
                        <a:pt x="1" y="1514"/>
                      </a:lnTo>
                      <a:lnTo>
                        <a:pt x="696" y="2376"/>
                      </a:lnTo>
                      <a:lnTo>
                        <a:pt x="1515" y="3395"/>
                      </a:lnTo>
                      <a:lnTo>
                        <a:pt x="3392" y="1882"/>
                      </a:lnTo>
                      <a:lnTo>
                        <a:pt x="1879" y="1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6" name="Google Shape;3096;p53"/>
                <p:cNvSpPr/>
                <p:nvPr/>
              </p:nvSpPr>
              <p:spPr>
                <a:xfrm>
                  <a:off x="2371575" y="4694750"/>
                  <a:ext cx="84875" cy="84825"/>
                </a:xfrm>
                <a:custGeom>
                  <a:rect b="b" l="l" r="r" t="t"/>
                  <a:pathLst>
                    <a:path extrusionOk="0" h="3393" w="3395">
                      <a:moveTo>
                        <a:pt x="1882" y="1"/>
                      </a:moveTo>
                      <a:lnTo>
                        <a:pt x="1" y="1514"/>
                      </a:lnTo>
                      <a:lnTo>
                        <a:pt x="1514" y="3392"/>
                      </a:lnTo>
                      <a:lnTo>
                        <a:pt x="3395" y="1878"/>
                      </a:lnTo>
                      <a:lnTo>
                        <a:pt x="1882" y="1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7" name="Google Shape;3097;p53"/>
                <p:cNvSpPr/>
                <p:nvPr/>
              </p:nvSpPr>
              <p:spPr>
                <a:xfrm>
                  <a:off x="2533175" y="4685000"/>
                  <a:ext cx="84825" cy="84875"/>
                </a:xfrm>
                <a:custGeom>
                  <a:rect b="b" l="l" r="r" t="t"/>
                  <a:pathLst>
                    <a:path extrusionOk="0" h="3395" w="3393">
                      <a:moveTo>
                        <a:pt x="1879" y="0"/>
                      </a:moveTo>
                      <a:lnTo>
                        <a:pt x="1" y="1513"/>
                      </a:lnTo>
                      <a:lnTo>
                        <a:pt x="1515" y="3394"/>
                      </a:lnTo>
                      <a:lnTo>
                        <a:pt x="3393" y="1881"/>
                      </a:lnTo>
                      <a:lnTo>
                        <a:pt x="1879" y="0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8" name="Google Shape;3098;p53"/>
                <p:cNvSpPr/>
                <p:nvPr/>
              </p:nvSpPr>
              <p:spPr>
                <a:xfrm>
                  <a:off x="2458950" y="4613675"/>
                  <a:ext cx="84875" cy="84800"/>
                </a:xfrm>
                <a:custGeom>
                  <a:rect b="b" l="l" r="r" t="t"/>
                  <a:pathLst>
                    <a:path extrusionOk="0" h="3392" w="3395">
                      <a:moveTo>
                        <a:pt x="1881" y="0"/>
                      </a:moveTo>
                      <a:lnTo>
                        <a:pt x="0" y="1513"/>
                      </a:lnTo>
                      <a:lnTo>
                        <a:pt x="1514" y="3391"/>
                      </a:lnTo>
                      <a:lnTo>
                        <a:pt x="3395" y="1881"/>
                      </a:lnTo>
                      <a:lnTo>
                        <a:pt x="1881" y="0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9" name="Google Shape;3099;p53"/>
                <p:cNvSpPr/>
                <p:nvPr/>
              </p:nvSpPr>
              <p:spPr>
                <a:xfrm>
                  <a:off x="2597175" y="4592700"/>
                  <a:ext cx="84875" cy="84875"/>
                </a:xfrm>
                <a:custGeom>
                  <a:rect b="b" l="l" r="r" t="t"/>
                  <a:pathLst>
                    <a:path extrusionOk="0" h="3395" w="3395">
                      <a:moveTo>
                        <a:pt x="1881" y="1"/>
                      </a:moveTo>
                      <a:lnTo>
                        <a:pt x="1036" y="682"/>
                      </a:lnTo>
                      <a:lnTo>
                        <a:pt x="736" y="923"/>
                      </a:lnTo>
                      <a:lnTo>
                        <a:pt x="0" y="1514"/>
                      </a:lnTo>
                      <a:lnTo>
                        <a:pt x="1374" y="3221"/>
                      </a:lnTo>
                      <a:lnTo>
                        <a:pt x="1514" y="3395"/>
                      </a:lnTo>
                      <a:lnTo>
                        <a:pt x="1638" y="3294"/>
                      </a:lnTo>
                      <a:lnTo>
                        <a:pt x="1701" y="3245"/>
                      </a:lnTo>
                      <a:lnTo>
                        <a:pt x="3394" y="1882"/>
                      </a:lnTo>
                      <a:lnTo>
                        <a:pt x="2456" y="712"/>
                      </a:lnTo>
                      <a:lnTo>
                        <a:pt x="1881" y="1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0" name="Google Shape;3100;p53"/>
                <p:cNvSpPr/>
                <p:nvPr/>
              </p:nvSpPr>
              <p:spPr>
                <a:xfrm>
                  <a:off x="2098625" y="4383625"/>
                  <a:ext cx="279150" cy="471500"/>
                </a:xfrm>
                <a:custGeom>
                  <a:rect b="b" l="l" r="r" t="t"/>
                  <a:pathLst>
                    <a:path extrusionOk="0" h="18860" w="11166">
                      <a:moveTo>
                        <a:pt x="8071" y="1"/>
                      </a:moveTo>
                      <a:cubicBezTo>
                        <a:pt x="6108" y="1"/>
                        <a:pt x="5533" y="1390"/>
                        <a:pt x="4765" y="2717"/>
                      </a:cubicBezTo>
                      <a:cubicBezTo>
                        <a:pt x="3910" y="4197"/>
                        <a:pt x="1" y="17494"/>
                        <a:pt x="1" y="17494"/>
                      </a:cubicBezTo>
                      <a:lnTo>
                        <a:pt x="3863" y="18860"/>
                      </a:lnTo>
                      <a:cubicBezTo>
                        <a:pt x="3863" y="18860"/>
                        <a:pt x="10371" y="6325"/>
                        <a:pt x="10768" y="4037"/>
                      </a:cubicBezTo>
                      <a:cubicBezTo>
                        <a:pt x="11166" y="1752"/>
                        <a:pt x="8804" y="58"/>
                        <a:pt x="8804" y="58"/>
                      </a:cubicBezTo>
                      <a:cubicBezTo>
                        <a:pt x="8540" y="19"/>
                        <a:pt x="8296" y="1"/>
                        <a:pt x="8071" y="1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1" name="Google Shape;3101;p53"/>
                <p:cNvSpPr/>
                <p:nvPr/>
              </p:nvSpPr>
              <p:spPr>
                <a:xfrm>
                  <a:off x="2060800" y="4787700"/>
                  <a:ext cx="136575" cy="394500"/>
                </a:xfrm>
                <a:custGeom>
                  <a:rect b="b" l="l" r="r" t="t"/>
                  <a:pathLst>
                    <a:path extrusionOk="0" h="15780" w="5463">
                      <a:moveTo>
                        <a:pt x="3423" y="0"/>
                      </a:moveTo>
                      <a:cubicBezTo>
                        <a:pt x="2980" y="0"/>
                        <a:pt x="2476" y="223"/>
                        <a:pt x="1925" y="766"/>
                      </a:cubicBezTo>
                      <a:cubicBezTo>
                        <a:pt x="448" y="2226"/>
                        <a:pt x="1" y="10842"/>
                        <a:pt x="14" y="15780"/>
                      </a:cubicBezTo>
                      <a:lnTo>
                        <a:pt x="2737" y="15169"/>
                      </a:lnTo>
                      <a:cubicBezTo>
                        <a:pt x="3870" y="10571"/>
                        <a:pt x="5463" y="3830"/>
                        <a:pt x="5376" y="2697"/>
                      </a:cubicBezTo>
                      <a:cubicBezTo>
                        <a:pt x="5280" y="1442"/>
                        <a:pt x="4550" y="0"/>
                        <a:pt x="3423" y="0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2" name="Google Shape;3102;p53"/>
                <p:cNvSpPr/>
                <p:nvPr/>
              </p:nvSpPr>
              <p:spPr>
                <a:xfrm>
                  <a:off x="2061125" y="5166900"/>
                  <a:ext cx="68100" cy="128675"/>
                </a:xfrm>
                <a:custGeom>
                  <a:rect b="b" l="l" r="r" t="t"/>
                  <a:pathLst>
                    <a:path extrusionOk="0" h="5147" w="2724">
                      <a:moveTo>
                        <a:pt x="2724" y="1"/>
                      </a:moveTo>
                      <a:lnTo>
                        <a:pt x="1" y="612"/>
                      </a:lnTo>
                      <a:cubicBezTo>
                        <a:pt x="5" y="2202"/>
                        <a:pt x="54" y="3415"/>
                        <a:pt x="135" y="3876"/>
                      </a:cubicBezTo>
                      <a:cubicBezTo>
                        <a:pt x="295" y="4809"/>
                        <a:pt x="609" y="5147"/>
                        <a:pt x="912" y="5147"/>
                      </a:cubicBezTo>
                      <a:cubicBezTo>
                        <a:pt x="1223" y="5147"/>
                        <a:pt x="1522" y="4793"/>
                        <a:pt x="1632" y="4360"/>
                      </a:cubicBezTo>
                      <a:cubicBezTo>
                        <a:pt x="1632" y="4360"/>
                        <a:pt x="2109" y="2496"/>
                        <a:pt x="2724" y="1"/>
                      </a:cubicBez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3" name="Google Shape;3103;p53"/>
                <p:cNvSpPr/>
                <p:nvPr/>
              </p:nvSpPr>
              <p:spPr>
                <a:xfrm flipH="1" rot="-2014062">
                  <a:off x="2056273" y="5249475"/>
                  <a:ext cx="112196" cy="212367"/>
                </a:xfrm>
                <a:custGeom>
                  <a:rect b="b" l="l" r="r" t="t"/>
                  <a:pathLst>
                    <a:path extrusionOk="0" h="8495" w="4488">
                      <a:moveTo>
                        <a:pt x="957" y="0"/>
                      </a:moveTo>
                      <a:cubicBezTo>
                        <a:pt x="935" y="0"/>
                        <a:pt x="913" y="2"/>
                        <a:pt x="892" y="5"/>
                      </a:cubicBezTo>
                      <a:cubicBezTo>
                        <a:pt x="1" y="152"/>
                        <a:pt x="883" y="2812"/>
                        <a:pt x="949" y="3811"/>
                      </a:cubicBezTo>
                      <a:cubicBezTo>
                        <a:pt x="1013" y="4763"/>
                        <a:pt x="1993" y="7014"/>
                        <a:pt x="2429" y="7014"/>
                      </a:cubicBezTo>
                      <a:cubicBezTo>
                        <a:pt x="2451" y="7014"/>
                        <a:pt x="2471" y="7009"/>
                        <a:pt x="2489" y="6998"/>
                      </a:cubicBezTo>
                      <a:cubicBezTo>
                        <a:pt x="2887" y="6757"/>
                        <a:pt x="1991" y="5297"/>
                        <a:pt x="2011" y="4853"/>
                      </a:cubicBezTo>
                      <a:cubicBezTo>
                        <a:pt x="2024" y="4532"/>
                        <a:pt x="2144" y="4386"/>
                        <a:pt x="2259" y="4386"/>
                      </a:cubicBezTo>
                      <a:cubicBezTo>
                        <a:pt x="2302" y="4386"/>
                        <a:pt x="2343" y="4406"/>
                        <a:pt x="2379" y="4445"/>
                      </a:cubicBezTo>
                      <a:cubicBezTo>
                        <a:pt x="2379" y="4445"/>
                        <a:pt x="2964" y="5023"/>
                        <a:pt x="3154" y="5735"/>
                      </a:cubicBezTo>
                      <a:cubicBezTo>
                        <a:pt x="3335" y="6405"/>
                        <a:pt x="3751" y="8494"/>
                        <a:pt x="4087" y="8494"/>
                      </a:cubicBezTo>
                      <a:cubicBezTo>
                        <a:pt x="4106" y="8494"/>
                        <a:pt x="4124" y="8488"/>
                        <a:pt x="4143" y="8474"/>
                      </a:cubicBezTo>
                      <a:cubicBezTo>
                        <a:pt x="4487" y="8210"/>
                        <a:pt x="4280" y="5765"/>
                        <a:pt x="3936" y="4292"/>
                      </a:cubicBezTo>
                      <a:cubicBezTo>
                        <a:pt x="3603" y="2853"/>
                        <a:pt x="1869" y="0"/>
                        <a:pt x="957" y="0"/>
                      </a:cubicBez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04" name="Google Shape;3104;p53"/>
              <p:cNvSpPr/>
              <p:nvPr/>
            </p:nvSpPr>
            <p:spPr>
              <a:xfrm>
                <a:off x="2795724" y="2008380"/>
                <a:ext cx="587877" cy="840531"/>
              </a:xfrm>
              <a:custGeom>
                <a:rect b="b" l="l" r="r" t="t"/>
                <a:pathLst>
                  <a:path extrusionOk="0" h="16481" w="11527">
                    <a:moveTo>
                      <a:pt x="1" y="1"/>
                    </a:moveTo>
                    <a:lnTo>
                      <a:pt x="1208" y="8108"/>
                    </a:lnTo>
                    <a:cubicBezTo>
                      <a:pt x="1208" y="8108"/>
                      <a:pt x="1532" y="13557"/>
                      <a:pt x="3476" y="15325"/>
                    </a:cubicBezTo>
                    <a:cubicBezTo>
                      <a:pt x="4285" y="16059"/>
                      <a:pt x="5341" y="16481"/>
                      <a:pt x="6396" y="16481"/>
                    </a:cubicBezTo>
                    <a:cubicBezTo>
                      <a:pt x="7882" y="16481"/>
                      <a:pt x="9367" y="15645"/>
                      <a:pt x="10164" y="13664"/>
                    </a:cubicBezTo>
                    <a:cubicBezTo>
                      <a:pt x="11527" y="10277"/>
                      <a:pt x="6282" y="5309"/>
                      <a:pt x="4375" y="4240"/>
                    </a:cubicBezTo>
                    <a:cubicBezTo>
                      <a:pt x="2467" y="3174"/>
                      <a:pt x="2030" y="331"/>
                      <a:pt x="2030" y="33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05" name="Google Shape;3105;p53"/>
            <p:cNvGrpSpPr/>
            <p:nvPr/>
          </p:nvGrpSpPr>
          <p:grpSpPr>
            <a:xfrm>
              <a:off x="5613916" y="2546483"/>
              <a:ext cx="592455" cy="1737862"/>
              <a:chOff x="9828857" y="2471504"/>
              <a:chExt cx="614070" cy="1801641"/>
            </a:xfrm>
          </p:grpSpPr>
          <p:sp>
            <p:nvSpPr>
              <p:cNvPr id="3106" name="Google Shape;3106;p53"/>
              <p:cNvSpPr/>
              <p:nvPr/>
            </p:nvSpPr>
            <p:spPr>
              <a:xfrm>
                <a:off x="9961756" y="2601337"/>
                <a:ext cx="294862" cy="708636"/>
              </a:xfrm>
              <a:custGeom>
                <a:rect b="b" l="l" r="r" t="t"/>
                <a:pathLst>
                  <a:path extrusionOk="0" h="29135" w="12123">
                    <a:moveTo>
                      <a:pt x="8132" y="0"/>
                    </a:moveTo>
                    <a:cubicBezTo>
                      <a:pt x="6515" y="0"/>
                      <a:pt x="5160" y="1385"/>
                      <a:pt x="4362" y="2370"/>
                    </a:cubicBezTo>
                    <a:cubicBezTo>
                      <a:pt x="2994" y="4055"/>
                      <a:pt x="374" y="19457"/>
                      <a:pt x="183" y="22901"/>
                    </a:cubicBezTo>
                    <a:cubicBezTo>
                      <a:pt x="1" y="26155"/>
                      <a:pt x="468" y="29134"/>
                      <a:pt x="2459" y="29134"/>
                    </a:cubicBezTo>
                    <a:cubicBezTo>
                      <a:pt x="2575" y="29134"/>
                      <a:pt x="2697" y="29124"/>
                      <a:pt x="2824" y="29103"/>
                    </a:cubicBezTo>
                    <a:cubicBezTo>
                      <a:pt x="5123" y="28721"/>
                      <a:pt x="5890" y="22901"/>
                      <a:pt x="9005" y="15322"/>
                    </a:cubicBezTo>
                    <a:cubicBezTo>
                      <a:pt x="12123" y="7744"/>
                      <a:pt x="11855" y="2718"/>
                      <a:pt x="11855" y="2718"/>
                    </a:cubicBezTo>
                    <a:cubicBezTo>
                      <a:pt x="10553" y="695"/>
                      <a:pt x="9277" y="0"/>
                      <a:pt x="8132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7" name="Google Shape;3107;p53"/>
              <p:cNvSpPr/>
              <p:nvPr/>
            </p:nvSpPr>
            <p:spPr>
              <a:xfrm>
                <a:off x="9913281" y="2626584"/>
                <a:ext cx="358197" cy="849609"/>
              </a:xfrm>
              <a:custGeom>
                <a:rect b="b" l="l" r="r" t="t"/>
                <a:pathLst>
                  <a:path extrusionOk="0" h="34931" w="14727">
                    <a:moveTo>
                      <a:pt x="8822" y="0"/>
                    </a:moveTo>
                    <a:cubicBezTo>
                      <a:pt x="7071" y="0"/>
                      <a:pt x="5586" y="951"/>
                      <a:pt x="5508" y="1425"/>
                    </a:cubicBezTo>
                    <a:cubicBezTo>
                      <a:pt x="5352" y="2353"/>
                      <a:pt x="691" y="20946"/>
                      <a:pt x="700" y="25031"/>
                    </a:cubicBezTo>
                    <a:cubicBezTo>
                      <a:pt x="705" y="29117"/>
                      <a:pt x="1" y="33893"/>
                      <a:pt x="4087" y="34820"/>
                    </a:cubicBezTo>
                    <a:cubicBezTo>
                      <a:pt x="4419" y="34895"/>
                      <a:pt x="4735" y="34930"/>
                      <a:pt x="5035" y="34930"/>
                    </a:cubicBezTo>
                    <a:cubicBezTo>
                      <a:pt x="8424" y="34930"/>
                      <a:pt x="9776" y="30433"/>
                      <a:pt x="9563" y="27883"/>
                    </a:cubicBezTo>
                    <a:cubicBezTo>
                      <a:pt x="9330" y="25107"/>
                      <a:pt x="10101" y="23721"/>
                      <a:pt x="12414" y="17198"/>
                    </a:cubicBezTo>
                    <a:cubicBezTo>
                      <a:pt x="14726" y="10675"/>
                      <a:pt x="13541" y="3751"/>
                      <a:pt x="13541" y="3751"/>
                    </a:cubicBezTo>
                    <a:cubicBezTo>
                      <a:pt x="12371" y="849"/>
                      <a:pt x="10477" y="0"/>
                      <a:pt x="8822" y="0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53"/>
              <p:cNvSpPr/>
              <p:nvPr/>
            </p:nvSpPr>
            <p:spPr>
              <a:xfrm>
                <a:off x="9953364" y="3189528"/>
                <a:ext cx="244976" cy="995715"/>
              </a:xfrm>
              <a:custGeom>
                <a:rect b="b" l="l" r="r" t="t"/>
                <a:pathLst>
                  <a:path extrusionOk="0" h="40938" w="10072">
                    <a:moveTo>
                      <a:pt x="2518" y="0"/>
                    </a:moveTo>
                    <a:cubicBezTo>
                      <a:pt x="1217" y="0"/>
                      <a:pt x="0" y="1091"/>
                      <a:pt x="117" y="2461"/>
                    </a:cubicBezTo>
                    <a:cubicBezTo>
                      <a:pt x="322" y="4853"/>
                      <a:pt x="6574" y="37767"/>
                      <a:pt x="7121" y="39807"/>
                    </a:cubicBezTo>
                    <a:cubicBezTo>
                      <a:pt x="7346" y="40637"/>
                      <a:pt x="7680" y="40937"/>
                      <a:pt x="8017" y="40937"/>
                    </a:cubicBezTo>
                    <a:cubicBezTo>
                      <a:pt x="8508" y="40937"/>
                      <a:pt x="9002" y="40298"/>
                      <a:pt x="9167" y="39727"/>
                    </a:cubicBezTo>
                    <a:cubicBezTo>
                      <a:pt x="9759" y="37691"/>
                      <a:pt x="10071" y="20438"/>
                      <a:pt x="8560" y="13849"/>
                    </a:cubicBezTo>
                    <a:cubicBezTo>
                      <a:pt x="7051" y="7264"/>
                      <a:pt x="5063" y="2180"/>
                      <a:pt x="5063" y="2180"/>
                    </a:cubicBezTo>
                    <a:cubicBezTo>
                      <a:pt x="4517" y="613"/>
                      <a:pt x="3494" y="0"/>
                      <a:pt x="2518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53"/>
              <p:cNvSpPr/>
              <p:nvPr/>
            </p:nvSpPr>
            <p:spPr>
              <a:xfrm>
                <a:off x="9921088" y="3178170"/>
                <a:ext cx="309115" cy="833265"/>
              </a:xfrm>
              <a:custGeom>
                <a:rect b="b" l="l" r="r" t="t"/>
                <a:pathLst>
                  <a:path extrusionOk="0" h="34259" w="12709">
                    <a:moveTo>
                      <a:pt x="4311" y="0"/>
                    </a:moveTo>
                    <a:cubicBezTo>
                      <a:pt x="1842" y="0"/>
                      <a:pt x="1" y="1980"/>
                      <a:pt x="339" y="4972"/>
                    </a:cubicBezTo>
                    <a:cubicBezTo>
                      <a:pt x="339" y="4972"/>
                      <a:pt x="527" y="15301"/>
                      <a:pt x="990" y="19618"/>
                    </a:cubicBezTo>
                    <a:cubicBezTo>
                      <a:pt x="1454" y="23931"/>
                      <a:pt x="3146" y="34259"/>
                      <a:pt x="3146" y="34259"/>
                    </a:cubicBezTo>
                    <a:lnTo>
                      <a:pt x="12708" y="34259"/>
                    </a:lnTo>
                    <a:cubicBezTo>
                      <a:pt x="12708" y="34259"/>
                      <a:pt x="9780" y="12525"/>
                      <a:pt x="9780" y="11371"/>
                    </a:cubicBezTo>
                    <a:cubicBezTo>
                      <a:pt x="9780" y="10212"/>
                      <a:pt x="9201" y="4283"/>
                      <a:pt x="9201" y="4283"/>
                    </a:cubicBezTo>
                    <a:cubicBezTo>
                      <a:pt x="9201" y="4283"/>
                      <a:pt x="9474" y="1583"/>
                      <a:pt x="6153" y="348"/>
                    </a:cubicBezTo>
                    <a:cubicBezTo>
                      <a:pt x="5518" y="112"/>
                      <a:pt x="4897" y="0"/>
                      <a:pt x="4311" y="0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0" name="Google Shape;3110;p53"/>
              <p:cNvSpPr/>
              <p:nvPr/>
            </p:nvSpPr>
            <p:spPr>
              <a:xfrm>
                <a:off x="9983500" y="3914655"/>
                <a:ext cx="234007" cy="2821"/>
              </a:xfrm>
              <a:custGeom>
                <a:rect b="b" l="l" r="r" t="t"/>
                <a:pathLst>
                  <a:path extrusionOk="0" h="116" w="9621">
                    <a:moveTo>
                      <a:pt x="1" y="0"/>
                    </a:moveTo>
                    <a:lnTo>
                      <a:pt x="1" y="111"/>
                    </a:lnTo>
                    <a:cubicBezTo>
                      <a:pt x="255" y="111"/>
                      <a:pt x="4251" y="116"/>
                      <a:pt x="7015" y="116"/>
                    </a:cubicBezTo>
                    <a:cubicBezTo>
                      <a:pt x="8444" y="116"/>
                      <a:pt x="9549" y="116"/>
                      <a:pt x="9620" y="111"/>
                    </a:cubicBezTo>
                    <a:lnTo>
                      <a:pt x="9616" y="0"/>
                    </a:lnTo>
                    <a:cubicBezTo>
                      <a:pt x="9545" y="3"/>
                      <a:pt x="8464" y="4"/>
                      <a:pt x="7050" y="4"/>
                    </a:cubicBezTo>
                    <a:cubicBezTo>
                      <a:pt x="4223" y="4"/>
                      <a:pt x="66" y="0"/>
                      <a:pt x="1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1" name="Google Shape;3111;p53"/>
              <p:cNvSpPr/>
              <p:nvPr/>
            </p:nvSpPr>
            <p:spPr>
              <a:xfrm>
                <a:off x="10183115" y="4045778"/>
                <a:ext cx="24" cy="24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2" name="Google Shape;3112;p53"/>
              <p:cNvSpPr/>
              <p:nvPr/>
            </p:nvSpPr>
            <p:spPr>
              <a:xfrm>
                <a:off x="9828857" y="4215792"/>
                <a:ext cx="362332" cy="46432"/>
              </a:xfrm>
              <a:custGeom>
                <a:rect b="b" l="l" r="r" t="t"/>
                <a:pathLst>
                  <a:path extrusionOk="0" h="1909" w="14897">
                    <a:moveTo>
                      <a:pt x="348" y="1"/>
                    </a:moveTo>
                    <a:cubicBezTo>
                      <a:pt x="54" y="1712"/>
                      <a:pt x="1" y="1908"/>
                      <a:pt x="1" y="1908"/>
                    </a:cubicBezTo>
                    <a:lnTo>
                      <a:pt x="14896" y="1908"/>
                    </a:lnTo>
                    <a:lnTo>
                      <a:pt x="14896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3" name="Google Shape;3113;p53"/>
              <p:cNvSpPr/>
              <p:nvPr/>
            </p:nvSpPr>
            <p:spPr>
              <a:xfrm>
                <a:off x="9837322" y="4048137"/>
                <a:ext cx="353868" cy="167679"/>
              </a:xfrm>
              <a:custGeom>
                <a:rect b="b" l="l" r="r" t="t"/>
                <a:pathLst>
                  <a:path extrusionOk="0" h="6894" w="14549">
                    <a:moveTo>
                      <a:pt x="10881" y="1"/>
                    </a:moveTo>
                    <a:cubicBezTo>
                      <a:pt x="10881" y="1"/>
                      <a:pt x="11304" y="3998"/>
                      <a:pt x="8287" y="4288"/>
                    </a:cubicBezTo>
                    <a:cubicBezTo>
                      <a:pt x="5272" y="4578"/>
                      <a:pt x="335" y="4979"/>
                      <a:pt x="23" y="6787"/>
                    </a:cubicBezTo>
                    <a:cubicBezTo>
                      <a:pt x="14" y="6827"/>
                      <a:pt x="10" y="6863"/>
                      <a:pt x="0" y="6894"/>
                    </a:cubicBezTo>
                    <a:lnTo>
                      <a:pt x="14548" y="6894"/>
                    </a:lnTo>
                    <a:lnTo>
                      <a:pt x="14548" y="1"/>
                    </a:lnTo>
                    <a:close/>
                  </a:path>
                </a:pathLst>
              </a:custGeom>
              <a:solidFill>
                <a:srgbClr val="4A18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53"/>
              <p:cNvSpPr/>
              <p:nvPr/>
            </p:nvSpPr>
            <p:spPr>
              <a:xfrm>
                <a:off x="9864611" y="4178214"/>
                <a:ext cx="161939" cy="38040"/>
              </a:xfrm>
              <a:custGeom>
                <a:rect b="b" l="l" r="r" t="t"/>
                <a:pathLst>
                  <a:path extrusionOk="0" h="1564" w="6658">
                    <a:moveTo>
                      <a:pt x="2394" y="1"/>
                    </a:moveTo>
                    <a:cubicBezTo>
                      <a:pt x="1134" y="1"/>
                      <a:pt x="19" y="40"/>
                      <a:pt x="1" y="40"/>
                    </a:cubicBezTo>
                    <a:lnTo>
                      <a:pt x="6" y="133"/>
                    </a:lnTo>
                    <a:cubicBezTo>
                      <a:pt x="24" y="133"/>
                      <a:pt x="1137" y="96"/>
                      <a:pt x="2394" y="96"/>
                    </a:cubicBezTo>
                    <a:cubicBezTo>
                      <a:pt x="3023" y="96"/>
                      <a:pt x="3688" y="105"/>
                      <a:pt x="4270" y="133"/>
                    </a:cubicBezTo>
                    <a:cubicBezTo>
                      <a:pt x="5989" y="223"/>
                      <a:pt x="6564" y="1550"/>
                      <a:pt x="6569" y="1564"/>
                    </a:cubicBezTo>
                    <a:lnTo>
                      <a:pt x="6657" y="1529"/>
                    </a:lnTo>
                    <a:cubicBezTo>
                      <a:pt x="6653" y="1515"/>
                      <a:pt x="6057" y="129"/>
                      <a:pt x="4274" y="40"/>
                    </a:cubicBezTo>
                    <a:cubicBezTo>
                      <a:pt x="3690" y="10"/>
                      <a:pt x="3024" y="1"/>
                      <a:pt x="23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53"/>
              <p:cNvSpPr/>
              <p:nvPr/>
            </p:nvSpPr>
            <p:spPr>
              <a:xfrm>
                <a:off x="10025018" y="4048137"/>
                <a:ext cx="122804" cy="117405"/>
              </a:xfrm>
              <a:custGeom>
                <a:rect b="b" l="l" r="r" t="t"/>
                <a:pathLst>
                  <a:path extrusionOk="0" h="4827" w="5049">
                    <a:moveTo>
                      <a:pt x="4928" y="1"/>
                    </a:moveTo>
                    <a:cubicBezTo>
                      <a:pt x="4928" y="41"/>
                      <a:pt x="4950" y="4038"/>
                      <a:pt x="3502" y="4551"/>
                    </a:cubicBezTo>
                    <a:cubicBezTo>
                      <a:pt x="3132" y="4681"/>
                      <a:pt x="2729" y="4730"/>
                      <a:pt x="2332" y="4730"/>
                    </a:cubicBezTo>
                    <a:cubicBezTo>
                      <a:pt x="1160" y="4730"/>
                      <a:pt x="49" y="4303"/>
                      <a:pt x="36" y="4296"/>
                    </a:cubicBezTo>
                    <a:lnTo>
                      <a:pt x="0" y="4385"/>
                    </a:lnTo>
                    <a:cubicBezTo>
                      <a:pt x="14" y="4390"/>
                      <a:pt x="1141" y="4827"/>
                      <a:pt x="2331" y="4827"/>
                    </a:cubicBezTo>
                    <a:cubicBezTo>
                      <a:pt x="2736" y="4827"/>
                      <a:pt x="3151" y="4773"/>
                      <a:pt x="3534" y="4640"/>
                    </a:cubicBezTo>
                    <a:cubicBezTo>
                      <a:pt x="5049" y="4105"/>
                      <a:pt x="5022" y="167"/>
                      <a:pt x="50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53"/>
              <p:cNvSpPr/>
              <p:nvPr/>
            </p:nvSpPr>
            <p:spPr>
              <a:xfrm>
                <a:off x="10098691" y="4059860"/>
                <a:ext cx="47940" cy="32860"/>
              </a:xfrm>
              <a:custGeom>
                <a:rect b="b" l="l" r="r" t="t"/>
                <a:pathLst>
                  <a:path extrusionOk="0" h="1351" w="1971">
                    <a:moveTo>
                      <a:pt x="1917" y="0"/>
                    </a:moveTo>
                    <a:lnTo>
                      <a:pt x="1" y="1270"/>
                    </a:lnTo>
                    <a:lnTo>
                      <a:pt x="54" y="1351"/>
                    </a:lnTo>
                    <a:lnTo>
                      <a:pt x="1971" y="80"/>
                    </a:lnTo>
                    <a:lnTo>
                      <a:pt x="19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53"/>
              <p:cNvSpPr/>
              <p:nvPr/>
            </p:nvSpPr>
            <p:spPr>
              <a:xfrm>
                <a:off x="10101634" y="4068422"/>
                <a:ext cx="41956" cy="24395"/>
              </a:xfrm>
              <a:custGeom>
                <a:rect b="b" l="l" r="r" t="t"/>
                <a:pathLst>
                  <a:path extrusionOk="0" h="1003" w="1725">
                    <a:moveTo>
                      <a:pt x="46" y="1"/>
                    </a:moveTo>
                    <a:lnTo>
                      <a:pt x="1" y="85"/>
                    </a:lnTo>
                    <a:lnTo>
                      <a:pt x="1681" y="1003"/>
                    </a:lnTo>
                    <a:lnTo>
                      <a:pt x="1724" y="918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8" name="Google Shape;3118;p53"/>
              <p:cNvSpPr/>
              <p:nvPr/>
            </p:nvSpPr>
            <p:spPr>
              <a:xfrm>
                <a:off x="10085387" y="4105149"/>
                <a:ext cx="55723" cy="21598"/>
              </a:xfrm>
              <a:custGeom>
                <a:rect b="b" l="l" r="r" t="t"/>
                <a:pathLst>
                  <a:path extrusionOk="0" h="888" w="2291">
                    <a:moveTo>
                      <a:pt x="2259" y="1"/>
                    </a:moveTo>
                    <a:lnTo>
                      <a:pt x="0" y="794"/>
                    </a:lnTo>
                    <a:lnTo>
                      <a:pt x="31" y="887"/>
                    </a:lnTo>
                    <a:lnTo>
                      <a:pt x="2291" y="90"/>
                    </a:lnTo>
                    <a:lnTo>
                      <a:pt x="22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9" name="Google Shape;3119;p53"/>
              <p:cNvSpPr/>
              <p:nvPr/>
            </p:nvSpPr>
            <p:spPr>
              <a:xfrm>
                <a:off x="10094702" y="4105271"/>
                <a:ext cx="39573" cy="27655"/>
              </a:xfrm>
              <a:custGeom>
                <a:rect b="b" l="l" r="r" t="t"/>
                <a:pathLst>
                  <a:path extrusionOk="0" h="1137" w="1627">
                    <a:moveTo>
                      <a:pt x="54" y="0"/>
                    </a:moveTo>
                    <a:lnTo>
                      <a:pt x="0" y="80"/>
                    </a:lnTo>
                    <a:lnTo>
                      <a:pt x="1573" y="1137"/>
                    </a:lnTo>
                    <a:lnTo>
                      <a:pt x="1627" y="1061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53"/>
              <p:cNvSpPr/>
              <p:nvPr/>
            </p:nvSpPr>
            <p:spPr>
              <a:xfrm>
                <a:off x="10002058" y="2471504"/>
                <a:ext cx="421776" cy="379139"/>
              </a:xfrm>
              <a:custGeom>
                <a:rect b="b" l="l" r="r" t="t"/>
                <a:pathLst>
                  <a:path extrusionOk="0" h="15588" w="17341">
                    <a:moveTo>
                      <a:pt x="4424" y="1"/>
                    </a:moveTo>
                    <a:cubicBezTo>
                      <a:pt x="4424" y="1"/>
                      <a:pt x="3097" y="1560"/>
                      <a:pt x="2370" y="4416"/>
                    </a:cubicBezTo>
                    <a:cubicBezTo>
                      <a:pt x="1578" y="7539"/>
                      <a:pt x="0" y="10395"/>
                      <a:pt x="4375" y="14129"/>
                    </a:cubicBezTo>
                    <a:cubicBezTo>
                      <a:pt x="5560" y="15139"/>
                      <a:pt x="7288" y="15588"/>
                      <a:pt x="9082" y="15588"/>
                    </a:cubicBezTo>
                    <a:cubicBezTo>
                      <a:pt x="13049" y="15588"/>
                      <a:pt x="17341" y="13393"/>
                      <a:pt x="16820" y="10213"/>
                    </a:cubicBezTo>
                    <a:cubicBezTo>
                      <a:pt x="16062" y="5592"/>
                      <a:pt x="12284" y="1"/>
                      <a:pt x="12284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53"/>
              <p:cNvSpPr/>
              <p:nvPr/>
            </p:nvSpPr>
            <p:spPr>
              <a:xfrm>
                <a:off x="10246937" y="2493929"/>
                <a:ext cx="98336" cy="57036"/>
              </a:xfrm>
              <a:custGeom>
                <a:rect b="b" l="l" r="r" t="t"/>
                <a:pathLst>
                  <a:path extrusionOk="0" h="2345" w="4043">
                    <a:moveTo>
                      <a:pt x="113" y="1"/>
                    </a:moveTo>
                    <a:lnTo>
                      <a:pt x="1" y="5"/>
                    </a:lnTo>
                    <a:cubicBezTo>
                      <a:pt x="1" y="36"/>
                      <a:pt x="60" y="780"/>
                      <a:pt x="1333" y="1769"/>
                    </a:cubicBezTo>
                    <a:cubicBezTo>
                      <a:pt x="1917" y="2219"/>
                      <a:pt x="2532" y="2344"/>
                      <a:pt x="3027" y="2344"/>
                    </a:cubicBezTo>
                    <a:cubicBezTo>
                      <a:pt x="3615" y="2344"/>
                      <a:pt x="4038" y="2170"/>
                      <a:pt x="4043" y="2166"/>
                    </a:cubicBezTo>
                    <a:lnTo>
                      <a:pt x="3998" y="2063"/>
                    </a:lnTo>
                    <a:cubicBezTo>
                      <a:pt x="3991" y="2066"/>
                      <a:pt x="3588" y="2232"/>
                      <a:pt x="3025" y="2232"/>
                    </a:cubicBezTo>
                    <a:cubicBezTo>
                      <a:pt x="2551" y="2232"/>
                      <a:pt x="1963" y="2114"/>
                      <a:pt x="1401" y="1680"/>
                    </a:cubicBezTo>
                    <a:cubicBezTo>
                      <a:pt x="175" y="727"/>
                      <a:pt x="113" y="9"/>
                      <a:pt x="113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2" name="Google Shape;3122;p53"/>
              <p:cNvSpPr/>
              <p:nvPr/>
            </p:nvSpPr>
            <p:spPr>
              <a:xfrm>
                <a:off x="10089935" y="2492640"/>
                <a:ext cx="225299" cy="2724"/>
              </a:xfrm>
              <a:custGeom>
                <a:rect b="b" l="l" r="r" t="t"/>
                <a:pathLst>
                  <a:path extrusionOk="0" h="112" w="9263">
                    <a:moveTo>
                      <a:pt x="0" y="0"/>
                    </a:moveTo>
                    <a:lnTo>
                      <a:pt x="0" y="111"/>
                    </a:lnTo>
                    <a:lnTo>
                      <a:pt x="9263" y="111"/>
                    </a:lnTo>
                    <a:lnTo>
                      <a:pt x="9263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3" name="Google Shape;3123;p53"/>
              <p:cNvSpPr/>
              <p:nvPr/>
            </p:nvSpPr>
            <p:spPr>
              <a:xfrm>
                <a:off x="10119657" y="2655212"/>
                <a:ext cx="294862" cy="690954"/>
              </a:xfrm>
              <a:custGeom>
                <a:rect b="b" l="l" r="r" t="t"/>
                <a:pathLst>
                  <a:path extrusionOk="0" h="28408" w="12123">
                    <a:moveTo>
                      <a:pt x="7749" y="1"/>
                    </a:moveTo>
                    <a:cubicBezTo>
                      <a:pt x="6329" y="1"/>
                      <a:pt x="5062" y="781"/>
                      <a:pt x="4361" y="1644"/>
                    </a:cubicBezTo>
                    <a:cubicBezTo>
                      <a:pt x="2998" y="3328"/>
                      <a:pt x="374" y="18731"/>
                      <a:pt x="181" y="22175"/>
                    </a:cubicBezTo>
                    <a:cubicBezTo>
                      <a:pt x="1" y="25428"/>
                      <a:pt x="472" y="28408"/>
                      <a:pt x="2459" y="28408"/>
                    </a:cubicBezTo>
                    <a:cubicBezTo>
                      <a:pt x="2576" y="28408"/>
                      <a:pt x="2697" y="28398"/>
                      <a:pt x="2824" y="28377"/>
                    </a:cubicBezTo>
                    <a:cubicBezTo>
                      <a:pt x="5123" y="27993"/>
                      <a:pt x="5889" y="22175"/>
                      <a:pt x="9009" y="14595"/>
                    </a:cubicBezTo>
                    <a:cubicBezTo>
                      <a:pt x="12123" y="7017"/>
                      <a:pt x="11859" y="2722"/>
                      <a:pt x="11859" y="2722"/>
                    </a:cubicBezTo>
                    <a:cubicBezTo>
                      <a:pt x="10589" y="707"/>
                      <a:pt x="9100" y="1"/>
                      <a:pt x="7749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4" name="Google Shape;3124;p53"/>
              <p:cNvSpPr/>
              <p:nvPr/>
            </p:nvSpPr>
            <p:spPr>
              <a:xfrm>
                <a:off x="10084633" y="2637529"/>
                <a:ext cx="358295" cy="849609"/>
              </a:xfrm>
              <a:custGeom>
                <a:rect b="b" l="l" r="r" t="t"/>
                <a:pathLst>
                  <a:path extrusionOk="0" h="34931" w="14731">
                    <a:moveTo>
                      <a:pt x="8823" y="0"/>
                    </a:moveTo>
                    <a:cubicBezTo>
                      <a:pt x="7072" y="0"/>
                      <a:pt x="5588" y="952"/>
                      <a:pt x="5507" y="1426"/>
                    </a:cubicBezTo>
                    <a:cubicBezTo>
                      <a:pt x="5355" y="2353"/>
                      <a:pt x="695" y="20950"/>
                      <a:pt x="700" y="25031"/>
                    </a:cubicBezTo>
                    <a:cubicBezTo>
                      <a:pt x="704" y="29117"/>
                      <a:pt x="0" y="33898"/>
                      <a:pt x="4086" y="34819"/>
                    </a:cubicBezTo>
                    <a:cubicBezTo>
                      <a:pt x="4420" y="34895"/>
                      <a:pt x="4738" y="34931"/>
                      <a:pt x="5039" y="34931"/>
                    </a:cubicBezTo>
                    <a:cubicBezTo>
                      <a:pt x="8428" y="34931"/>
                      <a:pt x="9774" y="30432"/>
                      <a:pt x="9561" y="27883"/>
                    </a:cubicBezTo>
                    <a:cubicBezTo>
                      <a:pt x="9330" y="25111"/>
                      <a:pt x="10101" y="23721"/>
                      <a:pt x="12417" y="17198"/>
                    </a:cubicBezTo>
                    <a:cubicBezTo>
                      <a:pt x="14730" y="10675"/>
                      <a:pt x="13540" y="3751"/>
                      <a:pt x="13540" y="3751"/>
                    </a:cubicBezTo>
                    <a:cubicBezTo>
                      <a:pt x="12369" y="849"/>
                      <a:pt x="10477" y="0"/>
                      <a:pt x="8823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5" name="Google Shape;3125;p53"/>
              <p:cNvSpPr/>
              <p:nvPr/>
            </p:nvSpPr>
            <p:spPr>
              <a:xfrm>
                <a:off x="10111144" y="3217986"/>
                <a:ext cx="244952" cy="995666"/>
              </a:xfrm>
              <a:custGeom>
                <a:rect b="b" l="l" r="r" t="t"/>
                <a:pathLst>
                  <a:path extrusionOk="0" h="40936" w="10071">
                    <a:moveTo>
                      <a:pt x="2517" y="1"/>
                    </a:moveTo>
                    <a:cubicBezTo>
                      <a:pt x="1215" y="1"/>
                      <a:pt x="0" y="1091"/>
                      <a:pt x="118" y="2459"/>
                    </a:cubicBezTo>
                    <a:cubicBezTo>
                      <a:pt x="323" y="4851"/>
                      <a:pt x="6569" y="37763"/>
                      <a:pt x="7122" y="39805"/>
                    </a:cubicBezTo>
                    <a:cubicBezTo>
                      <a:pt x="7347" y="40634"/>
                      <a:pt x="7680" y="40935"/>
                      <a:pt x="8016" y="40935"/>
                    </a:cubicBezTo>
                    <a:cubicBezTo>
                      <a:pt x="8506" y="40935"/>
                      <a:pt x="9000" y="40295"/>
                      <a:pt x="9166" y="39724"/>
                    </a:cubicBezTo>
                    <a:cubicBezTo>
                      <a:pt x="9754" y="37687"/>
                      <a:pt x="10071" y="20436"/>
                      <a:pt x="8561" y="13847"/>
                    </a:cubicBezTo>
                    <a:cubicBezTo>
                      <a:pt x="7046" y="7261"/>
                      <a:pt x="5063" y="2177"/>
                      <a:pt x="5063" y="2177"/>
                    </a:cubicBezTo>
                    <a:cubicBezTo>
                      <a:pt x="4515" y="612"/>
                      <a:pt x="3492" y="1"/>
                      <a:pt x="2517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6" name="Google Shape;3126;p53"/>
              <p:cNvSpPr/>
              <p:nvPr/>
            </p:nvSpPr>
            <p:spPr>
              <a:xfrm>
                <a:off x="10092440" y="3189188"/>
                <a:ext cx="309188" cy="833216"/>
              </a:xfrm>
              <a:custGeom>
                <a:rect b="b" l="l" r="r" t="t"/>
                <a:pathLst>
                  <a:path extrusionOk="0" h="34257" w="12712">
                    <a:moveTo>
                      <a:pt x="4312" y="0"/>
                    </a:moveTo>
                    <a:cubicBezTo>
                      <a:pt x="1843" y="0"/>
                      <a:pt x="0" y="1982"/>
                      <a:pt x="338" y="4970"/>
                    </a:cubicBezTo>
                    <a:cubicBezTo>
                      <a:pt x="338" y="4970"/>
                      <a:pt x="531" y="15298"/>
                      <a:pt x="989" y="19615"/>
                    </a:cubicBezTo>
                    <a:cubicBezTo>
                      <a:pt x="1452" y="23933"/>
                      <a:pt x="3150" y="34256"/>
                      <a:pt x="3150" y="34256"/>
                    </a:cubicBezTo>
                    <a:lnTo>
                      <a:pt x="12711" y="34256"/>
                    </a:lnTo>
                    <a:cubicBezTo>
                      <a:pt x="12711" y="34256"/>
                      <a:pt x="9780" y="12527"/>
                      <a:pt x="9780" y="11368"/>
                    </a:cubicBezTo>
                    <a:cubicBezTo>
                      <a:pt x="9780" y="10214"/>
                      <a:pt x="9205" y="4279"/>
                      <a:pt x="9205" y="4279"/>
                    </a:cubicBezTo>
                    <a:cubicBezTo>
                      <a:pt x="9205" y="4279"/>
                      <a:pt x="9472" y="1579"/>
                      <a:pt x="6157" y="349"/>
                    </a:cubicBezTo>
                    <a:cubicBezTo>
                      <a:pt x="5521" y="112"/>
                      <a:pt x="4899" y="0"/>
                      <a:pt x="4312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7" name="Google Shape;3127;p53"/>
              <p:cNvSpPr/>
              <p:nvPr/>
            </p:nvSpPr>
            <p:spPr>
              <a:xfrm>
                <a:off x="10154949" y="3925600"/>
                <a:ext cx="234007" cy="2821"/>
              </a:xfrm>
              <a:custGeom>
                <a:rect b="b" l="l" r="r" t="t"/>
                <a:pathLst>
                  <a:path extrusionOk="0" h="116" w="9621">
                    <a:moveTo>
                      <a:pt x="1" y="0"/>
                    </a:moveTo>
                    <a:lnTo>
                      <a:pt x="1" y="111"/>
                    </a:lnTo>
                    <a:cubicBezTo>
                      <a:pt x="254" y="111"/>
                      <a:pt x="4247" y="116"/>
                      <a:pt x="7009" y="116"/>
                    </a:cubicBezTo>
                    <a:cubicBezTo>
                      <a:pt x="8444" y="116"/>
                      <a:pt x="9544" y="116"/>
                      <a:pt x="9620" y="111"/>
                    </a:cubicBezTo>
                    <a:lnTo>
                      <a:pt x="9611" y="0"/>
                    </a:lnTo>
                    <a:cubicBezTo>
                      <a:pt x="9541" y="3"/>
                      <a:pt x="8461" y="4"/>
                      <a:pt x="7047" y="4"/>
                    </a:cubicBezTo>
                    <a:cubicBezTo>
                      <a:pt x="4221" y="4"/>
                      <a:pt x="63" y="0"/>
                      <a:pt x="1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8" name="Google Shape;3128;p53"/>
              <p:cNvSpPr/>
              <p:nvPr/>
            </p:nvSpPr>
            <p:spPr>
              <a:xfrm>
                <a:off x="10336565" y="4056723"/>
                <a:ext cx="24" cy="24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9" name="Google Shape;3129;p53"/>
              <p:cNvSpPr/>
              <p:nvPr/>
            </p:nvSpPr>
            <p:spPr>
              <a:xfrm>
                <a:off x="9982308" y="4226859"/>
                <a:ext cx="362186" cy="46286"/>
              </a:xfrm>
              <a:custGeom>
                <a:rect b="b" l="l" r="r" t="t"/>
                <a:pathLst>
                  <a:path extrusionOk="0" h="1903" w="14891">
                    <a:moveTo>
                      <a:pt x="348" y="0"/>
                    </a:moveTo>
                    <a:cubicBezTo>
                      <a:pt x="54" y="1707"/>
                      <a:pt x="1" y="1902"/>
                      <a:pt x="1" y="1902"/>
                    </a:cubicBezTo>
                    <a:lnTo>
                      <a:pt x="14891" y="1902"/>
                    </a:lnTo>
                    <a:lnTo>
                      <a:pt x="14891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0" name="Google Shape;3130;p53"/>
              <p:cNvSpPr/>
              <p:nvPr/>
            </p:nvSpPr>
            <p:spPr>
              <a:xfrm>
                <a:off x="9990772" y="4059106"/>
                <a:ext cx="353722" cy="167777"/>
              </a:xfrm>
              <a:custGeom>
                <a:rect b="b" l="l" r="r" t="t"/>
                <a:pathLst>
                  <a:path extrusionOk="0" h="6898" w="14543">
                    <a:moveTo>
                      <a:pt x="10880" y="0"/>
                    </a:moveTo>
                    <a:cubicBezTo>
                      <a:pt x="10880" y="0"/>
                      <a:pt x="11304" y="3997"/>
                      <a:pt x="8287" y="4287"/>
                    </a:cubicBezTo>
                    <a:cubicBezTo>
                      <a:pt x="5272" y="4576"/>
                      <a:pt x="335" y="4982"/>
                      <a:pt x="18" y="6790"/>
                    </a:cubicBezTo>
                    <a:cubicBezTo>
                      <a:pt x="14" y="6827"/>
                      <a:pt x="10" y="6862"/>
                      <a:pt x="0" y="6897"/>
                    </a:cubicBezTo>
                    <a:lnTo>
                      <a:pt x="14543" y="6897"/>
                    </a:lnTo>
                    <a:lnTo>
                      <a:pt x="14543" y="0"/>
                    </a:lnTo>
                    <a:close/>
                  </a:path>
                </a:pathLst>
              </a:custGeom>
              <a:solidFill>
                <a:srgbClr val="4A18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53"/>
              <p:cNvSpPr/>
              <p:nvPr/>
            </p:nvSpPr>
            <p:spPr>
              <a:xfrm>
                <a:off x="10018062" y="4189207"/>
                <a:ext cx="161939" cy="38113"/>
              </a:xfrm>
              <a:custGeom>
                <a:rect b="b" l="l" r="r" t="t"/>
                <a:pathLst>
                  <a:path extrusionOk="0" h="1567" w="6658">
                    <a:moveTo>
                      <a:pt x="2392" y="1"/>
                    </a:moveTo>
                    <a:cubicBezTo>
                      <a:pt x="1132" y="1"/>
                      <a:pt x="19" y="38"/>
                      <a:pt x="1" y="38"/>
                    </a:cubicBezTo>
                    <a:lnTo>
                      <a:pt x="6" y="136"/>
                    </a:lnTo>
                    <a:cubicBezTo>
                      <a:pt x="20" y="133"/>
                      <a:pt x="1108" y="95"/>
                      <a:pt x="2347" y="95"/>
                    </a:cubicBezTo>
                    <a:cubicBezTo>
                      <a:pt x="2990" y="95"/>
                      <a:pt x="3673" y="105"/>
                      <a:pt x="4270" y="136"/>
                    </a:cubicBezTo>
                    <a:cubicBezTo>
                      <a:pt x="5989" y="221"/>
                      <a:pt x="6564" y="1552"/>
                      <a:pt x="6569" y="1566"/>
                    </a:cubicBezTo>
                    <a:lnTo>
                      <a:pt x="6657" y="1531"/>
                    </a:lnTo>
                    <a:cubicBezTo>
                      <a:pt x="6649" y="1513"/>
                      <a:pt x="6057" y="127"/>
                      <a:pt x="4274" y="38"/>
                    </a:cubicBezTo>
                    <a:cubicBezTo>
                      <a:pt x="3689" y="10"/>
                      <a:pt x="3022" y="1"/>
                      <a:pt x="23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53"/>
              <p:cNvSpPr/>
              <p:nvPr/>
            </p:nvSpPr>
            <p:spPr>
              <a:xfrm>
                <a:off x="10178469" y="4059106"/>
                <a:ext cx="122804" cy="117380"/>
              </a:xfrm>
              <a:custGeom>
                <a:rect b="b" l="l" r="r" t="t"/>
                <a:pathLst>
                  <a:path extrusionOk="0" h="4826" w="5049">
                    <a:moveTo>
                      <a:pt x="4924" y="0"/>
                    </a:moveTo>
                    <a:cubicBezTo>
                      <a:pt x="4924" y="41"/>
                      <a:pt x="4950" y="4037"/>
                      <a:pt x="3502" y="4549"/>
                    </a:cubicBezTo>
                    <a:cubicBezTo>
                      <a:pt x="3130" y="4681"/>
                      <a:pt x="2724" y="4731"/>
                      <a:pt x="2326" y="4731"/>
                    </a:cubicBezTo>
                    <a:cubicBezTo>
                      <a:pt x="1155" y="4731"/>
                      <a:pt x="49" y="4302"/>
                      <a:pt x="36" y="4295"/>
                    </a:cubicBezTo>
                    <a:lnTo>
                      <a:pt x="0" y="4384"/>
                    </a:lnTo>
                    <a:cubicBezTo>
                      <a:pt x="14" y="4388"/>
                      <a:pt x="1137" y="4826"/>
                      <a:pt x="2330" y="4826"/>
                    </a:cubicBezTo>
                    <a:cubicBezTo>
                      <a:pt x="2736" y="4826"/>
                      <a:pt x="3151" y="4777"/>
                      <a:pt x="3533" y="4639"/>
                    </a:cubicBezTo>
                    <a:cubicBezTo>
                      <a:pt x="5049" y="4104"/>
                      <a:pt x="5022" y="165"/>
                      <a:pt x="50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3" name="Google Shape;3133;p53"/>
              <p:cNvSpPr/>
              <p:nvPr/>
            </p:nvSpPr>
            <p:spPr>
              <a:xfrm>
                <a:off x="10252142" y="4070806"/>
                <a:ext cx="47940" cy="32860"/>
              </a:xfrm>
              <a:custGeom>
                <a:rect b="b" l="l" r="r" t="t"/>
                <a:pathLst>
                  <a:path extrusionOk="0" h="1351" w="1971">
                    <a:moveTo>
                      <a:pt x="1917" y="0"/>
                    </a:moveTo>
                    <a:lnTo>
                      <a:pt x="1" y="1275"/>
                    </a:lnTo>
                    <a:lnTo>
                      <a:pt x="50" y="1351"/>
                    </a:lnTo>
                    <a:lnTo>
                      <a:pt x="1971" y="80"/>
                    </a:lnTo>
                    <a:lnTo>
                      <a:pt x="19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4" name="Google Shape;3134;p53"/>
              <p:cNvSpPr/>
              <p:nvPr/>
            </p:nvSpPr>
            <p:spPr>
              <a:xfrm>
                <a:off x="10255085" y="4079367"/>
                <a:ext cx="41956" cy="24420"/>
              </a:xfrm>
              <a:custGeom>
                <a:rect b="b" l="l" r="r" t="t"/>
                <a:pathLst>
                  <a:path extrusionOk="0" h="1004" w="1725">
                    <a:moveTo>
                      <a:pt x="46" y="0"/>
                    </a:moveTo>
                    <a:lnTo>
                      <a:pt x="1" y="86"/>
                    </a:lnTo>
                    <a:lnTo>
                      <a:pt x="1681" y="1003"/>
                    </a:lnTo>
                    <a:lnTo>
                      <a:pt x="1724" y="919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53"/>
              <p:cNvSpPr/>
              <p:nvPr/>
            </p:nvSpPr>
            <p:spPr>
              <a:xfrm>
                <a:off x="10238740" y="4116094"/>
                <a:ext cx="55820" cy="21598"/>
              </a:xfrm>
              <a:custGeom>
                <a:rect b="b" l="l" r="r" t="t"/>
                <a:pathLst>
                  <a:path extrusionOk="0" h="888" w="2295">
                    <a:moveTo>
                      <a:pt x="2263" y="1"/>
                    </a:moveTo>
                    <a:lnTo>
                      <a:pt x="0" y="799"/>
                    </a:lnTo>
                    <a:lnTo>
                      <a:pt x="35" y="887"/>
                    </a:lnTo>
                    <a:lnTo>
                      <a:pt x="2295" y="90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53"/>
              <p:cNvSpPr/>
              <p:nvPr/>
            </p:nvSpPr>
            <p:spPr>
              <a:xfrm>
                <a:off x="10248153" y="4116216"/>
                <a:ext cx="39475" cy="27776"/>
              </a:xfrm>
              <a:custGeom>
                <a:rect b="b" l="l" r="r" t="t"/>
                <a:pathLst>
                  <a:path extrusionOk="0" h="1142" w="1623">
                    <a:moveTo>
                      <a:pt x="54" y="0"/>
                    </a:moveTo>
                    <a:lnTo>
                      <a:pt x="0" y="80"/>
                    </a:lnTo>
                    <a:lnTo>
                      <a:pt x="1573" y="1141"/>
                    </a:lnTo>
                    <a:lnTo>
                      <a:pt x="1622" y="1061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37" name="Google Shape;3137;p53"/>
          <p:cNvSpPr txBox="1"/>
          <p:nvPr>
            <p:ph type="ctrTitle"/>
          </p:nvPr>
        </p:nvSpPr>
        <p:spPr>
          <a:xfrm flipH="1">
            <a:off x="4876075" y="799350"/>
            <a:ext cx="1300500" cy="94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designer</a:t>
            </a:r>
            <a:endParaRPr/>
          </a:p>
        </p:txBody>
      </p:sp>
      <p:sp>
        <p:nvSpPr>
          <p:cNvPr id="3138" name="Google Shape;3138;p53"/>
          <p:cNvSpPr txBox="1"/>
          <p:nvPr>
            <p:ph type="ctrTitle"/>
          </p:nvPr>
        </p:nvSpPr>
        <p:spPr>
          <a:xfrm flipH="1">
            <a:off x="3008850" y="799350"/>
            <a:ext cx="1232100" cy="94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designer</a:t>
            </a:r>
            <a:endParaRPr/>
          </a:p>
        </p:txBody>
      </p:sp>
      <p:grpSp>
        <p:nvGrpSpPr>
          <p:cNvPr id="3139" name="Google Shape;3139;p53"/>
          <p:cNvGrpSpPr/>
          <p:nvPr/>
        </p:nvGrpSpPr>
        <p:grpSpPr>
          <a:xfrm>
            <a:off x="534050" y="671100"/>
            <a:ext cx="8075900" cy="4479800"/>
            <a:chOff x="534050" y="671100"/>
            <a:chExt cx="8075900" cy="4479800"/>
          </a:xfrm>
        </p:grpSpPr>
        <p:sp>
          <p:nvSpPr>
            <p:cNvPr id="3140" name="Google Shape;3140;p53"/>
            <p:cNvSpPr txBox="1"/>
            <p:nvPr/>
          </p:nvSpPr>
          <p:spPr>
            <a:xfrm>
              <a:off x="534050" y="671100"/>
              <a:ext cx="1765500" cy="44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THOUGHT PROCESS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Critical thinking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Art direction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141" name="Google Shape;3141;p53"/>
            <p:cNvSpPr txBox="1"/>
            <p:nvPr/>
          </p:nvSpPr>
          <p:spPr>
            <a:xfrm>
              <a:off x="6844450" y="678500"/>
              <a:ext cx="1765500" cy="44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TH</a:t>
              </a: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OUGHT PROCESS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Critical thinking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Creative thinking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grpSp>
          <p:nvGrpSpPr>
            <p:cNvPr id="3142" name="Google Shape;3142;p53"/>
            <p:cNvGrpSpPr/>
            <p:nvPr/>
          </p:nvGrpSpPr>
          <p:grpSpPr>
            <a:xfrm>
              <a:off x="6435543" y="1293779"/>
              <a:ext cx="269261" cy="352050"/>
              <a:chOff x="1367060" y="2422129"/>
              <a:chExt cx="269261" cy="352050"/>
            </a:xfrm>
          </p:grpSpPr>
          <p:sp>
            <p:nvSpPr>
              <p:cNvPr id="3143" name="Google Shape;3143;p53"/>
              <p:cNvSpPr/>
              <p:nvPr/>
            </p:nvSpPr>
            <p:spPr>
              <a:xfrm>
                <a:off x="1392059" y="2651857"/>
                <a:ext cx="129160" cy="122322"/>
              </a:xfrm>
              <a:custGeom>
                <a:rect b="b" l="l" r="r" t="t"/>
                <a:pathLst>
                  <a:path extrusionOk="0" h="3846" w="4061">
                    <a:moveTo>
                      <a:pt x="167" y="0"/>
                    </a:moveTo>
                    <a:cubicBezTo>
                      <a:pt x="72" y="0"/>
                      <a:pt x="0" y="83"/>
                      <a:pt x="0" y="167"/>
                    </a:cubicBezTo>
                    <a:cubicBezTo>
                      <a:pt x="0" y="262"/>
                      <a:pt x="72" y="333"/>
                      <a:pt x="167" y="333"/>
                    </a:cubicBezTo>
                    <a:lnTo>
                      <a:pt x="357" y="333"/>
                    </a:lnTo>
                    <a:lnTo>
                      <a:pt x="357" y="1691"/>
                    </a:lnTo>
                    <a:cubicBezTo>
                      <a:pt x="357" y="2179"/>
                      <a:pt x="762" y="2584"/>
                      <a:pt x="1250" y="2584"/>
                    </a:cubicBezTo>
                    <a:cubicBezTo>
                      <a:pt x="1286" y="2584"/>
                      <a:pt x="1226" y="2584"/>
                      <a:pt x="2310" y="2405"/>
                    </a:cubicBezTo>
                    <a:lnTo>
                      <a:pt x="2310" y="3453"/>
                    </a:lnTo>
                    <a:cubicBezTo>
                      <a:pt x="2310" y="3667"/>
                      <a:pt x="2489" y="3846"/>
                      <a:pt x="2691" y="3846"/>
                    </a:cubicBezTo>
                    <a:lnTo>
                      <a:pt x="3905" y="3846"/>
                    </a:lnTo>
                    <a:cubicBezTo>
                      <a:pt x="3989" y="3846"/>
                      <a:pt x="4060" y="3774"/>
                      <a:pt x="4060" y="3679"/>
                    </a:cubicBezTo>
                    <a:cubicBezTo>
                      <a:pt x="4060" y="3596"/>
                      <a:pt x="3989" y="3500"/>
                      <a:pt x="3893" y="3500"/>
                    </a:cubicBezTo>
                    <a:lnTo>
                      <a:pt x="2691" y="3500"/>
                    </a:lnTo>
                    <a:cubicBezTo>
                      <a:pt x="2667" y="3500"/>
                      <a:pt x="2631" y="3465"/>
                      <a:pt x="2631" y="3441"/>
                    </a:cubicBezTo>
                    <a:lnTo>
                      <a:pt x="2631" y="2191"/>
                    </a:lnTo>
                    <a:cubicBezTo>
                      <a:pt x="2631" y="2143"/>
                      <a:pt x="2620" y="2107"/>
                      <a:pt x="2572" y="2072"/>
                    </a:cubicBezTo>
                    <a:cubicBezTo>
                      <a:pt x="2555" y="2055"/>
                      <a:pt x="2520" y="2038"/>
                      <a:pt x="2485" y="2038"/>
                    </a:cubicBezTo>
                    <a:cubicBezTo>
                      <a:pt x="2470" y="2038"/>
                      <a:pt x="2455" y="2041"/>
                      <a:pt x="2441" y="2048"/>
                    </a:cubicBezTo>
                    <a:lnTo>
                      <a:pt x="1238" y="2250"/>
                    </a:lnTo>
                    <a:cubicBezTo>
                      <a:pt x="917" y="2250"/>
                      <a:pt x="691" y="2000"/>
                      <a:pt x="691" y="1691"/>
                    </a:cubicBezTo>
                    <a:lnTo>
                      <a:pt x="691" y="167"/>
                    </a:lnTo>
                    <a:cubicBezTo>
                      <a:pt x="691" y="83"/>
                      <a:pt x="607" y="0"/>
                      <a:pt x="52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4" name="Google Shape;3144;p53"/>
              <p:cNvSpPr/>
              <p:nvPr/>
            </p:nvSpPr>
            <p:spPr>
              <a:xfrm>
                <a:off x="1367060" y="2441912"/>
                <a:ext cx="82184" cy="212139"/>
              </a:xfrm>
              <a:custGeom>
                <a:rect b="b" l="l" r="r" t="t"/>
                <a:pathLst>
                  <a:path extrusionOk="0" h="6670" w="2584">
                    <a:moveTo>
                      <a:pt x="2415" y="1"/>
                    </a:moveTo>
                    <a:cubicBezTo>
                      <a:pt x="2382" y="1"/>
                      <a:pt x="2350" y="10"/>
                      <a:pt x="2322" y="29"/>
                    </a:cubicBezTo>
                    <a:cubicBezTo>
                      <a:pt x="1274" y="731"/>
                      <a:pt x="655" y="1898"/>
                      <a:pt x="655" y="3148"/>
                    </a:cubicBezTo>
                    <a:cubicBezTo>
                      <a:pt x="655" y="3351"/>
                      <a:pt x="667" y="3541"/>
                      <a:pt x="703" y="3732"/>
                    </a:cubicBezTo>
                    <a:cubicBezTo>
                      <a:pt x="48" y="5708"/>
                      <a:pt x="0" y="5696"/>
                      <a:pt x="0" y="5970"/>
                    </a:cubicBezTo>
                    <a:cubicBezTo>
                      <a:pt x="0" y="6208"/>
                      <a:pt x="84" y="6446"/>
                      <a:pt x="262" y="6625"/>
                    </a:cubicBezTo>
                    <a:cubicBezTo>
                      <a:pt x="295" y="6651"/>
                      <a:pt x="342" y="6670"/>
                      <a:pt x="389" y="6670"/>
                    </a:cubicBezTo>
                    <a:cubicBezTo>
                      <a:pt x="429" y="6670"/>
                      <a:pt x="468" y="6657"/>
                      <a:pt x="500" y="6625"/>
                    </a:cubicBezTo>
                    <a:cubicBezTo>
                      <a:pt x="560" y="6565"/>
                      <a:pt x="584" y="6458"/>
                      <a:pt x="500" y="6375"/>
                    </a:cubicBezTo>
                    <a:cubicBezTo>
                      <a:pt x="358" y="6220"/>
                      <a:pt x="298" y="5982"/>
                      <a:pt x="369" y="5756"/>
                    </a:cubicBezTo>
                    <a:lnTo>
                      <a:pt x="1036" y="3791"/>
                    </a:lnTo>
                    <a:cubicBezTo>
                      <a:pt x="1060" y="3767"/>
                      <a:pt x="1060" y="3732"/>
                      <a:pt x="1036" y="3720"/>
                    </a:cubicBezTo>
                    <a:cubicBezTo>
                      <a:pt x="1012" y="3517"/>
                      <a:pt x="1000" y="3327"/>
                      <a:pt x="1000" y="3148"/>
                    </a:cubicBezTo>
                    <a:cubicBezTo>
                      <a:pt x="1000" y="2005"/>
                      <a:pt x="1560" y="934"/>
                      <a:pt x="2513" y="291"/>
                    </a:cubicBezTo>
                    <a:cubicBezTo>
                      <a:pt x="2572" y="255"/>
                      <a:pt x="2584" y="148"/>
                      <a:pt x="2548" y="76"/>
                    </a:cubicBezTo>
                    <a:cubicBezTo>
                      <a:pt x="2519" y="25"/>
                      <a:pt x="2467" y="1"/>
                      <a:pt x="241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5" name="Google Shape;3145;p53"/>
              <p:cNvSpPr/>
              <p:nvPr/>
            </p:nvSpPr>
            <p:spPr>
              <a:xfrm>
                <a:off x="1456051" y="2422129"/>
                <a:ext cx="180271" cy="162937"/>
              </a:xfrm>
              <a:custGeom>
                <a:rect b="b" l="l" r="r" t="t"/>
                <a:pathLst>
                  <a:path extrusionOk="0" h="5123" w="5668">
                    <a:moveTo>
                      <a:pt x="1621" y="1"/>
                    </a:moveTo>
                    <a:cubicBezTo>
                      <a:pt x="1104" y="1"/>
                      <a:pt x="591" y="107"/>
                      <a:pt x="119" y="317"/>
                    </a:cubicBezTo>
                    <a:cubicBezTo>
                      <a:pt x="24" y="353"/>
                      <a:pt x="0" y="448"/>
                      <a:pt x="24" y="544"/>
                    </a:cubicBezTo>
                    <a:cubicBezTo>
                      <a:pt x="51" y="616"/>
                      <a:pt x="113" y="648"/>
                      <a:pt x="184" y="648"/>
                    </a:cubicBezTo>
                    <a:cubicBezTo>
                      <a:pt x="205" y="648"/>
                      <a:pt x="228" y="645"/>
                      <a:pt x="250" y="639"/>
                    </a:cubicBezTo>
                    <a:cubicBezTo>
                      <a:pt x="965" y="317"/>
                      <a:pt x="1536" y="365"/>
                      <a:pt x="1643" y="353"/>
                    </a:cubicBezTo>
                    <a:cubicBezTo>
                      <a:pt x="3941" y="365"/>
                      <a:pt x="5644" y="2556"/>
                      <a:pt x="4894" y="4901"/>
                    </a:cubicBezTo>
                    <a:cubicBezTo>
                      <a:pt x="4870" y="4997"/>
                      <a:pt x="4906" y="5080"/>
                      <a:pt x="5001" y="5116"/>
                    </a:cubicBezTo>
                    <a:cubicBezTo>
                      <a:pt x="5018" y="5120"/>
                      <a:pt x="5035" y="5123"/>
                      <a:pt x="5052" y="5123"/>
                    </a:cubicBezTo>
                    <a:cubicBezTo>
                      <a:pt x="5119" y="5123"/>
                      <a:pt x="5184" y="5085"/>
                      <a:pt x="5203" y="5009"/>
                    </a:cubicBezTo>
                    <a:cubicBezTo>
                      <a:pt x="5668" y="3508"/>
                      <a:pt x="5239" y="2044"/>
                      <a:pt x="4263" y="1079"/>
                    </a:cubicBezTo>
                    <a:cubicBezTo>
                      <a:pt x="3524" y="356"/>
                      <a:pt x="2566" y="1"/>
                      <a:pt x="162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6" name="Google Shape;3146;p53"/>
              <p:cNvSpPr/>
              <p:nvPr/>
            </p:nvSpPr>
            <p:spPr>
              <a:xfrm>
                <a:off x="1532160" y="2593590"/>
                <a:ext cx="81834" cy="180207"/>
              </a:xfrm>
              <a:custGeom>
                <a:rect b="b" l="l" r="r" t="t"/>
                <a:pathLst>
                  <a:path extrusionOk="0" h="5666" w="2573">
                    <a:moveTo>
                      <a:pt x="2399" y="1"/>
                    </a:moveTo>
                    <a:cubicBezTo>
                      <a:pt x="2340" y="1"/>
                      <a:pt x="2284" y="36"/>
                      <a:pt x="2251" y="94"/>
                    </a:cubicBezTo>
                    <a:cubicBezTo>
                      <a:pt x="2096" y="380"/>
                      <a:pt x="1715" y="856"/>
                      <a:pt x="1715" y="1737"/>
                    </a:cubicBezTo>
                    <a:lnTo>
                      <a:pt x="1715" y="5273"/>
                    </a:lnTo>
                    <a:cubicBezTo>
                      <a:pt x="1715" y="5309"/>
                      <a:pt x="1679" y="5332"/>
                      <a:pt x="1655" y="5332"/>
                    </a:cubicBezTo>
                    <a:lnTo>
                      <a:pt x="167" y="5332"/>
                    </a:lnTo>
                    <a:cubicBezTo>
                      <a:pt x="72" y="5332"/>
                      <a:pt x="0" y="5404"/>
                      <a:pt x="0" y="5499"/>
                    </a:cubicBezTo>
                    <a:cubicBezTo>
                      <a:pt x="0" y="5583"/>
                      <a:pt x="72" y="5666"/>
                      <a:pt x="167" y="5666"/>
                    </a:cubicBezTo>
                    <a:lnTo>
                      <a:pt x="1655" y="5666"/>
                    </a:lnTo>
                    <a:cubicBezTo>
                      <a:pt x="1858" y="5666"/>
                      <a:pt x="2036" y="5487"/>
                      <a:pt x="2036" y="5273"/>
                    </a:cubicBezTo>
                    <a:lnTo>
                      <a:pt x="2036" y="1737"/>
                    </a:lnTo>
                    <a:cubicBezTo>
                      <a:pt x="2036" y="963"/>
                      <a:pt x="2382" y="558"/>
                      <a:pt x="2548" y="249"/>
                    </a:cubicBezTo>
                    <a:cubicBezTo>
                      <a:pt x="2572" y="153"/>
                      <a:pt x="2548" y="70"/>
                      <a:pt x="2477" y="22"/>
                    </a:cubicBezTo>
                    <a:cubicBezTo>
                      <a:pt x="2451" y="8"/>
                      <a:pt x="2425" y="1"/>
                      <a:pt x="239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7" name="Google Shape;3147;p53"/>
              <p:cNvSpPr/>
              <p:nvPr/>
            </p:nvSpPr>
            <p:spPr>
              <a:xfrm>
                <a:off x="1425359" y="2572313"/>
                <a:ext cx="24267" cy="17843"/>
              </a:xfrm>
              <a:custGeom>
                <a:rect b="b" l="l" r="r" t="t"/>
                <a:pathLst>
                  <a:path extrusionOk="0" h="561" w="763">
                    <a:moveTo>
                      <a:pt x="583" y="0"/>
                    </a:moveTo>
                    <a:cubicBezTo>
                      <a:pt x="554" y="0"/>
                      <a:pt x="525" y="8"/>
                      <a:pt x="501" y="25"/>
                    </a:cubicBezTo>
                    <a:lnTo>
                      <a:pt x="96" y="239"/>
                    </a:lnTo>
                    <a:cubicBezTo>
                      <a:pt x="25" y="287"/>
                      <a:pt x="1" y="394"/>
                      <a:pt x="37" y="465"/>
                    </a:cubicBezTo>
                    <a:cubicBezTo>
                      <a:pt x="72" y="525"/>
                      <a:pt x="132" y="560"/>
                      <a:pt x="191" y="560"/>
                    </a:cubicBezTo>
                    <a:cubicBezTo>
                      <a:pt x="215" y="560"/>
                      <a:pt x="251" y="560"/>
                      <a:pt x="275" y="537"/>
                    </a:cubicBezTo>
                    <a:lnTo>
                      <a:pt x="680" y="322"/>
                    </a:lnTo>
                    <a:cubicBezTo>
                      <a:pt x="739" y="263"/>
                      <a:pt x="763" y="156"/>
                      <a:pt x="727" y="84"/>
                    </a:cubicBezTo>
                    <a:cubicBezTo>
                      <a:pt x="696" y="29"/>
                      <a:pt x="639" y="0"/>
                      <a:pt x="58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8" name="Google Shape;3148;p53"/>
              <p:cNvSpPr/>
              <p:nvPr/>
            </p:nvSpPr>
            <p:spPr>
              <a:xfrm>
                <a:off x="1562820" y="2573680"/>
                <a:ext cx="26176" cy="17620"/>
              </a:xfrm>
              <a:custGeom>
                <a:rect b="b" l="l" r="r" t="t"/>
                <a:pathLst>
                  <a:path extrusionOk="0" h="554" w="823">
                    <a:moveTo>
                      <a:pt x="201" y="1"/>
                    </a:moveTo>
                    <a:cubicBezTo>
                      <a:pt x="143" y="1"/>
                      <a:pt x="81" y="28"/>
                      <a:pt x="48" y="77"/>
                    </a:cubicBezTo>
                    <a:cubicBezTo>
                      <a:pt x="1" y="160"/>
                      <a:pt x="37" y="255"/>
                      <a:pt x="108" y="303"/>
                    </a:cubicBezTo>
                    <a:cubicBezTo>
                      <a:pt x="513" y="529"/>
                      <a:pt x="513" y="553"/>
                      <a:pt x="584" y="553"/>
                    </a:cubicBezTo>
                    <a:cubicBezTo>
                      <a:pt x="763" y="541"/>
                      <a:pt x="822" y="315"/>
                      <a:pt x="680" y="244"/>
                    </a:cubicBezTo>
                    <a:lnTo>
                      <a:pt x="275" y="17"/>
                    </a:lnTo>
                    <a:cubicBezTo>
                      <a:pt x="253" y="6"/>
                      <a:pt x="227" y="1"/>
                      <a:pt x="20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9" name="Google Shape;3149;p53"/>
              <p:cNvSpPr/>
              <p:nvPr/>
            </p:nvSpPr>
            <p:spPr>
              <a:xfrm>
                <a:off x="1448100" y="2481414"/>
                <a:ext cx="125375" cy="191275"/>
              </a:xfrm>
              <a:custGeom>
                <a:rect b="b" l="l" r="r" t="t"/>
                <a:pathLst>
                  <a:path extrusionOk="0" h="6014" w="3942">
                    <a:moveTo>
                      <a:pt x="1280" y="1498"/>
                    </a:moveTo>
                    <a:cubicBezTo>
                      <a:pt x="1355" y="1498"/>
                      <a:pt x="1429" y="1543"/>
                      <a:pt x="1429" y="1632"/>
                    </a:cubicBezTo>
                    <a:lnTo>
                      <a:pt x="1429" y="1763"/>
                    </a:lnTo>
                    <a:lnTo>
                      <a:pt x="1262" y="1763"/>
                    </a:lnTo>
                    <a:cubicBezTo>
                      <a:pt x="1191" y="1763"/>
                      <a:pt x="1131" y="1704"/>
                      <a:pt x="1131" y="1632"/>
                    </a:cubicBezTo>
                    <a:cubicBezTo>
                      <a:pt x="1131" y="1543"/>
                      <a:pt x="1206" y="1498"/>
                      <a:pt x="1280" y="1498"/>
                    </a:cubicBezTo>
                    <a:close/>
                    <a:moveTo>
                      <a:pt x="2483" y="1498"/>
                    </a:moveTo>
                    <a:cubicBezTo>
                      <a:pt x="2557" y="1498"/>
                      <a:pt x="2632" y="1543"/>
                      <a:pt x="2632" y="1632"/>
                    </a:cubicBezTo>
                    <a:cubicBezTo>
                      <a:pt x="2632" y="1704"/>
                      <a:pt x="2572" y="1763"/>
                      <a:pt x="2501" y="1763"/>
                    </a:cubicBezTo>
                    <a:lnTo>
                      <a:pt x="2334" y="1763"/>
                    </a:lnTo>
                    <a:lnTo>
                      <a:pt x="2334" y="1632"/>
                    </a:lnTo>
                    <a:cubicBezTo>
                      <a:pt x="2334" y="1543"/>
                      <a:pt x="2408" y="1498"/>
                      <a:pt x="2483" y="1498"/>
                    </a:cubicBezTo>
                    <a:close/>
                    <a:moveTo>
                      <a:pt x="1989" y="2085"/>
                    </a:moveTo>
                    <a:lnTo>
                      <a:pt x="1989" y="3776"/>
                    </a:lnTo>
                    <a:lnTo>
                      <a:pt x="1739" y="3776"/>
                    </a:lnTo>
                    <a:lnTo>
                      <a:pt x="1739" y="2085"/>
                    </a:lnTo>
                    <a:close/>
                    <a:moveTo>
                      <a:pt x="2524" y="4097"/>
                    </a:moveTo>
                    <a:lnTo>
                      <a:pt x="2524" y="4430"/>
                    </a:lnTo>
                    <a:lnTo>
                      <a:pt x="1215" y="4430"/>
                    </a:lnTo>
                    <a:lnTo>
                      <a:pt x="1215" y="4097"/>
                    </a:lnTo>
                    <a:close/>
                    <a:moveTo>
                      <a:pt x="2512" y="4752"/>
                    </a:moveTo>
                    <a:lnTo>
                      <a:pt x="2512" y="4942"/>
                    </a:lnTo>
                    <a:lnTo>
                      <a:pt x="2524" y="4942"/>
                    </a:lnTo>
                    <a:cubicBezTo>
                      <a:pt x="2524" y="5026"/>
                      <a:pt x="2465" y="5085"/>
                      <a:pt x="2393" y="5085"/>
                    </a:cubicBezTo>
                    <a:lnTo>
                      <a:pt x="1334" y="5085"/>
                    </a:lnTo>
                    <a:cubicBezTo>
                      <a:pt x="1262" y="5085"/>
                      <a:pt x="1203" y="5026"/>
                      <a:pt x="1203" y="4942"/>
                    </a:cubicBezTo>
                    <a:lnTo>
                      <a:pt x="1203" y="4752"/>
                    </a:lnTo>
                    <a:close/>
                    <a:moveTo>
                      <a:pt x="2227" y="5395"/>
                    </a:moveTo>
                    <a:cubicBezTo>
                      <a:pt x="2203" y="5561"/>
                      <a:pt x="2048" y="5681"/>
                      <a:pt x="1870" y="5681"/>
                    </a:cubicBezTo>
                    <a:cubicBezTo>
                      <a:pt x="1691" y="5681"/>
                      <a:pt x="1548" y="5561"/>
                      <a:pt x="1500" y="5395"/>
                    </a:cubicBezTo>
                    <a:close/>
                    <a:moveTo>
                      <a:pt x="1874" y="1"/>
                    </a:moveTo>
                    <a:cubicBezTo>
                      <a:pt x="834" y="1"/>
                      <a:pt x="0" y="837"/>
                      <a:pt x="0" y="1882"/>
                    </a:cubicBezTo>
                    <a:cubicBezTo>
                      <a:pt x="0" y="2406"/>
                      <a:pt x="215" y="2906"/>
                      <a:pt x="607" y="3264"/>
                    </a:cubicBezTo>
                    <a:cubicBezTo>
                      <a:pt x="786" y="3418"/>
                      <a:pt x="869" y="3656"/>
                      <a:pt x="869" y="3895"/>
                    </a:cubicBezTo>
                    <a:lnTo>
                      <a:pt x="869" y="4942"/>
                    </a:lnTo>
                    <a:cubicBezTo>
                      <a:pt x="869" y="5145"/>
                      <a:pt x="988" y="5300"/>
                      <a:pt x="1155" y="5359"/>
                    </a:cubicBezTo>
                    <a:cubicBezTo>
                      <a:pt x="1191" y="5716"/>
                      <a:pt x="1489" y="6014"/>
                      <a:pt x="1858" y="6014"/>
                    </a:cubicBezTo>
                    <a:cubicBezTo>
                      <a:pt x="2227" y="6014"/>
                      <a:pt x="2524" y="5740"/>
                      <a:pt x="2560" y="5359"/>
                    </a:cubicBezTo>
                    <a:cubicBezTo>
                      <a:pt x="2715" y="5288"/>
                      <a:pt x="2834" y="5121"/>
                      <a:pt x="2834" y="4942"/>
                    </a:cubicBezTo>
                    <a:lnTo>
                      <a:pt x="2834" y="3871"/>
                    </a:lnTo>
                    <a:cubicBezTo>
                      <a:pt x="2834" y="3811"/>
                      <a:pt x="2834" y="3752"/>
                      <a:pt x="2858" y="3692"/>
                    </a:cubicBezTo>
                    <a:cubicBezTo>
                      <a:pt x="2870" y="3609"/>
                      <a:pt x="2822" y="3514"/>
                      <a:pt x="2727" y="3502"/>
                    </a:cubicBezTo>
                    <a:cubicBezTo>
                      <a:pt x="2718" y="3500"/>
                      <a:pt x="2710" y="3500"/>
                      <a:pt x="2701" y="3500"/>
                    </a:cubicBezTo>
                    <a:cubicBezTo>
                      <a:pt x="2627" y="3500"/>
                      <a:pt x="2558" y="3546"/>
                      <a:pt x="2536" y="3621"/>
                    </a:cubicBezTo>
                    <a:cubicBezTo>
                      <a:pt x="2524" y="3668"/>
                      <a:pt x="2524" y="3728"/>
                      <a:pt x="2512" y="3776"/>
                    </a:cubicBezTo>
                    <a:lnTo>
                      <a:pt x="2298" y="3776"/>
                    </a:lnTo>
                    <a:lnTo>
                      <a:pt x="2298" y="2085"/>
                    </a:lnTo>
                    <a:lnTo>
                      <a:pt x="2465" y="2085"/>
                    </a:lnTo>
                    <a:cubicBezTo>
                      <a:pt x="2715" y="2085"/>
                      <a:pt x="2929" y="1882"/>
                      <a:pt x="2929" y="1632"/>
                    </a:cubicBezTo>
                    <a:cubicBezTo>
                      <a:pt x="2929" y="1370"/>
                      <a:pt x="2715" y="1168"/>
                      <a:pt x="2465" y="1168"/>
                    </a:cubicBezTo>
                    <a:lnTo>
                      <a:pt x="2441" y="1168"/>
                    </a:lnTo>
                    <a:cubicBezTo>
                      <a:pt x="2179" y="1168"/>
                      <a:pt x="1977" y="1370"/>
                      <a:pt x="1977" y="1632"/>
                    </a:cubicBezTo>
                    <a:lnTo>
                      <a:pt x="1977" y="1763"/>
                    </a:lnTo>
                    <a:lnTo>
                      <a:pt x="1727" y="1763"/>
                    </a:lnTo>
                    <a:lnTo>
                      <a:pt x="1727" y="1632"/>
                    </a:lnTo>
                    <a:cubicBezTo>
                      <a:pt x="1727" y="1370"/>
                      <a:pt x="1512" y="1168"/>
                      <a:pt x="1262" y="1168"/>
                    </a:cubicBezTo>
                    <a:lnTo>
                      <a:pt x="1227" y="1168"/>
                    </a:lnTo>
                    <a:cubicBezTo>
                      <a:pt x="977" y="1168"/>
                      <a:pt x="774" y="1370"/>
                      <a:pt x="774" y="1632"/>
                    </a:cubicBezTo>
                    <a:cubicBezTo>
                      <a:pt x="774" y="1882"/>
                      <a:pt x="977" y="2085"/>
                      <a:pt x="1227" y="2085"/>
                    </a:cubicBezTo>
                    <a:lnTo>
                      <a:pt x="1393" y="2085"/>
                    </a:lnTo>
                    <a:lnTo>
                      <a:pt x="1393" y="3776"/>
                    </a:lnTo>
                    <a:lnTo>
                      <a:pt x="1191" y="3776"/>
                    </a:lnTo>
                    <a:cubicBezTo>
                      <a:pt x="1155" y="3478"/>
                      <a:pt x="1024" y="3204"/>
                      <a:pt x="810" y="3014"/>
                    </a:cubicBezTo>
                    <a:cubicBezTo>
                      <a:pt x="488" y="2716"/>
                      <a:pt x="310" y="2299"/>
                      <a:pt x="310" y="1871"/>
                    </a:cubicBezTo>
                    <a:cubicBezTo>
                      <a:pt x="310" y="1013"/>
                      <a:pt x="988" y="323"/>
                      <a:pt x="1858" y="323"/>
                    </a:cubicBezTo>
                    <a:lnTo>
                      <a:pt x="1905" y="323"/>
                    </a:lnTo>
                    <a:cubicBezTo>
                      <a:pt x="2715" y="335"/>
                      <a:pt x="3394" y="1013"/>
                      <a:pt x="3405" y="1835"/>
                    </a:cubicBezTo>
                    <a:lnTo>
                      <a:pt x="3405" y="1847"/>
                    </a:lnTo>
                    <a:cubicBezTo>
                      <a:pt x="3405" y="2287"/>
                      <a:pt x="3239" y="2668"/>
                      <a:pt x="2929" y="2966"/>
                    </a:cubicBezTo>
                    <a:cubicBezTo>
                      <a:pt x="2870" y="3025"/>
                      <a:pt x="2858" y="3133"/>
                      <a:pt x="2929" y="3204"/>
                    </a:cubicBezTo>
                    <a:cubicBezTo>
                      <a:pt x="2965" y="3240"/>
                      <a:pt x="3007" y="3258"/>
                      <a:pt x="3048" y="3258"/>
                    </a:cubicBezTo>
                    <a:cubicBezTo>
                      <a:pt x="3090" y="3258"/>
                      <a:pt x="3132" y="3240"/>
                      <a:pt x="3167" y="3204"/>
                    </a:cubicBezTo>
                    <a:cubicBezTo>
                      <a:pt x="3906" y="2502"/>
                      <a:pt x="3941" y="1299"/>
                      <a:pt x="3191" y="561"/>
                    </a:cubicBezTo>
                    <a:cubicBezTo>
                      <a:pt x="2858" y="216"/>
                      <a:pt x="2393" y="1"/>
                      <a:pt x="1917" y="1"/>
                    </a:cubicBezTo>
                    <a:cubicBezTo>
                      <a:pt x="1903" y="1"/>
                      <a:pt x="1888" y="1"/>
                      <a:pt x="187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0" name="Google Shape;3150;p53"/>
              <p:cNvSpPr/>
              <p:nvPr/>
            </p:nvSpPr>
            <p:spPr>
              <a:xfrm>
                <a:off x="1502232" y="2449259"/>
                <a:ext cx="10655" cy="25380"/>
              </a:xfrm>
              <a:custGeom>
                <a:rect b="b" l="l" r="r" t="t"/>
                <a:pathLst>
                  <a:path extrusionOk="0" h="798" w="335">
                    <a:moveTo>
                      <a:pt x="168" y="0"/>
                    </a:moveTo>
                    <a:cubicBezTo>
                      <a:pt x="84" y="0"/>
                      <a:pt x="1" y="84"/>
                      <a:pt x="1" y="167"/>
                    </a:cubicBezTo>
                    <a:lnTo>
                      <a:pt x="1" y="631"/>
                    </a:lnTo>
                    <a:cubicBezTo>
                      <a:pt x="1" y="715"/>
                      <a:pt x="84" y="798"/>
                      <a:pt x="168" y="798"/>
                    </a:cubicBezTo>
                    <a:cubicBezTo>
                      <a:pt x="263" y="798"/>
                      <a:pt x="334" y="715"/>
                      <a:pt x="334" y="631"/>
                    </a:cubicBezTo>
                    <a:lnTo>
                      <a:pt x="334" y="167"/>
                    </a:lnTo>
                    <a:cubicBezTo>
                      <a:pt x="334" y="84"/>
                      <a:pt x="263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1" name="Google Shape;3151;p53"/>
              <p:cNvSpPr/>
              <p:nvPr/>
            </p:nvSpPr>
            <p:spPr>
              <a:xfrm>
                <a:off x="1458309" y="2460582"/>
                <a:ext cx="18988" cy="23090"/>
              </a:xfrm>
              <a:custGeom>
                <a:rect b="b" l="l" r="r" t="t"/>
                <a:pathLst>
                  <a:path extrusionOk="0" h="726" w="597">
                    <a:moveTo>
                      <a:pt x="190" y="1"/>
                    </a:moveTo>
                    <a:cubicBezTo>
                      <a:pt x="161" y="1"/>
                      <a:pt x="132" y="9"/>
                      <a:pt x="108" y="25"/>
                    </a:cubicBezTo>
                    <a:cubicBezTo>
                      <a:pt x="25" y="61"/>
                      <a:pt x="1" y="168"/>
                      <a:pt x="48" y="240"/>
                    </a:cubicBezTo>
                    <a:lnTo>
                      <a:pt x="275" y="644"/>
                    </a:lnTo>
                    <a:cubicBezTo>
                      <a:pt x="299" y="693"/>
                      <a:pt x="357" y="726"/>
                      <a:pt x="414" y="726"/>
                    </a:cubicBezTo>
                    <a:cubicBezTo>
                      <a:pt x="441" y="726"/>
                      <a:pt x="466" y="719"/>
                      <a:pt x="489" y="704"/>
                    </a:cubicBezTo>
                    <a:cubicBezTo>
                      <a:pt x="572" y="656"/>
                      <a:pt x="596" y="573"/>
                      <a:pt x="548" y="478"/>
                    </a:cubicBezTo>
                    <a:lnTo>
                      <a:pt x="322" y="85"/>
                    </a:lnTo>
                    <a:cubicBezTo>
                      <a:pt x="299" y="30"/>
                      <a:pt x="244" y="1"/>
                      <a:pt x="19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2" name="Google Shape;3152;p53"/>
              <p:cNvSpPr/>
              <p:nvPr/>
            </p:nvSpPr>
            <p:spPr>
              <a:xfrm>
                <a:off x="1425741" y="2492768"/>
                <a:ext cx="25031" cy="17874"/>
              </a:xfrm>
              <a:custGeom>
                <a:rect b="b" l="l" r="r" t="t"/>
                <a:pathLst>
                  <a:path extrusionOk="0" h="562" w="787">
                    <a:moveTo>
                      <a:pt x="181" y="1"/>
                    </a:moveTo>
                    <a:cubicBezTo>
                      <a:pt x="126" y="1"/>
                      <a:pt x="72" y="30"/>
                      <a:pt x="48" y="85"/>
                    </a:cubicBezTo>
                    <a:cubicBezTo>
                      <a:pt x="1" y="156"/>
                      <a:pt x="25" y="263"/>
                      <a:pt x="108" y="299"/>
                    </a:cubicBezTo>
                    <a:cubicBezTo>
                      <a:pt x="501" y="525"/>
                      <a:pt x="501" y="561"/>
                      <a:pt x="584" y="561"/>
                    </a:cubicBezTo>
                    <a:cubicBezTo>
                      <a:pt x="632" y="561"/>
                      <a:pt x="703" y="525"/>
                      <a:pt x="727" y="466"/>
                    </a:cubicBezTo>
                    <a:cubicBezTo>
                      <a:pt x="787" y="394"/>
                      <a:pt x="751" y="287"/>
                      <a:pt x="668" y="240"/>
                    </a:cubicBezTo>
                    <a:lnTo>
                      <a:pt x="263" y="25"/>
                    </a:lnTo>
                    <a:cubicBezTo>
                      <a:pt x="238" y="9"/>
                      <a:pt x="209" y="1"/>
                      <a:pt x="1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3" name="Google Shape;3153;p53"/>
              <p:cNvSpPr/>
              <p:nvPr/>
            </p:nvSpPr>
            <p:spPr>
              <a:xfrm>
                <a:off x="1414768" y="2535959"/>
                <a:ext cx="25031" cy="10655"/>
              </a:xfrm>
              <a:custGeom>
                <a:rect b="b" l="l" r="r" t="t"/>
                <a:pathLst>
                  <a:path extrusionOk="0" h="335" w="787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67" y="334"/>
                    </a:cubicBezTo>
                    <a:lnTo>
                      <a:pt x="632" y="334"/>
                    </a:lnTo>
                    <a:cubicBezTo>
                      <a:pt x="715" y="334"/>
                      <a:pt x="786" y="251"/>
                      <a:pt x="786" y="167"/>
                    </a:cubicBezTo>
                    <a:cubicBezTo>
                      <a:pt x="786" y="72"/>
                      <a:pt x="715" y="1"/>
                      <a:pt x="63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4" name="Google Shape;3154;p53"/>
              <p:cNvSpPr/>
              <p:nvPr/>
            </p:nvSpPr>
            <p:spPr>
              <a:xfrm>
                <a:off x="1573825" y="2537104"/>
                <a:ext cx="24999" cy="10241"/>
              </a:xfrm>
              <a:custGeom>
                <a:rect b="b" l="l" r="r" t="t"/>
                <a:pathLst>
                  <a:path extrusionOk="0" h="322" w="786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631" y="322"/>
                    </a:lnTo>
                    <a:cubicBezTo>
                      <a:pt x="715" y="322"/>
                      <a:pt x="786" y="251"/>
                      <a:pt x="786" y="155"/>
                    </a:cubicBezTo>
                    <a:cubicBezTo>
                      <a:pt x="786" y="72"/>
                      <a:pt x="715" y="0"/>
                      <a:pt x="63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5" name="Google Shape;3155;p53"/>
              <p:cNvSpPr/>
              <p:nvPr/>
            </p:nvSpPr>
            <p:spPr>
              <a:xfrm>
                <a:off x="1563965" y="2493627"/>
                <a:ext cx="24649" cy="17525"/>
              </a:xfrm>
              <a:custGeom>
                <a:rect b="b" l="l" r="r" t="t"/>
                <a:pathLst>
                  <a:path extrusionOk="0" h="551" w="775">
                    <a:moveTo>
                      <a:pt x="576" y="0"/>
                    </a:moveTo>
                    <a:cubicBezTo>
                      <a:pt x="549" y="0"/>
                      <a:pt x="523" y="7"/>
                      <a:pt x="501" y="22"/>
                    </a:cubicBezTo>
                    <a:lnTo>
                      <a:pt x="108" y="248"/>
                    </a:lnTo>
                    <a:cubicBezTo>
                      <a:pt x="24" y="296"/>
                      <a:pt x="1" y="391"/>
                      <a:pt x="48" y="475"/>
                    </a:cubicBezTo>
                    <a:cubicBezTo>
                      <a:pt x="73" y="524"/>
                      <a:pt x="132" y="550"/>
                      <a:pt x="189" y="550"/>
                    </a:cubicBezTo>
                    <a:cubicBezTo>
                      <a:pt x="215" y="550"/>
                      <a:pt x="240" y="545"/>
                      <a:pt x="263" y="534"/>
                    </a:cubicBezTo>
                    <a:lnTo>
                      <a:pt x="667" y="308"/>
                    </a:lnTo>
                    <a:cubicBezTo>
                      <a:pt x="739" y="260"/>
                      <a:pt x="774" y="153"/>
                      <a:pt x="727" y="82"/>
                    </a:cubicBezTo>
                    <a:cubicBezTo>
                      <a:pt x="694" y="33"/>
                      <a:pt x="633" y="0"/>
                      <a:pt x="576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6" name="Google Shape;3156;p53"/>
              <p:cNvSpPr/>
              <p:nvPr/>
            </p:nvSpPr>
            <p:spPr>
              <a:xfrm>
                <a:off x="1537853" y="2461440"/>
                <a:ext cx="18956" cy="23090"/>
              </a:xfrm>
              <a:custGeom>
                <a:rect b="b" l="l" r="r" t="t"/>
                <a:pathLst>
                  <a:path extrusionOk="0" h="726" w="596">
                    <a:moveTo>
                      <a:pt x="414" y="0"/>
                    </a:moveTo>
                    <a:cubicBezTo>
                      <a:pt x="357" y="0"/>
                      <a:pt x="298" y="33"/>
                      <a:pt x="274" y="82"/>
                    </a:cubicBezTo>
                    <a:lnTo>
                      <a:pt x="48" y="486"/>
                    </a:lnTo>
                    <a:cubicBezTo>
                      <a:pt x="0" y="558"/>
                      <a:pt x="36" y="665"/>
                      <a:pt x="107" y="701"/>
                    </a:cubicBezTo>
                    <a:cubicBezTo>
                      <a:pt x="132" y="718"/>
                      <a:pt x="162" y="725"/>
                      <a:pt x="192" y="725"/>
                    </a:cubicBezTo>
                    <a:cubicBezTo>
                      <a:pt x="247" y="725"/>
                      <a:pt x="303" y="699"/>
                      <a:pt x="333" y="653"/>
                    </a:cubicBezTo>
                    <a:lnTo>
                      <a:pt x="548" y="248"/>
                    </a:lnTo>
                    <a:cubicBezTo>
                      <a:pt x="595" y="177"/>
                      <a:pt x="572" y="70"/>
                      <a:pt x="488" y="22"/>
                    </a:cubicBezTo>
                    <a:cubicBezTo>
                      <a:pt x="466" y="7"/>
                      <a:pt x="440" y="0"/>
                      <a:pt x="41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7" name="Google Shape;3157;p53"/>
            <p:cNvGrpSpPr/>
            <p:nvPr/>
          </p:nvGrpSpPr>
          <p:grpSpPr>
            <a:xfrm>
              <a:off x="2439191" y="1293779"/>
              <a:ext cx="269261" cy="352050"/>
              <a:chOff x="1367060" y="2422129"/>
              <a:chExt cx="269261" cy="352050"/>
            </a:xfrm>
          </p:grpSpPr>
          <p:sp>
            <p:nvSpPr>
              <p:cNvPr id="3158" name="Google Shape;3158;p53"/>
              <p:cNvSpPr/>
              <p:nvPr/>
            </p:nvSpPr>
            <p:spPr>
              <a:xfrm>
                <a:off x="1392059" y="2651857"/>
                <a:ext cx="129160" cy="122322"/>
              </a:xfrm>
              <a:custGeom>
                <a:rect b="b" l="l" r="r" t="t"/>
                <a:pathLst>
                  <a:path extrusionOk="0" h="3846" w="4061">
                    <a:moveTo>
                      <a:pt x="167" y="0"/>
                    </a:moveTo>
                    <a:cubicBezTo>
                      <a:pt x="72" y="0"/>
                      <a:pt x="0" y="83"/>
                      <a:pt x="0" y="167"/>
                    </a:cubicBezTo>
                    <a:cubicBezTo>
                      <a:pt x="0" y="262"/>
                      <a:pt x="72" y="333"/>
                      <a:pt x="167" y="333"/>
                    </a:cubicBezTo>
                    <a:lnTo>
                      <a:pt x="357" y="333"/>
                    </a:lnTo>
                    <a:lnTo>
                      <a:pt x="357" y="1691"/>
                    </a:lnTo>
                    <a:cubicBezTo>
                      <a:pt x="357" y="2179"/>
                      <a:pt x="762" y="2584"/>
                      <a:pt x="1250" y="2584"/>
                    </a:cubicBezTo>
                    <a:cubicBezTo>
                      <a:pt x="1286" y="2584"/>
                      <a:pt x="1226" y="2584"/>
                      <a:pt x="2310" y="2405"/>
                    </a:cubicBezTo>
                    <a:lnTo>
                      <a:pt x="2310" y="3453"/>
                    </a:lnTo>
                    <a:cubicBezTo>
                      <a:pt x="2310" y="3667"/>
                      <a:pt x="2489" y="3846"/>
                      <a:pt x="2691" y="3846"/>
                    </a:cubicBezTo>
                    <a:lnTo>
                      <a:pt x="3905" y="3846"/>
                    </a:lnTo>
                    <a:cubicBezTo>
                      <a:pt x="3989" y="3846"/>
                      <a:pt x="4060" y="3774"/>
                      <a:pt x="4060" y="3679"/>
                    </a:cubicBezTo>
                    <a:cubicBezTo>
                      <a:pt x="4060" y="3596"/>
                      <a:pt x="3989" y="3500"/>
                      <a:pt x="3893" y="3500"/>
                    </a:cubicBezTo>
                    <a:lnTo>
                      <a:pt x="2691" y="3500"/>
                    </a:lnTo>
                    <a:cubicBezTo>
                      <a:pt x="2667" y="3500"/>
                      <a:pt x="2631" y="3465"/>
                      <a:pt x="2631" y="3441"/>
                    </a:cubicBezTo>
                    <a:lnTo>
                      <a:pt x="2631" y="2191"/>
                    </a:lnTo>
                    <a:cubicBezTo>
                      <a:pt x="2631" y="2143"/>
                      <a:pt x="2620" y="2107"/>
                      <a:pt x="2572" y="2072"/>
                    </a:cubicBezTo>
                    <a:cubicBezTo>
                      <a:pt x="2555" y="2055"/>
                      <a:pt x="2520" y="2038"/>
                      <a:pt x="2485" y="2038"/>
                    </a:cubicBezTo>
                    <a:cubicBezTo>
                      <a:pt x="2470" y="2038"/>
                      <a:pt x="2455" y="2041"/>
                      <a:pt x="2441" y="2048"/>
                    </a:cubicBezTo>
                    <a:lnTo>
                      <a:pt x="1238" y="2250"/>
                    </a:lnTo>
                    <a:cubicBezTo>
                      <a:pt x="917" y="2250"/>
                      <a:pt x="691" y="2000"/>
                      <a:pt x="691" y="1691"/>
                    </a:cubicBezTo>
                    <a:lnTo>
                      <a:pt x="691" y="167"/>
                    </a:lnTo>
                    <a:cubicBezTo>
                      <a:pt x="691" y="83"/>
                      <a:pt x="607" y="0"/>
                      <a:pt x="52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9" name="Google Shape;3159;p53"/>
              <p:cNvSpPr/>
              <p:nvPr/>
            </p:nvSpPr>
            <p:spPr>
              <a:xfrm>
                <a:off x="1367060" y="2441912"/>
                <a:ext cx="82184" cy="212139"/>
              </a:xfrm>
              <a:custGeom>
                <a:rect b="b" l="l" r="r" t="t"/>
                <a:pathLst>
                  <a:path extrusionOk="0" h="6670" w="2584">
                    <a:moveTo>
                      <a:pt x="2415" y="1"/>
                    </a:moveTo>
                    <a:cubicBezTo>
                      <a:pt x="2382" y="1"/>
                      <a:pt x="2350" y="10"/>
                      <a:pt x="2322" y="29"/>
                    </a:cubicBezTo>
                    <a:cubicBezTo>
                      <a:pt x="1274" y="731"/>
                      <a:pt x="655" y="1898"/>
                      <a:pt x="655" y="3148"/>
                    </a:cubicBezTo>
                    <a:cubicBezTo>
                      <a:pt x="655" y="3351"/>
                      <a:pt x="667" y="3541"/>
                      <a:pt x="703" y="3732"/>
                    </a:cubicBezTo>
                    <a:cubicBezTo>
                      <a:pt x="48" y="5708"/>
                      <a:pt x="0" y="5696"/>
                      <a:pt x="0" y="5970"/>
                    </a:cubicBezTo>
                    <a:cubicBezTo>
                      <a:pt x="0" y="6208"/>
                      <a:pt x="84" y="6446"/>
                      <a:pt x="262" y="6625"/>
                    </a:cubicBezTo>
                    <a:cubicBezTo>
                      <a:pt x="295" y="6651"/>
                      <a:pt x="342" y="6670"/>
                      <a:pt x="389" y="6670"/>
                    </a:cubicBezTo>
                    <a:cubicBezTo>
                      <a:pt x="429" y="6670"/>
                      <a:pt x="468" y="6657"/>
                      <a:pt x="500" y="6625"/>
                    </a:cubicBezTo>
                    <a:cubicBezTo>
                      <a:pt x="560" y="6565"/>
                      <a:pt x="584" y="6458"/>
                      <a:pt x="500" y="6375"/>
                    </a:cubicBezTo>
                    <a:cubicBezTo>
                      <a:pt x="358" y="6220"/>
                      <a:pt x="298" y="5982"/>
                      <a:pt x="369" y="5756"/>
                    </a:cubicBezTo>
                    <a:lnTo>
                      <a:pt x="1036" y="3791"/>
                    </a:lnTo>
                    <a:cubicBezTo>
                      <a:pt x="1060" y="3767"/>
                      <a:pt x="1060" y="3732"/>
                      <a:pt x="1036" y="3720"/>
                    </a:cubicBezTo>
                    <a:cubicBezTo>
                      <a:pt x="1012" y="3517"/>
                      <a:pt x="1000" y="3327"/>
                      <a:pt x="1000" y="3148"/>
                    </a:cubicBezTo>
                    <a:cubicBezTo>
                      <a:pt x="1000" y="2005"/>
                      <a:pt x="1560" y="934"/>
                      <a:pt x="2513" y="291"/>
                    </a:cubicBezTo>
                    <a:cubicBezTo>
                      <a:pt x="2572" y="255"/>
                      <a:pt x="2584" y="148"/>
                      <a:pt x="2548" y="76"/>
                    </a:cubicBezTo>
                    <a:cubicBezTo>
                      <a:pt x="2519" y="25"/>
                      <a:pt x="2467" y="1"/>
                      <a:pt x="241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0" name="Google Shape;3160;p53"/>
              <p:cNvSpPr/>
              <p:nvPr/>
            </p:nvSpPr>
            <p:spPr>
              <a:xfrm>
                <a:off x="1456051" y="2422129"/>
                <a:ext cx="180271" cy="162937"/>
              </a:xfrm>
              <a:custGeom>
                <a:rect b="b" l="l" r="r" t="t"/>
                <a:pathLst>
                  <a:path extrusionOk="0" h="5123" w="5668">
                    <a:moveTo>
                      <a:pt x="1621" y="1"/>
                    </a:moveTo>
                    <a:cubicBezTo>
                      <a:pt x="1104" y="1"/>
                      <a:pt x="591" y="107"/>
                      <a:pt x="119" y="317"/>
                    </a:cubicBezTo>
                    <a:cubicBezTo>
                      <a:pt x="24" y="353"/>
                      <a:pt x="0" y="448"/>
                      <a:pt x="24" y="544"/>
                    </a:cubicBezTo>
                    <a:cubicBezTo>
                      <a:pt x="51" y="616"/>
                      <a:pt x="113" y="648"/>
                      <a:pt x="184" y="648"/>
                    </a:cubicBezTo>
                    <a:cubicBezTo>
                      <a:pt x="205" y="648"/>
                      <a:pt x="228" y="645"/>
                      <a:pt x="250" y="639"/>
                    </a:cubicBezTo>
                    <a:cubicBezTo>
                      <a:pt x="965" y="317"/>
                      <a:pt x="1536" y="365"/>
                      <a:pt x="1643" y="353"/>
                    </a:cubicBezTo>
                    <a:cubicBezTo>
                      <a:pt x="3941" y="365"/>
                      <a:pt x="5644" y="2556"/>
                      <a:pt x="4894" y="4901"/>
                    </a:cubicBezTo>
                    <a:cubicBezTo>
                      <a:pt x="4870" y="4997"/>
                      <a:pt x="4906" y="5080"/>
                      <a:pt x="5001" y="5116"/>
                    </a:cubicBezTo>
                    <a:cubicBezTo>
                      <a:pt x="5018" y="5120"/>
                      <a:pt x="5035" y="5123"/>
                      <a:pt x="5052" y="5123"/>
                    </a:cubicBezTo>
                    <a:cubicBezTo>
                      <a:pt x="5119" y="5123"/>
                      <a:pt x="5184" y="5085"/>
                      <a:pt x="5203" y="5009"/>
                    </a:cubicBezTo>
                    <a:cubicBezTo>
                      <a:pt x="5668" y="3508"/>
                      <a:pt x="5239" y="2044"/>
                      <a:pt x="4263" y="1079"/>
                    </a:cubicBezTo>
                    <a:cubicBezTo>
                      <a:pt x="3524" y="356"/>
                      <a:pt x="2566" y="1"/>
                      <a:pt x="162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1" name="Google Shape;3161;p53"/>
              <p:cNvSpPr/>
              <p:nvPr/>
            </p:nvSpPr>
            <p:spPr>
              <a:xfrm>
                <a:off x="1532160" y="2593590"/>
                <a:ext cx="81834" cy="180207"/>
              </a:xfrm>
              <a:custGeom>
                <a:rect b="b" l="l" r="r" t="t"/>
                <a:pathLst>
                  <a:path extrusionOk="0" h="5666" w="2573">
                    <a:moveTo>
                      <a:pt x="2399" y="1"/>
                    </a:moveTo>
                    <a:cubicBezTo>
                      <a:pt x="2340" y="1"/>
                      <a:pt x="2284" y="36"/>
                      <a:pt x="2251" y="94"/>
                    </a:cubicBezTo>
                    <a:cubicBezTo>
                      <a:pt x="2096" y="380"/>
                      <a:pt x="1715" y="856"/>
                      <a:pt x="1715" y="1737"/>
                    </a:cubicBezTo>
                    <a:lnTo>
                      <a:pt x="1715" y="5273"/>
                    </a:lnTo>
                    <a:cubicBezTo>
                      <a:pt x="1715" y="5309"/>
                      <a:pt x="1679" y="5332"/>
                      <a:pt x="1655" y="5332"/>
                    </a:cubicBezTo>
                    <a:lnTo>
                      <a:pt x="167" y="5332"/>
                    </a:lnTo>
                    <a:cubicBezTo>
                      <a:pt x="72" y="5332"/>
                      <a:pt x="0" y="5404"/>
                      <a:pt x="0" y="5499"/>
                    </a:cubicBezTo>
                    <a:cubicBezTo>
                      <a:pt x="0" y="5583"/>
                      <a:pt x="72" y="5666"/>
                      <a:pt x="167" y="5666"/>
                    </a:cubicBezTo>
                    <a:lnTo>
                      <a:pt x="1655" y="5666"/>
                    </a:lnTo>
                    <a:cubicBezTo>
                      <a:pt x="1858" y="5666"/>
                      <a:pt x="2036" y="5487"/>
                      <a:pt x="2036" y="5273"/>
                    </a:cubicBezTo>
                    <a:lnTo>
                      <a:pt x="2036" y="1737"/>
                    </a:lnTo>
                    <a:cubicBezTo>
                      <a:pt x="2036" y="963"/>
                      <a:pt x="2382" y="558"/>
                      <a:pt x="2548" y="249"/>
                    </a:cubicBezTo>
                    <a:cubicBezTo>
                      <a:pt x="2572" y="153"/>
                      <a:pt x="2548" y="70"/>
                      <a:pt x="2477" y="22"/>
                    </a:cubicBezTo>
                    <a:cubicBezTo>
                      <a:pt x="2451" y="8"/>
                      <a:pt x="2425" y="1"/>
                      <a:pt x="239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2" name="Google Shape;3162;p53"/>
              <p:cNvSpPr/>
              <p:nvPr/>
            </p:nvSpPr>
            <p:spPr>
              <a:xfrm>
                <a:off x="1425359" y="2572313"/>
                <a:ext cx="24267" cy="17843"/>
              </a:xfrm>
              <a:custGeom>
                <a:rect b="b" l="l" r="r" t="t"/>
                <a:pathLst>
                  <a:path extrusionOk="0" h="561" w="763">
                    <a:moveTo>
                      <a:pt x="583" y="0"/>
                    </a:moveTo>
                    <a:cubicBezTo>
                      <a:pt x="554" y="0"/>
                      <a:pt x="525" y="8"/>
                      <a:pt x="501" y="25"/>
                    </a:cubicBezTo>
                    <a:lnTo>
                      <a:pt x="96" y="239"/>
                    </a:lnTo>
                    <a:cubicBezTo>
                      <a:pt x="25" y="287"/>
                      <a:pt x="1" y="394"/>
                      <a:pt x="37" y="465"/>
                    </a:cubicBezTo>
                    <a:cubicBezTo>
                      <a:pt x="72" y="525"/>
                      <a:pt x="132" y="560"/>
                      <a:pt x="191" y="560"/>
                    </a:cubicBezTo>
                    <a:cubicBezTo>
                      <a:pt x="215" y="560"/>
                      <a:pt x="251" y="560"/>
                      <a:pt x="275" y="537"/>
                    </a:cubicBezTo>
                    <a:lnTo>
                      <a:pt x="680" y="322"/>
                    </a:lnTo>
                    <a:cubicBezTo>
                      <a:pt x="739" y="263"/>
                      <a:pt x="763" y="156"/>
                      <a:pt x="727" y="84"/>
                    </a:cubicBezTo>
                    <a:cubicBezTo>
                      <a:pt x="696" y="29"/>
                      <a:pt x="639" y="0"/>
                      <a:pt x="58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3" name="Google Shape;3163;p53"/>
              <p:cNvSpPr/>
              <p:nvPr/>
            </p:nvSpPr>
            <p:spPr>
              <a:xfrm>
                <a:off x="1562820" y="2573680"/>
                <a:ext cx="26176" cy="17620"/>
              </a:xfrm>
              <a:custGeom>
                <a:rect b="b" l="l" r="r" t="t"/>
                <a:pathLst>
                  <a:path extrusionOk="0" h="554" w="823">
                    <a:moveTo>
                      <a:pt x="201" y="1"/>
                    </a:moveTo>
                    <a:cubicBezTo>
                      <a:pt x="143" y="1"/>
                      <a:pt x="81" y="28"/>
                      <a:pt x="48" y="77"/>
                    </a:cubicBezTo>
                    <a:cubicBezTo>
                      <a:pt x="1" y="160"/>
                      <a:pt x="37" y="255"/>
                      <a:pt x="108" y="303"/>
                    </a:cubicBezTo>
                    <a:cubicBezTo>
                      <a:pt x="513" y="529"/>
                      <a:pt x="513" y="553"/>
                      <a:pt x="584" y="553"/>
                    </a:cubicBezTo>
                    <a:cubicBezTo>
                      <a:pt x="763" y="541"/>
                      <a:pt x="822" y="315"/>
                      <a:pt x="680" y="244"/>
                    </a:cubicBezTo>
                    <a:lnTo>
                      <a:pt x="275" y="17"/>
                    </a:lnTo>
                    <a:cubicBezTo>
                      <a:pt x="253" y="6"/>
                      <a:pt x="227" y="1"/>
                      <a:pt x="20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4" name="Google Shape;3164;p53"/>
              <p:cNvSpPr/>
              <p:nvPr/>
            </p:nvSpPr>
            <p:spPr>
              <a:xfrm>
                <a:off x="1448100" y="2481414"/>
                <a:ext cx="125375" cy="191275"/>
              </a:xfrm>
              <a:custGeom>
                <a:rect b="b" l="l" r="r" t="t"/>
                <a:pathLst>
                  <a:path extrusionOk="0" h="6014" w="3942">
                    <a:moveTo>
                      <a:pt x="1280" y="1498"/>
                    </a:moveTo>
                    <a:cubicBezTo>
                      <a:pt x="1355" y="1498"/>
                      <a:pt x="1429" y="1543"/>
                      <a:pt x="1429" y="1632"/>
                    </a:cubicBezTo>
                    <a:lnTo>
                      <a:pt x="1429" y="1763"/>
                    </a:lnTo>
                    <a:lnTo>
                      <a:pt x="1262" y="1763"/>
                    </a:lnTo>
                    <a:cubicBezTo>
                      <a:pt x="1191" y="1763"/>
                      <a:pt x="1131" y="1704"/>
                      <a:pt x="1131" y="1632"/>
                    </a:cubicBezTo>
                    <a:cubicBezTo>
                      <a:pt x="1131" y="1543"/>
                      <a:pt x="1206" y="1498"/>
                      <a:pt x="1280" y="1498"/>
                    </a:cubicBezTo>
                    <a:close/>
                    <a:moveTo>
                      <a:pt x="2483" y="1498"/>
                    </a:moveTo>
                    <a:cubicBezTo>
                      <a:pt x="2557" y="1498"/>
                      <a:pt x="2632" y="1543"/>
                      <a:pt x="2632" y="1632"/>
                    </a:cubicBezTo>
                    <a:cubicBezTo>
                      <a:pt x="2632" y="1704"/>
                      <a:pt x="2572" y="1763"/>
                      <a:pt x="2501" y="1763"/>
                    </a:cubicBezTo>
                    <a:lnTo>
                      <a:pt x="2334" y="1763"/>
                    </a:lnTo>
                    <a:lnTo>
                      <a:pt x="2334" y="1632"/>
                    </a:lnTo>
                    <a:cubicBezTo>
                      <a:pt x="2334" y="1543"/>
                      <a:pt x="2408" y="1498"/>
                      <a:pt x="2483" y="1498"/>
                    </a:cubicBezTo>
                    <a:close/>
                    <a:moveTo>
                      <a:pt x="1989" y="2085"/>
                    </a:moveTo>
                    <a:lnTo>
                      <a:pt x="1989" y="3776"/>
                    </a:lnTo>
                    <a:lnTo>
                      <a:pt x="1739" y="3776"/>
                    </a:lnTo>
                    <a:lnTo>
                      <a:pt x="1739" y="2085"/>
                    </a:lnTo>
                    <a:close/>
                    <a:moveTo>
                      <a:pt x="2524" y="4097"/>
                    </a:moveTo>
                    <a:lnTo>
                      <a:pt x="2524" y="4430"/>
                    </a:lnTo>
                    <a:lnTo>
                      <a:pt x="1215" y="4430"/>
                    </a:lnTo>
                    <a:lnTo>
                      <a:pt x="1215" y="4097"/>
                    </a:lnTo>
                    <a:close/>
                    <a:moveTo>
                      <a:pt x="2512" y="4752"/>
                    </a:moveTo>
                    <a:lnTo>
                      <a:pt x="2512" y="4942"/>
                    </a:lnTo>
                    <a:lnTo>
                      <a:pt x="2524" y="4942"/>
                    </a:lnTo>
                    <a:cubicBezTo>
                      <a:pt x="2524" y="5026"/>
                      <a:pt x="2465" y="5085"/>
                      <a:pt x="2393" y="5085"/>
                    </a:cubicBezTo>
                    <a:lnTo>
                      <a:pt x="1334" y="5085"/>
                    </a:lnTo>
                    <a:cubicBezTo>
                      <a:pt x="1262" y="5085"/>
                      <a:pt x="1203" y="5026"/>
                      <a:pt x="1203" y="4942"/>
                    </a:cubicBezTo>
                    <a:lnTo>
                      <a:pt x="1203" y="4752"/>
                    </a:lnTo>
                    <a:close/>
                    <a:moveTo>
                      <a:pt x="2227" y="5395"/>
                    </a:moveTo>
                    <a:cubicBezTo>
                      <a:pt x="2203" y="5561"/>
                      <a:pt x="2048" y="5681"/>
                      <a:pt x="1870" y="5681"/>
                    </a:cubicBezTo>
                    <a:cubicBezTo>
                      <a:pt x="1691" y="5681"/>
                      <a:pt x="1548" y="5561"/>
                      <a:pt x="1500" y="5395"/>
                    </a:cubicBezTo>
                    <a:close/>
                    <a:moveTo>
                      <a:pt x="1874" y="1"/>
                    </a:moveTo>
                    <a:cubicBezTo>
                      <a:pt x="834" y="1"/>
                      <a:pt x="0" y="837"/>
                      <a:pt x="0" y="1882"/>
                    </a:cubicBezTo>
                    <a:cubicBezTo>
                      <a:pt x="0" y="2406"/>
                      <a:pt x="215" y="2906"/>
                      <a:pt x="607" y="3264"/>
                    </a:cubicBezTo>
                    <a:cubicBezTo>
                      <a:pt x="786" y="3418"/>
                      <a:pt x="869" y="3656"/>
                      <a:pt x="869" y="3895"/>
                    </a:cubicBezTo>
                    <a:lnTo>
                      <a:pt x="869" y="4942"/>
                    </a:lnTo>
                    <a:cubicBezTo>
                      <a:pt x="869" y="5145"/>
                      <a:pt x="988" y="5300"/>
                      <a:pt x="1155" y="5359"/>
                    </a:cubicBezTo>
                    <a:cubicBezTo>
                      <a:pt x="1191" y="5716"/>
                      <a:pt x="1489" y="6014"/>
                      <a:pt x="1858" y="6014"/>
                    </a:cubicBezTo>
                    <a:cubicBezTo>
                      <a:pt x="2227" y="6014"/>
                      <a:pt x="2524" y="5740"/>
                      <a:pt x="2560" y="5359"/>
                    </a:cubicBezTo>
                    <a:cubicBezTo>
                      <a:pt x="2715" y="5288"/>
                      <a:pt x="2834" y="5121"/>
                      <a:pt x="2834" y="4942"/>
                    </a:cubicBezTo>
                    <a:lnTo>
                      <a:pt x="2834" y="3871"/>
                    </a:lnTo>
                    <a:cubicBezTo>
                      <a:pt x="2834" y="3811"/>
                      <a:pt x="2834" y="3752"/>
                      <a:pt x="2858" y="3692"/>
                    </a:cubicBezTo>
                    <a:cubicBezTo>
                      <a:pt x="2870" y="3609"/>
                      <a:pt x="2822" y="3514"/>
                      <a:pt x="2727" y="3502"/>
                    </a:cubicBezTo>
                    <a:cubicBezTo>
                      <a:pt x="2718" y="3500"/>
                      <a:pt x="2710" y="3500"/>
                      <a:pt x="2701" y="3500"/>
                    </a:cubicBezTo>
                    <a:cubicBezTo>
                      <a:pt x="2627" y="3500"/>
                      <a:pt x="2558" y="3546"/>
                      <a:pt x="2536" y="3621"/>
                    </a:cubicBezTo>
                    <a:cubicBezTo>
                      <a:pt x="2524" y="3668"/>
                      <a:pt x="2524" y="3728"/>
                      <a:pt x="2512" y="3776"/>
                    </a:cubicBezTo>
                    <a:lnTo>
                      <a:pt x="2298" y="3776"/>
                    </a:lnTo>
                    <a:lnTo>
                      <a:pt x="2298" y="2085"/>
                    </a:lnTo>
                    <a:lnTo>
                      <a:pt x="2465" y="2085"/>
                    </a:lnTo>
                    <a:cubicBezTo>
                      <a:pt x="2715" y="2085"/>
                      <a:pt x="2929" y="1882"/>
                      <a:pt x="2929" y="1632"/>
                    </a:cubicBezTo>
                    <a:cubicBezTo>
                      <a:pt x="2929" y="1370"/>
                      <a:pt x="2715" y="1168"/>
                      <a:pt x="2465" y="1168"/>
                    </a:cubicBezTo>
                    <a:lnTo>
                      <a:pt x="2441" y="1168"/>
                    </a:lnTo>
                    <a:cubicBezTo>
                      <a:pt x="2179" y="1168"/>
                      <a:pt x="1977" y="1370"/>
                      <a:pt x="1977" y="1632"/>
                    </a:cubicBezTo>
                    <a:lnTo>
                      <a:pt x="1977" y="1763"/>
                    </a:lnTo>
                    <a:lnTo>
                      <a:pt x="1727" y="1763"/>
                    </a:lnTo>
                    <a:lnTo>
                      <a:pt x="1727" y="1632"/>
                    </a:lnTo>
                    <a:cubicBezTo>
                      <a:pt x="1727" y="1370"/>
                      <a:pt x="1512" y="1168"/>
                      <a:pt x="1262" y="1168"/>
                    </a:cubicBezTo>
                    <a:lnTo>
                      <a:pt x="1227" y="1168"/>
                    </a:lnTo>
                    <a:cubicBezTo>
                      <a:pt x="977" y="1168"/>
                      <a:pt x="774" y="1370"/>
                      <a:pt x="774" y="1632"/>
                    </a:cubicBezTo>
                    <a:cubicBezTo>
                      <a:pt x="774" y="1882"/>
                      <a:pt x="977" y="2085"/>
                      <a:pt x="1227" y="2085"/>
                    </a:cubicBezTo>
                    <a:lnTo>
                      <a:pt x="1393" y="2085"/>
                    </a:lnTo>
                    <a:lnTo>
                      <a:pt x="1393" y="3776"/>
                    </a:lnTo>
                    <a:lnTo>
                      <a:pt x="1191" y="3776"/>
                    </a:lnTo>
                    <a:cubicBezTo>
                      <a:pt x="1155" y="3478"/>
                      <a:pt x="1024" y="3204"/>
                      <a:pt x="810" y="3014"/>
                    </a:cubicBezTo>
                    <a:cubicBezTo>
                      <a:pt x="488" y="2716"/>
                      <a:pt x="310" y="2299"/>
                      <a:pt x="310" y="1871"/>
                    </a:cubicBezTo>
                    <a:cubicBezTo>
                      <a:pt x="310" y="1013"/>
                      <a:pt x="988" y="323"/>
                      <a:pt x="1858" y="323"/>
                    </a:cubicBezTo>
                    <a:lnTo>
                      <a:pt x="1905" y="323"/>
                    </a:lnTo>
                    <a:cubicBezTo>
                      <a:pt x="2715" y="335"/>
                      <a:pt x="3394" y="1013"/>
                      <a:pt x="3405" y="1835"/>
                    </a:cubicBezTo>
                    <a:lnTo>
                      <a:pt x="3405" y="1847"/>
                    </a:lnTo>
                    <a:cubicBezTo>
                      <a:pt x="3405" y="2287"/>
                      <a:pt x="3239" y="2668"/>
                      <a:pt x="2929" y="2966"/>
                    </a:cubicBezTo>
                    <a:cubicBezTo>
                      <a:pt x="2870" y="3025"/>
                      <a:pt x="2858" y="3133"/>
                      <a:pt x="2929" y="3204"/>
                    </a:cubicBezTo>
                    <a:cubicBezTo>
                      <a:pt x="2965" y="3240"/>
                      <a:pt x="3007" y="3258"/>
                      <a:pt x="3048" y="3258"/>
                    </a:cubicBezTo>
                    <a:cubicBezTo>
                      <a:pt x="3090" y="3258"/>
                      <a:pt x="3132" y="3240"/>
                      <a:pt x="3167" y="3204"/>
                    </a:cubicBezTo>
                    <a:cubicBezTo>
                      <a:pt x="3906" y="2502"/>
                      <a:pt x="3941" y="1299"/>
                      <a:pt x="3191" y="561"/>
                    </a:cubicBezTo>
                    <a:cubicBezTo>
                      <a:pt x="2858" y="216"/>
                      <a:pt x="2393" y="1"/>
                      <a:pt x="1917" y="1"/>
                    </a:cubicBezTo>
                    <a:cubicBezTo>
                      <a:pt x="1903" y="1"/>
                      <a:pt x="1888" y="1"/>
                      <a:pt x="187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5" name="Google Shape;3165;p53"/>
              <p:cNvSpPr/>
              <p:nvPr/>
            </p:nvSpPr>
            <p:spPr>
              <a:xfrm>
                <a:off x="1502232" y="2449259"/>
                <a:ext cx="10655" cy="25380"/>
              </a:xfrm>
              <a:custGeom>
                <a:rect b="b" l="l" r="r" t="t"/>
                <a:pathLst>
                  <a:path extrusionOk="0" h="798" w="335">
                    <a:moveTo>
                      <a:pt x="168" y="0"/>
                    </a:moveTo>
                    <a:cubicBezTo>
                      <a:pt x="84" y="0"/>
                      <a:pt x="1" y="84"/>
                      <a:pt x="1" y="167"/>
                    </a:cubicBezTo>
                    <a:lnTo>
                      <a:pt x="1" y="631"/>
                    </a:lnTo>
                    <a:cubicBezTo>
                      <a:pt x="1" y="715"/>
                      <a:pt x="84" y="798"/>
                      <a:pt x="168" y="798"/>
                    </a:cubicBezTo>
                    <a:cubicBezTo>
                      <a:pt x="263" y="798"/>
                      <a:pt x="334" y="715"/>
                      <a:pt x="334" y="631"/>
                    </a:cubicBezTo>
                    <a:lnTo>
                      <a:pt x="334" y="167"/>
                    </a:lnTo>
                    <a:cubicBezTo>
                      <a:pt x="334" y="84"/>
                      <a:pt x="263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6" name="Google Shape;3166;p53"/>
              <p:cNvSpPr/>
              <p:nvPr/>
            </p:nvSpPr>
            <p:spPr>
              <a:xfrm>
                <a:off x="1458309" y="2460582"/>
                <a:ext cx="18988" cy="23090"/>
              </a:xfrm>
              <a:custGeom>
                <a:rect b="b" l="l" r="r" t="t"/>
                <a:pathLst>
                  <a:path extrusionOk="0" h="726" w="597">
                    <a:moveTo>
                      <a:pt x="190" y="1"/>
                    </a:moveTo>
                    <a:cubicBezTo>
                      <a:pt x="161" y="1"/>
                      <a:pt x="132" y="9"/>
                      <a:pt x="108" y="25"/>
                    </a:cubicBezTo>
                    <a:cubicBezTo>
                      <a:pt x="25" y="61"/>
                      <a:pt x="1" y="168"/>
                      <a:pt x="48" y="240"/>
                    </a:cubicBezTo>
                    <a:lnTo>
                      <a:pt x="275" y="644"/>
                    </a:lnTo>
                    <a:cubicBezTo>
                      <a:pt x="299" y="693"/>
                      <a:pt x="357" y="726"/>
                      <a:pt x="414" y="726"/>
                    </a:cubicBezTo>
                    <a:cubicBezTo>
                      <a:pt x="441" y="726"/>
                      <a:pt x="466" y="719"/>
                      <a:pt x="489" y="704"/>
                    </a:cubicBezTo>
                    <a:cubicBezTo>
                      <a:pt x="572" y="656"/>
                      <a:pt x="596" y="573"/>
                      <a:pt x="548" y="478"/>
                    </a:cubicBezTo>
                    <a:lnTo>
                      <a:pt x="322" y="85"/>
                    </a:lnTo>
                    <a:cubicBezTo>
                      <a:pt x="299" y="30"/>
                      <a:pt x="244" y="1"/>
                      <a:pt x="19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7" name="Google Shape;3167;p53"/>
              <p:cNvSpPr/>
              <p:nvPr/>
            </p:nvSpPr>
            <p:spPr>
              <a:xfrm>
                <a:off x="1425741" y="2492768"/>
                <a:ext cx="25031" cy="17874"/>
              </a:xfrm>
              <a:custGeom>
                <a:rect b="b" l="l" r="r" t="t"/>
                <a:pathLst>
                  <a:path extrusionOk="0" h="562" w="787">
                    <a:moveTo>
                      <a:pt x="181" y="1"/>
                    </a:moveTo>
                    <a:cubicBezTo>
                      <a:pt x="126" y="1"/>
                      <a:pt x="72" y="30"/>
                      <a:pt x="48" y="85"/>
                    </a:cubicBezTo>
                    <a:cubicBezTo>
                      <a:pt x="1" y="156"/>
                      <a:pt x="25" y="263"/>
                      <a:pt x="108" y="299"/>
                    </a:cubicBezTo>
                    <a:cubicBezTo>
                      <a:pt x="501" y="525"/>
                      <a:pt x="501" y="561"/>
                      <a:pt x="584" y="561"/>
                    </a:cubicBezTo>
                    <a:cubicBezTo>
                      <a:pt x="632" y="561"/>
                      <a:pt x="703" y="525"/>
                      <a:pt x="727" y="466"/>
                    </a:cubicBezTo>
                    <a:cubicBezTo>
                      <a:pt x="787" y="394"/>
                      <a:pt x="751" y="287"/>
                      <a:pt x="668" y="240"/>
                    </a:cubicBezTo>
                    <a:lnTo>
                      <a:pt x="263" y="25"/>
                    </a:lnTo>
                    <a:cubicBezTo>
                      <a:pt x="238" y="9"/>
                      <a:pt x="209" y="1"/>
                      <a:pt x="1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8" name="Google Shape;3168;p53"/>
              <p:cNvSpPr/>
              <p:nvPr/>
            </p:nvSpPr>
            <p:spPr>
              <a:xfrm>
                <a:off x="1414768" y="2535959"/>
                <a:ext cx="25031" cy="10655"/>
              </a:xfrm>
              <a:custGeom>
                <a:rect b="b" l="l" r="r" t="t"/>
                <a:pathLst>
                  <a:path extrusionOk="0" h="335" w="787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67" y="334"/>
                    </a:cubicBezTo>
                    <a:lnTo>
                      <a:pt x="632" y="334"/>
                    </a:lnTo>
                    <a:cubicBezTo>
                      <a:pt x="715" y="334"/>
                      <a:pt x="786" y="251"/>
                      <a:pt x="786" y="167"/>
                    </a:cubicBezTo>
                    <a:cubicBezTo>
                      <a:pt x="786" y="72"/>
                      <a:pt x="715" y="1"/>
                      <a:pt x="63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9" name="Google Shape;3169;p53"/>
              <p:cNvSpPr/>
              <p:nvPr/>
            </p:nvSpPr>
            <p:spPr>
              <a:xfrm>
                <a:off x="1573825" y="2537104"/>
                <a:ext cx="24999" cy="10241"/>
              </a:xfrm>
              <a:custGeom>
                <a:rect b="b" l="l" r="r" t="t"/>
                <a:pathLst>
                  <a:path extrusionOk="0" h="322" w="786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631" y="322"/>
                    </a:lnTo>
                    <a:cubicBezTo>
                      <a:pt x="715" y="322"/>
                      <a:pt x="786" y="251"/>
                      <a:pt x="786" y="155"/>
                    </a:cubicBezTo>
                    <a:cubicBezTo>
                      <a:pt x="786" y="72"/>
                      <a:pt x="715" y="0"/>
                      <a:pt x="63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0" name="Google Shape;3170;p53"/>
              <p:cNvSpPr/>
              <p:nvPr/>
            </p:nvSpPr>
            <p:spPr>
              <a:xfrm>
                <a:off x="1563965" y="2493627"/>
                <a:ext cx="24649" cy="17525"/>
              </a:xfrm>
              <a:custGeom>
                <a:rect b="b" l="l" r="r" t="t"/>
                <a:pathLst>
                  <a:path extrusionOk="0" h="551" w="775">
                    <a:moveTo>
                      <a:pt x="576" y="0"/>
                    </a:moveTo>
                    <a:cubicBezTo>
                      <a:pt x="549" y="0"/>
                      <a:pt x="523" y="7"/>
                      <a:pt x="501" y="22"/>
                    </a:cubicBezTo>
                    <a:lnTo>
                      <a:pt x="108" y="248"/>
                    </a:lnTo>
                    <a:cubicBezTo>
                      <a:pt x="24" y="296"/>
                      <a:pt x="1" y="391"/>
                      <a:pt x="48" y="475"/>
                    </a:cubicBezTo>
                    <a:cubicBezTo>
                      <a:pt x="73" y="524"/>
                      <a:pt x="132" y="550"/>
                      <a:pt x="189" y="550"/>
                    </a:cubicBezTo>
                    <a:cubicBezTo>
                      <a:pt x="215" y="550"/>
                      <a:pt x="240" y="545"/>
                      <a:pt x="263" y="534"/>
                    </a:cubicBezTo>
                    <a:lnTo>
                      <a:pt x="667" y="308"/>
                    </a:lnTo>
                    <a:cubicBezTo>
                      <a:pt x="739" y="260"/>
                      <a:pt x="774" y="153"/>
                      <a:pt x="727" y="82"/>
                    </a:cubicBezTo>
                    <a:cubicBezTo>
                      <a:pt x="694" y="33"/>
                      <a:pt x="633" y="0"/>
                      <a:pt x="576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1" name="Google Shape;3171;p53"/>
              <p:cNvSpPr/>
              <p:nvPr/>
            </p:nvSpPr>
            <p:spPr>
              <a:xfrm>
                <a:off x="1537853" y="2461440"/>
                <a:ext cx="18956" cy="23090"/>
              </a:xfrm>
              <a:custGeom>
                <a:rect b="b" l="l" r="r" t="t"/>
                <a:pathLst>
                  <a:path extrusionOk="0" h="726" w="596">
                    <a:moveTo>
                      <a:pt x="414" y="0"/>
                    </a:moveTo>
                    <a:cubicBezTo>
                      <a:pt x="357" y="0"/>
                      <a:pt x="298" y="33"/>
                      <a:pt x="274" y="82"/>
                    </a:cubicBezTo>
                    <a:lnTo>
                      <a:pt x="48" y="486"/>
                    </a:lnTo>
                    <a:cubicBezTo>
                      <a:pt x="0" y="558"/>
                      <a:pt x="36" y="665"/>
                      <a:pt x="107" y="701"/>
                    </a:cubicBezTo>
                    <a:cubicBezTo>
                      <a:pt x="132" y="718"/>
                      <a:pt x="162" y="725"/>
                      <a:pt x="192" y="725"/>
                    </a:cubicBezTo>
                    <a:cubicBezTo>
                      <a:pt x="247" y="725"/>
                      <a:pt x="303" y="699"/>
                      <a:pt x="333" y="653"/>
                    </a:cubicBezTo>
                    <a:lnTo>
                      <a:pt x="548" y="248"/>
                    </a:lnTo>
                    <a:cubicBezTo>
                      <a:pt x="595" y="177"/>
                      <a:pt x="572" y="70"/>
                      <a:pt x="488" y="22"/>
                    </a:cubicBezTo>
                    <a:cubicBezTo>
                      <a:pt x="466" y="7"/>
                      <a:pt x="440" y="0"/>
                      <a:pt x="41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72" name="Google Shape;3172;p53"/>
          <p:cNvSpPr/>
          <p:nvPr/>
        </p:nvSpPr>
        <p:spPr>
          <a:xfrm>
            <a:off x="8421300" y="125"/>
            <a:ext cx="722700" cy="5143500"/>
          </a:xfrm>
          <a:prstGeom prst="rect">
            <a:avLst/>
          </a:prstGeom>
          <a:solidFill>
            <a:srgbClr val="FF3C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3" name="Google Shape;3173;p53"/>
          <p:cNvGrpSpPr/>
          <p:nvPr/>
        </p:nvGrpSpPr>
        <p:grpSpPr>
          <a:xfrm>
            <a:off x="534050" y="671100"/>
            <a:ext cx="8075900" cy="4479800"/>
            <a:chOff x="534050" y="671100"/>
            <a:chExt cx="8075900" cy="4479800"/>
          </a:xfrm>
        </p:grpSpPr>
        <p:grpSp>
          <p:nvGrpSpPr>
            <p:cNvPr id="3174" name="Google Shape;3174;p53"/>
            <p:cNvGrpSpPr/>
            <p:nvPr/>
          </p:nvGrpSpPr>
          <p:grpSpPr>
            <a:xfrm>
              <a:off x="6401640" y="1937755"/>
              <a:ext cx="337069" cy="302593"/>
              <a:chOff x="3441065" y="4302505"/>
              <a:chExt cx="337069" cy="302593"/>
            </a:xfrm>
          </p:grpSpPr>
          <p:sp>
            <p:nvSpPr>
              <p:cNvPr id="3175" name="Google Shape;3175;p53"/>
              <p:cNvSpPr/>
              <p:nvPr/>
            </p:nvSpPr>
            <p:spPr>
              <a:xfrm>
                <a:off x="3441065" y="4366941"/>
                <a:ext cx="337069" cy="173655"/>
              </a:xfrm>
              <a:custGeom>
                <a:rect b="b" l="l" r="r" t="t"/>
                <a:pathLst>
                  <a:path extrusionOk="0" h="5460" w="10598">
                    <a:moveTo>
                      <a:pt x="5062" y="1"/>
                    </a:moveTo>
                    <a:cubicBezTo>
                      <a:pt x="3977" y="1"/>
                      <a:pt x="2891" y="303"/>
                      <a:pt x="1834" y="951"/>
                    </a:cubicBezTo>
                    <a:cubicBezTo>
                      <a:pt x="1001" y="1463"/>
                      <a:pt x="418" y="2058"/>
                      <a:pt x="156" y="2368"/>
                    </a:cubicBezTo>
                    <a:cubicBezTo>
                      <a:pt x="1" y="2546"/>
                      <a:pt x="1" y="2808"/>
                      <a:pt x="168" y="2987"/>
                    </a:cubicBezTo>
                    <a:cubicBezTo>
                      <a:pt x="1001" y="3844"/>
                      <a:pt x="1870" y="4475"/>
                      <a:pt x="2739" y="4892"/>
                    </a:cubicBezTo>
                    <a:cubicBezTo>
                      <a:pt x="2763" y="4916"/>
                      <a:pt x="2787" y="4916"/>
                      <a:pt x="2823" y="4916"/>
                    </a:cubicBezTo>
                    <a:cubicBezTo>
                      <a:pt x="2977" y="4916"/>
                      <a:pt x="3037" y="4689"/>
                      <a:pt x="2894" y="4618"/>
                    </a:cubicBezTo>
                    <a:cubicBezTo>
                      <a:pt x="2049" y="4213"/>
                      <a:pt x="1215" y="3582"/>
                      <a:pt x="406" y="2773"/>
                    </a:cubicBezTo>
                    <a:cubicBezTo>
                      <a:pt x="346" y="2713"/>
                      <a:pt x="346" y="2630"/>
                      <a:pt x="406" y="2570"/>
                    </a:cubicBezTo>
                    <a:cubicBezTo>
                      <a:pt x="799" y="2130"/>
                      <a:pt x="2061" y="868"/>
                      <a:pt x="3918" y="451"/>
                    </a:cubicBezTo>
                    <a:lnTo>
                      <a:pt x="3918" y="451"/>
                    </a:lnTo>
                    <a:cubicBezTo>
                      <a:pt x="3561" y="665"/>
                      <a:pt x="3263" y="963"/>
                      <a:pt x="3025" y="1320"/>
                    </a:cubicBezTo>
                    <a:cubicBezTo>
                      <a:pt x="2977" y="1403"/>
                      <a:pt x="3001" y="1487"/>
                      <a:pt x="3073" y="1534"/>
                    </a:cubicBezTo>
                    <a:cubicBezTo>
                      <a:pt x="3098" y="1551"/>
                      <a:pt x="3126" y="1559"/>
                      <a:pt x="3154" y="1559"/>
                    </a:cubicBezTo>
                    <a:cubicBezTo>
                      <a:pt x="3204" y="1559"/>
                      <a:pt x="3252" y="1533"/>
                      <a:pt x="3275" y="1487"/>
                    </a:cubicBezTo>
                    <a:cubicBezTo>
                      <a:pt x="3728" y="772"/>
                      <a:pt x="4490" y="367"/>
                      <a:pt x="5299" y="367"/>
                    </a:cubicBezTo>
                    <a:cubicBezTo>
                      <a:pt x="6609" y="367"/>
                      <a:pt x="7680" y="1439"/>
                      <a:pt x="7680" y="2749"/>
                    </a:cubicBezTo>
                    <a:cubicBezTo>
                      <a:pt x="7680" y="3820"/>
                      <a:pt x="6954" y="4773"/>
                      <a:pt x="5930" y="5047"/>
                    </a:cubicBezTo>
                    <a:cubicBezTo>
                      <a:pt x="5720" y="5103"/>
                      <a:pt x="5510" y="5130"/>
                      <a:pt x="5305" y="5130"/>
                    </a:cubicBezTo>
                    <a:cubicBezTo>
                      <a:pt x="4250" y="5130"/>
                      <a:pt x="3302" y="4424"/>
                      <a:pt x="3013" y="3368"/>
                    </a:cubicBezTo>
                    <a:cubicBezTo>
                      <a:pt x="2954" y="3154"/>
                      <a:pt x="2918" y="2951"/>
                      <a:pt x="2918" y="2737"/>
                    </a:cubicBezTo>
                    <a:cubicBezTo>
                      <a:pt x="2918" y="2487"/>
                      <a:pt x="2966" y="2249"/>
                      <a:pt x="3037" y="2011"/>
                    </a:cubicBezTo>
                    <a:cubicBezTo>
                      <a:pt x="3073" y="1915"/>
                      <a:pt x="3025" y="1844"/>
                      <a:pt x="2942" y="1820"/>
                    </a:cubicBezTo>
                    <a:cubicBezTo>
                      <a:pt x="2920" y="1812"/>
                      <a:pt x="2899" y="1808"/>
                      <a:pt x="2880" y="1808"/>
                    </a:cubicBezTo>
                    <a:cubicBezTo>
                      <a:pt x="2816" y="1808"/>
                      <a:pt x="2767" y="1851"/>
                      <a:pt x="2739" y="1915"/>
                    </a:cubicBezTo>
                    <a:cubicBezTo>
                      <a:pt x="2656" y="2189"/>
                      <a:pt x="2608" y="2475"/>
                      <a:pt x="2608" y="2737"/>
                    </a:cubicBezTo>
                    <a:cubicBezTo>
                      <a:pt x="2608" y="2975"/>
                      <a:pt x="2644" y="3213"/>
                      <a:pt x="2704" y="3439"/>
                    </a:cubicBezTo>
                    <a:cubicBezTo>
                      <a:pt x="2858" y="4058"/>
                      <a:pt x="3251" y="4582"/>
                      <a:pt x="3739" y="4928"/>
                    </a:cubicBezTo>
                    <a:cubicBezTo>
                      <a:pt x="3632" y="4892"/>
                      <a:pt x="3549" y="4868"/>
                      <a:pt x="3442" y="4820"/>
                    </a:cubicBezTo>
                    <a:cubicBezTo>
                      <a:pt x="3427" y="4816"/>
                      <a:pt x="3412" y="4813"/>
                      <a:pt x="3396" y="4813"/>
                    </a:cubicBezTo>
                    <a:cubicBezTo>
                      <a:pt x="3334" y="4813"/>
                      <a:pt x="3270" y="4849"/>
                      <a:pt x="3251" y="4916"/>
                    </a:cubicBezTo>
                    <a:cubicBezTo>
                      <a:pt x="3216" y="4987"/>
                      <a:pt x="3263" y="5070"/>
                      <a:pt x="3335" y="5106"/>
                    </a:cubicBezTo>
                    <a:cubicBezTo>
                      <a:pt x="3996" y="5346"/>
                      <a:pt x="4652" y="5460"/>
                      <a:pt x="5299" y="5460"/>
                    </a:cubicBezTo>
                    <a:cubicBezTo>
                      <a:pt x="6446" y="5460"/>
                      <a:pt x="7563" y="5103"/>
                      <a:pt x="8621" y="4463"/>
                    </a:cubicBezTo>
                    <a:cubicBezTo>
                      <a:pt x="9502" y="3927"/>
                      <a:pt x="10145" y="3308"/>
                      <a:pt x="10443" y="2975"/>
                    </a:cubicBezTo>
                    <a:cubicBezTo>
                      <a:pt x="10597" y="2808"/>
                      <a:pt x="10586" y="2511"/>
                      <a:pt x="10395" y="2356"/>
                    </a:cubicBezTo>
                    <a:cubicBezTo>
                      <a:pt x="10062" y="2058"/>
                      <a:pt x="9728" y="1784"/>
                      <a:pt x="9383" y="1546"/>
                    </a:cubicBezTo>
                    <a:cubicBezTo>
                      <a:pt x="9357" y="1529"/>
                      <a:pt x="9327" y="1521"/>
                      <a:pt x="9298" y="1521"/>
                    </a:cubicBezTo>
                    <a:cubicBezTo>
                      <a:pt x="9246" y="1521"/>
                      <a:pt x="9194" y="1544"/>
                      <a:pt x="9157" y="1582"/>
                    </a:cubicBezTo>
                    <a:cubicBezTo>
                      <a:pt x="9109" y="1653"/>
                      <a:pt x="9133" y="1737"/>
                      <a:pt x="9192" y="1796"/>
                    </a:cubicBezTo>
                    <a:cubicBezTo>
                      <a:pt x="9514" y="2034"/>
                      <a:pt x="9847" y="2296"/>
                      <a:pt x="10169" y="2594"/>
                    </a:cubicBezTo>
                    <a:cubicBezTo>
                      <a:pt x="10228" y="2653"/>
                      <a:pt x="10228" y="2737"/>
                      <a:pt x="10181" y="2796"/>
                    </a:cubicBezTo>
                    <a:cubicBezTo>
                      <a:pt x="9788" y="3225"/>
                      <a:pt x="8550" y="4439"/>
                      <a:pt x="6835" y="4939"/>
                    </a:cubicBezTo>
                    <a:cubicBezTo>
                      <a:pt x="8311" y="3904"/>
                      <a:pt x="8359" y="1737"/>
                      <a:pt x="6954" y="629"/>
                    </a:cubicBezTo>
                    <a:lnTo>
                      <a:pt x="6954" y="629"/>
                    </a:lnTo>
                    <a:cubicBezTo>
                      <a:pt x="7538" y="820"/>
                      <a:pt x="8121" y="1106"/>
                      <a:pt x="8692" y="1463"/>
                    </a:cubicBezTo>
                    <a:cubicBezTo>
                      <a:pt x="8722" y="1476"/>
                      <a:pt x="8752" y="1482"/>
                      <a:pt x="8780" y="1482"/>
                    </a:cubicBezTo>
                    <a:cubicBezTo>
                      <a:pt x="8831" y="1482"/>
                      <a:pt x="8876" y="1461"/>
                      <a:pt x="8907" y="1415"/>
                    </a:cubicBezTo>
                    <a:cubicBezTo>
                      <a:pt x="8954" y="1344"/>
                      <a:pt x="8931" y="1249"/>
                      <a:pt x="8859" y="1201"/>
                    </a:cubicBezTo>
                    <a:cubicBezTo>
                      <a:pt x="7632" y="426"/>
                      <a:pt x="6348" y="1"/>
                      <a:pt x="506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6" name="Google Shape;3176;p53"/>
              <p:cNvSpPr/>
              <p:nvPr/>
            </p:nvSpPr>
            <p:spPr>
              <a:xfrm>
                <a:off x="3572864" y="4423300"/>
                <a:ext cx="76141" cy="61479"/>
              </a:xfrm>
              <a:custGeom>
                <a:rect b="b" l="l" r="r" t="t"/>
                <a:pathLst>
                  <a:path extrusionOk="0" h="1933" w="2394">
                    <a:moveTo>
                      <a:pt x="1143" y="0"/>
                    </a:moveTo>
                    <a:cubicBezTo>
                      <a:pt x="465" y="0"/>
                      <a:pt x="0" y="679"/>
                      <a:pt x="238" y="1322"/>
                    </a:cubicBezTo>
                    <a:cubicBezTo>
                      <a:pt x="258" y="1381"/>
                      <a:pt x="326" y="1423"/>
                      <a:pt x="396" y="1423"/>
                    </a:cubicBezTo>
                    <a:cubicBezTo>
                      <a:pt x="411" y="1423"/>
                      <a:pt x="426" y="1421"/>
                      <a:pt x="441" y="1417"/>
                    </a:cubicBezTo>
                    <a:cubicBezTo>
                      <a:pt x="524" y="1382"/>
                      <a:pt x="560" y="1298"/>
                      <a:pt x="536" y="1203"/>
                    </a:cubicBezTo>
                    <a:cubicBezTo>
                      <a:pt x="354" y="738"/>
                      <a:pt x="729" y="308"/>
                      <a:pt x="1156" y="308"/>
                    </a:cubicBezTo>
                    <a:cubicBezTo>
                      <a:pt x="1287" y="308"/>
                      <a:pt x="1422" y="349"/>
                      <a:pt x="1548" y="441"/>
                    </a:cubicBezTo>
                    <a:cubicBezTo>
                      <a:pt x="2036" y="822"/>
                      <a:pt x="1774" y="1620"/>
                      <a:pt x="1143" y="1620"/>
                    </a:cubicBezTo>
                    <a:cubicBezTo>
                      <a:pt x="1048" y="1620"/>
                      <a:pt x="953" y="1608"/>
                      <a:pt x="881" y="1560"/>
                    </a:cubicBezTo>
                    <a:cubicBezTo>
                      <a:pt x="860" y="1554"/>
                      <a:pt x="840" y="1551"/>
                      <a:pt x="819" y="1551"/>
                    </a:cubicBezTo>
                    <a:cubicBezTo>
                      <a:pt x="759" y="1551"/>
                      <a:pt x="703" y="1578"/>
                      <a:pt x="667" y="1632"/>
                    </a:cubicBezTo>
                    <a:cubicBezTo>
                      <a:pt x="643" y="1715"/>
                      <a:pt x="667" y="1798"/>
                      <a:pt x="738" y="1846"/>
                    </a:cubicBezTo>
                    <a:cubicBezTo>
                      <a:pt x="869" y="1904"/>
                      <a:pt x="1009" y="1933"/>
                      <a:pt x="1148" y="1933"/>
                    </a:cubicBezTo>
                    <a:cubicBezTo>
                      <a:pt x="1438" y="1933"/>
                      <a:pt x="1724" y="1806"/>
                      <a:pt x="1917" y="1548"/>
                    </a:cubicBezTo>
                    <a:cubicBezTo>
                      <a:pt x="2393" y="917"/>
                      <a:pt x="1965" y="0"/>
                      <a:pt x="114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7" name="Google Shape;3177;p53"/>
              <p:cNvSpPr/>
              <p:nvPr/>
            </p:nvSpPr>
            <p:spPr>
              <a:xfrm>
                <a:off x="3619045" y="4394485"/>
                <a:ext cx="46626" cy="39088"/>
              </a:xfrm>
              <a:custGeom>
                <a:rect b="b" l="l" r="r" t="t"/>
                <a:pathLst>
                  <a:path extrusionOk="0" h="1229" w="1466">
                    <a:moveTo>
                      <a:pt x="782" y="310"/>
                    </a:moveTo>
                    <a:cubicBezTo>
                      <a:pt x="917" y="310"/>
                      <a:pt x="1054" y="400"/>
                      <a:pt x="1096" y="549"/>
                    </a:cubicBezTo>
                    <a:cubicBezTo>
                      <a:pt x="1120" y="716"/>
                      <a:pt x="1013" y="871"/>
                      <a:pt x="858" y="906"/>
                    </a:cubicBezTo>
                    <a:cubicBezTo>
                      <a:pt x="834" y="912"/>
                      <a:pt x="810" y="914"/>
                      <a:pt x="788" y="914"/>
                    </a:cubicBezTo>
                    <a:cubicBezTo>
                      <a:pt x="553" y="914"/>
                      <a:pt x="406" y="648"/>
                      <a:pt x="537" y="442"/>
                    </a:cubicBezTo>
                    <a:cubicBezTo>
                      <a:pt x="599" y="351"/>
                      <a:pt x="690" y="310"/>
                      <a:pt x="782" y="310"/>
                    </a:cubicBezTo>
                    <a:close/>
                    <a:moveTo>
                      <a:pt x="791" y="1"/>
                    </a:moveTo>
                    <a:cubicBezTo>
                      <a:pt x="598" y="1"/>
                      <a:pt x="403" y="88"/>
                      <a:pt x="275" y="275"/>
                    </a:cubicBezTo>
                    <a:cubicBezTo>
                      <a:pt x="1" y="692"/>
                      <a:pt x="321" y="1229"/>
                      <a:pt x="792" y="1229"/>
                    </a:cubicBezTo>
                    <a:cubicBezTo>
                      <a:pt x="833" y="1229"/>
                      <a:pt x="875" y="1225"/>
                      <a:pt x="918" y="1216"/>
                    </a:cubicBezTo>
                    <a:cubicBezTo>
                      <a:pt x="1251" y="1145"/>
                      <a:pt x="1465" y="811"/>
                      <a:pt x="1394" y="490"/>
                    </a:cubicBezTo>
                    <a:cubicBezTo>
                      <a:pt x="1331" y="176"/>
                      <a:pt x="1064" y="1"/>
                      <a:pt x="7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53"/>
              <p:cNvSpPr/>
              <p:nvPr/>
            </p:nvSpPr>
            <p:spPr>
              <a:xfrm>
                <a:off x="3604669" y="4302505"/>
                <a:ext cx="9860" cy="42046"/>
              </a:xfrm>
              <a:custGeom>
                <a:rect b="b" l="l" r="r" t="t"/>
                <a:pathLst>
                  <a:path extrusionOk="0" h="1322" w="310">
                    <a:moveTo>
                      <a:pt x="143" y="0"/>
                    </a:moveTo>
                    <a:cubicBezTo>
                      <a:pt x="60" y="0"/>
                      <a:pt x="0" y="72"/>
                      <a:pt x="0" y="155"/>
                    </a:cubicBezTo>
                    <a:lnTo>
                      <a:pt x="0" y="1179"/>
                    </a:lnTo>
                    <a:cubicBezTo>
                      <a:pt x="0" y="1262"/>
                      <a:pt x="72" y="1322"/>
                      <a:pt x="143" y="1322"/>
                    </a:cubicBezTo>
                    <a:cubicBezTo>
                      <a:pt x="238" y="1322"/>
                      <a:pt x="298" y="1250"/>
                      <a:pt x="298" y="1179"/>
                    </a:cubicBezTo>
                    <a:lnTo>
                      <a:pt x="298" y="155"/>
                    </a:lnTo>
                    <a:cubicBezTo>
                      <a:pt x="310" y="72"/>
                      <a:pt x="238" y="0"/>
                      <a:pt x="14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53"/>
              <p:cNvSpPr/>
              <p:nvPr/>
            </p:nvSpPr>
            <p:spPr>
              <a:xfrm>
                <a:off x="3528178" y="4315926"/>
                <a:ext cx="22359" cy="40742"/>
              </a:xfrm>
              <a:custGeom>
                <a:rect b="b" l="l" r="r" t="t"/>
                <a:pathLst>
                  <a:path extrusionOk="0" h="1281" w="703">
                    <a:moveTo>
                      <a:pt x="163" y="1"/>
                    </a:moveTo>
                    <a:cubicBezTo>
                      <a:pt x="149" y="1"/>
                      <a:pt x="134" y="3"/>
                      <a:pt x="119" y="7"/>
                    </a:cubicBezTo>
                    <a:cubicBezTo>
                      <a:pt x="48" y="43"/>
                      <a:pt x="0" y="126"/>
                      <a:pt x="36" y="209"/>
                    </a:cubicBezTo>
                    <a:lnTo>
                      <a:pt x="393" y="1174"/>
                    </a:lnTo>
                    <a:cubicBezTo>
                      <a:pt x="417" y="1233"/>
                      <a:pt x="477" y="1281"/>
                      <a:pt x="536" y="1281"/>
                    </a:cubicBezTo>
                    <a:cubicBezTo>
                      <a:pt x="631" y="1281"/>
                      <a:pt x="703" y="1174"/>
                      <a:pt x="679" y="1067"/>
                    </a:cubicBezTo>
                    <a:lnTo>
                      <a:pt x="322" y="102"/>
                    </a:lnTo>
                    <a:cubicBezTo>
                      <a:pt x="292" y="43"/>
                      <a:pt x="231" y="1"/>
                      <a:pt x="16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53"/>
              <p:cNvSpPr/>
              <p:nvPr/>
            </p:nvSpPr>
            <p:spPr>
              <a:xfrm>
                <a:off x="3457730" y="4348590"/>
                <a:ext cx="32600" cy="35367"/>
              </a:xfrm>
              <a:custGeom>
                <a:rect b="b" l="l" r="r" t="t"/>
                <a:pathLst>
                  <a:path extrusionOk="0" h="1112" w="1025">
                    <a:moveTo>
                      <a:pt x="183" y="0"/>
                    </a:moveTo>
                    <a:cubicBezTo>
                      <a:pt x="147" y="0"/>
                      <a:pt x="110" y="13"/>
                      <a:pt x="72" y="40"/>
                    </a:cubicBezTo>
                    <a:cubicBezTo>
                      <a:pt x="13" y="99"/>
                      <a:pt x="1" y="194"/>
                      <a:pt x="60" y="266"/>
                    </a:cubicBezTo>
                    <a:lnTo>
                      <a:pt x="715" y="1052"/>
                    </a:lnTo>
                    <a:cubicBezTo>
                      <a:pt x="751" y="1087"/>
                      <a:pt x="787" y="1111"/>
                      <a:pt x="834" y="1111"/>
                    </a:cubicBezTo>
                    <a:cubicBezTo>
                      <a:pt x="953" y="1099"/>
                      <a:pt x="1025" y="944"/>
                      <a:pt x="953" y="849"/>
                    </a:cubicBezTo>
                    <a:lnTo>
                      <a:pt x="298" y="51"/>
                    </a:lnTo>
                    <a:cubicBezTo>
                      <a:pt x="266" y="19"/>
                      <a:pt x="226" y="0"/>
                      <a:pt x="18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53"/>
              <p:cNvSpPr/>
              <p:nvPr/>
            </p:nvSpPr>
            <p:spPr>
              <a:xfrm>
                <a:off x="3727723" y="4351611"/>
                <a:ext cx="32218" cy="34954"/>
              </a:xfrm>
              <a:custGeom>
                <a:rect b="b" l="l" r="r" t="t"/>
                <a:pathLst>
                  <a:path extrusionOk="0" h="1099" w="1013">
                    <a:moveTo>
                      <a:pt x="834" y="1"/>
                    </a:moveTo>
                    <a:cubicBezTo>
                      <a:pt x="791" y="1"/>
                      <a:pt x="748" y="19"/>
                      <a:pt x="715" y="52"/>
                    </a:cubicBezTo>
                    <a:lnTo>
                      <a:pt x="60" y="838"/>
                    </a:lnTo>
                    <a:cubicBezTo>
                      <a:pt x="1" y="897"/>
                      <a:pt x="13" y="1004"/>
                      <a:pt x="72" y="1064"/>
                    </a:cubicBezTo>
                    <a:cubicBezTo>
                      <a:pt x="96" y="1088"/>
                      <a:pt x="128" y="1098"/>
                      <a:pt x="161" y="1098"/>
                    </a:cubicBezTo>
                    <a:cubicBezTo>
                      <a:pt x="211" y="1098"/>
                      <a:pt x="263" y="1075"/>
                      <a:pt x="299" y="1040"/>
                    </a:cubicBezTo>
                    <a:lnTo>
                      <a:pt x="953" y="254"/>
                    </a:lnTo>
                    <a:cubicBezTo>
                      <a:pt x="1013" y="183"/>
                      <a:pt x="1013" y="76"/>
                      <a:pt x="930" y="40"/>
                    </a:cubicBezTo>
                    <a:cubicBezTo>
                      <a:pt x="903" y="13"/>
                      <a:pt x="869" y="1"/>
                      <a:pt x="83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53"/>
              <p:cNvSpPr/>
              <p:nvPr/>
            </p:nvSpPr>
            <p:spPr>
              <a:xfrm>
                <a:off x="3668279" y="4315926"/>
                <a:ext cx="22391" cy="40742"/>
              </a:xfrm>
              <a:custGeom>
                <a:rect b="b" l="l" r="r" t="t"/>
                <a:pathLst>
                  <a:path extrusionOk="0" h="1281" w="704">
                    <a:moveTo>
                      <a:pt x="544" y="1"/>
                    </a:moveTo>
                    <a:cubicBezTo>
                      <a:pt x="481" y="1"/>
                      <a:pt x="413" y="43"/>
                      <a:pt x="394" y="102"/>
                    </a:cubicBezTo>
                    <a:lnTo>
                      <a:pt x="36" y="1067"/>
                    </a:lnTo>
                    <a:cubicBezTo>
                      <a:pt x="1" y="1174"/>
                      <a:pt x="84" y="1281"/>
                      <a:pt x="179" y="1281"/>
                    </a:cubicBezTo>
                    <a:cubicBezTo>
                      <a:pt x="239" y="1281"/>
                      <a:pt x="298" y="1233"/>
                      <a:pt x="334" y="1174"/>
                    </a:cubicBezTo>
                    <a:lnTo>
                      <a:pt x="691" y="209"/>
                    </a:lnTo>
                    <a:cubicBezTo>
                      <a:pt x="703" y="126"/>
                      <a:pt x="655" y="43"/>
                      <a:pt x="584" y="7"/>
                    </a:cubicBezTo>
                    <a:cubicBezTo>
                      <a:pt x="571" y="3"/>
                      <a:pt x="558" y="1"/>
                      <a:pt x="54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53"/>
              <p:cNvSpPr/>
              <p:nvPr/>
            </p:nvSpPr>
            <p:spPr>
              <a:xfrm>
                <a:off x="3603143" y="4563019"/>
                <a:ext cx="9891" cy="42078"/>
              </a:xfrm>
              <a:custGeom>
                <a:rect b="b" l="l" r="r" t="t"/>
                <a:pathLst>
                  <a:path extrusionOk="0" h="1323" w="311">
                    <a:moveTo>
                      <a:pt x="144" y="1"/>
                    </a:moveTo>
                    <a:cubicBezTo>
                      <a:pt x="60" y="1"/>
                      <a:pt x="1" y="72"/>
                      <a:pt x="1" y="144"/>
                    </a:cubicBezTo>
                    <a:lnTo>
                      <a:pt x="1" y="1168"/>
                    </a:lnTo>
                    <a:cubicBezTo>
                      <a:pt x="1" y="1263"/>
                      <a:pt x="72" y="1322"/>
                      <a:pt x="144" y="1322"/>
                    </a:cubicBezTo>
                    <a:cubicBezTo>
                      <a:pt x="239" y="1322"/>
                      <a:pt x="298" y="1251"/>
                      <a:pt x="298" y="1168"/>
                    </a:cubicBezTo>
                    <a:lnTo>
                      <a:pt x="298" y="144"/>
                    </a:lnTo>
                    <a:cubicBezTo>
                      <a:pt x="310" y="72"/>
                      <a:pt x="239" y="1"/>
                      <a:pt x="14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53"/>
              <p:cNvSpPr/>
              <p:nvPr/>
            </p:nvSpPr>
            <p:spPr>
              <a:xfrm>
                <a:off x="3667134" y="4552206"/>
                <a:ext cx="22009" cy="40233"/>
              </a:xfrm>
              <a:custGeom>
                <a:rect b="b" l="l" r="r" t="t"/>
                <a:pathLst>
                  <a:path extrusionOk="0" h="1265" w="692">
                    <a:moveTo>
                      <a:pt x="165" y="0"/>
                    </a:moveTo>
                    <a:cubicBezTo>
                      <a:pt x="150" y="0"/>
                      <a:pt x="135" y="3"/>
                      <a:pt x="120" y="7"/>
                    </a:cubicBezTo>
                    <a:cubicBezTo>
                      <a:pt x="37" y="43"/>
                      <a:pt x="1" y="126"/>
                      <a:pt x="25" y="198"/>
                    </a:cubicBezTo>
                    <a:lnTo>
                      <a:pt x="382" y="1174"/>
                    </a:lnTo>
                    <a:cubicBezTo>
                      <a:pt x="410" y="1231"/>
                      <a:pt x="468" y="1265"/>
                      <a:pt x="527" y="1265"/>
                    </a:cubicBezTo>
                    <a:cubicBezTo>
                      <a:pt x="542" y="1265"/>
                      <a:pt x="557" y="1263"/>
                      <a:pt x="572" y="1258"/>
                    </a:cubicBezTo>
                    <a:cubicBezTo>
                      <a:pt x="656" y="1234"/>
                      <a:pt x="691" y="1139"/>
                      <a:pt x="668" y="1067"/>
                    </a:cubicBezTo>
                    <a:lnTo>
                      <a:pt x="310" y="103"/>
                    </a:lnTo>
                    <a:cubicBezTo>
                      <a:pt x="282" y="36"/>
                      <a:pt x="223" y="0"/>
                      <a:pt x="1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53"/>
              <p:cNvSpPr/>
              <p:nvPr/>
            </p:nvSpPr>
            <p:spPr>
              <a:xfrm>
                <a:off x="3727723" y="4524662"/>
                <a:ext cx="32982" cy="35367"/>
              </a:xfrm>
              <a:custGeom>
                <a:rect b="b" l="l" r="r" t="t"/>
                <a:pathLst>
                  <a:path extrusionOk="0" h="1112" w="1037">
                    <a:moveTo>
                      <a:pt x="178" y="1"/>
                    </a:moveTo>
                    <a:cubicBezTo>
                      <a:pt x="142" y="1"/>
                      <a:pt x="104" y="13"/>
                      <a:pt x="72" y="40"/>
                    </a:cubicBezTo>
                    <a:cubicBezTo>
                      <a:pt x="13" y="100"/>
                      <a:pt x="1" y="195"/>
                      <a:pt x="60" y="266"/>
                    </a:cubicBezTo>
                    <a:lnTo>
                      <a:pt x="715" y="1052"/>
                    </a:lnTo>
                    <a:cubicBezTo>
                      <a:pt x="739" y="1088"/>
                      <a:pt x="787" y="1112"/>
                      <a:pt x="834" y="1112"/>
                    </a:cubicBezTo>
                    <a:cubicBezTo>
                      <a:pt x="965" y="1100"/>
                      <a:pt x="1037" y="945"/>
                      <a:pt x="953" y="850"/>
                    </a:cubicBezTo>
                    <a:lnTo>
                      <a:pt x="299" y="52"/>
                    </a:lnTo>
                    <a:cubicBezTo>
                      <a:pt x="266" y="19"/>
                      <a:pt x="222" y="1"/>
                      <a:pt x="17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53"/>
              <p:cNvSpPr/>
              <p:nvPr/>
            </p:nvSpPr>
            <p:spPr>
              <a:xfrm>
                <a:off x="3457349" y="4522023"/>
                <a:ext cx="32218" cy="34954"/>
              </a:xfrm>
              <a:custGeom>
                <a:rect b="b" l="l" r="r" t="t"/>
                <a:pathLst>
                  <a:path extrusionOk="0" h="1099" w="1013">
                    <a:moveTo>
                      <a:pt x="841" y="0"/>
                    </a:moveTo>
                    <a:cubicBezTo>
                      <a:pt x="795" y="0"/>
                      <a:pt x="748" y="19"/>
                      <a:pt x="715" y="52"/>
                    </a:cubicBezTo>
                    <a:lnTo>
                      <a:pt x="60" y="837"/>
                    </a:lnTo>
                    <a:cubicBezTo>
                      <a:pt x="1" y="897"/>
                      <a:pt x="13" y="1004"/>
                      <a:pt x="72" y="1064"/>
                    </a:cubicBezTo>
                    <a:cubicBezTo>
                      <a:pt x="96" y="1088"/>
                      <a:pt x="128" y="1098"/>
                      <a:pt x="161" y="1098"/>
                    </a:cubicBezTo>
                    <a:cubicBezTo>
                      <a:pt x="211" y="1098"/>
                      <a:pt x="263" y="1075"/>
                      <a:pt x="298" y="1040"/>
                    </a:cubicBezTo>
                    <a:lnTo>
                      <a:pt x="953" y="254"/>
                    </a:lnTo>
                    <a:cubicBezTo>
                      <a:pt x="1013" y="183"/>
                      <a:pt x="1013" y="99"/>
                      <a:pt x="941" y="40"/>
                    </a:cubicBezTo>
                    <a:cubicBezTo>
                      <a:pt x="915" y="13"/>
                      <a:pt x="878" y="0"/>
                      <a:pt x="84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53"/>
              <p:cNvSpPr/>
              <p:nvPr/>
            </p:nvSpPr>
            <p:spPr>
              <a:xfrm>
                <a:off x="3526270" y="4551665"/>
                <a:ext cx="22772" cy="40392"/>
              </a:xfrm>
              <a:custGeom>
                <a:rect b="b" l="l" r="r" t="t"/>
                <a:pathLst>
                  <a:path extrusionOk="0" h="1270" w="716">
                    <a:moveTo>
                      <a:pt x="531" y="0"/>
                    </a:moveTo>
                    <a:cubicBezTo>
                      <a:pt x="472" y="0"/>
                      <a:pt x="412" y="41"/>
                      <a:pt x="394" y="96"/>
                    </a:cubicBezTo>
                    <a:lnTo>
                      <a:pt x="36" y="1072"/>
                    </a:lnTo>
                    <a:cubicBezTo>
                      <a:pt x="1" y="1144"/>
                      <a:pt x="48" y="1227"/>
                      <a:pt x="120" y="1263"/>
                    </a:cubicBezTo>
                    <a:cubicBezTo>
                      <a:pt x="137" y="1268"/>
                      <a:pt x="154" y="1270"/>
                      <a:pt x="170" y="1270"/>
                    </a:cubicBezTo>
                    <a:cubicBezTo>
                      <a:pt x="235" y="1270"/>
                      <a:pt x="294" y="1234"/>
                      <a:pt x="322" y="1167"/>
                    </a:cubicBezTo>
                    <a:lnTo>
                      <a:pt x="679" y="203"/>
                    </a:lnTo>
                    <a:cubicBezTo>
                      <a:pt x="715" y="132"/>
                      <a:pt x="679" y="36"/>
                      <a:pt x="584" y="13"/>
                    </a:cubicBezTo>
                    <a:cubicBezTo>
                      <a:pt x="567" y="4"/>
                      <a:pt x="549" y="0"/>
                      <a:pt x="53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88" name="Google Shape;3188;p53"/>
            <p:cNvGrpSpPr/>
            <p:nvPr/>
          </p:nvGrpSpPr>
          <p:grpSpPr>
            <a:xfrm>
              <a:off x="2405290" y="1937755"/>
              <a:ext cx="337069" cy="302593"/>
              <a:chOff x="3441065" y="4302505"/>
              <a:chExt cx="337069" cy="302593"/>
            </a:xfrm>
          </p:grpSpPr>
          <p:sp>
            <p:nvSpPr>
              <p:cNvPr id="3189" name="Google Shape;3189;p53"/>
              <p:cNvSpPr/>
              <p:nvPr/>
            </p:nvSpPr>
            <p:spPr>
              <a:xfrm>
                <a:off x="3441065" y="4366941"/>
                <a:ext cx="337069" cy="173655"/>
              </a:xfrm>
              <a:custGeom>
                <a:rect b="b" l="l" r="r" t="t"/>
                <a:pathLst>
                  <a:path extrusionOk="0" h="5460" w="10598">
                    <a:moveTo>
                      <a:pt x="5062" y="1"/>
                    </a:moveTo>
                    <a:cubicBezTo>
                      <a:pt x="3977" y="1"/>
                      <a:pt x="2891" y="303"/>
                      <a:pt x="1834" y="951"/>
                    </a:cubicBezTo>
                    <a:cubicBezTo>
                      <a:pt x="1001" y="1463"/>
                      <a:pt x="418" y="2058"/>
                      <a:pt x="156" y="2368"/>
                    </a:cubicBezTo>
                    <a:cubicBezTo>
                      <a:pt x="1" y="2546"/>
                      <a:pt x="1" y="2808"/>
                      <a:pt x="168" y="2987"/>
                    </a:cubicBezTo>
                    <a:cubicBezTo>
                      <a:pt x="1001" y="3844"/>
                      <a:pt x="1870" y="4475"/>
                      <a:pt x="2739" y="4892"/>
                    </a:cubicBezTo>
                    <a:cubicBezTo>
                      <a:pt x="2763" y="4916"/>
                      <a:pt x="2787" y="4916"/>
                      <a:pt x="2823" y="4916"/>
                    </a:cubicBezTo>
                    <a:cubicBezTo>
                      <a:pt x="2977" y="4916"/>
                      <a:pt x="3037" y="4689"/>
                      <a:pt x="2894" y="4618"/>
                    </a:cubicBezTo>
                    <a:cubicBezTo>
                      <a:pt x="2049" y="4213"/>
                      <a:pt x="1215" y="3582"/>
                      <a:pt x="406" y="2773"/>
                    </a:cubicBezTo>
                    <a:cubicBezTo>
                      <a:pt x="346" y="2713"/>
                      <a:pt x="346" y="2630"/>
                      <a:pt x="406" y="2570"/>
                    </a:cubicBezTo>
                    <a:cubicBezTo>
                      <a:pt x="799" y="2130"/>
                      <a:pt x="2061" y="868"/>
                      <a:pt x="3918" y="451"/>
                    </a:cubicBezTo>
                    <a:lnTo>
                      <a:pt x="3918" y="451"/>
                    </a:lnTo>
                    <a:cubicBezTo>
                      <a:pt x="3561" y="665"/>
                      <a:pt x="3263" y="963"/>
                      <a:pt x="3025" y="1320"/>
                    </a:cubicBezTo>
                    <a:cubicBezTo>
                      <a:pt x="2977" y="1403"/>
                      <a:pt x="3001" y="1487"/>
                      <a:pt x="3073" y="1534"/>
                    </a:cubicBezTo>
                    <a:cubicBezTo>
                      <a:pt x="3098" y="1551"/>
                      <a:pt x="3126" y="1559"/>
                      <a:pt x="3154" y="1559"/>
                    </a:cubicBezTo>
                    <a:cubicBezTo>
                      <a:pt x="3204" y="1559"/>
                      <a:pt x="3252" y="1533"/>
                      <a:pt x="3275" y="1487"/>
                    </a:cubicBezTo>
                    <a:cubicBezTo>
                      <a:pt x="3728" y="772"/>
                      <a:pt x="4490" y="367"/>
                      <a:pt x="5299" y="367"/>
                    </a:cubicBezTo>
                    <a:cubicBezTo>
                      <a:pt x="6609" y="367"/>
                      <a:pt x="7680" y="1439"/>
                      <a:pt x="7680" y="2749"/>
                    </a:cubicBezTo>
                    <a:cubicBezTo>
                      <a:pt x="7680" y="3820"/>
                      <a:pt x="6954" y="4773"/>
                      <a:pt x="5930" y="5047"/>
                    </a:cubicBezTo>
                    <a:cubicBezTo>
                      <a:pt x="5720" y="5103"/>
                      <a:pt x="5510" y="5130"/>
                      <a:pt x="5305" y="5130"/>
                    </a:cubicBezTo>
                    <a:cubicBezTo>
                      <a:pt x="4250" y="5130"/>
                      <a:pt x="3302" y="4424"/>
                      <a:pt x="3013" y="3368"/>
                    </a:cubicBezTo>
                    <a:cubicBezTo>
                      <a:pt x="2954" y="3154"/>
                      <a:pt x="2918" y="2951"/>
                      <a:pt x="2918" y="2737"/>
                    </a:cubicBezTo>
                    <a:cubicBezTo>
                      <a:pt x="2918" y="2487"/>
                      <a:pt x="2966" y="2249"/>
                      <a:pt x="3037" y="2011"/>
                    </a:cubicBezTo>
                    <a:cubicBezTo>
                      <a:pt x="3073" y="1915"/>
                      <a:pt x="3025" y="1844"/>
                      <a:pt x="2942" y="1820"/>
                    </a:cubicBezTo>
                    <a:cubicBezTo>
                      <a:pt x="2920" y="1812"/>
                      <a:pt x="2899" y="1808"/>
                      <a:pt x="2880" y="1808"/>
                    </a:cubicBezTo>
                    <a:cubicBezTo>
                      <a:pt x="2816" y="1808"/>
                      <a:pt x="2767" y="1851"/>
                      <a:pt x="2739" y="1915"/>
                    </a:cubicBezTo>
                    <a:cubicBezTo>
                      <a:pt x="2656" y="2189"/>
                      <a:pt x="2608" y="2475"/>
                      <a:pt x="2608" y="2737"/>
                    </a:cubicBezTo>
                    <a:cubicBezTo>
                      <a:pt x="2608" y="2975"/>
                      <a:pt x="2644" y="3213"/>
                      <a:pt x="2704" y="3439"/>
                    </a:cubicBezTo>
                    <a:cubicBezTo>
                      <a:pt x="2858" y="4058"/>
                      <a:pt x="3251" y="4582"/>
                      <a:pt x="3739" y="4928"/>
                    </a:cubicBezTo>
                    <a:cubicBezTo>
                      <a:pt x="3632" y="4892"/>
                      <a:pt x="3549" y="4868"/>
                      <a:pt x="3442" y="4820"/>
                    </a:cubicBezTo>
                    <a:cubicBezTo>
                      <a:pt x="3427" y="4816"/>
                      <a:pt x="3412" y="4813"/>
                      <a:pt x="3396" y="4813"/>
                    </a:cubicBezTo>
                    <a:cubicBezTo>
                      <a:pt x="3334" y="4813"/>
                      <a:pt x="3270" y="4849"/>
                      <a:pt x="3251" y="4916"/>
                    </a:cubicBezTo>
                    <a:cubicBezTo>
                      <a:pt x="3216" y="4987"/>
                      <a:pt x="3263" y="5070"/>
                      <a:pt x="3335" y="5106"/>
                    </a:cubicBezTo>
                    <a:cubicBezTo>
                      <a:pt x="3996" y="5346"/>
                      <a:pt x="4652" y="5460"/>
                      <a:pt x="5299" y="5460"/>
                    </a:cubicBezTo>
                    <a:cubicBezTo>
                      <a:pt x="6446" y="5460"/>
                      <a:pt x="7563" y="5103"/>
                      <a:pt x="8621" y="4463"/>
                    </a:cubicBezTo>
                    <a:cubicBezTo>
                      <a:pt x="9502" y="3927"/>
                      <a:pt x="10145" y="3308"/>
                      <a:pt x="10443" y="2975"/>
                    </a:cubicBezTo>
                    <a:cubicBezTo>
                      <a:pt x="10597" y="2808"/>
                      <a:pt x="10586" y="2511"/>
                      <a:pt x="10395" y="2356"/>
                    </a:cubicBezTo>
                    <a:cubicBezTo>
                      <a:pt x="10062" y="2058"/>
                      <a:pt x="9728" y="1784"/>
                      <a:pt x="9383" y="1546"/>
                    </a:cubicBezTo>
                    <a:cubicBezTo>
                      <a:pt x="9357" y="1529"/>
                      <a:pt x="9327" y="1521"/>
                      <a:pt x="9298" y="1521"/>
                    </a:cubicBezTo>
                    <a:cubicBezTo>
                      <a:pt x="9246" y="1521"/>
                      <a:pt x="9194" y="1544"/>
                      <a:pt x="9157" y="1582"/>
                    </a:cubicBezTo>
                    <a:cubicBezTo>
                      <a:pt x="9109" y="1653"/>
                      <a:pt x="9133" y="1737"/>
                      <a:pt x="9192" y="1796"/>
                    </a:cubicBezTo>
                    <a:cubicBezTo>
                      <a:pt x="9514" y="2034"/>
                      <a:pt x="9847" y="2296"/>
                      <a:pt x="10169" y="2594"/>
                    </a:cubicBezTo>
                    <a:cubicBezTo>
                      <a:pt x="10228" y="2653"/>
                      <a:pt x="10228" y="2737"/>
                      <a:pt x="10181" y="2796"/>
                    </a:cubicBezTo>
                    <a:cubicBezTo>
                      <a:pt x="9788" y="3225"/>
                      <a:pt x="8550" y="4439"/>
                      <a:pt x="6835" y="4939"/>
                    </a:cubicBezTo>
                    <a:cubicBezTo>
                      <a:pt x="8311" y="3904"/>
                      <a:pt x="8359" y="1737"/>
                      <a:pt x="6954" y="629"/>
                    </a:cubicBezTo>
                    <a:lnTo>
                      <a:pt x="6954" y="629"/>
                    </a:lnTo>
                    <a:cubicBezTo>
                      <a:pt x="7538" y="820"/>
                      <a:pt x="8121" y="1106"/>
                      <a:pt x="8692" y="1463"/>
                    </a:cubicBezTo>
                    <a:cubicBezTo>
                      <a:pt x="8722" y="1476"/>
                      <a:pt x="8752" y="1482"/>
                      <a:pt x="8780" y="1482"/>
                    </a:cubicBezTo>
                    <a:cubicBezTo>
                      <a:pt x="8831" y="1482"/>
                      <a:pt x="8876" y="1461"/>
                      <a:pt x="8907" y="1415"/>
                    </a:cubicBezTo>
                    <a:cubicBezTo>
                      <a:pt x="8954" y="1344"/>
                      <a:pt x="8931" y="1249"/>
                      <a:pt x="8859" y="1201"/>
                    </a:cubicBezTo>
                    <a:cubicBezTo>
                      <a:pt x="7632" y="426"/>
                      <a:pt x="6348" y="1"/>
                      <a:pt x="506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53"/>
              <p:cNvSpPr/>
              <p:nvPr/>
            </p:nvSpPr>
            <p:spPr>
              <a:xfrm>
                <a:off x="3572864" y="4423300"/>
                <a:ext cx="76141" cy="61479"/>
              </a:xfrm>
              <a:custGeom>
                <a:rect b="b" l="l" r="r" t="t"/>
                <a:pathLst>
                  <a:path extrusionOk="0" h="1933" w="2394">
                    <a:moveTo>
                      <a:pt x="1143" y="0"/>
                    </a:moveTo>
                    <a:cubicBezTo>
                      <a:pt x="465" y="0"/>
                      <a:pt x="0" y="679"/>
                      <a:pt x="238" y="1322"/>
                    </a:cubicBezTo>
                    <a:cubicBezTo>
                      <a:pt x="258" y="1381"/>
                      <a:pt x="326" y="1423"/>
                      <a:pt x="396" y="1423"/>
                    </a:cubicBezTo>
                    <a:cubicBezTo>
                      <a:pt x="411" y="1423"/>
                      <a:pt x="426" y="1421"/>
                      <a:pt x="441" y="1417"/>
                    </a:cubicBezTo>
                    <a:cubicBezTo>
                      <a:pt x="524" y="1382"/>
                      <a:pt x="560" y="1298"/>
                      <a:pt x="536" y="1203"/>
                    </a:cubicBezTo>
                    <a:cubicBezTo>
                      <a:pt x="354" y="738"/>
                      <a:pt x="729" y="308"/>
                      <a:pt x="1156" y="308"/>
                    </a:cubicBezTo>
                    <a:cubicBezTo>
                      <a:pt x="1287" y="308"/>
                      <a:pt x="1422" y="349"/>
                      <a:pt x="1548" y="441"/>
                    </a:cubicBezTo>
                    <a:cubicBezTo>
                      <a:pt x="2036" y="822"/>
                      <a:pt x="1774" y="1620"/>
                      <a:pt x="1143" y="1620"/>
                    </a:cubicBezTo>
                    <a:cubicBezTo>
                      <a:pt x="1048" y="1620"/>
                      <a:pt x="953" y="1608"/>
                      <a:pt x="881" y="1560"/>
                    </a:cubicBezTo>
                    <a:cubicBezTo>
                      <a:pt x="860" y="1554"/>
                      <a:pt x="840" y="1551"/>
                      <a:pt x="819" y="1551"/>
                    </a:cubicBezTo>
                    <a:cubicBezTo>
                      <a:pt x="759" y="1551"/>
                      <a:pt x="703" y="1578"/>
                      <a:pt x="667" y="1632"/>
                    </a:cubicBezTo>
                    <a:cubicBezTo>
                      <a:pt x="643" y="1715"/>
                      <a:pt x="667" y="1798"/>
                      <a:pt x="738" y="1846"/>
                    </a:cubicBezTo>
                    <a:cubicBezTo>
                      <a:pt x="869" y="1904"/>
                      <a:pt x="1009" y="1933"/>
                      <a:pt x="1148" y="1933"/>
                    </a:cubicBezTo>
                    <a:cubicBezTo>
                      <a:pt x="1438" y="1933"/>
                      <a:pt x="1724" y="1806"/>
                      <a:pt x="1917" y="1548"/>
                    </a:cubicBezTo>
                    <a:cubicBezTo>
                      <a:pt x="2393" y="917"/>
                      <a:pt x="1965" y="0"/>
                      <a:pt x="114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53"/>
              <p:cNvSpPr/>
              <p:nvPr/>
            </p:nvSpPr>
            <p:spPr>
              <a:xfrm>
                <a:off x="3619045" y="4394485"/>
                <a:ext cx="46626" cy="39088"/>
              </a:xfrm>
              <a:custGeom>
                <a:rect b="b" l="l" r="r" t="t"/>
                <a:pathLst>
                  <a:path extrusionOk="0" h="1229" w="1466">
                    <a:moveTo>
                      <a:pt x="782" y="310"/>
                    </a:moveTo>
                    <a:cubicBezTo>
                      <a:pt x="917" y="310"/>
                      <a:pt x="1054" y="400"/>
                      <a:pt x="1096" y="549"/>
                    </a:cubicBezTo>
                    <a:cubicBezTo>
                      <a:pt x="1120" y="716"/>
                      <a:pt x="1013" y="871"/>
                      <a:pt x="858" y="906"/>
                    </a:cubicBezTo>
                    <a:cubicBezTo>
                      <a:pt x="834" y="912"/>
                      <a:pt x="810" y="914"/>
                      <a:pt x="788" y="914"/>
                    </a:cubicBezTo>
                    <a:cubicBezTo>
                      <a:pt x="553" y="914"/>
                      <a:pt x="406" y="648"/>
                      <a:pt x="537" y="442"/>
                    </a:cubicBezTo>
                    <a:cubicBezTo>
                      <a:pt x="599" y="351"/>
                      <a:pt x="690" y="310"/>
                      <a:pt x="782" y="310"/>
                    </a:cubicBezTo>
                    <a:close/>
                    <a:moveTo>
                      <a:pt x="791" y="1"/>
                    </a:moveTo>
                    <a:cubicBezTo>
                      <a:pt x="598" y="1"/>
                      <a:pt x="403" y="88"/>
                      <a:pt x="275" y="275"/>
                    </a:cubicBezTo>
                    <a:cubicBezTo>
                      <a:pt x="1" y="692"/>
                      <a:pt x="321" y="1229"/>
                      <a:pt x="792" y="1229"/>
                    </a:cubicBezTo>
                    <a:cubicBezTo>
                      <a:pt x="833" y="1229"/>
                      <a:pt x="875" y="1225"/>
                      <a:pt x="918" y="1216"/>
                    </a:cubicBezTo>
                    <a:cubicBezTo>
                      <a:pt x="1251" y="1145"/>
                      <a:pt x="1465" y="811"/>
                      <a:pt x="1394" y="490"/>
                    </a:cubicBezTo>
                    <a:cubicBezTo>
                      <a:pt x="1331" y="176"/>
                      <a:pt x="1064" y="1"/>
                      <a:pt x="7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53"/>
              <p:cNvSpPr/>
              <p:nvPr/>
            </p:nvSpPr>
            <p:spPr>
              <a:xfrm>
                <a:off x="3604669" y="4302505"/>
                <a:ext cx="9860" cy="42046"/>
              </a:xfrm>
              <a:custGeom>
                <a:rect b="b" l="l" r="r" t="t"/>
                <a:pathLst>
                  <a:path extrusionOk="0" h="1322" w="310">
                    <a:moveTo>
                      <a:pt x="143" y="0"/>
                    </a:moveTo>
                    <a:cubicBezTo>
                      <a:pt x="60" y="0"/>
                      <a:pt x="0" y="72"/>
                      <a:pt x="0" y="155"/>
                    </a:cubicBezTo>
                    <a:lnTo>
                      <a:pt x="0" y="1179"/>
                    </a:lnTo>
                    <a:cubicBezTo>
                      <a:pt x="0" y="1262"/>
                      <a:pt x="72" y="1322"/>
                      <a:pt x="143" y="1322"/>
                    </a:cubicBezTo>
                    <a:cubicBezTo>
                      <a:pt x="238" y="1322"/>
                      <a:pt x="298" y="1250"/>
                      <a:pt x="298" y="1179"/>
                    </a:cubicBezTo>
                    <a:lnTo>
                      <a:pt x="298" y="155"/>
                    </a:lnTo>
                    <a:cubicBezTo>
                      <a:pt x="310" y="72"/>
                      <a:pt x="238" y="0"/>
                      <a:pt x="14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53"/>
              <p:cNvSpPr/>
              <p:nvPr/>
            </p:nvSpPr>
            <p:spPr>
              <a:xfrm>
                <a:off x="3528178" y="4315926"/>
                <a:ext cx="22359" cy="40742"/>
              </a:xfrm>
              <a:custGeom>
                <a:rect b="b" l="l" r="r" t="t"/>
                <a:pathLst>
                  <a:path extrusionOk="0" h="1281" w="703">
                    <a:moveTo>
                      <a:pt x="163" y="1"/>
                    </a:moveTo>
                    <a:cubicBezTo>
                      <a:pt x="149" y="1"/>
                      <a:pt x="134" y="3"/>
                      <a:pt x="119" y="7"/>
                    </a:cubicBezTo>
                    <a:cubicBezTo>
                      <a:pt x="48" y="43"/>
                      <a:pt x="0" y="126"/>
                      <a:pt x="36" y="209"/>
                    </a:cubicBezTo>
                    <a:lnTo>
                      <a:pt x="393" y="1174"/>
                    </a:lnTo>
                    <a:cubicBezTo>
                      <a:pt x="417" y="1233"/>
                      <a:pt x="477" y="1281"/>
                      <a:pt x="536" y="1281"/>
                    </a:cubicBezTo>
                    <a:cubicBezTo>
                      <a:pt x="631" y="1281"/>
                      <a:pt x="703" y="1174"/>
                      <a:pt x="679" y="1067"/>
                    </a:cubicBezTo>
                    <a:lnTo>
                      <a:pt x="322" y="102"/>
                    </a:lnTo>
                    <a:cubicBezTo>
                      <a:pt x="292" y="43"/>
                      <a:pt x="231" y="1"/>
                      <a:pt x="16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4" name="Google Shape;3194;p53"/>
              <p:cNvSpPr/>
              <p:nvPr/>
            </p:nvSpPr>
            <p:spPr>
              <a:xfrm>
                <a:off x="3457730" y="4348590"/>
                <a:ext cx="32600" cy="35367"/>
              </a:xfrm>
              <a:custGeom>
                <a:rect b="b" l="l" r="r" t="t"/>
                <a:pathLst>
                  <a:path extrusionOk="0" h="1112" w="1025">
                    <a:moveTo>
                      <a:pt x="183" y="0"/>
                    </a:moveTo>
                    <a:cubicBezTo>
                      <a:pt x="147" y="0"/>
                      <a:pt x="110" y="13"/>
                      <a:pt x="72" y="40"/>
                    </a:cubicBezTo>
                    <a:cubicBezTo>
                      <a:pt x="13" y="99"/>
                      <a:pt x="1" y="194"/>
                      <a:pt x="60" y="266"/>
                    </a:cubicBezTo>
                    <a:lnTo>
                      <a:pt x="715" y="1052"/>
                    </a:lnTo>
                    <a:cubicBezTo>
                      <a:pt x="751" y="1087"/>
                      <a:pt x="787" y="1111"/>
                      <a:pt x="834" y="1111"/>
                    </a:cubicBezTo>
                    <a:cubicBezTo>
                      <a:pt x="953" y="1099"/>
                      <a:pt x="1025" y="944"/>
                      <a:pt x="953" y="849"/>
                    </a:cubicBezTo>
                    <a:lnTo>
                      <a:pt x="298" y="51"/>
                    </a:lnTo>
                    <a:cubicBezTo>
                      <a:pt x="266" y="19"/>
                      <a:pt x="226" y="0"/>
                      <a:pt x="18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5" name="Google Shape;3195;p53"/>
              <p:cNvSpPr/>
              <p:nvPr/>
            </p:nvSpPr>
            <p:spPr>
              <a:xfrm>
                <a:off x="3727723" y="4351611"/>
                <a:ext cx="32218" cy="34954"/>
              </a:xfrm>
              <a:custGeom>
                <a:rect b="b" l="l" r="r" t="t"/>
                <a:pathLst>
                  <a:path extrusionOk="0" h="1099" w="1013">
                    <a:moveTo>
                      <a:pt x="834" y="1"/>
                    </a:moveTo>
                    <a:cubicBezTo>
                      <a:pt x="791" y="1"/>
                      <a:pt x="748" y="19"/>
                      <a:pt x="715" y="52"/>
                    </a:cubicBezTo>
                    <a:lnTo>
                      <a:pt x="60" y="838"/>
                    </a:lnTo>
                    <a:cubicBezTo>
                      <a:pt x="1" y="897"/>
                      <a:pt x="13" y="1004"/>
                      <a:pt x="72" y="1064"/>
                    </a:cubicBezTo>
                    <a:cubicBezTo>
                      <a:pt x="96" y="1088"/>
                      <a:pt x="128" y="1098"/>
                      <a:pt x="161" y="1098"/>
                    </a:cubicBezTo>
                    <a:cubicBezTo>
                      <a:pt x="211" y="1098"/>
                      <a:pt x="263" y="1075"/>
                      <a:pt x="299" y="1040"/>
                    </a:cubicBezTo>
                    <a:lnTo>
                      <a:pt x="953" y="254"/>
                    </a:lnTo>
                    <a:cubicBezTo>
                      <a:pt x="1013" y="183"/>
                      <a:pt x="1013" y="76"/>
                      <a:pt x="930" y="40"/>
                    </a:cubicBezTo>
                    <a:cubicBezTo>
                      <a:pt x="903" y="13"/>
                      <a:pt x="869" y="1"/>
                      <a:pt x="83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6" name="Google Shape;3196;p53"/>
              <p:cNvSpPr/>
              <p:nvPr/>
            </p:nvSpPr>
            <p:spPr>
              <a:xfrm>
                <a:off x="3668279" y="4315926"/>
                <a:ext cx="22391" cy="40742"/>
              </a:xfrm>
              <a:custGeom>
                <a:rect b="b" l="l" r="r" t="t"/>
                <a:pathLst>
                  <a:path extrusionOk="0" h="1281" w="704">
                    <a:moveTo>
                      <a:pt x="544" y="1"/>
                    </a:moveTo>
                    <a:cubicBezTo>
                      <a:pt x="481" y="1"/>
                      <a:pt x="413" y="43"/>
                      <a:pt x="394" y="102"/>
                    </a:cubicBezTo>
                    <a:lnTo>
                      <a:pt x="36" y="1067"/>
                    </a:lnTo>
                    <a:cubicBezTo>
                      <a:pt x="1" y="1174"/>
                      <a:pt x="84" y="1281"/>
                      <a:pt x="179" y="1281"/>
                    </a:cubicBezTo>
                    <a:cubicBezTo>
                      <a:pt x="239" y="1281"/>
                      <a:pt x="298" y="1233"/>
                      <a:pt x="334" y="1174"/>
                    </a:cubicBezTo>
                    <a:lnTo>
                      <a:pt x="691" y="209"/>
                    </a:lnTo>
                    <a:cubicBezTo>
                      <a:pt x="703" y="126"/>
                      <a:pt x="655" y="43"/>
                      <a:pt x="584" y="7"/>
                    </a:cubicBezTo>
                    <a:cubicBezTo>
                      <a:pt x="571" y="3"/>
                      <a:pt x="558" y="1"/>
                      <a:pt x="54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53"/>
              <p:cNvSpPr/>
              <p:nvPr/>
            </p:nvSpPr>
            <p:spPr>
              <a:xfrm>
                <a:off x="3603143" y="4563019"/>
                <a:ext cx="9891" cy="42078"/>
              </a:xfrm>
              <a:custGeom>
                <a:rect b="b" l="l" r="r" t="t"/>
                <a:pathLst>
                  <a:path extrusionOk="0" h="1323" w="311">
                    <a:moveTo>
                      <a:pt x="144" y="1"/>
                    </a:moveTo>
                    <a:cubicBezTo>
                      <a:pt x="60" y="1"/>
                      <a:pt x="1" y="72"/>
                      <a:pt x="1" y="144"/>
                    </a:cubicBezTo>
                    <a:lnTo>
                      <a:pt x="1" y="1168"/>
                    </a:lnTo>
                    <a:cubicBezTo>
                      <a:pt x="1" y="1263"/>
                      <a:pt x="72" y="1322"/>
                      <a:pt x="144" y="1322"/>
                    </a:cubicBezTo>
                    <a:cubicBezTo>
                      <a:pt x="239" y="1322"/>
                      <a:pt x="298" y="1251"/>
                      <a:pt x="298" y="1168"/>
                    </a:cubicBezTo>
                    <a:lnTo>
                      <a:pt x="298" y="144"/>
                    </a:lnTo>
                    <a:cubicBezTo>
                      <a:pt x="310" y="72"/>
                      <a:pt x="239" y="1"/>
                      <a:pt x="14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8" name="Google Shape;3198;p53"/>
              <p:cNvSpPr/>
              <p:nvPr/>
            </p:nvSpPr>
            <p:spPr>
              <a:xfrm>
                <a:off x="3667134" y="4552206"/>
                <a:ext cx="22009" cy="40233"/>
              </a:xfrm>
              <a:custGeom>
                <a:rect b="b" l="l" r="r" t="t"/>
                <a:pathLst>
                  <a:path extrusionOk="0" h="1265" w="692">
                    <a:moveTo>
                      <a:pt x="165" y="0"/>
                    </a:moveTo>
                    <a:cubicBezTo>
                      <a:pt x="150" y="0"/>
                      <a:pt x="135" y="3"/>
                      <a:pt x="120" y="7"/>
                    </a:cubicBezTo>
                    <a:cubicBezTo>
                      <a:pt x="37" y="43"/>
                      <a:pt x="1" y="126"/>
                      <a:pt x="25" y="198"/>
                    </a:cubicBezTo>
                    <a:lnTo>
                      <a:pt x="382" y="1174"/>
                    </a:lnTo>
                    <a:cubicBezTo>
                      <a:pt x="410" y="1231"/>
                      <a:pt x="468" y="1265"/>
                      <a:pt x="527" y="1265"/>
                    </a:cubicBezTo>
                    <a:cubicBezTo>
                      <a:pt x="542" y="1265"/>
                      <a:pt x="557" y="1263"/>
                      <a:pt x="572" y="1258"/>
                    </a:cubicBezTo>
                    <a:cubicBezTo>
                      <a:pt x="656" y="1234"/>
                      <a:pt x="691" y="1139"/>
                      <a:pt x="668" y="1067"/>
                    </a:cubicBezTo>
                    <a:lnTo>
                      <a:pt x="310" y="103"/>
                    </a:lnTo>
                    <a:cubicBezTo>
                      <a:pt x="282" y="36"/>
                      <a:pt x="223" y="0"/>
                      <a:pt x="1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9" name="Google Shape;3199;p53"/>
              <p:cNvSpPr/>
              <p:nvPr/>
            </p:nvSpPr>
            <p:spPr>
              <a:xfrm>
                <a:off x="3727723" y="4524662"/>
                <a:ext cx="32982" cy="35367"/>
              </a:xfrm>
              <a:custGeom>
                <a:rect b="b" l="l" r="r" t="t"/>
                <a:pathLst>
                  <a:path extrusionOk="0" h="1112" w="1037">
                    <a:moveTo>
                      <a:pt x="178" y="1"/>
                    </a:moveTo>
                    <a:cubicBezTo>
                      <a:pt x="142" y="1"/>
                      <a:pt x="104" y="13"/>
                      <a:pt x="72" y="40"/>
                    </a:cubicBezTo>
                    <a:cubicBezTo>
                      <a:pt x="13" y="100"/>
                      <a:pt x="1" y="195"/>
                      <a:pt x="60" y="266"/>
                    </a:cubicBezTo>
                    <a:lnTo>
                      <a:pt x="715" y="1052"/>
                    </a:lnTo>
                    <a:cubicBezTo>
                      <a:pt x="739" y="1088"/>
                      <a:pt x="787" y="1112"/>
                      <a:pt x="834" y="1112"/>
                    </a:cubicBezTo>
                    <a:cubicBezTo>
                      <a:pt x="965" y="1100"/>
                      <a:pt x="1037" y="945"/>
                      <a:pt x="953" y="850"/>
                    </a:cubicBezTo>
                    <a:lnTo>
                      <a:pt x="299" y="52"/>
                    </a:lnTo>
                    <a:cubicBezTo>
                      <a:pt x="266" y="19"/>
                      <a:pt x="222" y="1"/>
                      <a:pt x="17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0" name="Google Shape;3200;p53"/>
              <p:cNvSpPr/>
              <p:nvPr/>
            </p:nvSpPr>
            <p:spPr>
              <a:xfrm>
                <a:off x="3457349" y="4522023"/>
                <a:ext cx="32218" cy="34954"/>
              </a:xfrm>
              <a:custGeom>
                <a:rect b="b" l="l" r="r" t="t"/>
                <a:pathLst>
                  <a:path extrusionOk="0" h="1099" w="1013">
                    <a:moveTo>
                      <a:pt x="841" y="0"/>
                    </a:moveTo>
                    <a:cubicBezTo>
                      <a:pt x="795" y="0"/>
                      <a:pt x="748" y="19"/>
                      <a:pt x="715" y="52"/>
                    </a:cubicBezTo>
                    <a:lnTo>
                      <a:pt x="60" y="837"/>
                    </a:lnTo>
                    <a:cubicBezTo>
                      <a:pt x="1" y="897"/>
                      <a:pt x="13" y="1004"/>
                      <a:pt x="72" y="1064"/>
                    </a:cubicBezTo>
                    <a:cubicBezTo>
                      <a:pt x="96" y="1088"/>
                      <a:pt x="128" y="1098"/>
                      <a:pt x="161" y="1098"/>
                    </a:cubicBezTo>
                    <a:cubicBezTo>
                      <a:pt x="211" y="1098"/>
                      <a:pt x="263" y="1075"/>
                      <a:pt x="298" y="1040"/>
                    </a:cubicBezTo>
                    <a:lnTo>
                      <a:pt x="953" y="254"/>
                    </a:lnTo>
                    <a:cubicBezTo>
                      <a:pt x="1013" y="183"/>
                      <a:pt x="1013" y="99"/>
                      <a:pt x="941" y="40"/>
                    </a:cubicBezTo>
                    <a:cubicBezTo>
                      <a:pt x="915" y="13"/>
                      <a:pt x="878" y="0"/>
                      <a:pt x="84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1" name="Google Shape;3201;p53"/>
              <p:cNvSpPr/>
              <p:nvPr/>
            </p:nvSpPr>
            <p:spPr>
              <a:xfrm>
                <a:off x="3526270" y="4551665"/>
                <a:ext cx="22772" cy="40392"/>
              </a:xfrm>
              <a:custGeom>
                <a:rect b="b" l="l" r="r" t="t"/>
                <a:pathLst>
                  <a:path extrusionOk="0" h="1270" w="716">
                    <a:moveTo>
                      <a:pt x="531" y="0"/>
                    </a:moveTo>
                    <a:cubicBezTo>
                      <a:pt x="472" y="0"/>
                      <a:pt x="412" y="41"/>
                      <a:pt x="394" y="96"/>
                    </a:cubicBezTo>
                    <a:lnTo>
                      <a:pt x="36" y="1072"/>
                    </a:lnTo>
                    <a:cubicBezTo>
                      <a:pt x="1" y="1144"/>
                      <a:pt x="48" y="1227"/>
                      <a:pt x="120" y="1263"/>
                    </a:cubicBezTo>
                    <a:cubicBezTo>
                      <a:pt x="137" y="1268"/>
                      <a:pt x="154" y="1270"/>
                      <a:pt x="170" y="1270"/>
                    </a:cubicBezTo>
                    <a:cubicBezTo>
                      <a:pt x="235" y="1270"/>
                      <a:pt x="294" y="1234"/>
                      <a:pt x="322" y="1167"/>
                    </a:cubicBezTo>
                    <a:lnTo>
                      <a:pt x="679" y="203"/>
                    </a:lnTo>
                    <a:cubicBezTo>
                      <a:pt x="715" y="132"/>
                      <a:pt x="679" y="36"/>
                      <a:pt x="584" y="13"/>
                    </a:cubicBezTo>
                    <a:cubicBezTo>
                      <a:pt x="567" y="4"/>
                      <a:pt x="549" y="0"/>
                      <a:pt x="53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02" name="Google Shape;3202;p53"/>
            <p:cNvSpPr txBox="1"/>
            <p:nvPr/>
          </p:nvSpPr>
          <p:spPr>
            <a:xfrm>
              <a:off x="534050" y="671100"/>
              <a:ext cx="1765500" cy="44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VISUAL STRENGTHS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Color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Typography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03" name="Google Shape;3203;p53"/>
            <p:cNvSpPr txBox="1"/>
            <p:nvPr/>
          </p:nvSpPr>
          <p:spPr>
            <a:xfrm>
              <a:off x="6844450" y="678500"/>
              <a:ext cx="1765500" cy="44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VISUAL STRENGTHS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Task flows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Scenarios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3204" name="Google Shape;3204;p53"/>
          <p:cNvGrpSpPr/>
          <p:nvPr/>
        </p:nvGrpSpPr>
        <p:grpSpPr>
          <a:xfrm>
            <a:off x="534050" y="2481613"/>
            <a:ext cx="8075900" cy="488713"/>
            <a:chOff x="534050" y="2481613"/>
            <a:chExt cx="8075900" cy="488713"/>
          </a:xfrm>
        </p:grpSpPr>
        <p:grpSp>
          <p:nvGrpSpPr>
            <p:cNvPr id="3205" name="Google Shape;3205;p53"/>
            <p:cNvGrpSpPr/>
            <p:nvPr/>
          </p:nvGrpSpPr>
          <p:grpSpPr>
            <a:xfrm>
              <a:off x="2375756" y="2548156"/>
              <a:ext cx="396131" cy="355612"/>
              <a:chOff x="1865381" y="4277506"/>
              <a:chExt cx="396131" cy="355612"/>
            </a:xfrm>
          </p:grpSpPr>
          <p:sp>
            <p:nvSpPr>
              <p:cNvPr id="3206" name="Google Shape;3206;p53"/>
              <p:cNvSpPr/>
              <p:nvPr/>
            </p:nvSpPr>
            <p:spPr>
              <a:xfrm>
                <a:off x="1865381" y="4277506"/>
                <a:ext cx="396131" cy="355612"/>
              </a:xfrm>
              <a:custGeom>
                <a:rect b="b" l="l" r="r" t="t"/>
                <a:pathLst>
                  <a:path extrusionOk="0" h="11181" w="12455">
                    <a:moveTo>
                      <a:pt x="6240" y="322"/>
                    </a:moveTo>
                    <a:cubicBezTo>
                      <a:pt x="6883" y="322"/>
                      <a:pt x="7395" y="846"/>
                      <a:pt x="7395" y="1489"/>
                    </a:cubicBezTo>
                    <a:cubicBezTo>
                      <a:pt x="7395" y="2132"/>
                      <a:pt x="6883" y="2644"/>
                      <a:pt x="6240" y="2644"/>
                    </a:cubicBezTo>
                    <a:cubicBezTo>
                      <a:pt x="5597" y="2644"/>
                      <a:pt x="5073" y="2132"/>
                      <a:pt x="5073" y="1489"/>
                    </a:cubicBezTo>
                    <a:cubicBezTo>
                      <a:pt x="5073" y="834"/>
                      <a:pt x="5597" y="322"/>
                      <a:pt x="6240" y="322"/>
                    </a:cubicBezTo>
                    <a:close/>
                    <a:moveTo>
                      <a:pt x="8621" y="3703"/>
                    </a:moveTo>
                    <a:cubicBezTo>
                      <a:pt x="8943" y="3703"/>
                      <a:pt x="9276" y="3751"/>
                      <a:pt x="9585" y="3834"/>
                    </a:cubicBezTo>
                    <a:cubicBezTo>
                      <a:pt x="9657" y="4156"/>
                      <a:pt x="9705" y="4477"/>
                      <a:pt x="9705" y="4811"/>
                    </a:cubicBezTo>
                    <a:cubicBezTo>
                      <a:pt x="9705" y="6239"/>
                      <a:pt x="8847" y="7466"/>
                      <a:pt x="7609" y="7990"/>
                    </a:cubicBezTo>
                    <a:cubicBezTo>
                      <a:pt x="7669" y="7728"/>
                      <a:pt x="7692" y="7454"/>
                      <a:pt x="7692" y="7192"/>
                    </a:cubicBezTo>
                    <a:cubicBezTo>
                      <a:pt x="7692" y="6382"/>
                      <a:pt x="7454" y="5620"/>
                      <a:pt x="7002" y="4965"/>
                    </a:cubicBezTo>
                    <a:cubicBezTo>
                      <a:pt x="6859" y="4775"/>
                      <a:pt x="6704" y="4584"/>
                      <a:pt x="6526" y="4418"/>
                    </a:cubicBezTo>
                    <a:cubicBezTo>
                      <a:pt x="7097" y="3977"/>
                      <a:pt x="7835" y="3703"/>
                      <a:pt x="8621" y="3703"/>
                    </a:cubicBezTo>
                    <a:close/>
                    <a:moveTo>
                      <a:pt x="10478" y="7918"/>
                    </a:moveTo>
                    <a:lnTo>
                      <a:pt x="10598" y="8168"/>
                    </a:lnTo>
                    <a:lnTo>
                      <a:pt x="10359" y="8168"/>
                    </a:lnTo>
                    <a:lnTo>
                      <a:pt x="10478" y="7918"/>
                    </a:lnTo>
                    <a:close/>
                    <a:moveTo>
                      <a:pt x="6240" y="4656"/>
                    </a:moveTo>
                    <a:cubicBezTo>
                      <a:pt x="6407" y="4823"/>
                      <a:pt x="6561" y="4989"/>
                      <a:pt x="6704" y="5180"/>
                    </a:cubicBezTo>
                    <a:cubicBezTo>
                      <a:pt x="7121" y="5775"/>
                      <a:pt x="7335" y="6454"/>
                      <a:pt x="7335" y="7192"/>
                    </a:cubicBezTo>
                    <a:cubicBezTo>
                      <a:pt x="7335" y="7513"/>
                      <a:pt x="7299" y="7847"/>
                      <a:pt x="7204" y="8144"/>
                    </a:cubicBezTo>
                    <a:cubicBezTo>
                      <a:pt x="6907" y="8228"/>
                      <a:pt x="6585" y="8275"/>
                      <a:pt x="6252" y="8275"/>
                    </a:cubicBezTo>
                    <a:cubicBezTo>
                      <a:pt x="5930" y="8275"/>
                      <a:pt x="5597" y="8228"/>
                      <a:pt x="5299" y="8144"/>
                    </a:cubicBezTo>
                    <a:cubicBezTo>
                      <a:pt x="5180" y="7847"/>
                      <a:pt x="5133" y="7513"/>
                      <a:pt x="5133" y="7192"/>
                    </a:cubicBezTo>
                    <a:cubicBezTo>
                      <a:pt x="5133" y="6192"/>
                      <a:pt x="5549" y="5299"/>
                      <a:pt x="6240" y="4656"/>
                    </a:cubicBezTo>
                    <a:close/>
                    <a:moveTo>
                      <a:pt x="5430" y="8561"/>
                    </a:moveTo>
                    <a:lnTo>
                      <a:pt x="5430" y="8561"/>
                    </a:lnTo>
                    <a:cubicBezTo>
                      <a:pt x="5704" y="8621"/>
                      <a:pt x="5966" y="8644"/>
                      <a:pt x="6252" y="8644"/>
                    </a:cubicBezTo>
                    <a:cubicBezTo>
                      <a:pt x="6537" y="8644"/>
                      <a:pt x="6799" y="8621"/>
                      <a:pt x="7061" y="8561"/>
                    </a:cubicBezTo>
                    <a:lnTo>
                      <a:pt x="7061" y="8561"/>
                    </a:lnTo>
                    <a:cubicBezTo>
                      <a:pt x="6847" y="8990"/>
                      <a:pt x="6585" y="9395"/>
                      <a:pt x="6240" y="9716"/>
                    </a:cubicBezTo>
                    <a:cubicBezTo>
                      <a:pt x="5895" y="9395"/>
                      <a:pt x="5609" y="9002"/>
                      <a:pt x="5430" y="8561"/>
                    </a:cubicBezTo>
                    <a:close/>
                    <a:moveTo>
                      <a:pt x="2470" y="7643"/>
                    </a:moveTo>
                    <a:cubicBezTo>
                      <a:pt x="2693" y="7643"/>
                      <a:pt x="2903" y="7736"/>
                      <a:pt x="3049" y="7882"/>
                    </a:cubicBezTo>
                    <a:cubicBezTo>
                      <a:pt x="3216" y="8049"/>
                      <a:pt x="3323" y="8263"/>
                      <a:pt x="3323" y="8502"/>
                    </a:cubicBezTo>
                    <a:cubicBezTo>
                      <a:pt x="3323" y="8692"/>
                      <a:pt x="3263" y="8859"/>
                      <a:pt x="3144" y="9002"/>
                    </a:cubicBezTo>
                    <a:cubicBezTo>
                      <a:pt x="2954" y="9275"/>
                      <a:pt x="2799" y="9549"/>
                      <a:pt x="2739" y="9847"/>
                    </a:cubicBezTo>
                    <a:lnTo>
                      <a:pt x="2192" y="9847"/>
                    </a:lnTo>
                    <a:cubicBezTo>
                      <a:pt x="2132" y="9537"/>
                      <a:pt x="2001" y="9252"/>
                      <a:pt x="1799" y="9002"/>
                    </a:cubicBezTo>
                    <a:cubicBezTo>
                      <a:pt x="1680" y="8835"/>
                      <a:pt x="1620" y="8656"/>
                      <a:pt x="1620" y="8454"/>
                    </a:cubicBezTo>
                    <a:cubicBezTo>
                      <a:pt x="1644" y="8025"/>
                      <a:pt x="2001" y="7668"/>
                      <a:pt x="2430" y="7644"/>
                    </a:cubicBezTo>
                    <a:cubicBezTo>
                      <a:pt x="2443" y="7644"/>
                      <a:pt x="2457" y="7643"/>
                      <a:pt x="2470" y="7643"/>
                    </a:cubicBezTo>
                    <a:close/>
                    <a:moveTo>
                      <a:pt x="10300" y="8525"/>
                    </a:moveTo>
                    <a:lnTo>
                      <a:pt x="10300" y="10145"/>
                    </a:lnTo>
                    <a:lnTo>
                      <a:pt x="10109" y="10145"/>
                    </a:lnTo>
                    <a:lnTo>
                      <a:pt x="10109" y="8585"/>
                    </a:lnTo>
                    <a:cubicBezTo>
                      <a:pt x="10109" y="8561"/>
                      <a:pt x="10133" y="8525"/>
                      <a:pt x="10169" y="8525"/>
                    </a:cubicBezTo>
                    <a:close/>
                    <a:moveTo>
                      <a:pt x="10788" y="8525"/>
                    </a:moveTo>
                    <a:cubicBezTo>
                      <a:pt x="10824" y="8525"/>
                      <a:pt x="10848" y="8561"/>
                      <a:pt x="10848" y="8585"/>
                    </a:cubicBezTo>
                    <a:lnTo>
                      <a:pt x="10848" y="10145"/>
                    </a:lnTo>
                    <a:lnTo>
                      <a:pt x="10657" y="10145"/>
                    </a:lnTo>
                    <a:lnTo>
                      <a:pt x="10657" y="8525"/>
                    </a:lnTo>
                    <a:close/>
                    <a:moveTo>
                      <a:pt x="2847" y="10252"/>
                    </a:moveTo>
                    <a:lnTo>
                      <a:pt x="2847" y="10323"/>
                    </a:lnTo>
                    <a:lnTo>
                      <a:pt x="2073" y="10323"/>
                    </a:lnTo>
                    <a:lnTo>
                      <a:pt x="2073" y="10252"/>
                    </a:lnTo>
                    <a:close/>
                    <a:moveTo>
                      <a:pt x="2489" y="4013"/>
                    </a:moveTo>
                    <a:lnTo>
                      <a:pt x="2489" y="4013"/>
                    </a:lnTo>
                    <a:cubicBezTo>
                      <a:pt x="2430" y="4287"/>
                      <a:pt x="2394" y="4549"/>
                      <a:pt x="2394" y="4823"/>
                    </a:cubicBezTo>
                    <a:cubicBezTo>
                      <a:pt x="2394" y="6501"/>
                      <a:pt x="3489" y="7930"/>
                      <a:pt x="4990" y="8454"/>
                    </a:cubicBezTo>
                    <a:cubicBezTo>
                      <a:pt x="5180" y="9025"/>
                      <a:pt x="5525" y="9549"/>
                      <a:pt x="5954" y="9966"/>
                    </a:cubicBezTo>
                    <a:cubicBezTo>
                      <a:pt x="5371" y="10383"/>
                      <a:pt x="4644" y="10657"/>
                      <a:pt x="3859" y="10657"/>
                    </a:cubicBezTo>
                    <a:cubicBezTo>
                      <a:pt x="3644" y="10657"/>
                      <a:pt x="3430" y="10645"/>
                      <a:pt x="3216" y="10597"/>
                    </a:cubicBezTo>
                    <a:lnTo>
                      <a:pt x="3216" y="10192"/>
                    </a:lnTo>
                    <a:cubicBezTo>
                      <a:pt x="3216" y="10085"/>
                      <a:pt x="3168" y="10002"/>
                      <a:pt x="3097" y="9942"/>
                    </a:cubicBezTo>
                    <a:cubicBezTo>
                      <a:pt x="3156" y="9680"/>
                      <a:pt x="3263" y="9454"/>
                      <a:pt x="3430" y="9240"/>
                    </a:cubicBezTo>
                    <a:cubicBezTo>
                      <a:pt x="3585" y="9025"/>
                      <a:pt x="3680" y="8775"/>
                      <a:pt x="3680" y="8513"/>
                    </a:cubicBezTo>
                    <a:cubicBezTo>
                      <a:pt x="3680" y="8180"/>
                      <a:pt x="3549" y="7871"/>
                      <a:pt x="3311" y="7632"/>
                    </a:cubicBezTo>
                    <a:cubicBezTo>
                      <a:pt x="3072" y="7416"/>
                      <a:pt x="2769" y="7298"/>
                      <a:pt x="2462" y="7298"/>
                    </a:cubicBezTo>
                    <a:cubicBezTo>
                      <a:pt x="2447" y="7298"/>
                      <a:pt x="2433" y="7298"/>
                      <a:pt x="2418" y="7299"/>
                    </a:cubicBezTo>
                    <a:cubicBezTo>
                      <a:pt x="1787" y="7335"/>
                      <a:pt x="1275" y="7835"/>
                      <a:pt x="1263" y="8466"/>
                    </a:cubicBezTo>
                    <a:cubicBezTo>
                      <a:pt x="1251" y="8752"/>
                      <a:pt x="1346" y="9025"/>
                      <a:pt x="1525" y="9252"/>
                    </a:cubicBezTo>
                    <a:cubicBezTo>
                      <a:pt x="1680" y="9466"/>
                      <a:pt x="1787" y="9704"/>
                      <a:pt x="1846" y="9954"/>
                    </a:cubicBezTo>
                    <a:lnTo>
                      <a:pt x="1799" y="10002"/>
                    </a:lnTo>
                    <a:cubicBezTo>
                      <a:pt x="906" y="9347"/>
                      <a:pt x="382" y="8311"/>
                      <a:pt x="382" y="7204"/>
                    </a:cubicBezTo>
                    <a:cubicBezTo>
                      <a:pt x="382" y="5775"/>
                      <a:pt x="1251" y="4537"/>
                      <a:pt x="2489" y="4013"/>
                    </a:cubicBezTo>
                    <a:close/>
                    <a:moveTo>
                      <a:pt x="2847" y="10680"/>
                    </a:moveTo>
                    <a:lnTo>
                      <a:pt x="2847" y="10788"/>
                    </a:lnTo>
                    <a:lnTo>
                      <a:pt x="2073" y="10788"/>
                    </a:lnTo>
                    <a:lnTo>
                      <a:pt x="2073" y="10680"/>
                    </a:lnTo>
                    <a:close/>
                    <a:moveTo>
                      <a:pt x="10848" y="10526"/>
                    </a:moveTo>
                    <a:lnTo>
                      <a:pt x="10848" y="10728"/>
                    </a:lnTo>
                    <a:cubicBezTo>
                      <a:pt x="10848" y="10764"/>
                      <a:pt x="10824" y="10788"/>
                      <a:pt x="10788" y="10788"/>
                    </a:cubicBezTo>
                    <a:lnTo>
                      <a:pt x="10169" y="10788"/>
                    </a:lnTo>
                    <a:cubicBezTo>
                      <a:pt x="10133" y="10788"/>
                      <a:pt x="10109" y="10764"/>
                      <a:pt x="10109" y="10728"/>
                    </a:cubicBezTo>
                    <a:lnTo>
                      <a:pt x="10109" y="10526"/>
                    </a:lnTo>
                    <a:close/>
                    <a:moveTo>
                      <a:pt x="6228" y="0"/>
                    </a:moveTo>
                    <a:cubicBezTo>
                      <a:pt x="5454" y="0"/>
                      <a:pt x="4823" y="584"/>
                      <a:pt x="4716" y="1310"/>
                    </a:cubicBezTo>
                    <a:cubicBezTo>
                      <a:pt x="4049" y="1596"/>
                      <a:pt x="3466" y="2072"/>
                      <a:pt x="3049" y="2667"/>
                    </a:cubicBezTo>
                    <a:cubicBezTo>
                      <a:pt x="2858" y="2941"/>
                      <a:pt x="2692" y="3263"/>
                      <a:pt x="2597" y="3584"/>
                    </a:cubicBezTo>
                    <a:cubicBezTo>
                      <a:pt x="1084" y="4108"/>
                      <a:pt x="1" y="5537"/>
                      <a:pt x="1" y="7216"/>
                    </a:cubicBezTo>
                    <a:cubicBezTo>
                      <a:pt x="1" y="8502"/>
                      <a:pt x="632" y="9692"/>
                      <a:pt x="1704" y="10407"/>
                    </a:cubicBezTo>
                    <a:lnTo>
                      <a:pt x="1704" y="10847"/>
                    </a:lnTo>
                    <a:cubicBezTo>
                      <a:pt x="1704" y="11026"/>
                      <a:pt x="1846" y="11180"/>
                      <a:pt x="2025" y="11180"/>
                    </a:cubicBezTo>
                    <a:lnTo>
                      <a:pt x="2858" y="11180"/>
                    </a:lnTo>
                    <a:cubicBezTo>
                      <a:pt x="2989" y="11180"/>
                      <a:pt x="3108" y="11097"/>
                      <a:pt x="3156" y="10978"/>
                    </a:cubicBezTo>
                    <a:cubicBezTo>
                      <a:pt x="3382" y="11026"/>
                      <a:pt x="3609" y="11038"/>
                      <a:pt x="3823" y="11038"/>
                    </a:cubicBezTo>
                    <a:cubicBezTo>
                      <a:pt x="4716" y="11038"/>
                      <a:pt x="5549" y="10728"/>
                      <a:pt x="6204" y="10204"/>
                    </a:cubicBezTo>
                    <a:cubicBezTo>
                      <a:pt x="6764" y="10645"/>
                      <a:pt x="7419" y="10919"/>
                      <a:pt x="8157" y="11014"/>
                    </a:cubicBezTo>
                    <a:lnTo>
                      <a:pt x="8169" y="11014"/>
                    </a:lnTo>
                    <a:cubicBezTo>
                      <a:pt x="8264" y="11014"/>
                      <a:pt x="8335" y="10942"/>
                      <a:pt x="8347" y="10847"/>
                    </a:cubicBezTo>
                    <a:cubicBezTo>
                      <a:pt x="8371" y="10740"/>
                      <a:pt x="8288" y="10657"/>
                      <a:pt x="8192" y="10645"/>
                    </a:cubicBezTo>
                    <a:cubicBezTo>
                      <a:pt x="7550" y="10561"/>
                      <a:pt x="6966" y="10323"/>
                      <a:pt x="6490" y="9954"/>
                    </a:cubicBezTo>
                    <a:cubicBezTo>
                      <a:pt x="6918" y="9537"/>
                      <a:pt x="7264" y="9014"/>
                      <a:pt x="7454" y="8442"/>
                    </a:cubicBezTo>
                    <a:cubicBezTo>
                      <a:pt x="8966" y="7918"/>
                      <a:pt x="10050" y="6489"/>
                      <a:pt x="10050" y="4811"/>
                    </a:cubicBezTo>
                    <a:cubicBezTo>
                      <a:pt x="10050" y="4525"/>
                      <a:pt x="10014" y="4251"/>
                      <a:pt x="9955" y="4001"/>
                    </a:cubicBezTo>
                    <a:lnTo>
                      <a:pt x="9955" y="4001"/>
                    </a:lnTo>
                    <a:cubicBezTo>
                      <a:pt x="11193" y="4537"/>
                      <a:pt x="12062" y="5763"/>
                      <a:pt x="12062" y="7192"/>
                    </a:cubicBezTo>
                    <a:cubicBezTo>
                      <a:pt x="12062" y="8037"/>
                      <a:pt x="11741" y="8859"/>
                      <a:pt x="11181" y="9490"/>
                    </a:cubicBezTo>
                    <a:lnTo>
                      <a:pt x="11181" y="8597"/>
                    </a:lnTo>
                    <a:cubicBezTo>
                      <a:pt x="11181" y="8466"/>
                      <a:pt x="11109" y="8335"/>
                      <a:pt x="11002" y="8263"/>
                    </a:cubicBezTo>
                    <a:lnTo>
                      <a:pt x="10717" y="7644"/>
                    </a:lnTo>
                    <a:cubicBezTo>
                      <a:pt x="10669" y="7549"/>
                      <a:pt x="10574" y="7466"/>
                      <a:pt x="10455" y="7466"/>
                    </a:cubicBezTo>
                    <a:cubicBezTo>
                      <a:pt x="10336" y="7466"/>
                      <a:pt x="10228" y="7525"/>
                      <a:pt x="10181" y="7644"/>
                    </a:cubicBezTo>
                    <a:lnTo>
                      <a:pt x="9895" y="8263"/>
                    </a:lnTo>
                    <a:cubicBezTo>
                      <a:pt x="9800" y="8335"/>
                      <a:pt x="9716" y="8466"/>
                      <a:pt x="9716" y="8597"/>
                    </a:cubicBezTo>
                    <a:lnTo>
                      <a:pt x="9716" y="10478"/>
                    </a:lnTo>
                    <a:cubicBezTo>
                      <a:pt x="9466" y="10561"/>
                      <a:pt x="9216" y="10621"/>
                      <a:pt x="8943" y="10645"/>
                    </a:cubicBezTo>
                    <a:cubicBezTo>
                      <a:pt x="8847" y="10657"/>
                      <a:pt x="8764" y="10740"/>
                      <a:pt x="8788" y="10835"/>
                    </a:cubicBezTo>
                    <a:cubicBezTo>
                      <a:pt x="8800" y="10919"/>
                      <a:pt x="8871" y="11002"/>
                      <a:pt x="8966" y="11002"/>
                    </a:cubicBezTo>
                    <a:lnTo>
                      <a:pt x="8978" y="11002"/>
                    </a:lnTo>
                    <a:cubicBezTo>
                      <a:pt x="9228" y="10966"/>
                      <a:pt x="9478" y="10919"/>
                      <a:pt x="9740" y="10847"/>
                    </a:cubicBezTo>
                    <a:cubicBezTo>
                      <a:pt x="9776" y="11026"/>
                      <a:pt x="9943" y="11157"/>
                      <a:pt x="10133" y="11157"/>
                    </a:cubicBezTo>
                    <a:lnTo>
                      <a:pt x="10764" y="11157"/>
                    </a:lnTo>
                    <a:cubicBezTo>
                      <a:pt x="11002" y="11157"/>
                      <a:pt x="11193" y="10966"/>
                      <a:pt x="11193" y="10728"/>
                    </a:cubicBezTo>
                    <a:lnTo>
                      <a:pt x="11193" y="10014"/>
                    </a:lnTo>
                    <a:cubicBezTo>
                      <a:pt x="12002" y="9287"/>
                      <a:pt x="12455" y="8263"/>
                      <a:pt x="12455" y="7192"/>
                    </a:cubicBezTo>
                    <a:cubicBezTo>
                      <a:pt x="12455" y="5501"/>
                      <a:pt x="11371" y="4072"/>
                      <a:pt x="9871" y="3560"/>
                    </a:cubicBezTo>
                    <a:cubicBezTo>
                      <a:pt x="9740" y="3168"/>
                      <a:pt x="9538" y="2798"/>
                      <a:pt x="9276" y="2465"/>
                    </a:cubicBezTo>
                    <a:cubicBezTo>
                      <a:pt x="9242" y="2425"/>
                      <a:pt x="9189" y="2403"/>
                      <a:pt x="9137" y="2403"/>
                    </a:cubicBezTo>
                    <a:cubicBezTo>
                      <a:pt x="9097" y="2403"/>
                      <a:pt x="9057" y="2416"/>
                      <a:pt x="9026" y="2441"/>
                    </a:cubicBezTo>
                    <a:cubicBezTo>
                      <a:pt x="8943" y="2501"/>
                      <a:pt x="8931" y="2620"/>
                      <a:pt x="8990" y="2691"/>
                    </a:cubicBezTo>
                    <a:cubicBezTo>
                      <a:pt x="9169" y="2929"/>
                      <a:pt x="9324" y="3168"/>
                      <a:pt x="9443" y="3441"/>
                    </a:cubicBezTo>
                    <a:cubicBezTo>
                      <a:pt x="9169" y="3382"/>
                      <a:pt x="8907" y="3346"/>
                      <a:pt x="8621" y="3346"/>
                    </a:cubicBezTo>
                    <a:cubicBezTo>
                      <a:pt x="7728" y="3346"/>
                      <a:pt x="6895" y="3656"/>
                      <a:pt x="6240" y="4180"/>
                    </a:cubicBezTo>
                    <a:cubicBezTo>
                      <a:pt x="5930" y="3930"/>
                      <a:pt x="5573" y="3739"/>
                      <a:pt x="5192" y="3584"/>
                    </a:cubicBezTo>
                    <a:cubicBezTo>
                      <a:pt x="5175" y="3580"/>
                      <a:pt x="5158" y="3577"/>
                      <a:pt x="5140" y="3577"/>
                    </a:cubicBezTo>
                    <a:cubicBezTo>
                      <a:pt x="5068" y="3577"/>
                      <a:pt x="4992" y="3615"/>
                      <a:pt x="4954" y="3691"/>
                    </a:cubicBezTo>
                    <a:cubicBezTo>
                      <a:pt x="4930" y="3775"/>
                      <a:pt x="4978" y="3882"/>
                      <a:pt x="5061" y="3930"/>
                    </a:cubicBezTo>
                    <a:cubicBezTo>
                      <a:pt x="5394" y="4049"/>
                      <a:pt x="5692" y="4215"/>
                      <a:pt x="5954" y="4418"/>
                    </a:cubicBezTo>
                    <a:cubicBezTo>
                      <a:pt x="5228" y="5120"/>
                      <a:pt x="4775" y="6096"/>
                      <a:pt x="4775" y="7192"/>
                    </a:cubicBezTo>
                    <a:cubicBezTo>
                      <a:pt x="4775" y="7466"/>
                      <a:pt x="4811" y="7740"/>
                      <a:pt x="4871" y="7990"/>
                    </a:cubicBezTo>
                    <a:cubicBezTo>
                      <a:pt x="3632" y="7454"/>
                      <a:pt x="2775" y="6239"/>
                      <a:pt x="2775" y="4811"/>
                    </a:cubicBezTo>
                    <a:cubicBezTo>
                      <a:pt x="2775" y="4477"/>
                      <a:pt x="2811" y="4156"/>
                      <a:pt x="2906" y="3858"/>
                    </a:cubicBezTo>
                    <a:cubicBezTo>
                      <a:pt x="3204" y="3763"/>
                      <a:pt x="3525" y="3715"/>
                      <a:pt x="3859" y="3715"/>
                    </a:cubicBezTo>
                    <a:cubicBezTo>
                      <a:pt x="4025" y="3715"/>
                      <a:pt x="4168" y="3739"/>
                      <a:pt x="4335" y="3751"/>
                    </a:cubicBezTo>
                    <a:cubicBezTo>
                      <a:pt x="4342" y="3752"/>
                      <a:pt x="4349" y="3752"/>
                      <a:pt x="4356" y="3752"/>
                    </a:cubicBezTo>
                    <a:cubicBezTo>
                      <a:pt x="4444" y="3752"/>
                      <a:pt x="4526" y="3684"/>
                      <a:pt x="4537" y="3596"/>
                    </a:cubicBezTo>
                    <a:cubicBezTo>
                      <a:pt x="4549" y="3501"/>
                      <a:pt x="4478" y="3406"/>
                      <a:pt x="4394" y="3394"/>
                    </a:cubicBezTo>
                    <a:cubicBezTo>
                      <a:pt x="4216" y="3358"/>
                      <a:pt x="4049" y="3358"/>
                      <a:pt x="3870" y="3358"/>
                    </a:cubicBezTo>
                    <a:cubicBezTo>
                      <a:pt x="3585" y="3358"/>
                      <a:pt x="3323" y="3394"/>
                      <a:pt x="3049" y="3453"/>
                    </a:cubicBezTo>
                    <a:cubicBezTo>
                      <a:pt x="3144" y="3239"/>
                      <a:pt x="3239" y="3048"/>
                      <a:pt x="3382" y="2858"/>
                    </a:cubicBezTo>
                    <a:cubicBezTo>
                      <a:pt x="3716" y="2346"/>
                      <a:pt x="4192" y="1953"/>
                      <a:pt x="4728" y="1691"/>
                    </a:cubicBezTo>
                    <a:cubicBezTo>
                      <a:pt x="4835" y="2441"/>
                      <a:pt x="5466" y="3025"/>
                      <a:pt x="6240" y="3025"/>
                    </a:cubicBezTo>
                    <a:cubicBezTo>
                      <a:pt x="7014" y="3025"/>
                      <a:pt x="7657" y="2441"/>
                      <a:pt x="7740" y="1691"/>
                    </a:cubicBezTo>
                    <a:cubicBezTo>
                      <a:pt x="7990" y="1810"/>
                      <a:pt x="8228" y="1977"/>
                      <a:pt x="8454" y="2156"/>
                    </a:cubicBezTo>
                    <a:cubicBezTo>
                      <a:pt x="8490" y="2191"/>
                      <a:pt x="8526" y="2203"/>
                      <a:pt x="8573" y="2203"/>
                    </a:cubicBezTo>
                    <a:cubicBezTo>
                      <a:pt x="8633" y="2203"/>
                      <a:pt x="8681" y="2191"/>
                      <a:pt x="8704" y="2144"/>
                    </a:cubicBezTo>
                    <a:cubicBezTo>
                      <a:pt x="8764" y="2072"/>
                      <a:pt x="8764" y="1953"/>
                      <a:pt x="8681" y="1894"/>
                    </a:cubicBezTo>
                    <a:cubicBezTo>
                      <a:pt x="8395" y="1655"/>
                      <a:pt x="8073" y="1453"/>
                      <a:pt x="7728" y="1310"/>
                    </a:cubicBezTo>
                    <a:cubicBezTo>
                      <a:pt x="7621" y="560"/>
                      <a:pt x="7002" y="0"/>
                      <a:pt x="622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7" name="Google Shape;3207;p53"/>
              <p:cNvSpPr/>
              <p:nvPr/>
            </p:nvSpPr>
            <p:spPr>
              <a:xfrm>
                <a:off x="2057770" y="4294553"/>
                <a:ext cx="22741" cy="35622"/>
              </a:xfrm>
              <a:custGeom>
                <a:rect b="b" l="l" r="r" t="t"/>
                <a:pathLst>
                  <a:path extrusionOk="0" h="1120" w="715">
                    <a:moveTo>
                      <a:pt x="191" y="0"/>
                    </a:moveTo>
                    <a:cubicBezTo>
                      <a:pt x="84" y="0"/>
                      <a:pt x="12" y="72"/>
                      <a:pt x="12" y="179"/>
                    </a:cubicBezTo>
                    <a:lnTo>
                      <a:pt x="12" y="941"/>
                    </a:lnTo>
                    <a:cubicBezTo>
                      <a:pt x="0" y="1036"/>
                      <a:pt x="84" y="1119"/>
                      <a:pt x="191" y="1119"/>
                    </a:cubicBezTo>
                    <a:lnTo>
                      <a:pt x="536" y="1119"/>
                    </a:lnTo>
                    <a:cubicBezTo>
                      <a:pt x="631" y="1119"/>
                      <a:pt x="715" y="1036"/>
                      <a:pt x="715" y="941"/>
                    </a:cubicBezTo>
                    <a:cubicBezTo>
                      <a:pt x="715" y="834"/>
                      <a:pt x="631" y="750"/>
                      <a:pt x="536" y="750"/>
                    </a:cubicBezTo>
                    <a:lnTo>
                      <a:pt x="369" y="750"/>
                    </a:lnTo>
                    <a:lnTo>
                      <a:pt x="369" y="179"/>
                    </a:lnTo>
                    <a:cubicBezTo>
                      <a:pt x="369" y="72"/>
                      <a:pt x="298" y="0"/>
                      <a:pt x="1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53"/>
              <p:cNvSpPr/>
              <p:nvPr/>
            </p:nvSpPr>
            <p:spPr>
              <a:xfrm>
                <a:off x="2048292" y="4456250"/>
                <a:ext cx="30724" cy="64055"/>
              </a:xfrm>
              <a:custGeom>
                <a:rect b="b" l="l" r="r" t="t"/>
                <a:pathLst>
                  <a:path extrusionOk="0" h="2014" w="966">
                    <a:moveTo>
                      <a:pt x="477" y="0"/>
                    </a:moveTo>
                    <a:cubicBezTo>
                      <a:pt x="370" y="0"/>
                      <a:pt x="298" y="84"/>
                      <a:pt x="298" y="179"/>
                    </a:cubicBezTo>
                    <a:lnTo>
                      <a:pt x="298" y="262"/>
                    </a:lnTo>
                    <a:cubicBezTo>
                      <a:pt x="120" y="334"/>
                      <a:pt x="1" y="512"/>
                      <a:pt x="1" y="703"/>
                    </a:cubicBezTo>
                    <a:cubicBezTo>
                      <a:pt x="1" y="977"/>
                      <a:pt x="215" y="1191"/>
                      <a:pt x="489" y="1191"/>
                    </a:cubicBezTo>
                    <a:cubicBezTo>
                      <a:pt x="560" y="1191"/>
                      <a:pt x="608" y="1250"/>
                      <a:pt x="608" y="1310"/>
                    </a:cubicBezTo>
                    <a:cubicBezTo>
                      <a:pt x="608" y="1381"/>
                      <a:pt x="548" y="1429"/>
                      <a:pt x="489" y="1429"/>
                    </a:cubicBezTo>
                    <a:cubicBezTo>
                      <a:pt x="441" y="1429"/>
                      <a:pt x="394" y="1405"/>
                      <a:pt x="382" y="1358"/>
                    </a:cubicBezTo>
                    <a:cubicBezTo>
                      <a:pt x="346" y="1287"/>
                      <a:pt x="284" y="1249"/>
                      <a:pt x="216" y="1249"/>
                    </a:cubicBezTo>
                    <a:cubicBezTo>
                      <a:pt x="192" y="1249"/>
                      <a:pt x="168" y="1253"/>
                      <a:pt x="144" y="1262"/>
                    </a:cubicBezTo>
                    <a:cubicBezTo>
                      <a:pt x="60" y="1310"/>
                      <a:pt x="13" y="1417"/>
                      <a:pt x="60" y="1500"/>
                    </a:cubicBezTo>
                    <a:cubicBezTo>
                      <a:pt x="120" y="1608"/>
                      <a:pt x="203" y="1703"/>
                      <a:pt x="310" y="1739"/>
                    </a:cubicBezTo>
                    <a:lnTo>
                      <a:pt x="310" y="1834"/>
                    </a:lnTo>
                    <a:cubicBezTo>
                      <a:pt x="310" y="1941"/>
                      <a:pt x="382" y="2012"/>
                      <a:pt x="489" y="2012"/>
                    </a:cubicBezTo>
                    <a:cubicBezTo>
                      <a:pt x="495" y="2013"/>
                      <a:pt x="501" y="2014"/>
                      <a:pt x="507" y="2014"/>
                    </a:cubicBezTo>
                    <a:cubicBezTo>
                      <a:pt x="586" y="2014"/>
                      <a:pt x="667" y="1945"/>
                      <a:pt x="667" y="1846"/>
                    </a:cubicBezTo>
                    <a:lnTo>
                      <a:pt x="667" y="1762"/>
                    </a:lnTo>
                    <a:cubicBezTo>
                      <a:pt x="846" y="1691"/>
                      <a:pt x="965" y="1512"/>
                      <a:pt x="965" y="1310"/>
                    </a:cubicBezTo>
                    <a:cubicBezTo>
                      <a:pt x="965" y="1048"/>
                      <a:pt x="739" y="822"/>
                      <a:pt x="477" y="822"/>
                    </a:cubicBezTo>
                    <a:cubicBezTo>
                      <a:pt x="394" y="822"/>
                      <a:pt x="358" y="762"/>
                      <a:pt x="358" y="703"/>
                    </a:cubicBezTo>
                    <a:cubicBezTo>
                      <a:pt x="358" y="631"/>
                      <a:pt x="417" y="584"/>
                      <a:pt x="477" y="584"/>
                    </a:cubicBezTo>
                    <a:cubicBezTo>
                      <a:pt x="513" y="584"/>
                      <a:pt x="548" y="596"/>
                      <a:pt x="572" y="643"/>
                    </a:cubicBezTo>
                    <a:cubicBezTo>
                      <a:pt x="608" y="700"/>
                      <a:pt x="660" y="727"/>
                      <a:pt x="717" y="727"/>
                    </a:cubicBezTo>
                    <a:cubicBezTo>
                      <a:pt x="755" y="727"/>
                      <a:pt x="796" y="715"/>
                      <a:pt x="834" y="691"/>
                    </a:cubicBezTo>
                    <a:cubicBezTo>
                      <a:pt x="917" y="631"/>
                      <a:pt x="929" y="524"/>
                      <a:pt x="870" y="441"/>
                    </a:cubicBezTo>
                    <a:cubicBezTo>
                      <a:pt x="810" y="357"/>
                      <a:pt x="739" y="286"/>
                      <a:pt x="656" y="262"/>
                    </a:cubicBezTo>
                    <a:lnTo>
                      <a:pt x="656" y="179"/>
                    </a:lnTo>
                    <a:cubicBezTo>
                      <a:pt x="656" y="84"/>
                      <a:pt x="572" y="0"/>
                      <a:pt x="47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53"/>
              <p:cNvSpPr/>
              <p:nvPr/>
            </p:nvSpPr>
            <p:spPr>
              <a:xfrm>
                <a:off x="1898713" y="4487196"/>
                <a:ext cx="17461" cy="16030"/>
              </a:xfrm>
              <a:custGeom>
                <a:rect b="b" l="l" r="r" t="t"/>
                <a:pathLst>
                  <a:path extrusionOk="0" h="504" w="549">
                    <a:moveTo>
                      <a:pt x="193" y="1"/>
                    </a:moveTo>
                    <a:cubicBezTo>
                      <a:pt x="147" y="1"/>
                      <a:pt x="102" y="21"/>
                      <a:pt x="72" y="63"/>
                    </a:cubicBezTo>
                    <a:cubicBezTo>
                      <a:pt x="1" y="135"/>
                      <a:pt x="1" y="254"/>
                      <a:pt x="72" y="313"/>
                    </a:cubicBezTo>
                    <a:lnTo>
                      <a:pt x="203" y="444"/>
                    </a:lnTo>
                    <a:cubicBezTo>
                      <a:pt x="227" y="480"/>
                      <a:pt x="298" y="504"/>
                      <a:pt x="334" y="504"/>
                    </a:cubicBezTo>
                    <a:cubicBezTo>
                      <a:pt x="382" y="504"/>
                      <a:pt x="429" y="492"/>
                      <a:pt x="465" y="444"/>
                    </a:cubicBezTo>
                    <a:cubicBezTo>
                      <a:pt x="548" y="373"/>
                      <a:pt x="548" y="254"/>
                      <a:pt x="465" y="194"/>
                    </a:cubicBezTo>
                    <a:lnTo>
                      <a:pt x="322" y="63"/>
                    </a:lnTo>
                    <a:cubicBezTo>
                      <a:pt x="286" y="21"/>
                      <a:pt x="239" y="1"/>
                      <a:pt x="19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53"/>
              <p:cNvSpPr/>
              <p:nvPr/>
            </p:nvSpPr>
            <p:spPr>
              <a:xfrm>
                <a:off x="1887740" y="4502494"/>
                <a:ext cx="19337" cy="13231"/>
              </a:xfrm>
              <a:custGeom>
                <a:rect b="b" l="l" r="r" t="t"/>
                <a:pathLst>
                  <a:path extrusionOk="0" h="416" w="608">
                    <a:moveTo>
                      <a:pt x="190" y="0"/>
                    </a:moveTo>
                    <a:cubicBezTo>
                      <a:pt x="112" y="0"/>
                      <a:pt x="53" y="56"/>
                      <a:pt x="24" y="142"/>
                    </a:cubicBezTo>
                    <a:cubicBezTo>
                      <a:pt x="0" y="249"/>
                      <a:pt x="60" y="332"/>
                      <a:pt x="155" y="368"/>
                    </a:cubicBezTo>
                    <a:lnTo>
                      <a:pt x="358" y="416"/>
                    </a:lnTo>
                    <a:lnTo>
                      <a:pt x="405" y="416"/>
                    </a:lnTo>
                    <a:cubicBezTo>
                      <a:pt x="477" y="416"/>
                      <a:pt x="548" y="356"/>
                      <a:pt x="572" y="273"/>
                    </a:cubicBezTo>
                    <a:cubicBezTo>
                      <a:pt x="608" y="189"/>
                      <a:pt x="548" y="82"/>
                      <a:pt x="441" y="58"/>
                    </a:cubicBezTo>
                    <a:lnTo>
                      <a:pt x="250" y="11"/>
                    </a:lnTo>
                    <a:cubicBezTo>
                      <a:pt x="229" y="4"/>
                      <a:pt x="209" y="0"/>
                      <a:pt x="19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53"/>
              <p:cNvSpPr/>
              <p:nvPr/>
            </p:nvSpPr>
            <p:spPr>
              <a:xfrm>
                <a:off x="1913852" y="4477019"/>
                <a:ext cx="13676" cy="17874"/>
              </a:xfrm>
              <a:custGeom>
                <a:rect b="b" l="l" r="r" t="t"/>
                <a:pathLst>
                  <a:path extrusionOk="0" h="562" w="430">
                    <a:moveTo>
                      <a:pt x="175" y="0"/>
                    </a:moveTo>
                    <a:cubicBezTo>
                      <a:pt x="165" y="0"/>
                      <a:pt x="155" y="1"/>
                      <a:pt x="144" y="2"/>
                    </a:cubicBezTo>
                    <a:cubicBezTo>
                      <a:pt x="37" y="38"/>
                      <a:pt x="1" y="121"/>
                      <a:pt x="13" y="228"/>
                    </a:cubicBezTo>
                    <a:lnTo>
                      <a:pt x="60" y="419"/>
                    </a:lnTo>
                    <a:cubicBezTo>
                      <a:pt x="72" y="502"/>
                      <a:pt x="144" y="562"/>
                      <a:pt x="239" y="562"/>
                    </a:cubicBezTo>
                    <a:lnTo>
                      <a:pt x="275" y="562"/>
                    </a:lnTo>
                    <a:cubicBezTo>
                      <a:pt x="382" y="526"/>
                      <a:pt x="430" y="443"/>
                      <a:pt x="418" y="335"/>
                    </a:cubicBezTo>
                    <a:lnTo>
                      <a:pt x="370" y="145"/>
                    </a:lnTo>
                    <a:cubicBezTo>
                      <a:pt x="338" y="49"/>
                      <a:pt x="267" y="0"/>
                      <a:pt x="17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12" name="Google Shape;3212;p53"/>
            <p:cNvGrpSpPr/>
            <p:nvPr/>
          </p:nvGrpSpPr>
          <p:grpSpPr>
            <a:xfrm>
              <a:off x="6372108" y="2548156"/>
              <a:ext cx="396131" cy="355612"/>
              <a:chOff x="1865381" y="4277506"/>
              <a:chExt cx="396131" cy="355612"/>
            </a:xfrm>
          </p:grpSpPr>
          <p:sp>
            <p:nvSpPr>
              <p:cNvPr id="3213" name="Google Shape;3213;p53"/>
              <p:cNvSpPr/>
              <p:nvPr/>
            </p:nvSpPr>
            <p:spPr>
              <a:xfrm>
                <a:off x="1865381" y="4277506"/>
                <a:ext cx="396131" cy="355612"/>
              </a:xfrm>
              <a:custGeom>
                <a:rect b="b" l="l" r="r" t="t"/>
                <a:pathLst>
                  <a:path extrusionOk="0" h="11181" w="12455">
                    <a:moveTo>
                      <a:pt x="6240" y="322"/>
                    </a:moveTo>
                    <a:cubicBezTo>
                      <a:pt x="6883" y="322"/>
                      <a:pt x="7395" y="846"/>
                      <a:pt x="7395" y="1489"/>
                    </a:cubicBezTo>
                    <a:cubicBezTo>
                      <a:pt x="7395" y="2132"/>
                      <a:pt x="6883" y="2644"/>
                      <a:pt x="6240" y="2644"/>
                    </a:cubicBezTo>
                    <a:cubicBezTo>
                      <a:pt x="5597" y="2644"/>
                      <a:pt x="5073" y="2132"/>
                      <a:pt x="5073" y="1489"/>
                    </a:cubicBezTo>
                    <a:cubicBezTo>
                      <a:pt x="5073" y="834"/>
                      <a:pt x="5597" y="322"/>
                      <a:pt x="6240" y="322"/>
                    </a:cubicBezTo>
                    <a:close/>
                    <a:moveTo>
                      <a:pt x="8621" y="3703"/>
                    </a:moveTo>
                    <a:cubicBezTo>
                      <a:pt x="8943" y="3703"/>
                      <a:pt x="9276" y="3751"/>
                      <a:pt x="9585" y="3834"/>
                    </a:cubicBezTo>
                    <a:cubicBezTo>
                      <a:pt x="9657" y="4156"/>
                      <a:pt x="9705" y="4477"/>
                      <a:pt x="9705" y="4811"/>
                    </a:cubicBezTo>
                    <a:cubicBezTo>
                      <a:pt x="9705" y="6239"/>
                      <a:pt x="8847" y="7466"/>
                      <a:pt x="7609" y="7990"/>
                    </a:cubicBezTo>
                    <a:cubicBezTo>
                      <a:pt x="7669" y="7728"/>
                      <a:pt x="7692" y="7454"/>
                      <a:pt x="7692" y="7192"/>
                    </a:cubicBezTo>
                    <a:cubicBezTo>
                      <a:pt x="7692" y="6382"/>
                      <a:pt x="7454" y="5620"/>
                      <a:pt x="7002" y="4965"/>
                    </a:cubicBezTo>
                    <a:cubicBezTo>
                      <a:pt x="6859" y="4775"/>
                      <a:pt x="6704" y="4584"/>
                      <a:pt x="6526" y="4418"/>
                    </a:cubicBezTo>
                    <a:cubicBezTo>
                      <a:pt x="7097" y="3977"/>
                      <a:pt x="7835" y="3703"/>
                      <a:pt x="8621" y="3703"/>
                    </a:cubicBezTo>
                    <a:close/>
                    <a:moveTo>
                      <a:pt x="10478" y="7918"/>
                    </a:moveTo>
                    <a:lnTo>
                      <a:pt x="10598" y="8168"/>
                    </a:lnTo>
                    <a:lnTo>
                      <a:pt x="10359" y="8168"/>
                    </a:lnTo>
                    <a:lnTo>
                      <a:pt x="10478" y="7918"/>
                    </a:lnTo>
                    <a:close/>
                    <a:moveTo>
                      <a:pt x="6240" y="4656"/>
                    </a:moveTo>
                    <a:cubicBezTo>
                      <a:pt x="6407" y="4823"/>
                      <a:pt x="6561" y="4989"/>
                      <a:pt x="6704" y="5180"/>
                    </a:cubicBezTo>
                    <a:cubicBezTo>
                      <a:pt x="7121" y="5775"/>
                      <a:pt x="7335" y="6454"/>
                      <a:pt x="7335" y="7192"/>
                    </a:cubicBezTo>
                    <a:cubicBezTo>
                      <a:pt x="7335" y="7513"/>
                      <a:pt x="7299" y="7847"/>
                      <a:pt x="7204" y="8144"/>
                    </a:cubicBezTo>
                    <a:cubicBezTo>
                      <a:pt x="6907" y="8228"/>
                      <a:pt x="6585" y="8275"/>
                      <a:pt x="6252" y="8275"/>
                    </a:cubicBezTo>
                    <a:cubicBezTo>
                      <a:pt x="5930" y="8275"/>
                      <a:pt x="5597" y="8228"/>
                      <a:pt x="5299" y="8144"/>
                    </a:cubicBezTo>
                    <a:cubicBezTo>
                      <a:pt x="5180" y="7847"/>
                      <a:pt x="5133" y="7513"/>
                      <a:pt x="5133" y="7192"/>
                    </a:cubicBezTo>
                    <a:cubicBezTo>
                      <a:pt x="5133" y="6192"/>
                      <a:pt x="5549" y="5299"/>
                      <a:pt x="6240" y="4656"/>
                    </a:cubicBezTo>
                    <a:close/>
                    <a:moveTo>
                      <a:pt x="5430" y="8561"/>
                    </a:moveTo>
                    <a:lnTo>
                      <a:pt x="5430" y="8561"/>
                    </a:lnTo>
                    <a:cubicBezTo>
                      <a:pt x="5704" y="8621"/>
                      <a:pt x="5966" y="8644"/>
                      <a:pt x="6252" y="8644"/>
                    </a:cubicBezTo>
                    <a:cubicBezTo>
                      <a:pt x="6537" y="8644"/>
                      <a:pt x="6799" y="8621"/>
                      <a:pt x="7061" y="8561"/>
                    </a:cubicBezTo>
                    <a:lnTo>
                      <a:pt x="7061" y="8561"/>
                    </a:lnTo>
                    <a:cubicBezTo>
                      <a:pt x="6847" y="8990"/>
                      <a:pt x="6585" y="9395"/>
                      <a:pt x="6240" y="9716"/>
                    </a:cubicBezTo>
                    <a:cubicBezTo>
                      <a:pt x="5895" y="9395"/>
                      <a:pt x="5609" y="9002"/>
                      <a:pt x="5430" y="8561"/>
                    </a:cubicBezTo>
                    <a:close/>
                    <a:moveTo>
                      <a:pt x="2470" y="7643"/>
                    </a:moveTo>
                    <a:cubicBezTo>
                      <a:pt x="2693" y="7643"/>
                      <a:pt x="2903" y="7736"/>
                      <a:pt x="3049" y="7882"/>
                    </a:cubicBezTo>
                    <a:cubicBezTo>
                      <a:pt x="3216" y="8049"/>
                      <a:pt x="3323" y="8263"/>
                      <a:pt x="3323" y="8502"/>
                    </a:cubicBezTo>
                    <a:cubicBezTo>
                      <a:pt x="3323" y="8692"/>
                      <a:pt x="3263" y="8859"/>
                      <a:pt x="3144" y="9002"/>
                    </a:cubicBezTo>
                    <a:cubicBezTo>
                      <a:pt x="2954" y="9275"/>
                      <a:pt x="2799" y="9549"/>
                      <a:pt x="2739" y="9847"/>
                    </a:cubicBezTo>
                    <a:lnTo>
                      <a:pt x="2192" y="9847"/>
                    </a:lnTo>
                    <a:cubicBezTo>
                      <a:pt x="2132" y="9537"/>
                      <a:pt x="2001" y="9252"/>
                      <a:pt x="1799" y="9002"/>
                    </a:cubicBezTo>
                    <a:cubicBezTo>
                      <a:pt x="1680" y="8835"/>
                      <a:pt x="1620" y="8656"/>
                      <a:pt x="1620" y="8454"/>
                    </a:cubicBezTo>
                    <a:cubicBezTo>
                      <a:pt x="1644" y="8025"/>
                      <a:pt x="2001" y="7668"/>
                      <a:pt x="2430" y="7644"/>
                    </a:cubicBezTo>
                    <a:cubicBezTo>
                      <a:pt x="2443" y="7644"/>
                      <a:pt x="2457" y="7643"/>
                      <a:pt x="2470" y="7643"/>
                    </a:cubicBezTo>
                    <a:close/>
                    <a:moveTo>
                      <a:pt x="10300" y="8525"/>
                    </a:moveTo>
                    <a:lnTo>
                      <a:pt x="10300" y="10145"/>
                    </a:lnTo>
                    <a:lnTo>
                      <a:pt x="10109" y="10145"/>
                    </a:lnTo>
                    <a:lnTo>
                      <a:pt x="10109" y="8585"/>
                    </a:lnTo>
                    <a:cubicBezTo>
                      <a:pt x="10109" y="8561"/>
                      <a:pt x="10133" y="8525"/>
                      <a:pt x="10169" y="8525"/>
                    </a:cubicBezTo>
                    <a:close/>
                    <a:moveTo>
                      <a:pt x="10788" y="8525"/>
                    </a:moveTo>
                    <a:cubicBezTo>
                      <a:pt x="10824" y="8525"/>
                      <a:pt x="10848" y="8561"/>
                      <a:pt x="10848" y="8585"/>
                    </a:cubicBezTo>
                    <a:lnTo>
                      <a:pt x="10848" y="10145"/>
                    </a:lnTo>
                    <a:lnTo>
                      <a:pt x="10657" y="10145"/>
                    </a:lnTo>
                    <a:lnTo>
                      <a:pt x="10657" y="8525"/>
                    </a:lnTo>
                    <a:close/>
                    <a:moveTo>
                      <a:pt x="2847" y="10252"/>
                    </a:moveTo>
                    <a:lnTo>
                      <a:pt x="2847" y="10323"/>
                    </a:lnTo>
                    <a:lnTo>
                      <a:pt x="2073" y="10323"/>
                    </a:lnTo>
                    <a:lnTo>
                      <a:pt x="2073" y="10252"/>
                    </a:lnTo>
                    <a:close/>
                    <a:moveTo>
                      <a:pt x="2489" y="4013"/>
                    </a:moveTo>
                    <a:lnTo>
                      <a:pt x="2489" y="4013"/>
                    </a:lnTo>
                    <a:cubicBezTo>
                      <a:pt x="2430" y="4287"/>
                      <a:pt x="2394" y="4549"/>
                      <a:pt x="2394" y="4823"/>
                    </a:cubicBezTo>
                    <a:cubicBezTo>
                      <a:pt x="2394" y="6501"/>
                      <a:pt x="3489" y="7930"/>
                      <a:pt x="4990" y="8454"/>
                    </a:cubicBezTo>
                    <a:cubicBezTo>
                      <a:pt x="5180" y="9025"/>
                      <a:pt x="5525" y="9549"/>
                      <a:pt x="5954" y="9966"/>
                    </a:cubicBezTo>
                    <a:cubicBezTo>
                      <a:pt x="5371" y="10383"/>
                      <a:pt x="4644" y="10657"/>
                      <a:pt x="3859" y="10657"/>
                    </a:cubicBezTo>
                    <a:cubicBezTo>
                      <a:pt x="3644" y="10657"/>
                      <a:pt x="3430" y="10645"/>
                      <a:pt x="3216" y="10597"/>
                    </a:cubicBezTo>
                    <a:lnTo>
                      <a:pt x="3216" y="10192"/>
                    </a:lnTo>
                    <a:cubicBezTo>
                      <a:pt x="3216" y="10085"/>
                      <a:pt x="3168" y="10002"/>
                      <a:pt x="3097" y="9942"/>
                    </a:cubicBezTo>
                    <a:cubicBezTo>
                      <a:pt x="3156" y="9680"/>
                      <a:pt x="3263" y="9454"/>
                      <a:pt x="3430" y="9240"/>
                    </a:cubicBezTo>
                    <a:cubicBezTo>
                      <a:pt x="3585" y="9025"/>
                      <a:pt x="3680" y="8775"/>
                      <a:pt x="3680" y="8513"/>
                    </a:cubicBezTo>
                    <a:cubicBezTo>
                      <a:pt x="3680" y="8180"/>
                      <a:pt x="3549" y="7871"/>
                      <a:pt x="3311" y="7632"/>
                    </a:cubicBezTo>
                    <a:cubicBezTo>
                      <a:pt x="3072" y="7416"/>
                      <a:pt x="2769" y="7298"/>
                      <a:pt x="2462" y="7298"/>
                    </a:cubicBezTo>
                    <a:cubicBezTo>
                      <a:pt x="2447" y="7298"/>
                      <a:pt x="2433" y="7298"/>
                      <a:pt x="2418" y="7299"/>
                    </a:cubicBezTo>
                    <a:cubicBezTo>
                      <a:pt x="1787" y="7335"/>
                      <a:pt x="1275" y="7835"/>
                      <a:pt x="1263" y="8466"/>
                    </a:cubicBezTo>
                    <a:cubicBezTo>
                      <a:pt x="1251" y="8752"/>
                      <a:pt x="1346" y="9025"/>
                      <a:pt x="1525" y="9252"/>
                    </a:cubicBezTo>
                    <a:cubicBezTo>
                      <a:pt x="1680" y="9466"/>
                      <a:pt x="1787" y="9704"/>
                      <a:pt x="1846" y="9954"/>
                    </a:cubicBezTo>
                    <a:lnTo>
                      <a:pt x="1799" y="10002"/>
                    </a:lnTo>
                    <a:cubicBezTo>
                      <a:pt x="906" y="9347"/>
                      <a:pt x="382" y="8311"/>
                      <a:pt x="382" y="7204"/>
                    </a:cubicBezTo>
                    <a:cubicBezTo>
                      <a:pt x="382" y="5775"/>
                      <a:pt x="1251" y="4537"/>
                      <a:pt x="2489" y="4013"/>
                    </a:cubicBezTo>
                    <a:close/>
                    <a:moveTo>
                      <a:pt x="2847" y="10680"/>
                    </a:moveTo>
                    <a:lnTo>
                      <a:pt x="2847" y="10788"/>
                    </a:lnTo>
                    <a:lnTo>
                      <a:pt x="2073" y="10788"/>
                    </a:lnTo>
                    <a:lnTo>
                      <a:pt x="2073" y="10680"/>
                    </a:lnTo>
                    <a:close/>
                    <a:moveTo>
                      <a:pt x="10848" y="10526"/>
                    </a:moveTo>
                    <a:lnTo>
                      <a:pt x="10848" y="10728"/>
                    </a:lnTo>
                    <a:cubicBezTo>
                      <a:pt x="10848" y="10764"/>
                      <a:pt x="10824" y="10788"/>
                      <a:pt x="10788" y="10788"/>
                    </a:cubicBezTo>
                    <a:lnTo>
                      <a:pt x="10169" y="10788"/>
                    </a:lnTo>
                    <a:cubicBezTo>
                      <a:pt x="10133" y="10788"/>
                      <a:pt x="10109" y="10764"/>
                      <a:pt x="10109" y="10728"/>
                    </a:cubicBezTo>
                    <a:lnTo>
                      <a:pt x="10109" y="10526"/>
                    </a:lnTo>
                    <a:close/>
                    <a:moveTo>
                      <a:pt x="6228" y="0"/>
                    </a:moveTo>
                    <a:cubicBezTo>
                      <a:pt x="5454" y="0"/>
                      <a:pt x="4823" y="584"/>
                      <a:pt x="4716" y="1310"/>
                    </a:cubicBezTo>
                    <a:cubicBezTo>
                      <a:pt x="4049" y="1596"/>
                      <a:pt x="3466" y="2072"/>
                      <a:pt x="3049" y="2667"/>
                    </a:cubicBezTo>
                    <a:cubicBezTo>
                      <a:pt x="2858" y="2941"/>
                      <a:pt x="2692" y="3263"/>
                      <a:pt x="2597" y="3584"/>
                    </a:cubicBezTo>
                    <a:cubicBezTo>
                      <a:pt x="1084" y="4108"/>
                      <a:pt x="1" y="5537"/>
                      <a:pt x="1" y="7216"/>
                    </a:cubicBezTo>
                    <a:cubicBezTo>
                      <a:pt x="1" y="8502"/>
                      <a:pt x="632" y="9692"/>
                      <a:pt x="1704" y="10407"/>
                    </a:cubicBezTo>
                    <a:lnTo>
                      <a:pt x="1704" y="10847"/>
                    </a:lnTo>
                    <a:cubicBezTo>
                      <a:pt x="1704" y="11026"/>
                      <a:pt x="1846" y="11180"/>
                      <a:pt x="2025" y="11180"/>
                    </a:cubicBezTo>
                    <a:lnTo>
                      <a:pt x="2858" y="11180"/>
                    </a:lnTo>
                    <a:cubicBezTo>
                      <a:pt x="2989" y="11180"/>
                      <a:pt x="3108" y="11097"/>
                      <a:pt x="3156" y="10978"/>
                    </a:cubicBezTo>
                    <a:cubicBezTo>
                      <a:pt x="3382" y="11026"/>
                      <a:pt x="3609" y="11038"/>
                      <a:pt x="3823" y="11038"/>
                    </a:cubicBezTo>
                    <a:cubicBezTo>
                      <a:pt x="4716" y="11038"/>
                      <a:pt x="5549" y="10728"/>
                      <a:pt x="6204" y="10204"/>
                    </a:cubicBezTo>
                    <a:cubicBezTo>
                      <a:pt x="6764" y="10645"/>
                      <a:pt x="7419" y="10919"/>
                      <a:pt x="8157" y="11014"/>
                    </a:cubicBezTo>
                    <a:lnTo>
                      <a:pt x="8169" y="11014"/>
                    </a:lnTo>
                    <a:cubicBezTo>
                      <a:pt x="8264" y="11014"/>
                      <a:pt x="8335" y="10942"/>
                      <a:pt x="8347" y="10847"/>
                    </a:cubicBezTo>
                    <a:cubicBezTo>
                      <a:pt x="8371" y="10740"/>
                      <a:pt x="8288" y="10657"/>
                      <a:pt x="8192" y="10645"/>
                    </a:cubicBezTo>
                    <a:cubicBezTo>
                      <a:pt x="7550" y="10561"/>
                      <a:pt x="6966" y="10323"/>
                      <a:pt x="6490" y="9954"/>
                    </a:cubicBezTo>
                    <a:cubicBezTo>
                      <a:pt x="6918" y="9537"/>
                      <a:pt x="7264" y="9014"/>
                      <a:pt x="7454" y="8442"/>
                    </a:cubicBezTo>
                    <a:cubicBezTo>
                      <a:pt x="8966" y="7918"/>
                      <a:pt x="10050" y="6489"/>
                      <a:pt x="10050" y="4811"/>
                    </a:cubicBezTo>
                    <a:cubicBezTo>
                      <a:pt x="10050" y="4525"/>
                      <a:pt x="10014" y="4251"/>
                      <a:pt x="9955" y="4001"/>
                    </a:cubicBezTo>
                    <a:lnTo>
                      <a:pt x="9955" y="4001"/>
                    </a:lnTo>
                    <a:cubicBezTo>
                      <a:pt x="11193" y="4537"/>
                      <a:pt x="12062" y="5763"/>
                      <a:pt x="12062" y="7192"/>
                    </a:cubicBezTo>
                    <a:cubicBezTo>
                      <a:pt x="12062" y="8037"/>
                      <a:pt x="11741" y="8859"/>
                      <a:pt x="11181" y="9490"/>
                    </a:cubicBezTo>
                    <a:lnTo>
                      <a:pt x="11181" y="8597"/>
                    </a:lnTo>
                    <a:cubicBezTo>
                      <a:pt x="11181" y="8466"/>
                      <a:pt x="11109" y="8335"/>
                      <a:pt x="11002" y="8263"/>
                    </a:cubicBezTo>
                    <a:lnTo>
                      <a:pt x="10717" y="7644"/>
                    </a:lnTo>
                    <a:cubicBezTo>
                      <a:pt x="10669" y="7549"/>
                      <a:pt x="10574" y="7466"/>
                      <a:pt x="10455" y="7466"/>
                    </a:cubicBezTo>
                    <a:cubicBezTo>
                      <a:pt x="10336" y="7466"/>
                      <a:pt x="10228" y="7525"/>
                      <a:pt x="10181" y="7644"/>
                    </a:cubicBezTo>
                    <a:lnTo>
                      <a:pt x="9895" y="8263"/>
                    </a:lnTo>
                    <a:cubicBezTo>
                      <a:pt x="9800" y="8335"/>
                      <a:pt x="9716" y="8466"/>
                      <a:pt x="9716" y="8597"/>
                    </a:cubicBezTo>
                    <a:lnTo>
                      <a:pt x="9716" y="10478"/>
                    </a:lnTo>
                    <a:cubicBezTo>
                      <a:pt x="9466" y="10561"/>
                      <a:pt x="9216" y="10621"/>
                      <a:pt x="8943" y="10645"/>
                    </a:cubicBezTo>
                    <a:cubicBezTo>
                      <a:pt x="8847" y="10657"/>
                      <a:pt x="8764" y="10740"/>
                      <a:pt x="8788" y="10835"/>
                    </a:cubicBezTo>
                    <a:cubicBezTo>
                      <a:pt x="8800" y="10919"/>
                      <a:pt x="8871" y="11002"/>
                      <a:pt x="8966" y="11002"/>
                    </a:cubicBezTo>
                    <a:lnTo>
                      <a:pt x="8978" y="11002"/>
                    </a:lnTo>
                    <a:cubicBezTo>
                      <a:pt x="9228" y="10966"/>
                      <a:pt x="9478" y="10919"/>
                      <a:pt x="9740" y="10847"/>
                    </a:cubicBezTo>
                    <a:cubicBezTo>
                      <a:pt x="9776" y="11026"/>
                      <a:pt x="9943" y="11157"/>
                      <a:pt x="10133" y="11157"/>
                    </a:cubicBezTo>
                    <a:lnTo>
                      <a:pt x="10764" y="11157"/>
                    </a:lnTo>
                    <a:cubicBezTo>
                      <a:pt x="11002" y="11157"/>
                      <a:pt x="11193" y="10966"/>
                      <a:pt x="11193" y="10728"/>
                    </a:cubicBezTo>
                    <a:lnTo>
                      <a:pt x="11193" y="10014"/>
                    </a:lnTo>
                    <a:cubicBezTo>
                      <a:pt x="12002" y="9287"/>
                      <a:pt x="12455" y="8263"/>
                      <a:pt x="12455" y="7192"/>
                    </a:cubicBezTo>
                    <a:cubicBezTo>
                      <a:pt x="12455" y="5501"/>
                      <a:pt x="11371" y="4072"/>
                      <a:pt x="9871" y="3560"/>
                    </a:cubicBezTo>
                    <a:cubicBezTo>
                      <a:pt x="9740" y="3168"/>
                      <a:pt x="9538" y="2798"/>
                      <a:pt x="9276" y="2465"/>
                    </a:cubicBezTo>
                    <a:cubicBezTo>
                      <a:pt x="9242" y="2425"/>
                      <a:pt x="9189" y="2403"/>
                      <a:pt x="9137" y="2403"/>
                    </a:cubicBezTo>
                    <a:cubicBezTo>
                      <a:pt x="9097" y="2403"/>
                      <a:pt x="9057" y="2416"/>
                      <a:pt x="9026" y="2441"/>
                    </a:cubicBezTo>
                    <a:cubicBezTo>
                      <a:pt x="8943" y="2501"/>
                      <a:pt x="8931" y="2620"/>
                      <a:pt x="8990" y="2691"/>
                    </a:cubicBezTo>
                    <a:cubicBezTo>
                      <a:pt x="9169" y="2929"/>
                      <a:pt x="9324" y="3168"/>
                      <a:pt x="9443" y="3441"/>
                    </a:cubicBezTo>
                    <a:cubicBezTo>
                      <a:pt x="9169" y="3382"/>
                      <a:pt x="8907" y="3346"/>
                      <a:pt x="8621" y="3346"/>
                    </a:cubicBezTo>
                    <a:cubicBezTo>
                      <a:pt x="7728" y="3346"/>
                      <a:pt x="6895" y="3656"/>
                      <a:pt x="6240" y="4180"/>
                    </a:cubicBezTo>
                    <a:cubicBezTo>
                      <a:pt x="5930" y="3930"/>
                      <a:pt x="5573" y="3739"/>
                      <a:pt x="5192" y="3584"/>
                    </a:cubicBezTo>
                    <a:cubicBezTo>
                      <a:pt x="5175" y="3580"/>
                      <a:pt x="5158" y="3577"/>
                      <a:pt x="5140" y="3577"/>
                    </a:cubicBezTo>
                    <a:cubicBezTo>
                      <a:pt x="5068" y="3577"/>
                      <a:pt x="4992" y="3615"/>
                      <a:pt x="4954" y="3691"/>
                    </a:cubicBezTo>
                    <a:cubicBezTo>
                      <a:pt x="4930" y="3775"/>
                      <a:pt x="4978" y="3882"/>
                      <a:pt x="5061" y="3930"/>
                    </a:cubicBezTo>
                    <a:cubicBezTo>
                      <a:pt x="5394" y="4049"/>
                      <a:pt x="5692" y="4215"/>
                      <a:pt x="5954" y="4418"/>
                    </a:cubicBezTo>
                    <a:cubicBezTo>
                      <a:pt x="5228" y="5120"/>
                      <a:pt x="4775" y="6096"/>
                      <a:pt x="4775" y="7192"/>
                    </a:cubicBezTo>
                    <a:cubicBezTo>
                      <a:pt x="4775" y="7466"/>
                      <a:pt x="4811" y="7740"/>
                      <a:pt x="4871" y="7990"/>
                    </a:cubicBezTo>
                    <a:cubicBezTo>
                      <a:pt x="3632" y="7454"/>
                      <a:pt x="2775" y="6239"/>
                      <a:pt x="2775" y="4811"/>
                    </a:cubicBezTo>
                    <a:cubicBezTo>
                      <a:pt x="2775" y="4477"/>
                      <a:pt x="2811" y="4156"/>
                      <a:pt x="2906" y="3858"/>
                    </a:cubicBezTo>
                    <a:cubicBezTo>
                      <a:pt x="3204" y="3763"/>
                      <a:pt x="3525" y="3715"/>
                      <a:pt x="3859" y="3715"/>
                    </a:cubicBezTo>
                    <a:cubicBezTo>
                      <a:pt x="4025" y="3715"/>
                      <a:pt x="4168" y="3739"/>
                      <a:pt x="4335" y="3751"/>
                    </a:cubicBezTo>
                    <a:cubicBezTo>
                      <a:pt x="4342" y="3752"/>
                      <a:pt x="4349" y="3752"/>
                      <a:pt x="4356" y="3752"/>
                    </a:cubicBezTo>
                    <a:cubicBezTo>
                      <a:pt x="4444" y="3752"/>
                      <a:pt x="4526" y="3684"/>
                      <a:pt x="4537" y="3596"/>
                    </a:cubicBezTo>
                    <a:cubicBezTo>
                      <a:pt x="4549" y="3501"/>
                      <a:pt x="4478" y="3406"/>
                      <a:pt x="4394" y="3394"/>
                    </a:cubicBezTo>
                    <a:cubicBezTo>
                      <a:pt x="4216" y="3358"/>
                      <a:pt x="4049" y="3358"/>
                      <a:pt x="3870" y="3358"/>
                    </a:cubicBezTo>
                    <a:cubicBezTo>
                      <a:pt x="3585" y="3358"/>
                      <a:pt x="3323" y="3394"/>
                      <a:pt x="3049" y="3453"/>
                    </a:cubicBezTo>
                    <a:cubicBezTo>
                      <a:pt x="3144" y="3239"/>
                      <a:pt x="3239" y="3048"/>
                      <a:pt x="3382" y="2858"/>
                    </a:cubicBezTo>
                    <a:cubicBezTo>
                      <a:pt x="3716" y="2346"/>
                      <a:pt x="4192" y="1953"/>
                      <a:pt x="4728" y="1691"/>
                    </a:cubicBezTo>
                    <a:cubicBezTo>
                      <a:pt x="4835" y="2441"/>
                      <a:pt x="5466" y="3025"/>
                      <a:pt x="6240" y="3025"/>
                    </a:cubicBezTo>
                    <a:cubicBezTo>
                      <a:pt x="7014" y="3025"/>
                      <a:pt x="7657" y="2441"/>
                      <a:pt x="7740" y="1691"/>
                    </a:cubicBezTo>
                    <a:cubicBezTo>
                      <a:pt x="7990" y="1810"/>
                      <a:pt x="8228" y="1977"/>
                      <a:pt x="8454" y="2156"/>
                    </a:cubicBezTo>
                    <a:cubicBezTo>
                      <a:pt x="8490" y="2191"/>
                      <a:pt x="8526" y="2203"/>
                      <a:pt x="8573" y="2203"/>
                    </a:cubicBezTo>
                    <a:cubicBezTo>
                      <a:pt x="8633" y="2203"/>
                      <a:pt x="8681" y="2191"/>
                      <a:pt x="8704" y="2144"/>
                    </a:cubicBezTo>
                    <a:cubicBezTo>
                      <a:pt x="8764" y="2072"/>
                      <a:pt x="8764" y="1953"/>
                      <a:pt x="8681" y="1894"/>
                    </a:cubicBezTo>
                    <a:cubicBezTo>
                      <a:pt x="8395" y="1655"/>
                      <a:pt x="8073" y="1453"/>
                      <a:pt x="7728" y="1310"/>
                    </a:cubicBezTo>
                    <a:cubicBezTo>
                      <a:pt x="7621" y="560"/>
                      <a:pt x="7002" y="0"/>
                      <a:pt x="622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53"/>
              <p:cNvSpPr/>
              <p:nvPr/>
            </p:nvSpPr>
            <p:spPr>
              <a:xfrm>
                <a:off x="2057770" y="4294553"/>
                <a:ext cx="22741" cy="35622"/>
              </a:xfrm>
              <a:custGeom>
                <a:rect b="b" l="l" r="r" t="t"/>
                <a:pathLst>
                  <a:path extrusionOk="0" h="1120" w="715">
                    <a:moveTo>
                      <a:pt x="191" y="0"/>
                    </a:moveTo>
                    <a:cubicBezTo>
                      <a:pt x="84" y="0"/>
                      <a:pt x="12" y="72"/>
                      <a:pt x="12" y="179"/>
                    </a:cubicBezTo>
                    <a:lnTo>
                      <a:pt x="12" y="941"/>
                    </a:lnTo>
                    <a:cubicBezTo>
                      <a:pt x="0" y="1036"/>
                      <a:pt x="84" y="1119"/>
                      <a:pt x="191" y="1119"/>
                    </a:cubicBezTo>
                    <a:lnTo>
                      <a:pt x="536" y="1119"/>
                    </a:lnTo>
                    <a:cubicBezTo>
                      <a:pt x="631" y="1119"/>
                      <a:pt x="715" y="1036"/>
                      <a:pt x="715" y="941"/>
                    </a:cubicBezTo>
                    <a:cubicBezTo>
                      <a:pt x="715" y="834"/>
                      <a:pt x="631" y="750"/>
                      <a:pt x="536" y="750"/>
                    </a:cubicBezTo>
                    <a:lnTo>
                      <a:pt x="369" y="750"/>
                    </a:lnTo>
                    <a:lnTo>
                      <a:pt x="369" y="179"/>
                    </a:lnTo>
                    <a:cubicBezTo>
                      <a:pt x="369" y="72"/>
                      <a:pt x="298" y="0"/>
                      <a:pt x="1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53"/>
              <p:cNvSpPr/>
              <p:nvPr/>
            </p:nvSpPr>
            <p:spPr>
              <a:xfrm>
                <a:off x="2048292" y="4456250"/>
                <a:ext cx="30724" cy="64055"/>
              </a:xfrm>
              <a:custGeom>
                <a:rect b="b" l="l" r="r" t="t"/>
                <a:pathLst>
                  <a:path extrusionOk="0" h="2014" w="966">
                    <a:moveTo>
                      <a:pt x="477" y="0"/>
                    </a:moveTo>
                    <a:cubicBezTo>
                      <a:pt x="370" y="0"/>
                      <a:pt x="298" y="84"/>
                      <a:pt x="298" y="179"/>
                    </a:cubicBezTo>
                    <a:lnTo>
                      <a:pt x="298" y="262"/>
                    </a:lnTo>
                    <a:cubicBezTo>
                      <a:pt x="120" y="334"/>
                      <a:pt x="1" y="512"/>
                      <a:pt x="1" y="703"/>
                    </a:cubicBezTo>
                    <a:cubicBezTo>
                      <a:pt x="1" y="977"/>
                      <a:pt x="215" y="1191"/>
                      <a:pt x="489" y="1191"/>
                    </a:cubicBezTo>
                    <a:cubicBezTo>
                      <a:pt x="560" y="1191"/>
                      <a:pt x="608" y="1250"/>
                      <a:pt x="608" y="1310"/>
                    </a:cubicBezTo>
                    <a:cubicBezTo>
                      <a:pt x="608" y="1381"/>
                      <a:pt x="548" y="1429"/>
                      <a:pt x="489" y="1429"/>
                    </a:cubicBezTo>
                    <a:cubicBezTo>
                      <a:pt x="441" y="1429"/>
                      <a:pt x="394" y="1405"/>
                      <a:pt x="382" y="1358"/>
                    </a:cubicBezTo>
                    <a:cubicBezTo>
                      <a:pt x="346" y="1287"/>
                      <a:pt x="284" y="1249"/>
                      <a:pt x="216" y="1249"/>
                    </a:cubicBezTo>
                    <a:cubicBezTo>
                      <a:pt x="192" y="1249"/>
                      <a:pt x="168" y="1253"/>
                      <a:pt x="144" y="1262"/>
                    </a:cubicBezTo>
                    <a:cubicBezTo>
                      <a:pt x="60" y="1310"/>
                      <a:pt x="13" y="1417"/>
                      <a:pt x="60" y="1500"/>
                    </a:cubicBezTo>
                    <a:cubicBezTo>
                      <a:pt x="120" y="1608"/>
                      <a:pt x="203" y="1703"/>
                      <a:pt x="310" y="1739"/>
                    </a:cubicBezTo>
                    <a:lnTo>
                      <a:pt x="310" y="1834"/>
                    </a:lnTo>
                    <a:cubicBezTo>
                      <a:pt x="310" y="1941"/>
                      <a:pt x="382" y="2012"/>
                      <a:pt x="489" y="2012"/>
                    </a:cubicBezTo>
                    <a:cubicBezTo>
                      <a:pt x="495" y="2013"/>
                      <a:pt x="501" y="2014"/>
                      <a:pt x="507" y="2014"/>
                    </a:cubicBezTo>
                    <a:cubicBezTo>
                      <a:pt x="586" y="2014"/>
                      <a:pt x="667" y="1945"/>
                      <a:pt x="667" y="1846"/>
                    </a:cubicBezTo>
                    <a:lnTo>
                      <a:pt x="667" y="1762"/>
                    </a:lnTo>
                    <a:cubicBezTo>
                      <a:pt x="846" y="1691"/>
                      <a:pt x="965" y="1512"/>
                      <a:pt x="965" y="1310"/>
                    </a:cubicBezTo>
                    <a:cubicBezTo>
                      <a:pt x="965" y="1048"/>
                      <a:pt x="739" y="822"/>
                      <a:pt x="477" y="822"/>
                    </a:cubicBezTo>
                    <a:cubicBezTo>
                      <a:pt x="394" y="822"/>
                      <a:pt x="358" y="762"/>
                      <a:pt x="358" y="703"/>
                    </a:cubicBezTo>
                    <a:cubicBezTo>
                      <a:pt x="358" y="631"/>
                      <a:pt x="417" y="584"/>
                      <a:pt x="477" y="584"/>
                    </a:cubicBezTo>
                    <a:cubicBezTo>
                      <a:pt x="513" y="584"/>
                      <a:pt x="548" y="596"/>
                      <a:pt x="572" y="643"/>
                    </a:cubicBezTo>
                    <a:cubicBezTo>
                      <a:pt x="608" y="700"/>
                      <a:pt x="660" y="727"/>
                      <a:pt x="717" y="727"/>
                    </a:cubicBezTo>
                    <a:cubicBezTo>
                      <a:pt x="755" y="727"/>
                      <a:pt x="796" y="715"/>
                      <a:pt x="834" y="691"/>
                    </a:cubicBezTo>
                    <a:cubicBezTo>
                      <a:pt x="917" y="631"/>
                      <a:pt x="929" y="524"/>
                      <a:pt x="870" y="441"/>
                    </a:cubicBezTo>
                    <a:cubicBezTo>
                      <a:pt x="810" y="357"/>
                      <a:pt x="739" y="286"/>
                      <a:pt x="656" y="262"/>
                    </a:cubicBezTo>
                    <a:lnTo>
                      <a:pt x="656" y="179"/>
                    </a:lnTo>
                    <a:cubicBezTo>
                      <a:pt x="656" y="84"/>
                      <a:pt x="572" y="0"/>
                      <a:pt x="47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53"/>
              <p:cNvSpPr/>
              <p:nvPr/>
            </p:nvSpPr>
            <p:spPr>
              <a:xfrm>
                <a:off x="1898713" y="4487196"/>
                <a:ext cx="17461" cy="16030"/>
              </a:xfrm>
              <a:custGeom>
                <a:rect b="b" l="l" r="r" t="t"/>
                <a:pathLst>
                  <a:path extrusionOk="0" h="504" w="549">
                    <a:moveTo>
                      <a:pt x="193" y="1"/>
                    </a:moveTo>
                    <a:cubicBezTo>
                      <a:pt x="147" y="1"/>
                      <a:pt x="102" y="21"/>
                      <a:pt x="72" y="63"/>
                    </a:cubicBezTo>
                    <a:cubicBezTo>
                      <a:pt x="1" y="135"/>
                      <a:pt x="1" y="254"/>
                      <a:pt x="72" y="313"/>
                    </a:cubicBezTo>
                    <a:lnTo>
                      <a:pt x="203" y="444"/>
                    </a:lnTo>
                    <a:cubicBezTo>
                      <a:pt x="227" y="480"/>
                      <a:pt x="298" y="504"/>
                      <a:pt x="334" y="504"/>
                    </a:cubicBezTo>
                    <a:cubicBezTo>
                      <a:pt x="382" y="504"/>
                      <a:pt x="429" y="492"/>
                      <a:pt x="465" y="444"/>
                    </a:cubicBezTo>
                    <a:cubicBezTo>
                      <a:pt x="548" y="373"/>
                      <a:pt x="548" y="254"/>
                      <a:pt x="465" y="194"/>
                    </a:cubicBezTo>
                    <a:lnTo>
                      <a:pt x="322" y="63"/>
                    </a:lnTo>
                    <a:cubicBezTo>
                      <a:pt x="286" y="21"/>
                      <a:pt x="239" y="1"/>
                      <a:pt x="19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53"/>
              <p:cNvSpPr/>
              <p:nvPr/>
            </p:nvSpPr>
            <p:spPr>
              <a:xfrm>
                <a:off x="1887740" y="4502494"/>
                <a:ext cx="19337" cy="13231"/>
              </a:xfrm>
              <a:custGeom>
                <a:rect b="b" l="l" r="r" t="t"/>
                <a:pathLst>
                  <a:path extrusionOk="0" h="416" w="608">
                    <a:moveTo>
                      <a:pt x="190" y="0"/>
                    </a:moveTo>
                    <a:cubicBezTo>
                      <a:pt x="112" y="0"/>
                      <a:pt x="53" y="56"/>
                      <a:pt x="24" y="142"/>
                    </a:cubicBezTo>
                    <a:cubicBezTo>
                      <a:pt x="0" y="249"/>
                      <a:pt x="60" y="332"/>
                      <a:pt x="155" y="368"/>
                    </a:cubicBezTo>
                    <a:lnTo>
                      <a:pt x="358" y="416"/>
                    </a:lnTo>
                    <a:lnTo>
                      <a:pt x="405" y="416"/>
                    </a:lnTo>
                    <a:cubicBezTo>
                      <a:pt x="477" y="416"/>
                      <a:pt x="548" y="356"/>
                      <a:pt x="572" y="273"/>
                    </a:cubicBezTo>
                    <a:cubicBezTo>
                      <a:pt x="608" y="189"/>
                      <a:pt x="548" y="82"/>
                      <a:pt x="441" y="58"/>
                    </a:cubicBezTo>
                    <a:lnTo>
                      <a:pt x="250" y="11"/>
                    </a:lnTo>
                    <a:cubicBezTo>
                      <a:pt x="229" y="4"/>
                      <a:pt x="209" y="0"/>
                      <a:pt x="19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53"/>
              <p:cNvSpPr/>
              <p:nvPr/>
            </p:nvSpPr>
            <p:spPr>
              <a:xfrm>
                <a:off x="1913852" y="4477019"/>
                <a:ext cx="13676" cy="17874"/>
              </a:xfrm>
              <a:custGeom>
                <a:rect b="b" l="l" r="r" t="t"/>
                <a:pathLst>
                  <a:path extrusionOk="0" h="562" w="430">
                    <a:moveTo>
                      <a:pt x="175" y="0"/>
                    </a:moveTo>
                    <a:cubicBezTo>
                      <a:pt x="165" y="0"/>
                      <a:pt x="155" y="1"/>
                      <a:pt x="144" y="2"/>
                    </a:cubicBezTo>
                    <a:cubicBezTo>
                      <a:pt x="37" y="38"/>
                      <a:pt x="1" y="121"/>
                      <a:pt x="13" y="228"/>
                    </a:cubicBezTo>
                    <a:lnTo>
                      <a:pt x="60" y="419"/>
                    </a:lnTo>
                    <a:cubicBezTo>
                      <a:pt x="72" y="502"/>
                      <a:pt x="144" y="562"/>
                      <a:pt x="239" y="562"/>
                    </a:cubicBezTo>
                    <a:lnTo>
                      <a:pt x="275" y="562"/>
                    </a:lnTo>
                    <a:cubicBezTo>
                      <a:pt x="382" y="526"/>
                      <a:pt x="430" y="443"/>
                      <a:pt x="418" y="335"/>
                    </a:cubicBezTo>
                    <a:lnTo>
                      <a:pt x="370" y="145"/>
                    </a:lnTo>
                    <a:cubicBezTo>
                      <a:pt x="338" y="49"/>
                      <a:pt x="267" y="0"/>
                      <a:pt x="17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19" name="Google Shape;3219;p53"/>
            <p:cNvSpPr txBox="1"/>
            <p:nvPr/>
          </p:nvSpPr>
          <p:spPr>
            <a:xfrm>
              <a:off x="534050" y="2481625"/>
              <a:ext cx="1765500" cy="4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DESIGN PRINCIPLES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Visual design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20" name="Google Shape;3220;p53"/>
            <p:cNvSpPr txBox="1"/>
            <p:nvPr/>
          </p:nvSpPr>
          <p:spPr>
            <a:xfrm>
              <a:off x="6844450" y="2481613"/>
              <a:ext cx="1765500" cy="4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DESIGN PRINCIPLES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Human centered design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3221" name="Google Shape;3221;p53"/>
          <p:cNvGrpSpPr/>
          <p:nvPr/>
        </p:nvGrpSpPr>
        <p:grpSpPr>
          <a:xfrm>
            <a:off x="534050" y="2970325"/>
            <a:ext cx="8075900" cy="883500"/>
            <a:chOff x="534050" y="2970325"/>
            <a:chExt cx="8075900" cy="883500"/>
          </a:xfrm>
        </p:grpSpPr>
        <p:grpSp>
          <p:nvGrpSpPr>
            <p:cNvPr id="3222" name="Google Shape;3222;p53"/>
            <p:cNvGrpSpPr/>
            <p:nvPr/>
          </p:nvGrpSpPr>
          <p:grpSpPr>
            <a:xfrm>
              <a:off x="6392177" y="3097548"/>
              <a:ext cx="355993" cy="355612"/>
              <a:chOff x="1749897" y="2894561"/>
              <a:chExt cx="355993" cy="355612"/>
            </a:xfrm>
          </p:grpSpPr>
          <p:sp>
            <p:nvSpPr>
              <p:cNvPr id="3223" name="Google Shape;3223;p53"/>
              <p:cNvSpPr/>
              <p:nvPr/>
            </p:nvSpPr>
            <p:spPr>
              <a:xfrm>
                <a:off x="1899858" y="2895324"/>
                <a:ext cx="206033" cy="161728"/>
              </a:xfrm>
              <a:custGeom>
                <a:rect b="b" l="l" r="r" t="t"/>
                <a:pathLst>
                  <a:path extrusionOk="0" h="5085" w="6478">
                    <a:moveTo>
                      <a:pt x="6156" y="322"/>
                    </a:moveTo>
                    <a:lnTo>
                      <a:pt x="6156" y="4763"/>
                    </a:lnTo>
                    <a:lnTo>
                      <a:pt x="334" y="4763"/>
                    </a:lnTo>
                    <a:lnTo>
                      <a:pt x="334" y="322"/>
                    </a:lnTo>
                    <a:close/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4930"/>
                    </a:lnTo>
                    <a:cubicBezTo>
                      <a:pt x="0" y="5013"/>
                      <a:pt x="72" y="5085"/>
                      <a:pt x="167" y="5085"/>
                    </a:cubicBezTo>
                    <a:lnTo>
                      <a:pt x="6311" y="5085"/>
                    </a:lnTo>
                    <a:cubicBezTo>
                      <a:pt x="6406" y="5085"/>
                      <a:pt x="6477" y="5013"/>
                      <a:pt x="6477" y="4930"/>
                    </a:cubicBezTo>
                    <a:lnTo>
                      <a:pt x="6477" y="167"/>
                    </a:lnTo>
                    <a:cubicBezTo>
                      <a:pt x="6477" y="72"/>
                      <a:pt x="6406" y="1"/>
                      <a:pt x="631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53"/>
              <p:cNvSpPr/>
              <p:nvPr/>
            </p:nvSpPr>
            <p:spPr>
              <a:xfrm>
                <a:off x="1751424" y="2894561"/>
                <a:ext cx="135585" cy="161379"/>
              </a:xfrm>
              <a:custGeom>
                <a:rect b="b" l="l" r="r" t="t"/>
                <a:pathLst>
                  <a:path extrusionOk="0" h="5074" w="4263">
                    <a:moveTo>
                      <a:pt x="3643" y="334"/>
                    </a:moveTo>
                    <a:lnTo>
                      <a:pt x="2048" y="2227"/>
                    </a:lnTo>
                    <a:lnTo>
                      <a:pt x="476" y="334"/>
                    </a:lnTo>
                    <a:close/>
                    <a:moveTo>
                      <a:pt x="286" y="632"/>
                    </a:moveTo>
                    <a:lnTo>
                      <a:pt x="1846" y="2489"/>
                    </a:lnTo>
                    <a:lnTo>
                      <a:pt x="286" y="4359"/>
                    </a:lnTo>
                    <a:lnTo>
                      <a:pt x="286" y="632"/>
                    </a:lnTo>
                    <a:close/>
                    <a:moveTo>
                      <a:pt x="3894" y="561"/>
                    </a:moveTo>
                    <a:lnTo>
                      <a:pt x="3894" y="4430"/>
                    </a:lnTo>
                    <a:lnTo>
                      <a:pt x="2274" y="2489"/>
                    </a:lnTo>
                    <a:lnTo>
                      <a:pt x="3894" y="561"/>
                    </a:lnTo>
                    <a:close/>
                    <a:moveTo>
                      <a:pt x="2072" y="2739"/>
                    </a:moveTo>
                    <a:lnTo>
                      <a:pt x="3763" y="4763"/>
                    </a:lnTo>
                    <a:lnTo>
                      <a:pt x="369" y="4763"/>
                    </a:lnTo>
                    <a:lnTo>
                      <a:pt x="2072" y="2739"/>
                    </a:lnTo>
                    <a:close/>
                    <a:moveTo>
                      <a:pt x="36" y="1"/>
                    </a:moveTo>
                    <a:cubicBezTo>
                      <a:pt x="36" y="1"/>
                      <a:pt x="24" y="1"/>
                      <a:pt x="24" y="25"/>
                    </a:cubicBezTo>
                    <a:cubicBezTo>
                      <a:pt x="24" y="25"/>
                      <a:pt x="12" y="25"/>
                      <a:pt x="12" y="37"/>
                    </a:cubicBezTo>
                    <a:lnTo>
                      <a:pt x="0" y="49"/>
                    </a:lnTo>
                    <a:lnTo>
                      <a:pt x="0" y="72"/>
                    </a:lnTo>
                    <a:lnTo>
                      <a:pt x="0" y="84"/>
                    </a:lnTo>
                    <a:lnTo>
                      <a:pt x="0" y="96"/>
                    </a:lnTo>
                    <a:lnTo>
                      <a:pt x="0" y="108"/>
                    </a:lnTo>
                    <a:lnTo>
                      <a:pt x="0" y="132"/>
                    </a:lnTo>
                    <a:lnTo>
                      <a:pt x="0" y="144"/>
                    </a:lnTo>
                    <a:lnTo>
                      <a:pt x="0" y="4906"/>
                    </a:lnTo>
                    <a:cubicBezTo>
                      <a:pt x="0" y="4990"/>
                      <a:pt x="72" y="5073"/>
                      <a:pt x="155" y="5073"/>
                    </a:cubicBezTo>
                    <a:lnTo>
                      <a:pt x="4108" y="5073"/>
                    </a:lnTo>
                    <a:cubicBezTo>
                      <a:pt x="4191" y="5073"/>
                      <a:pt x="4263" y="4990"/>
                      <a:pt x="4263" y="4906"/>
                    </a:cubicBezTo>
                    <a:lnTo>
                      <a:pt x="4263" y="144"/>
                    </a:lnTo>
                    <a:cubicBezTo>
                      <a:pt x="4239" y="84"/>
                      <a:pt x="4167" y="1"/>
                      <a:pt x="406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5" name="Google Shape;3225;p53"/>
              <p:cNvSpPr/>
              <p:nvPr/>
            </p:nvSpPr>
            <p:spPr>
              <a:xfrm>
                <a:off x="1931663" y="2921468"/>
                <a:ext cx="64787" cy="10241"/>
              </a:xfrm>
              <a:custGeom>
                <a:rect b="b" l="l" r="r" t="t"/>
                <a:pathLst>
                  <a:path extrusionOk="0" h="322" w="2037">
                    <a:moveTo>
                      <a:pt x="167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67" y="322"/>
                    </a:cubicBezTo>
                    <a:lnTo>
                      <a:pt x="1882" y="322"/>
                    </a:lnTo>
                    <a:cubicBezTo>
                      <a:pt x="1965" y="322"/>
                      <a:pt x="2037" y="250"/>
                      <a:pt x="2037" y="155"/>
                    </a:cubicBezTo>
                    <a:cubicBezTo>
                      <a:pt x="2037" y="72"/>
                      <a:pt x="1965" y="0"/>
                      <a:pt x="188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6" name="Google Shape;3226;p53"/>
              <p:cNvSpPr/>
              <p:nvPr/>
            </p:nvSpPr>
            <p:spPr>
              <a:xfrm>
                <a:off x="2009681" y="2921468"/>
                <a:ext cx="65168" cy="10241"/>
              </a:xfrm>
              <a:custGeom>
                <a:rect b="b" l="l" r="r" t="t"/>
                <a:pathLst>
                  <a:path extrusionOk="0" h="322" w="2049">
                    <a:moveTo>
                      <a:pt x="167" y="0"/>
                    </a:moveTo>
                    <a:cubicBezTo>
                      <a:pt x="84" y="0"/>
                      <a:pt x="0" y="72"/>
                      <a:pt x="0" y="155"/>
                    </a:cubicBezTo>
                    <a:cubicBezTo>
                      <a:pt x="0" y="250"/>
                      <a:pt x="84" y="322"/>
                      <a:pt x="167" y="322"/>
                    </a:cubicBezTo>
                    <a:lnTo>
                      <a:pt x="1881" y="322"/>
                    </a:lnTo>
                    <a:cubicBezTo>
                      <a:pt x="1965" y="322"/>
                      <a:pt x="2048" y="250"/>
                      <a:pt x="2048" y="155"/>
                    </a:cubicBezTo>
                    <a:cubicBezTo>
                      <a:pt x="2048" y="72"/>
                      <a:pt x="1965" y="0"/>
                      <a:pt x="18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53"/>
              <p:cNvSpPr/>
              <p:nvPr/>
            </p:nvSpPr>
            <p:spPr>
              <a:xfrm>
                <a:off x="1931663" y="2954418"/>
                <a:ext cx="64787" cy="10623"/>
              </a:xfrm>
              <a:custGeom>
                <a:rect b="b" l="l" r="r" t="t"/>
                <a:pathLst>
                  <a:path extrusionOk="0" h="334" w="2037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67" y="334"/>
                    </a:cubicBezTo>
                    <a:lnTo>
                      <a:pt x="1882" y="334"/>
                    </a:lnTo>
                    <a:cubicBezTo>
                      <a:pt x="1965" y="334"/>
                      <a:pt x="2037" y="250"/>
                      <a:pt x="2037" y="167"/>
                    </a:cubicBezTo>
                    <a:cubicBezTo>
                      <a:pt x="2037" y="72"/>
                      <a:pt x="1965" y="0"/>
                      <a:pt x="188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8" name="Google Shape;3228;p53"/>
              <p:cNvSpPr/>
              <p:nvPr/>
            </p:nvSpPr>
            <p:spPr>
              <a:xfrm>
                <a:off x="2009681" y="2954418"/>
                <a:ext cx="65168" cy="10623"/>
              </a:xfrm>
              <a:custGeom>
                <a:rect b="b" l="l" r="r" t="t"/>
                <a:pathLst>
                  <a:path extrusionOk="0" h="334" w="2049">
                    <a:moveTo>
                      <a:pt x="167" y="0"/>
                    </a:moveTo>
                    <a:cubicBezTo>
                      <a:pt x="84" y="0"/>
                      <a:pt x="0" y="72"/>
                      <a:pt x="0" y="167"/>
                    </a:cubicBezTo>
                    <a:cubicBezTo>
                      <a:pt x="0" y="250"/>
                      <a:pt x="84" y="334"/>
                      <a:pt x="167" y="334"/>
                    </a:cubicBezTo>
                    <a:lnTo>
                      <a:pt x="1881" y="334"/>
                    </a:lnTo>
                    <a:cubicBezTo>
                      <a:pt x="1965" y="334"/>
                      <a:pt x="2048" y="250"/>
                      <a:pt x="2048" y="167"/>
                    </a:cubicBezTo>
                    <a:cubicBezTo>
                      <a:pt x="2048" y="72"/>
                      <a:pt x="1965" y="0"/>
                      <a:pt x="18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9" name="Google Shape;3229;p53"/>
              <p:cNvSpPr/>
              <p:nvPr/>
            </p:nvSpPr>
            <p:spPr>
              <a:xfrm>
                <a:off x="1931663" y="2987718"/>
                <a:ext cx="64787" cy="10273"/>
              </a:xfrm>
              <a:custGeom>
                <a:rect b="b" l="l" r="r" t="t"/>
                <a:pathLst>
                  <a:path extrusionOk="0" h="323" w="2037">
                    <a:moveTo>
                      <a:pt x="167" y="1"/>
                    </a:moveTo>
                    <a:cubicBezTo>
                      <a:pt x="72" y="1"/>
                      <a:pt x="1" y="72"/>
                      <a:pt x="1" y="156"/>
                    </a:cubicBezTo>
                    <a:cubicBezTo>
                      <a:pt x="1" y="251"/>
                      <a:pt x="72" y="322"/>
                      <a:pt x="167" y="322"/>
                    </a:cubicBezTo>
                    <a:lnTo>
                      <a:pt x="1882" y="322"/>
                    </a:lnTo>
                    <a:cubicBezTo>
                      <a:pt x="1965" y="322"/>
                      <a:pt x="2037" y="251"/>
                      <a:pt x="2037" y="156"/>
                    </a:cubicBezTo>
                    <a:cubicBezTo>
                      <a:pt x="2037" y="72"/>
                      <a:pt x="1965" y="1"/>
                      <a:pt x="18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53"/>
              <p:cNvSpPr/>
              <p:nvPr/>
            </p:nvSpPr>
            <p:spPr>
              <a:xfrm>
                <a:off x="2009681" y="2987718"/>
                <a:ext cx="65168" cy="10273"/>
              </a:xfrm>
              <a:custGeom>
                <a:rect b="b" l="l" r="r" t="t"/>
                <a:pathLst>
                  <a:path extrusionOk="0" h="323" w="2049">
                    <a:moveTo>
                      <a:pt x="167" y="1"/>
                    </a:moveTo>
                    <a:cubicBezTo>
                      <a:pt x="84" y="1"/>
                      <a:pt x="0" y="72"/>
                      <a:pt x="0" y="156"/>
                    </a:cubicBezTo>
                    <a:cubicBezTo>
                      <a:pt x="0" y="251"/>
                      <a:pt x="84" y="322"/>
                      <a:pt x="167" y="322"/>
                    </a:cubicBezTo>
                    <a:lnTo>
                      <a:pt x="1881" y="322"/>
                    </a:lnTo>
                    <a:cubicBezTo>
                      <a:pt x="1965" y="322"/>
                      <a:pt x="2048" y="251"/>
                      <a:pt x="2048" y="156"/>
                    </a:cubicBezTo>
                    <a:cubicBezTo>
                      <a:pt x="2048" y="72"/>
                      <a:pt x="1965" y="1"/>
                      <a:pt x="1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1" name="Google Shape;3231;p53"/>
              <p:cNvSpPr/>
              <p:nvPr/>
            </p:nvSpPr>
            <p:spPr>
              <a:xfrm>
                <a:off x="1931663" y="3020668"/>
                <a:ext cx="64787" cy="10655"/>
              </a:xfrm>
              <a:custGeom>
                <a:rect b="b" l="l" r="r" t="t"/>
                <a:pathLst>
                  <a:path extrusionOk="0" h="335" w="2037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67" y="334"/>
                    </a:cubicBezTo>
                    <a:lnTo>
                      <a:pt x="1882" y="334"/>
                    </a:lnTo>
                    <a:cubicBezTo>
                      <a:pt x="1965" y="334"/>
                      <a:pt x="2037" y="251"/>
                      <a:pt x="2037" y="167"/>
                    </a:cubicBezTo>
                    <a:cubicBezTo>
                      <a:pt x="2037" y="72"/>
                      <a:pt x="1965" y="1"/>
                      <a:pt x="18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2" name="Google Shape;3232;p53"/>
              <p:cNvSpPr/>
              <p:nvPr/>
            </p:nvSpPr>
            <p:spPr>
              <a:xfrm>
                <a:off x="2009681" y="3020668"/>
                <a:ext cx="65168" cy="10655"/>
              </a:xfrm>
              <a:custGeom>
                <a:rect b="b" l="l" r="r" t="t"/>
                <a:pathLst>
                  <a:path extrusionOk="0" h="335" w="2049">
                    <a:moveTo>
                      <a:pt x="167" y="1"/>
                    </a:moveTo>
                    <a:cubicBezTo>
                      <a:pt x="84" y="1"/>
                      <a:pt x="0" y="72"/>
                      <a:pt x="0" y="167"/>
                    </a:cubicBezTo>
                    <a:cubicBezTo>
                      <a:pt x="0" y="251"/>
                      <a:pt x="84" y="334"/>
                      <a:pt x="167" y="334"/>
                    </a:cubicBezTo>
                    <a:lnTo>
                      <a:pt x="1881" y="334"/>
                    </a:lnTo>
                    <a:cubicBezTo>
                      <a:pt x="1965" y="334"/>
                      <a:pt x="2048" y="251"/>
                      <a:pt x="2048" y="167"/>
                    </a:cubicBezTo>
                    <a:cubicBezTo>
                      <a:pt x="2048" y="72"/>
                      <a:pt x="1965" y="1"/>
                      <a:pt x="1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53"/>
              <p:cNvSpPr/>
              <p:nvPr/>
            </p:nvSpPr>
            <p:spPr>
              <a:xfrm>
                <a:off x="1749897" y="3069138"/>
                <a:ext cx="355993" cy="181034"/>
              </a:xfrm>
              <a:custGeom>
                <a:rect b="b" l="l" r="r" t="t"/>
                <a:pathLst>
                  <a:path extrusionOk="0" h="5692" w="11193">
                    <a:moveTo>
                      <a:pt x="9859" y="322"/>
                    </a:moveTo>
                    <a:lnTo>
                      <a:pt x="5596" y="1477"/>
                    </a:lnTo>
                    <a:lnTo>
                      <a:pt x="1334" y="322"/>
                    </a:lnTo>
                    <a:close/>
                    <a:moveTo>
                      <a:pt x="334" y="394"/>
                    </a:moveTo>
                    <a:lnTo>
                      <a:pt x="4954" y="1644"/>
                    </a:lnTo>
                    <a:lnTo>
                      <a:pt x="334" y="2894"/>
                    </a:lnTo>
                    <a:lnTo>
                      <a:pt x="334" y="394"/>
                    </a:lnTo>
                    <a:close/>
                    <a:moveTo>
                      <a:pt x="10871" y="417"/>
                    </a:moveTo>
                    <a:lnTo>
                      <a:pt x="10871" y="2918"/>
                    </a:lnTo>
                    <a:lnTo>
                      <a:pt x="6239" y="1668"/>
                    </a:lnTo>
                    <a:lnTo>
                      <a:pt x="10871" y="417"/>
                    </a:lnTo>
                    <a:close/>
                    <a:moveTo>
                      <a:pt x="5596" y="1822"/>
                    </a:moveTo>
                    <a:lnTo>
                      <a:pt x="10252" y="3096"/>
                    </a:lnTo>
                    <a:lnTo>
                      <a:pt x="941" y="3096"/>
                    </a:lnTo>
                    <a:lnTo>
                      <a:pt x="5596" y="1822"/>
                    </a:lnTo>
                    <a:close/>
                    <a:moveTo>
                      <a:pt x="9132" y="3425"/>
                    </a:moveTo>
                    <a:cubicBezTo>
                      <a:pt x="9140" y="3425"/>
                      <a:pt x="9148" y="3427"/>
                      <a:pt x="9156" y="3430"/>
                    </a:cubicBezTo>
                    <a:lnTo>
                      <a:pt x="10669" y="4477"/>
                    </a:lnTo>
                    <a:cubicBezTo>
                      <a:pt x="10692" y="4489"/>
                      <a:pt x="10704" y="4501"/>
                      <a:pt x="10692" y="4537"/>
                    </a:cubicBezTo>
                    <a:cubicBezTo>
                      <a:pt x="10692" y="4549"/>
                      <a:pt x="10669" y="4561"/>
                      <a:pt x="10645" y="4561"/>
                    </a:cubicBezTo>
                    <a:lnTo>
                      <a:pt x="9871" y="4525"/>
                    </a:lnTo>
                    <a:cubicBezTo>
                      <a:pt x="9856" y="4522"/>
                      <a:pt x="9840" y="4521"/>
                      <a:pt x="9825" y="4521"/>
                    </a:cubicBezTo>
                    <a:cubicBezTo>
                      <a:pt x="9708" y="4521"/>
                      <a:pt x="9589" y="4598"/>
                      <a:pt x="9526" y="4704"/>
                    </a:cubicBezTo>
                    <a:cubicBezTo>
                      <a:pt x="9097" y="5382"/>
                      <a:pt x="9121" y="5382"/>
                      <a:pt x="9085" y="5382"/>
                    </a:cubicBezTo>
                    <a:cubicBezTo>
                      <a:pt x="9049" y="5382"/>
                      <a:pt x="9037" y="5370"/>
                      <a:pt x="9037" y="5335"/>
                    </a:cubicBezTo>
                    <a:lnTo>
                      <a:pt x="9085" y="3477"/>
                    </a:lnTo>
                    <a:cubicBezTo>
                      <a:pt x="9085" y="3441"/>
                      <a:pt x="9106" y="3425"/>
                      <a:pt x="9132" y="3425"/>
                    </a:cubicBezTo>
                    <a:close/>
                    <a:moveTo>
                      <a:pt x="334" y="1"/>
                    </a:moveTo>
                    <a:cubicBezTo>
                      <a:pt x="286" y="1"/>
                      <a:pt x="239" y="13"/>
                      <a:pt x="215" y="25"/>
                    </a:cubicBezTo>
                    <a:cubicBezTo>
                      <a:pt x="96" y="72"/>
                      <a:pt x="12" y="191"/>
                      <a:pt x="1" y="310"/>
                    </a:cubicBezTo>
                    <a:lnTo>
                      <a:pt x="1" y="322"/>
                    </a:lnTo>
                    <a:lnTo>
                      <a:pt x="1" y="3096"/>
                    </a:lnTo>
                    <a:cubicBezTo>
                      <a:pt x="1" y="3275"/>
                      <a:pt x="155" y="3418"/>
                      <a:pt x="334" y="3418"/>
                    </a:cubicBezTo>
                    <a:lnTo>
                      <a:pt x="8728" y="3418"/>
                    </a:lnTo>
                    <a:cubicBezTo>
                      <a:pt x="8728" y="3465"/>
                      <a:pt x="8728" y="3346"/>
                      <a:pt x="8680" y="5311"/>
                    </a:cubicBezTo>
                    <a:cubicBezTo>
                      <a:pt x="8680" y="5418"/>
                      <a:pt x="8704" y="5513"/>
                      <a:pt x="8775" y="5573"/>
                    </a:cubicBezTo>
                    <a:cubicBezTo>
                      <a:pt x="8859" y="5656"/>
                      <a:pt x="8954" y="5692"/>
                      <a:pt x="9061" y="5692"/>
                    </a:cubicBezTo>
                    <a:cubicBezTo>
                      <a:pt x="9192" y="5692"/>
                      <a:pt x="9311" y="5620"/>
                      <a:pt x="9395" y="5513"/>
                    </a:cubicBezTo>
                    <a:cubicBezTo>
                      <a:pt x="9823" y="4847"/>
                      <a:pt x="9787" y="4835"/>
                      <a:pt x="9835" y="4835"/>
                    </a:cubicBezTo>
                    <a:cubicBezTo>
                      <a:pt x="10764" y="4882"/>
                      <a:pt x="10621" y="4882"/>
                      <a:pt x="10645" y="4882"/>
                    </a:cubicBezTo>
                    <a:cubicBezTo>
                      <a:pt x="10800" y="4882"/>
                      <a:pt x="10954" y="4775"/>
                      <a:pt x="11002" y="4608"/>
                    </a:cubicBezTo>
                    <a:cubicBezTo>
                      <a:pt x="11038" y="4442"/>
                      <a:pt x="10978" y="4287"/>
                      <a:pt x="10847" y="4180"/>
                    </a:cubicBezTo>
                    <a:lnTo>
                      <a:pt x="9704" y="3406"/>
                    </a:lnTo>
                    <a:lnTo>
                      <a:pt x="10847" y="3406"/>
                    </a:lnTo>
                    <a:cubicBezTo>
                      <a:pt x="11026" y="3406"/>
                      <a:pt x="11181" y="3251"/>
                      <a:pt x="11181" y="3073"/>
                    </a:cubicBezTo>
                    <a:cubicBezTo>
                      <a:pt x="11192" y="2739"/>
                      <a:pt x="11192" y="620"/>
                      <a:pt x="11192" y="310"/>
                    </a:cubicBezTo>
                    <a:cubicBezTo>
                      <a:pt x="11192" y="179"/>
                      <a:pt x="11109" y="72"/>
                      <a:pt x="10990" y="25"/>
                    </a:cubicBezTo>
                    <a:cubicBezTo>
                      <a:pt x="10942" y="13"/>
                      <a:pt x="10907" y="1"/>
                      <a:pt x="1087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4" name="Google Shape;3234;p53"/>
            <p:cNvGrpSpPr/>
            <p:nvPr/>
          </p:nvGrpSpPr>
          <p:grpSpPr>
            <a:xfrm>
              <a:off x="2391770" y="3066282"/>
              <a:ext cx="364104" cy="353290"/>
              <a:chOff x="853950" y="2894720"/>
              <a:chExt cx="364104" cy="353290"/>
            </a:xfrm>
          </p:grpSpPr>
          <p:sp>
            <p:nvSpPr>
              <p:cNvPr id="3235" name="Google Shape;3235;p53"/>
              <p:cNvSpPr/>
              <p:nvPr/>
            </p:nvSpPr>
            <p:spPr>
              <a:xfrm>
                <a:off x="1056167" y="3155298"/>
                <a:ext cx="57472" cy="57662"/>
              </a:xfrm>
              <a:custGeom>
                <a:rect b="b" l="l" r="r" t="t"/>
                <a:pathLst>
                  <a:path extrusionOk="0" h="1813" w="1807">
                    <a:moveTo>
                      <a:pt x="907" y="0"/>
                    </a:moveTo>
                    <a:cubicBezTo>
                      <a:pt x="686" y="0"/>
                      <a:pt x="459" y="83"/>
                      <a:pt x="274" y="268"/>
                    </a:cubicBezTo>
                    <a:cubicBezTo>
                      <a:pt x="215" y="328"/>
                      <a:pt x="215" y="423"/>
                      <a:pt x="274" y="506"/>
                    </a:cubicBezTo>
                    <a:cubicBezTo>
                      <a:pt x="304" y="536"/>
                      <a:pt x="346" y="551"/>
                      <a:pt x="389" y="551"/>
                    </a:cubicBezTo>
                    <a:cubicBezTo>
                      <a:pt x="432" y="551"/>
                      <a:pt x="477" y="536"/>
                      <a:pt x="512" y="506"/>
                    </a:cubicBezTo>
                    <a:cubicBezTo>
                      <a:pt x="625" y="394"/>
                      <a:pt x="767" y="336"/>
                      <a:pt x="908" y="336"/>
                    </a:cubicBezTo>
                    <a:cubicBezTo>
                      <a:pt x="1020" y="336"/>
                      <a:pt x="1132" y="373"/>
                      <a:pt x="1227" y="447"/>
                    </a:cubicBezTo>
                    <a:cubicBezTo>
                      <a:pt x="1489" y="625"/>
                      <a:pt x="1560" y="983"/>
                      <a:pt x="1381" y="1233"/>
                    </a:cubicBezTo>
                    <a:cubicBezTo>
                      <a:pt x="1265" y="1401"/>
                      <a:pt x="1087" y="1477"/>
                      <a:pt x="911" y="1477"/>
                    </a:cubicBezTo>
                    <a:cubicBezTo>
                      <a:pt x="639" y="1477"/>
                      <a:pt x="370" y="1294"/>
                      <a:pt x="334" y="983"/>
                    </a:cubicBezTo>
                    <a:cubicBezTo>
                      <a:pt x="323" y="894"/>
                      <a:pt x="260" y="827"/>
                      <a:pt x="176" y="827"/>
                    </a:cubicBezTo>
                    <a:cubicBezTo>
                      <a:pt x="169" y="827"/>
                      <a:pt x="162" y="827"/>
                      <a:pt x="155" y="828"/>
                    </a:cubicBezTo>
                    <a:cubicBezTo>
                      <a:pt x="72" y="840"/>
                      <a:pt x="0" y="923"/>
                      <a:pt x="12" y="1006"/>
                    </a:cubicBezTo>
                    <a:cubicBezTo>
                      <a:pt x="63" y="1513"/>
                      <a:pt x="487" y="1812"/>
                      <a:pt x="913" y="1812"/>
                    </a:cubicBezTo>
                    <a:cubicBezTo>
                      <a:pt x="1189" y="1812"/>
                      <a:pt x="1466" y="1687"/>
                      <a:pt x="1643" y="1411"/>
                    </a:cubicBezTo>
                    <a:cubicBezTo>
                      <a:pt x="1751" y="1256"/>
                      <a:pt x="1798" y="1078"/>
                      <a:pt x="1798" y="899"/>
                    </a:cubicBezTo>
                    <a:cubicBezTo>
                      <a:pt x="1806" y="360"/>
                      <a:pt x="1368" y="0"/>
                      <a:pt x="90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53"/>
              <p:cNvSpPr/>
              <p:nvPr/>
            </p:nvSpPr>
            <p:spPr>
              <a:xfrm>
                <a:off x="868326" y="2975027"/>
                <a:ext cx="192802" cy="82025"/>
              </a:xfrm>
              <a:custGeom>
                <a:rect b="b" l="l" r="r" t="t"/>
                <a:pathLst>
                  <a:path extrusionOk="0" h="2579" w="6062">
                    <a:moveTo>
                      <a:pt x="3619" y="1"/>
                    </a:moveTo>
                    <a:cubicBezTo>
                      <a:pt x="2165" y="1"/>
                      <a:pt x="686" y="811"/>
                      <a:pt x="48" y="2364"/>
                    </a:cubicBezTo>
                    <a:cubicBezTo>
                      <a:pt x="1" y="2460"/>
                      <a:pt x="84" y="2579"/>
                      <a:pt x="203" y="2579"/>
                    </a:cubicBezTo>
                    <a:cubicBezTo>
                      <a:pt x="263" y="2579"/>
                      <a:pt x="334" y="2543"/>
                      <a:pt x="346" y="2483"/>
                    </a:cubicBezTo>
                    <a:cubicBezTo>
                      <a:pt x="909" y="1104"/>
                      <a:pt x="2222" y="332"/>
                      <a:pt x="3567" y="332"/>
                    </a:cubicBezTo>
                    <a:cubicBezTo>
                      <a:pt x="4242" y="332"/>
                      <a:pt x="4925" y="526"/>
                      <a:pt x="5525" y="936"/>
                    </a:cubicBezTo>
                    <a:cubicBezTo>
                      <a:pt x="5609" y="995"/>
                      <a:pt x="5680" y="1031"/>
                      <a:pt x="5752" y="1114"/>
                    </a:cubicBezTo>
                    <a:cubicBezTo>
                      <a:pt x="5784" y="1142"/>
                      <a:pt x="5824" y="1156"/>
                      <a:pt x="5864" y="1156"/>
                    </a:cubicBezTo>
                    <a:cubicBezTo>
                      <a:pt x="5911" y="1156"/>
                      <a:pt x="5957" y="1136"/>
                      <a:pt x="5990" y="1090"/>
                    </a:cubicBezTo>
                    <a:cubicBezTo>
                      <a:pt x="6061" y="1019"/>
                      <a:pt x="6049" y="912"/>
                      <a:pt x="5978" y="852"/>
                    </a:cubicBezTo>
                    <a:cubicBezTo>
                      <a:pt x="5317" y="280"/>
                      <a:pt x="4473" y="1"/>
                      <a:pt x="361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53"/>
              <p:cNvSpPr/>
              <p:nvPr/>
            </p:nvSpPr>
            <p:spPr>
              <a:xfrm>
                <a:off x="853950" y="3067580"/>
                <a:ext cx="137875" cy="168598"/>
              </a:xfrm>
              <a:custGeom>
                <a:rect b="b" l="l" r="r" t="t"/>
                <a:pathLst>
                  <a:path extrusionOk="0" h="5301" w="4335">
                    <a:moveTo>
                      <a:pt x="479" y="1"/>
                    </a:moveTo>
                    <a:cubicBezTo>
                      <a:pt x="401" y="1"/>
                      <a:pt x="321" y="57"/>
                      <a:pt x="310" y="133"/>
                    </a:cubicBezTo>
                    <a:cubicBezTo>
                      <a:pt x="0" y="1633"/>
                      <a:pt x="608" y="3217"/>
                      <a:pt x="1893" y="4074"/>
                    </a:cubicBezTo>
                    <a:cubicBezTo>
                      <a:pt x="1965" y="4134"/>
                      <a:pt x="2858" y="4788"/>
                      <a:pt x="4072" y="5288"/>
                    </a:cubicBezTo>
                    <a:cubicBezTo>
                      <a:pt x="4084" y="5300"/>
                      <a:pt x="4120" y="5300"/>
                      <a:pt x="4132" y="5300"/>
                    </a:cubicBezTo>
                    <a:cubicBezTo>
                      <a:pt x="4191" y="5300"/>
                      <a:pt x="4275" y="5253"/>
                      <a:pt x="4287" y="5193"/>
                    </a:cubicBezTo>
                    <a:cubicBezTo>
                      <a:pt x="4334" y="5074"/>
                      <a:pt x="4287" y="4979"/>
                      <a:pt x="4191" y="4955"/>
                    </a:cubicBezTo>
                    <a:cubicBezTo>
                      <a:pt x="2989" y="4479"/>
                      <a:pt x="2084" y="3800"/>
                      <a:pt x="2084" y="3800"/>
                    </a:cubicBezTo>
                    <a:cubicBezTo>
                      <a:pt x="905" y="3002"/>
                      <a:pt x="346" y="1562"/>
                      <a:pt x="643" y="193"/>
                    </a:cubicBezTo>
                    <a:cubicBezTo>
                      <a:pt x="655" y="109"/>
                      <a:pt x="596" y="14"/>
                      <a:pt x="500" y="2"/>
                    </a:cubicBezTo>
                    <a:cubicBezTo>
                      <a:pt x="493" y="1"/>
                      <a:pt x="486" y="1"/>
                      <a:pt x="4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53"/>
              <p:cNvSpPr/>
              <p:nvPr/>
            </p:nvSpPr>
            <p:spPr>
              <a:xfrm>
                <a:off x="937248" y="3014975"/>
                <a:ext cx="87877" cy="57217"/>
              </a:xfrm>
              <a:custGeom>
                <a:rect b="b" l="l" r="r" t="t"/>
                <a:pathLst>
                  <a:path extrusionOk="0" h="1799" w="2763">
                    <a:moveTo>
                      <a:pt x="2225" y="1"/>
                    </a:moveTo>
                    <a:cubicBezTo>
                      <a:pt x="2218" y="1"/>
                      <a:pt x="2211" y="1"/>
                      <a:pt x="2203" y="1"/>
                    </a:cubicBezTo>
                    <a:lnTo>
                      <a:pt x="941" y="61"/>
                    </a:lnTo>
                    <a:cubicBezTo>
                      <a:pt x="584" y="73"/>
                      <a:pt x="346" y="430"/>
                      <a:pt x="477" y="763"/>
                    </a:cubicBezTo>
                    <a:cubicBezTo>
                      <a:pt x="203" y="787"/>
                      <a:pt x="1" y="1025"/>
                      <a:pt x="13" y="1311"/>
                    </a:cubicBezTo>
                    <a:cubicBezTo>
                      <a:pt x="25" y="1597"/>
                      <a:pt x="263" y="1799"/>
                      <a:pt x="537" y="1799"/>
                    </a:cubicBezTo>
                    <a:cubicBezTo>
                      <a:pt x="560" y="1799"/>
                      <a:pt x="548" y="1799"/>
                      <a:pt x="953" y="1787"/>
                    </a:cubicBezTo>
                    <a:cubicBezTo>
                      <a:pt x="1037" y="1787"/>
                      <a:pt x="1120" y="1704"/>
                      <a:pt x="1120" y="1608"/>
                    </a:cubicBezTo>
                    <a:cubicBezTo>
                      <a:pt x="1120" y="1525"/>
                      <a:pt x="1025" y="1442"/>
                      <a:pt x="941" y="1442"/>
                    </a:cubicBezTo>
                    <a:lnTo>
                      <a:pt x="548" y="1466"/>
                    </a:lnTo>
                    <a:cubicBezTo>
                      <a:pt x="441" y="1466"/>
                      <a:pt x="346" y="1370"/>
                      <a:pt x="346" y="1263"/>
                    </a:cubicBezTo>
                    <a:cubicBezTo>
                      <a:pt x="346" y="1168"/>
                      <a:pt x="429" y="1073"/>
                      <a:pt x="537" y="1073"/>
                    </a:cubicBezTo>
                    <a:lnTo>
                      <a:pt x="667" y="1073"/>
                    </a:lnTo>
                    <a:cubicBezTo>
                      <a:pt x="858" y="1061"/>
                      <a:pt x="953" y="835"/>
                      <a:pt x="834" y="704"/>
                    </a:cubicBezTo>
                    <a:cubicBezTo>
                      <a:pt x="727" y="585"/>
                      <a:pt x="798" y="394"/>
                      <a:pt x="965" y="370"/>
                    </a:cubicBezTo>
                    <a:lnTo>
                      <a:pt x="2227" y="311"/>
                    </a:lnTo>
                    <a:cubicBezTo>
                      <a:pt x="2334" y="311"/>
                      <a:pt x="2442" y="406"/>
                      <a:pt x="2442" y="513"/>
                    </a:cubicBezTo>
                    <a:cubicBezTo>
                      <a:pt x="2442" y="608"/>
                      <a:pt x="2346" y="704"/>
                      <a:pt x="2263" y="704"/>
                    </a:cubicBezTo>
                    <a:lnTo>
                      <a:pt x="2144" y="704"/>
                    </a:lnTo>
                    <a:cubicBezTo>
                      <a:pt x="1953" y="716"/>
                      <a:pt x="1858" y="942"/>
                      <a:pt x="1977" y="1085"/>
                    </a:cubicBezTo>
                    <a:cubicBezTo>
                      <a:pt x="2084" y="1204"/>
                      <a:pt x="1989" y="1406"/>
                      <a:pt x="1834" y="1406"/>
                    </a:cubicBezTo>
                    <a:lnTo>
                      <a:pt x="1620" y="1418"/>
                    </a:lnTo>
                    <a:cubicBezTo>
                      <a:pt x="1537" y="1418"/>
                      <a:pt x="1453" y="1501"/>
                      <a:pt x="1453" y="1597"/>
                    </a:cubicBezTo>
                    <a:cubicBezTo>
                      <a:pt x="1453" y="1680"/>
                      <a:pt x="1549" y="1763"/>
                      <a:pt x="1632" y="1763"/>
                    </a:cubicBezTo>
                    <a:lnTo>
                      <a:pt x="1846" y="1739"/>
                    </a:lnTo>
                    <a:cubicBezTo>
                      <a:pt x="2203" y="1728"/>
                      <a:pt x="2442" y="1370"/>
                      <a:pt x="2322" y="1049"/>
                    </a:cubicBezTo>
                    <a:cubicBezTo>
                      <a:pt x="2561" y="1013"/>
                      <a:pt x="2763" y="775"/>
                      <a:pt x="2751" y="489"/>
                    </a:cubicBezTo>
                    <a:cubicBezTo>
                      <a:pt x="2739" y="222"/>
                      <a:pt x="2502" y="1"/>
                      <a:pt x="222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53"/>
              <p:cNvSpPr/>
              <p:nvPr/>
            </p:nvSpPr>
            <p:spPr>
              <a:xfrm>
                <a:off x="978912" y="3095664"/>
                <a:ext cx="78399" cy="79290"/>
              </a:xfrm>
              <a:custGeom>
                <a:rect b="b" l="l" r="r" t="t"/>
                <a:pathLst>
                  <a:path extrusionOk="0" h="2493" w="2465">
                    <a:moveTo>
                      <a:pt x="1751" y="0"/>
                    </a:moveTo>
                    <a:cubicBezTo>
                      <a:pt x="1513" y="0"/>
                      <a:pt x="1477" y="95"/>
                      <a:pt x="381" y="691"/>
                    </a:cubicBezTo>
                    <a:cubicBezTo>
                      <a:pt x="72" y="869"/>
                      <a:pt x="24" y="1286"/>
                      <a:pt x="286" y="1524"/>
                    </a:cubicBezTo>
                    <a:cubicBezTo>
                      <a:pt x="84" y="1667"/>
                      <a:pt x="0" y="1929"/>
                      <a:pt x="72" y="2155"/>
                    </a:cubicBezTo>
                    <a:cubicBezTo>
                      <a:pt x="154" y="2370"/>
                      <a:pt x="351" y="2493"/>
                      <a:pt x="555" y="2493"/>
                    </a:cubicBezTo>
                    <a:cubicBezTo>
                      <a:pt x="646" y="2493"/>
                      <a:pt x="738" y="2468"/>
                      <a:pt x="822" y="2417"/>
                    </a:cubicBezTo>
                    <a:lnTo>
                      <a:pt x="1096" y="2262"/>
                    </a:lnTo>
                    <a:cubicBezTo>
                      <a:pt x="1179" y="2215"/>
                      <a:pt x="1203" y="2108"/>
                      <a:pt x="1155" y="2036"/>
                    </a:cubicBezTo>
                    <a:cubicBezTo>
                      <a:pt x="1131" y="1987"/>
                      <a:pt x="1073" y="1955"/>
                      <a:pt x="1016" y="1955"/>
                    </a:cubicBezTo>
                    <a:cubicBezTo>
                      <a:pt x="989" y="1955"/>
                      <a:pt x="963" y="1962"/>
                      <a:pt x="941" y="1977"/>
                    </a:cubicBezTo>
                    <a:lnTo>
                      <a:pt x="655" y="2143"/>
                    </a:lnTo>
                    <a:cubicBezTo>
                      <a:pt x="624" y="2161"/>
                      <a:pt x="591" y="2169"/>
                      <a:pt x="558" y="2169"/>
                    </a:cubicBezTo>
                    <a:cubicBezTo>
                      <a:pt x="479" y="2169"/>
                      <a:pt x="403" y="2120"/>
                      <a:pt x="370" y="2036"/>
                    </a:cubicBezTo>
                    <a:cubicBezTo>
                      <a:pt x="346" y="1965"/>
                      <a:pt x="381" y="1846"/>
                      <a:pt x="465" y="1798"/>
                    </a:cubicBezTo>
                    <a:cubicBezTo>
                      <a:pt x="643" y="1691"/>
                      <a:pt x="667" y="1441"/>
                      <a:pt x="489" y="1310"/>
                    </a:cubicBezTo>
                    <a:cubicBezTo>
                      <a:pt x="381" y="1215"/>
                      <a:pt x="405" y="1048"/>
                      <a:pt x="512" y="976"/>
                    </a:cubicBezTo>
                    <a:cubicBezTo>
                      <a:pt x="1691" y="322"/>
                      <a:pt x="1632" y="322"/>
                      <a:pt x="1727" y="322"/>
                    </a:cubicBezTo>
                    <a:cubicBezTo>
                      <a:pt x="1822" y="322"/>
                      <a:pt x="1917" y="417"/>
                      <a:pt x="1917" y="512"/>
                    </a:cubicBezTo>
                    <a:cubicBezTo>
                      <a:pt x="1917" y="679"/>
                      <a:pt x="1751" y="715"/>
                      <a:pt x="1691" y="750"/>
                    </a:cubicBezTo>
                    <a:cubicBezTo>
                      <a:pt x="1536" y="846"/>
                      <a:pt x="1548" y="1084"/>
                      <a:pt x="1727" y="1155"/>
                    </a:cubicBezTo>
                    <a:cubicBezTo>
                      <a:pt x="1882" y="1215"/>
                      <a:pt x="1882" y="1429"/>
                      <a:pt x="1739" y="1512"/>
                    </a:cubicBezTo>
                    <a:lnTo>
                      <a:pt x="1501" y="1643"/>
                    </a:lnTo>
                    <a:cubicBezTo>
                      <a:pt x="1429" y="1691"/>
                      <a:pt x="1393" y="1798"/>
                      <a:pt x="1441" y="1869"/>
                    </a:cubicBezTo>
                    <a:cubicBezTo>
                      <a:pt x="1474" y="1918"/>
                      <a:pt x="1529" y="1951"/>
                      <a:pt x="1587" y="1951"/>
                    </a:cubicBezTo>
                    <a:cubicBezTo>
                      <a:pt x="1614" y="1951"/>
                      <a:pt x="1641" y="1944"/>
                      <a:pt x="1667" y="1929"/>
                    </a:cubicBezTo>
                    <a:lnTo>
                      <a:pt x="1905" y="1798"/>
                    </a:lnTo>
                    <a:cubicBezTo>
                      <a:pt x="2215" y="1619"/>
                      <a:pt x="2275" y="1203"/>
                      <a:pt x="2001" y="953"/>
                    </a:cubicBezTo>
                    <a:cubicBezTo>
                      <a:pt x="2465" y="679"/>
                      <a:pt x="2275" y="0"/>
                      <a:pt x="175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53"/>
              <p:cNvSpPr/>
              <p:nvPr/>
            </p:nvSpPr>
            <p:spPr>
              <a:xfrm>
                <a:off x="891067" y="3070697"/>
                <a:ext cx="74615" cy="77477"/>
              </a:xfrm>
              <a:custGeom>
                <a:rect b="b" l="l" r="r" t="t"/>
                <a:pathLst>
                  <a:path extrusionOk="0" h="2436" w="2346">
                    <a:moveTo>
                      <a:pt x="534" y="1"/>
                    </a:moveTo>
                    <a:cubicBezTo>
                      <a:pt x="499" y="1"/>
                      <a:pt x="464" y="4"/>
                      <a:pt x="429" y="11"/>
                    </a:cubicBezTo>
                    <a:cubicBezTo>
                      <a:pt x="191" y="71"/>
                      <a:pt x="0" y="273"/>
                      <a:pt x="0" y="523"/>
                    </a:cubicBezTo>
                    <a:cubicBezTo>
                      <a:pt x="0" y="690"/>
                      <a:pt x="72" y="749"/>
                      <a:pt x="203" y="1107"/>
                    </a:cubicBezTo>
                    <a:cubicBezTo>
                      <a:pt x="220" y="1178"/>
                      <a:pt x="284" y="1215"/>
                      <a:pt x="345" y="1215"/>
                    </a:cubicBezTo>
                    <a:cubicBezTo>
                      <a:pt x="366" y="1215"/>
                      <a:pt x="387" y="1211"/>
                      <a:pt x="405" y="1202"/>
                    </a:cubicBezTo>
                    <a:cubicBezTo>
                      <a:pt x="500" y="1166"/>
                      <a:pt x="548" y="1059"/>
                      <a:pt x="500" y="988"/>
                    </a:cubicBezTo>
                    <a:cubicBezTo>
                      <a:pt x="345" y="583"/>
                      <a:pt x="334" y="583"/>
                      <a:pt x="334" y="523"/>
                    </a:cubicBezTo>
                    <a:cubicBezTo>
                      <a:pt x="334" y="416"/>
                      <a:pt x="429" y="333"/>
                      <a:pt x="512" y="333"/>
                    </a:cubicBezTo>
                    <a:cubicBezTo>
                      <a:pt x="584" y="333"/>
                      <a:pt x="679" y="392"/>
                      <a:pt x="703" y="464"/>
                    </a:cubicBezTo>
                    <a:cubicBezTo>
                      <a:pt x="738" y="511"/>
                      <a:pt x="750" y="738"/>
                      <a:pt x="965" y="738"/>
                    </a:cubicBezTo>
                    <a:cubicBezTo>
                      <a:pt x="1036" y="738"/>
                      <a:pt x="1107" y="690"/>
                      <a:pt x="1155" y="618"/>
                    </a:cubicBezTo>
                    <a:cubicBezTo>
                      <a:pt x="1188" y="557"/>
                      <a:pt x="1253" y="527"/>
                      <a:pt x="1318" y="527"/>
                    </a:cubicBezTo>
                    <a:cubicBezTo>
                      <a:pt x="1393" y="527"/>
                      <a:pt x="1469" y="566"/>
                      <a:pt x="1500" y="642"/>
                    </a:cubicBezTo>
                    <a:cubicBezTo>
                      <a:pt x="1977" y="1881"/>
                      <a:pt x="1977" y="1833"/>
                      <a:pt x="1977" y="1892"/>
                    </a:cubicBezTo>
                    <a:cubicBezTo>
                      <a:pt x="1977" y="2018"/>
                      <a:pt x="1874" y="2091"/>
                      <a:pt x="1773" y="2091"/>
                    </a:cubicBezTo>
                    <a:cubicBezTo>
                      <a:pt x="1701" y="2091"/>
                      <a:pt x="1630" y="2055"/>
                      <a:pt x="1596" y="1976"/>
                    </a:cubicBezTo>
                    <a:lnTo>
                      <a:pt x="1536" y="1833"/>
                    </a:lnTo>
                    <a:cubicBezTo>
                      <a:pt x="1498" y="1739"/>
                      <a:pt x="1415" y="1691"/>
                      <a:pt x="1332" y="1691"/>
                    </a:cubicBezTo>
                    <a:cubicBezTo>
                      <a:pt x="1257" y="1691"/>
                      <a:pt x="1183" y="1730"/>
                      <a:pt x="1143" y="1809"/>
                    </a:cubicBezTo>
                    <a:cubicBezTo>
                      <a:pt x="1105" y="1875"/>
                      <a:pt x="1041" y="1908"/>
                      <a:pt x="976" y="1908"/>
                    </a:cubicBezTo>
                    <a:cubicBezTo>
                      <a:pt x="901" y="1908"/>
                      <a:pt x="824" y="1863"/>
                      <a:pt x="786" y="1773"/>
                    </a:cubicBezTo>
                    <a:lnTo>
                      <a:pt x="726" y="1607"/>
                    </a:lnTo>
                    <a:cubicBezTo>
                      <a:pt x="700" y="1546"/>
                      <a:pt x="637" y="1504"/>
                      <a:pt x="577" y="1504"/>
                    </a:cubicBezTo>
                    <a:cubicBezTo>
                      <a:pt x="554" y="1504"/>
                      <a:pt x="532" y="1510"/>
                      <a:pt x="512" y="1523"/>
                    </a:cubicBezTo>
                    <a:cubicBezTo>
                      <a:pt x="429" y="1559"/>
                      <a:pt x="381" y="1654"/>
                      <a:pt x="429" y="1726"/>
                    </a:cubicBezTo>
                    <a:lnTo>
                      <a:pt x="488" y="1892"/>
                    </a:lnTo>
                    <a:cubicBezTo>
                      <a:pt x="574" y="2112"/>
                      <a:pt x="779" y="2244"/>
                      <a:pt x="987" y="2244"/>
                    </a:cubicBezTo>
                    <a:cubicBezTo>
                      <a:pt x="1095" y="2244"/>
                      <a:pt x="1204" y="2208"/>
                      <a:pt x="1298" y="2131"/>
                    </a:cubicBezTo>
                    <a:cubicBezTo>
                      <a:pt x="1390" y="2315"/>
                      <a:pt x="1583" y="2436"/>
                      <a:pt x="1793" y="2436"/>
                    </a:cubicBezTo>
                    <a:cubicBezTo>
                      <a:pt x="1853" y="2436"/>
                      <a:pt x="1915" y="2426"/>
                      <a:pt x="1977" y="2404"/>
                    </a:cubicBezTo>
                    <a:cubicBezTo>
                      <a:pt x="2179" y="2321"/>
                      <a:pt x="2310" y="2119"/>
                      <a:pt x="2310" y="1904"/>
                    </a:cubicBezTo>
                    <a:cubicBezTo>
                      <a:pt x="2346" y="1738"/>
                      <a:pt x="2298" y="1738"/>
                      <a:pt x="1834" y="523"/>
                    </a:cubicBezTo>
                    <a:cubicBezTo>
                      <a:pt x="1757" y="315"/>
                      <a:pt x="1555" y="192"/>
                      <a:pt x="1349" y="192"/>
                    </a:cubicBezTo>
                    <a:cubicBezTo>
                      <a:pt x="1236" y="192"/>
                      <a:pt x="1121" y="229"/>
                      <a:pt x="1024" y="309"/>
                    </a:cubicBezTo>
                    <a:cubicBezTo>
                      <a:pt x="933" y="116"/>
                      <a:pt x="737" y="1"/>
                      <a:pt x="53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53"/>
              <p:cNvSpPr/>
              <p:nvPr/>
            </p:nvSpPr>
            <p:spPr>
              <a:xfrm>
                <a:off x="999745" y="2894720"/>
                <a:ext cx="218310" cy="353290"/>
              </a:xfrm>
              <a:custGeom>
                <a:rect b="b" l="l" r="r" t="t"/>
                <a:pathLst>
                  <a:path extrusionOk="0" h="11108" w="6864">
                    <a:moveTo>
                      <a:pt x="6633" y="1"/>
                    </a:moveTo>
                    <a:cubicBezTo>
                      <a:pt x="6605" y="1"/>
                      <a:pt x="6577" y="7"/>
                      <a:pt x="6549" y="20"/>
                    </a:cubicBezTo>
                    <a:cubicBezTo>
                      <a:pt x="5918" y="282"/>
                      <a:pt x="5299" y="698"/>
                      <a:pt x="4703" y="1246"/>
                    </a:cubicBezTo>
                    <a:cubicBezTo>
                      <a:pt x="4644" y="1306"/>
                      <a:pt x="4620" y="1413"/>
                      <a:pt x="4703" y="1484"/>
                    </a:cubicBezTo>
                    <a:cubicBezTo>
                      <a:pt x="4735" y="1516"/>
                      <a:pt x="4778" y="1538"/>
                      <a:pt x="4824" y="1538"/>
                    </a:cubicBezTo>
                    <a:cubicBezTo>
                      <a:pt x="4862" y="1538"/>
                      <a:pt x="4903" y="1523"/>
                      <a:pt x="4941" y="1484"/>
                    </a:cubicBezTo>
                    <a:cubicBezTo>
                      <a:pt x="5430" y="1032"/>
                      <a:pt x="5918" y="675"/>
                      <a:pt x="6442" y="413"/>
                    </a:cubicBezTo>
                    <a:lnTo>
                      <a:pt x="6442" y="413"/>
                    </a:lnTo>
                    <a:cubicBezTo>
                      <a:pt x="6084" y="1579"/>
                      <a:pt x="5299" y="2603"/>
                      <a:pt x="4429" y="3449"/>
                    </a:cubicBezTo>
                    <a:cubicBezTo>
                      <a:pt x="4413" y="3444"/>
                      <a:pt x="4397" y="3442"/>
                      <a:pt x="4382" y="3442"/>
                    </a:cubicBezTo>
                    <a:cubicBezTo>
                      <a:pt x="4269" y="3442"/>
                      <a:pt x="4172" y="3548"/>
                      <a:pt x="4203" y="3663"/>
                    </a:cubicBezTo>
                    <a:cubicBezTo>
                      <a:pt x="4108" y="3746"/>
                      <a:pt x="4013" y="3842"/>
                      <a:pt x="3929" y="3913"/>
                    </a:cubicBezTo>
                    <a:cubicBezTo>
                      <a:pt x="3786" y="3711"/>
                      <a:pt x="3572" y="3508"/>
                      <a:pt x="3358" y="3425"/>
                    </a:cubicBezTo>
                    <a:cubicBezTo>
                      <a:pt x="3417" y="3330"/>
                      <a:pt x="3489" y="3234"/>
                      <a:pt x="3548" y="3115"/>
                    </a:cubicBezTo>
                    <a:cubicBezTo>
                      <a:pt x="3727" y="3258"/>
                      <a:pt x="3763" y="3318"/>
                      <a:pt x="3870" y="3318"/>
                    </a:cubicBezTo>
                    <a:cubicBezTo>
                      <a:pt x="4013" y="3318"/>
                      <a:pt x="4084" y="3127"/>
                      <a:pt x="3965" y="3020"/>
                    </a:cubicBezTo>
                    <a:lnTo>
                      <a:pt x="3751" y="2830"/>
                    </a:lnTo>
                    <a:cubicBezTo>
                      <a:pt x="3786" y="2758"/>
                      <a:pt x="3775" y="2782"/>
                      <a:pt x="3810" y="2734"/>
                    </a:cubicBezTo>
                    <a:cubicBezTo>
                      <a:pt x="3810" y="2734"/>
                      <a:pt x="3941" y="2544"/>
                      <a:pt x="3953" y="2544"/>
                    </a:cubicBezTo>
                    <a:lnTo>
                      <a:pt x="4358" y="2889"/>
                    </a:lnTo>
                    <a:cubicBezTo>
                      <a:pt x="4390" y="2916"/>
                      <a:pt x="4430" y="2928"/>
                      <a:pt x="4469" y="2928"/>
                    </a:cubicBezTo>
                    <a:cubicBezTo>
                      <a:pt x="4516" y="2928"/>
                      <a:pt x="4563" y="2910"/>
                      <a:pt x="4596" y="2877"/>
                    </a:cubicBezTo>
                    <a:cubicBezTo>
                      <a:pt x="4656" y="2794"/>
                      <a:pt x="4644" y="2699"/>
                      <a:pt x="4584" y="2639"/>
                    </a:cubicBezTo>
                    <a:lnTo>
                      <a:pt x="4167" y="2282"/>
                    </a:lnTo>
                    <a:cubicBezTo>
                      <a:pt x="4263" y="2139"/>
                      <a:pt x="4370" y="2020"/>
                      <a:pt x="4489" y="1901"/>
                    </a:cubicBezTo>
                    <a:cubicBezTo>
                      <a:pt x="4548" y="1830"/>
                      <a:pt x="4548" y="1722"/>
                      <a:pt x="4477" y="1663"/>
                    </a:cubicBezTo>
                    <a:cubicBezTo>
                      <a:pt x="4444" y="1636"/>
                      <a:pt x="4404" y="1621"/>
                      <a:pt x="4364" y="1621"/>
                    </a:cubicBezTo>
                    <a:cubicBezTo>
                      <a:pt x="4317" y="1621"/>
                      <a:pt x="4271" y="1641"/>
                      <a:pt x="4239" y="1687"/>
                    </a:cubicBezTo>
                    <a:cubicBezTo>
                      <a:pt x="4001" y="1937"/>
                      <a:pt x="3775" y="2222"/>
                      <a:pt x="3536" y="2532"/>
                    </a:cubicBezTo>
                    <a:cubicBezTo>
                      <a:pt x="3536" y="2532"/>
                      <a:pt x="3310" y="2830"/>
                      <a:pt x="3013" y="3306"/>
                    </a:cubicBezTo>
                    <a:cubicBezTo>
                      <a:pt x="2985" y="3304"/>
                      <a:pt x="2957" y="3303"/>
                      <a:pt x="2929" y="3303"/>
                    </a:cubicBezTo>
                    <a:cubicBezTo>
                      <a:pt x="2484" y="3303"/>
                      <a:pt x="2071" y="3569"/>
                      <a:pt x="1858" y="3973"/>
                    </a:cubicBezTo>
                    <a:cubicBezTo>
                      <a:pt x="1762" y="4151"/>
                      <a:pt x="1750" y="4330"/>
                      <a:pt x="1679" y="4449"/>
                    </a:cubicBezTo>
                    <a:cubicBezTo>
                      <a:pt x="1608" y="4568"/>
                      <a:pt x="1500" y="4687"/>
                      <a:pt x="1346" y="4770"/>
                    </a:cubicBezTo>
                    <a:cubicBezTo>
                      <a:pt x="1191" y="4866"/>
                      <a:pt x="1024" y="4913"/>
                      <a:pt x="846" y="4961"/>
                    </a:cubicBezTo>
                    <a:cubicBezTo>
                      <a:pt x="786" y="4973"/>
                      <a:pt x="679" y="5008"/>
                      <a:pt x="572" y="5020"/>
                    </a:cubicBezTo>
                    <a:cubicBezTo>
                      <a:pt x="369" y="5056"/>
                      <a:pt x="274" y="5330"/>
                      <a:pt x="441" y="5485"/>
                    </a:cubicBezTo>
                    <a:cubicBezTo>
                      <a:pt x="560" y="5580"/>
                      <a:pt x="679" y="5687"/>
                      <a:pt x="810" y="5759"/>
                    </a:cubicBezTo>
                    <a:cubicBezTo>
                      <a:pt x="838" y="5775"/>
                      <a:pt x="868" y="5783"/>
                      <a:pt x="897" y="5783"/>
                    </a:cubicBezTo>
                    <a:cubicBezTo>
                      <a:pt x="953" y="5783"/>
                      <a:pt x="1005" y="5754"/>
                      <a:pt x="1036" y="5699"/>
                    </a:cubicBezTo>
                    <a:cubicBezTo>
                      <a:pt x="1084" y="5628"/>
                      <a:pt x="1048" y="5520"/>
                      <a:pt x="977" y="5485"/>
                    </a:cubicBezTo>
                    <a:cubicBezTo>
                      <a:pt x="905" y="5437"/>
                      <a:pt x="834" y="5378"/>
                      <a:pt x="750" y="5318"/>
                    </a:cubicBezTo>
                    <a:cubicBezTo>
                      <a:pt x="1250" y="5199"/>
                      <a:pt x="1679" y="5044"/>
                      <a:pt x="1941" y="4616"/>
                    </a:cubicBezTo>
                    <a:cubicBezTo>
                      <a:pt x="2048" y="4437"/>
                      <a:pt x="2084" y="4246"/>
                      <a:pt x="2143" y="4116"/>
                    </a:cubicBezTo>
                    <a:cubicBezTo>
                      <a:pt x="2278" y="3831"/>
                      <a:pt x="2583" y="3626"/>
                      <a:pt x="2911" y="3626"/>
                    </a:cubicBezTo>
                    <a:cubicBezTo>
                      <a:pt x="3105" y="3626"/>
                      <a:pt x="3308" y="3698"/>
                      <a:pt x="3489" y="3865"/>
                    </a:cubicBezTo>
                    <a:cubicBezTo>
                      <a:pt x="3929" y="4270"/>
                      <a:pt x="3786" y="4985"/>
                      <a:pt x="3239" y="5330"/>
                    </a:cubicBezTo>
                    <a:cubicBezTo>
                      <a:pt x="2867" y="5559"/>
                      <a:pt x="2374" y="5719"/>
                      <a:pt x="1899" y="5719"/>
                    </a:cubicBezTo>
                    <a:cubicBezTo>
                      <a:pt x="1780" y="5719"/>
                      <a:pt x="1662" y="5709"/>
                      <a:pt x="1548" y="5687"/>
                    </a:cubicBezTo>
                    <a:cubicBezTo>
                      <a:pt x="1540" y="5686"/>
                      <a:pt x="1532" y="5686"/>
                      <a:pt x="1524" y="5686"/>
                    </a:cubicBezTo>
                    <a:cubicBezTo>
                      <a:pt x="1439" y="5686"/>
                      <a:pt x="1367" y="5742"/>
                      <a:pt x="1346" y="5818"/>
                    </a:cubicBezTo>
                    <a:cubicBezTo>
                      <a:pt x="1334" y="5913"/>
                      <a:pt x="1393" y="5997"/>
                      <a:pt x="1489" y="6009"/>
                    </a:cubicBezTo>
                    <a:cubicBezTo>
                      <a:pt x="1628" y="6035"/>
                      <a:pt x="1767" y="6048"/>
                      <a:pt x="1907" y="6048"/>
                    </a:cubicBezTo>
                    <a:cubicBezTo>
                      <a:pt x="2077" y="6048"/>
                      <a:pt x="2247" y="6029"/>
                      <a:pt x="2417" y="5997"/>
                    </a:cubicBezTo>
                    <a:cubicBezTo>
                      <a:pt x="2465" y="6937"/>
                      <a:pt x="3096" y="7675"/>
                      <a:pt x="3906" y="8033"/>
                    </a:cubicBezTo>
                    <a:cubicBezTo>
                      <a:pt x="4298" y="8199"/>
                      <a:pt x="4548" y="8592"/>
                      <a:pt x="4548" y="9009"/>
                    </a:cubicBezTo>
                    <a:cubicBezTo>
                      <a:pt x="4548" y="9342"/>
                      <a:pt x="4370" y="9580"/>
                      <a:pt x="4370" y="9580"/>
                    </a:cubicBezTo>
                    <a:cubicBezTo>
                      <a:pt x="3673" y="10434"/>
                      <a:pt x="2786" y="10777"/>
                      <a:pt x="1813" y="10777"/>
                    </a:cubicBezTo>
                    <a:cubicBezTo>
                      <a:pt x="1307" y="10777"/>
                      <a:pt x="777" y="10684"/>
                      <a:pt x="238" y="10521"/>
                    </a:cubicBezTo>
                    <a:cubicBezTo>
                      <a:pt x="224" y="10517"/>
                      <a:pt x="210" y="10516"/>
                      <a:pt x="196" y="10516"/>
                    </a:cubicBezTo>
                    <a:cubicBezTo>
                      <a:pt x="119" y="10516"/>
                      <a:pt x="54" y="10568"/>
                      <a:pt x="24" y="10628"/>
                    </a:cubicBezTo>
                    <a:cubicBezTo>
                      <a:pt x="0" y="10712"/>
                      <a:pt x="60" y="10807"/>
                      <a:pt x="131" y="10831"/>
                    </a:cubicBezTo>
                    <a:cubicBezTo>
                      <a:pt x="707" y="11009"/>
                      <a:pt x="1272" y="11107"/>
                      <a:pt x="1811" y="11107"/>
                    </a:cubicBezTo>
                    <a:cubicBezTo>
                      <a:pt x="2890" y="11107"/>
                      <a:pt x="3866" y="10716"/>
                      <a:pt x="4620" y="9795"/>
                    </a:cubicBezTo>
                    <a:cubicBezTo>
                      <a:pt x="4620" y="9783"/>
                      <a:pt x="4644" y="9783"/>
                      <a:pt x="4644" y="9759"/>
                    </a:cubicBezTo>
                    <a:cubicBezTo>
                      <a:pt x="5120" y="9045"/>
                      <a:pt x="4834" y="8068"/>
                      <a:pt x="4048" y="7723"/>
                    </a:cubicBezTo>
                    <a:cubicBezTo>
                      <a:pt x="3310" y="7414"/>
                      <a:pt x="2763" y="6747"/>
                      <a:pt x="2751" y="5913"/>
                    </a:cubicBezTo>
                    <a:cubicBezTo>
                      <a:pt x="3132" y="5794"/>
                      <a:pt x="3405" y="5628"/>
                      <a:pt x="3417" y="5616"/>
                    </a:cubicBezTo>
                    <a:cubicBezTo>
                      <a:pt x="3953" y="5282"/>
                      <a:pt x="4179" y="4687"/>
                      <a:pt x="4060" y="4187"/>
                    </a:cubicBezTo>
                    <a:cubicBezTo>
                      <a:pt x="5251" y="3234"/>
                      <a:pt x="6430" y="1818"/>
                      <a:pt x="6834" y="258"/>
                    </a:cubicBezTo>
                    <a:cubicBezTo>
                      <a:pt x="6864" y="121"/>
                      <a:pt x="6757" y="1"/>
                      <a:pt x="663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42" name="Google Shape;3242;p53"/>
            <p:cNvSpPr txBox="1"/>
            <p:nvPr/>
          </p:nvSpPr>
          <p:spPr>
            <a:xfrm>
              <a:off x="534050" y="2970325"/>
              <a:ext cx="1765500" cy="80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EXPERTISE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Mockups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Graphics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Layouts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43" name="Google Shape;3243;p53"/>
            <p:cNvSpPr txBox="1"/>
            <p:nvPr/>
          </p:nvSpPr>
          <p:spPr>
            <a:xfrm>
              <a:off x="6844450" y="2970325"/>
              <a:ext cx="1765500" cy="8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EXPERTISE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Wireframes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Prototypes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Research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3244" name="Google Shape;3244;p53"/>
          <p:cNvGrpSpPr/>
          <p:nvPr/>
        </p:nvGrpSpPr>
        <p:grpSpPr>
          <a:xfrm>
            <a:off x="534050" y="3772850"/>
            <a:ext cx="8075900" cy="883500"/>
            <a:chOff x="534050" y="3772850"/>
            <a:chExt cx="8075900" cy="883500"/>
          </a:xfrm>
        </p:grpSpPr>
        <p:grpSp>
          <p:nvGrpSpPr>
            <p:cNvPr id="3245" name="Google Shape;3245;p53"/>
            <p:cNvGrpSpPr/>
            <p:nvPr/>
          </p:nvGrpSpPr>
          <p:grpSpPr>
            <a:xfrm>
              <a:off x="2434452" y="3854008"/>
              <a:ext cx="278739" cy="339073"/>
              <a:chOff x="1768821" y="3361108"/>
              <a:chExt cx="278739" cy="339073"/>
            </a:xfrm>
          </p:grpSpPr>
          <p:sp>
            <p:nvSpPr>
              <p:cNvPr id="3246" name="Google Shape;3246;p53"/>
              <p:cNvSpPr/>
              <p:nvPr/>
            </p:nvSpPr>
            <p:spPr>
              <a:xfrm>
                <a:off x="1784374" y="3549744"/>
                <a:ext cx="32218" cy="21564"/>
              </a:xfrm>
              <a:custGeom>
                <a:rect b="b" l="l" r="r" t="t"/>
                <a:pathLst>
                  <a:path extrusionOk="0" h="678" w="1013">
                    <a:moveTo>
                      <a:pt x="830" y="1"/>
                    </a:moveTo>
                    <a:cubicBezTo>
                      <a:pt x="804" y="1"/>
                      <a:pt x="776" y="8"/>
                      <a:pt x="750" y="23"/>
                    </a:cubicBezTo>
                    <a:lnTo>
                      <a:pt x="143" y="380"/>
                    </a:lnTo>
                    <a:cubicBezTo>
                      <a:pt x="0" y="451"/>
                      <a:pt x="48" y="677"/>
                      <a:pt x="214" y="677"/>
                    </a:cubicBezTo>
                    <a:cubicBezTo>
                      <a:pt x="238" y="677"/>
                      <a:pt x="274" y="677"/>
                      <a:pt x="286" y="665"/>
                    </a:cubicBezTo>
                    <a:lnTo>
                      <a:pt x="893" y="308"/>
                    </a:lnTo>
                    <a:cubicBezTo>
                      <a:pt x="1000" y="261"/>
                      <a:pt x="1012" y="154"/>
                      <a:pt x="976" y="82"/>
                    </a:cubicBezTo>
                    <a:cubicBezTo>
                      <a:pt x="944" y="33"/>
                      <a:pt x="889" y="1"/>
                      <a:pt x="83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53"/>
              <p:cNvSpPr/>
              <p:nvPr/>
            </p:nvSpPr>
            <p:spPr>
              <a:xfrm>
                <a:off x="1998326" y="3551652"/>
                <a:ext cx="32218" cy="21532"/>
              </a:xfrm>
              <a:custGeom>
                <a:rect b="b" l="l" r="r" t="t"/>
                <a:pathLst>
                  <a:path extrusionOk="0" h="677" w="1013">
                    <a:moveTo>
                      <a:pt x="199" y="0"/>
                    </a:moveTo>
                    <a:cubicBezTo>
                      <a:pt x="141" y="0"/>
                      <a:pt x="80" y="33"/>
                      <a:pt x="48" y="82"/>
                    </a:cubicBezTo>
                    <a:cubicBezTo>
                      <a:pt x="0" y="153"/>
                      <a:pt x="36" y="260"/>
                      <a:pt x="107" y="308"/>
                    </a:cubicBezTo>
                    <a:cubicBezTo>
                      <a:pt x="726" y="665"/>
                      <a:pt x="714" y="677"/>
                      <a:pt x="810" y="677"/>
                    </a:cubicBezTo>
                    <a:cubicBezTo>
                      <a:pt x="953" y="677"/>
                      <a:pt x="1012" y="451"/>
                      <a:pt x="881" y="379"/>
                    </a:cubicBezTo>
                    <a:lnTo>
                      <a:pt x="274" y="22"/>
                    </a:lnTo>
                    <a:cubicBezTo>
                      <a:pt x="251" y="7"/>
                      <a:pt x="226" y="0"/>
                      <a:pt x="19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8" name="Google Shape;3248;p53"/>
              <p:cNvSpPr/>
              <p:nvPr/>
            </p:nvSpPr>
            <p:spPr>
              <a:xfrm>
                <a:off x="1826007" y="3466383"/>
                <a:ext cx="142041" cy="233799"/>
              </a:xfrm>
              <a:custGeom>
                <a:rect b="b" l="l" r="r" t="t"/>
                <a:pathLst>
                  <a:path extrusionOk="0" h="7351" w="4466">
                    <a:moveTo>
                      <a:pt x="1715" y="346"/>
                    </a:moveTo>
                    <a:cubicBezTo>
                      <a:pt x="1882" y="346"/>
                      <a:pt x="2013" y="489"/>
                      <a:pt x="2013" y="643"/>
                    </a:cubicBezTo>
                    <a:lnTo>
                      <a:pt x="2013" y="941"/>
                    </a:lnTo>
                    <a:lnTo>
                      <a:pt x="1668" y="941"/>
                    </a:lnTo>
                    <a:cubicBezTo>
                      <a:pt x="1501" y="941"/>
                      <a:pt x="1370" y="810"/>
                      <a:pt x="1370" y="643"/>
                    </a:cubicBezTo>
                    <a:cubicBezTo>
                      <a:pt x="1370" y="489"/>
                      <a:pt x="1501" y="346"/>
                      <a:pt x="1668" y="346"/>
                    </a:cubicBezTo>
                    <a:close/>
                    <a:moveTo>
                      <a:pt x="3573" y="346"/>
                    </a:moveTo>
                    <a:cubicBezTo>
                      <a:pt x="3739" y="346"/>
                      <a:pt x="3870" y="489"/>
                      <a:pt x="3870" y="643"/>
                    </a:cubicBezTo>
                    <a:cubicBezTo>
                      <a:pt x="3870" y="810"/>
                      <a:pt x="3739" y="941"/>
                      <a:pt x="3573" y="941"/>
                    </a:cubicBezTo>
                    <a:lnTo>
                      <a:pt x="3239" y="941"/>
                    </a:lnTo>
                    <a:lnTo>
                      <a:pt x="3239" y="643"/>
                    </a:lnTo>
                    <a:cubicBezTo>
                      <a:pt x="3239" y="489"/>
                      <a:pt x="3370" y="346"/>
                      <a:pt x="3537" y="346"/>
                    </a:cubicBezTo>
                    <a:close/>
                    <a:moveTo>
                      <a:pt x="3727" y="4370"/>
                    </a:moveTo>
                    <a:lnTo>
                      <a:pt x="3727" y="5049"/>
                    </a:lnTo>
                    <a:lnTo>
                      <a:pt x="1513" y="5049"/>
                    </a:lnTo>
                    <a:lnTo>
                      <a:pt x="1513" y="4370"/>
                    </a:lnTo>
                    <a:close/>
                    <a:moveTo>
                      <a:pt x="3739" y="5370"/>
                    </a:moveTo>
                    <a:lnTo>
                      <a:pt x="3739" y="5799"/>
                    </a:lnTo>
                    <a:lnTo>
                      <a:pt x="3727" y="5799"/>
                    </a:lnTo>
                    <a:cubicBezTo>
                      <a:pt x="3727" y="5930"/>
                      <a:pt x="3620" y="6037"/>
                      <a:pt x="3489" y="6037"/>
                    </a:cubicBezTo>
                    <a:lnTo>
                      <a:pt x="1763" y="6037"/>
                    </a:lnTo>
                    <a:cubicBezTo>
                      <a:pt x="1620" y="6037"/>
                      <a:pt x="1525" y="5930"/>
                      <a:pt x="1525" y="5799"/>
                    </a:cubicBezTo>
                    <a:lnTo>
                      <a:pt x="1525" y="5370"/>
                    </a:lnTo>
                    <a:close/>
                    <a:moveTo>
                      <a:pt x="1656" y="0"/>
                    </a:moveTo>
                    <a:cubicBezTo>
                      <a:pt x="1310" y="0"/>
                      <a:pt x="1037" y="286"/>
                      <a:pt x="1037" y="631"/>
                    </a:cubicBezTo>
                    <a:cubicBezTo>
                      <a:pt x="1037" y="977"/>
                      <a:pt x="1310" y="1262"/>
                      <a:pt x="1656" y="1262"/>
                    </a:cubicBezTo>
                    <a:lnTo>
                      <a:pt x="2001" y="1262"/>
                    </a:lnTo>
                    <a:lnTo>
                      <a:pt x="2001" y="2548"/>
                    </a:lnTo>
                    <a:cubicBezTo>
                      <a:pt x="2001" y="2644"/>
                      <a:pt x="2072" y="2715"/>
                      <a:pt x="2168" y="2715"/>
                    </a:cubicBezTo>
                    <a:cubicBezTo>
                      <a:pt x="2251" y="2715"/>
                      <a:pt x="2322" y="2644"/>
                      <a:pt x="2322" y="2548"/>
                    </a:cubicBezTo>
                    <a:lnTo>
                      <a:pt x="2322" y="1262"/>
                    </a:lnTo>
                    <a:lnTo>
                      <a:pt x="2906" y="1262"/>
                    </a:lnTo>
                    <a:lnTo>
                      <a:pt x="2906" y="4037"/>
                    </a:lnTo>
                    <a:lnTo>
                      <a:pt x="2322" y="4037"/>
                    </a:lnTo>
                    <a:lnTo>
                      <a:pt x="2322" y="3191"/>
                    </a:lnTo>
                    <a:cubicBezTo>
                      <a:pt x="2322" y="3108"/>
                      <a:pt x="2251" y="3025"/>
                      <a:pt x="2168" y="3025"/>
                    </a:cubicBezTo>
                    <a:cubicBezTo>
                      <a:pt x="2072" y="3025"/>
                      <a:pt x="2001" y="3108"/>
                      <a:pt x="2001" y="3191"/>
                    </a:cubicBezTo>
                    <a:lnTo>
                      <a:pt x="2001" y="4060"/>
                    </a:lnTo>
                    <a:lnTo>
                      <a:pt x="1513" y="4060"/>
                    </a:lnTo>
                    <a:cubicBezTo>
                      <a:pt x="1489" y="3596"/>
                      <a:pt x="1298" y="3167"/>
                      <a:pt x="941" y="2846"/>
                    </a:cubicBezTo>
                    <a:cubicBezTo>
                      <a:pt x="679" y="2608"/>
                      <a:pt x="465" y="2310"/>
                      <a:pt x="334" y="1989"/>
                    </a:cubicBezTo>
                    <a:cubicBezTo>
                      <a:pt x="305" y="1930"/>
                      <a:pt x="235" y="1887"/>
                      <a:pt x="165" y="1887"/>
                    </a:cubicBezTo>
                    <a:cubicBezTo>
                      <a:pt x="150" y="1887"/>
                      <a:pt x="135" y="1889"/>
                      <a:pt x="120" y="1893"/>
                    </a:cubicBezTo>
                    <a:cubicBezTo>
                      <a:pt x="48" y="1929"/>
                      <a:pt x="1" y="2036"/>
                      <a:pt x="36" y="2108"/>
                    </a:cubicBezTo>
                    <a:cubicBezTo>
                      <a:pt x="179" y="2477"/>
                      <a:pt x="417" y="2810"/>
                      <a:pt x="715" y="3084"/>
                    </a:cubicBezTo>
                    <a:cubicBezTo>
                      <a:pt x="1001" y="3358"/>
                      <a:pt x="1179" y="3727"/>
                      <a:pt x="1179" y="4120"/>
                    </a:cubicBezTo>
                    <a:lnTo>
                      <a:pt x="1179" y="5823"/>
                    </a:lnTo>
                    <a:cubicBezTo>
                      <a:pt x="1179" y="6096"/>
                      <a:pt x="1358" y="6311"/>
                      <a:pt x="1608" y="6382"/>
                    </a:cubicBezTo>
                    <a:cubicBezTo>
                      <a:pt x="1608" y="6513"/>
                      <a:pt x="1644" y="6644"/>
                      <a:pt x="1703" y="6775"/>
                    </a:cubicBezTo>
                    <a:cubicBezTo>
                      <a:pt x="1738" y="6837"/>
                      <a:pt x="1793" y="6872"/>
                      <a:pt x="1848" y="6872"/>
                    </a:cubicBezTo>
                    <a:cubicBezTo>
                      <a:pt x="1868" y="6872"/>
                      <a:pt x="1887" y="6868"/>
                      <a:pt x="1906" y="6858"/>
                    </a:cubicBezTo>
                    <a:cubicBezTo>
                      <a:pt x="1989" y="6811"/>
                      <a:pt x="2025" y="6715"/>
                      <a:pt x="1989" y="6644"/>
                    </a:cubicBezTo>
                    <a:cubicBezTo>
                      <a:pt x="1953" y="6573"/>
                      <a:pt x="1930" y="6477"/>
                      <a:pt x="1930" y="6394"/>
                    </a:cubicBezTo>
                    <a:lnTo>
                      <a:pt x="3263" y="6394"/>
                    </a:lnTo>
                    <a:cubicBezTo>
                      <a:pt x="3243" y="6759"/>
                      <a:pt x="2922" y="7025"/>
                      <a:pt x="2575" y="7025"/>
                    </a:cubicBezTo>
                    <a:cubicBezTo>
                      <a:pt x="2503" y="7025"/>
                      <a:pt x="2430" y="7014"/>
                      <a:pt x="2358" y="6989"/>
                    </a:cubicBezTo>
                    <a:cubicBezTo>
                      <a:pt x="2336" y="6981"/>
                      <a:pt x="2314" y="6977"/>
                      <a:pt x="2294" y="6977"/>
                    </a:cubicBezTo>
                    <a:cubicBezTo>
                      <a:pt x="2227" y="6977"/>
                      <a:pt x="2171" y="7018"/>
                      <a:pt x="2144" y="7073"/>
                    </a:cubicBezTo>
                    <a:cubicBezTo>
                      <a:pt x="2120" y="7168"/>
                      <a:pt x="2168" y="7251"/>
                      <a:pt x="2239" y="7287"/>
                    </a:cubicBezTo>
                    <a:cubicBezTo>
                      <a:pt x="2356" y="7330"/>
                      <a:pt x="2473" y="7350"/>
                      <a:pt x="2588" y="7350"/>
                    </a:cubicBezTo>
                    <a:cubicBezTo>
                      <a:pt x="3106" y="7350"/>
                      <a:pt x="3563" y="6940"/>
                      <a:pt x="3573" y="6394"/>
                    </a:cubicBezTo>
                    <a:cubicBezTo>
                      <a:pt x="3835" y="6334"/>
                      <a:pt x="4013" y="6108"/>
                      <a:pt x="4013" y="5846"/>
                    </a:cubicBezTo>
                    <a:lnTo>
                      <a:pt x="4013" y="4156"/>
                    </a:lnTo>
                    <a:cubicBezTo>
                      <a:pt x="4013" y="3798"/>
                      <a:pt x="4144" y="3465"/>
                      <a:pt x="4370" y="3203"/>
                    </a:cubicBezTo>
                    <a:cubicBezTo>
                      <a:pt x="4466" y="3108"/>
                      <a:pt x="4454" y="3001"/>
                      <a:pt x="4394" y="2941"/>
                    </a:cubicBezTo>
                    <a:cubicBezTo>
                      <a:pt x="4366" y="2913"/>
                      <a:pt x="4326" y="2898"/>
                      <a:pt x="4287" y="2898"/>
                    </a:cubicBezTo>
                    <a:cubicBezTo>
                      <a:pt x="4243" y="2898"/>
                      <a:pt x="4199" y="2916"/>
                      <a:pt x="4168" y="2953"/>
                    </a:cubicBezTo>
                    <a:cubicBezTo>
                      <a:pt x="3906" y="3251"/>
                      <a:pt x="3739" y="3644"/>
                      <a:pt x="3727" y="4060"/>
                    </a:cubicBezTo>
                    <a:lnTo>
                      <a:pt x="3239" y="4060"/>
                    </a:lnTo>
                    <a:lnTo>
                      <a:pt x="3239" y="1262"/>
                    </a:lnTo>
                    <a:lnTo>
                      <a:pt x="3573" y="1262"/>
                    </a:lnTo>
                    <a:cubicBezTo>
                      <a:pt x="3918" y="1262"/>
                      <a:pt x="4204" y="977"/>
                      <a:pt x="4204" y="631"/>
                    </a:cubicBezTo>
                    <a:cubicBezTo>
                      <a:pt x="4204" y="286"/>
                      <a:pt x="3918" y="0"/>
                      <a:pt x="3573" y="0"/>
                    </a:cubicBezTo>
                    <a:lnTo>
                      <a:pt x="3537" y="0"/>
                    </a:lnTo>
                    <a:cubicBezTo>
                      <a:pt x="3192" y="0"/>
                      <a:pt x="2906" y="286"/>
                      <a:pt x="2906" y="631"/>
                    </a:cubicBezTo>
                    <a:lnTo>
                      <a:pt x="2906" y="929"/>
                    </a:lnTo>
                    <a:lnTo>
                      <a:pt x="2322" y="929"/>
                    </a:lnTo>
                    <a:lnTo>
                      <a:pt x="2322" y="631"/>
                    </a:lnTo>
                    <a:cubicBezTo>
                      <a:pt x="2322" y="286"/>
                      <a:pt x="2049" y="0"/>
                      <a:pt x="170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9" name="Google Shape;3249;p53"/>
              <p:cNvSpPr/>
              <p:nvPr/>
            </p:nvSpPr>
            <p:spPr>
              <a:xfrm>
                <a:off x="1820345" y="3409706"/>
                <a:ext cx="177631" cy="144236"/>
              </a:xfrm>
              <a:custGeom>
                <a:rect b="b" l="l" r="r" t="t"/>
                <a:pathLst>
                  <a:path extrusionOk="0" h="4535" w="5585">
                    <a:moveTo>
                      <a:pt x="2818" y="1"/>
                    </a:moveTo>
                    <a:cubicBezTo>
                      <a:pt x="1382" y="1"/>
                      <a:pt x="0" y="1113"/>
                      <a:pt x="0" y="2782"/>
                    </a:cubicBezTo>
                    <a:cubicBezTo>
                      <a:pt x="0" y="2937"/>
                      <a:pt x="24" y="3080"/>
                      <a:pt x="36" y="3223"/>
                    </a:cubicBezTo>
                    <a:cubicBezTo>
                      <a:pt x="47" y="3299"/>
                      <a:pt x="107" y="3355"/>
                      <a:pt x="190" y="3355"/>
                    </a:cubicBezTo>
                    <a:cubicBezTo>
                      <a:pt x="198" y="3355"/>
                      <a:pt x="206" y="3355"/>
                      <a:pt x="214" y="3354"/>
                    </a:cubicBezTo>
                    <a:cubicBezTo>
                      <a:pt x="298" y="3342"/>
                      <a:pt x="357" y="3259"/>
                      <a:pt x="345" y="3175"/>
                    </a:cubicBezTo>
                    <a:cubicBezTo>
                      <a:pt x="333" y="3044"/>
                      <a:pt x="310" y="2925"/>
                      <a:pt x="310" y="2782"/>
                    </a:cubicBezTo>
                    <a:cubicBezTo>
                      <a:pt x="310" y="1416"/>
                      <a:pt x="1429" y="318"/>
                      <a:pt x="2779" y="318"/>
                    </a:cubicBezTo>
                    <a:cubicBezTo>
                      <a:pt x="2793" y="318"/>
                      <a:pt x="2807" y="318"/>
                      <a:pt x="2822" y="318"/>
                    </a:cubicBezTo>
                    <a:cubicBezTo>
                      <a:pt x="4143" y="330"/>
                      <a:pt x="5227" y="1437"/>
                      <a:pt x="5239" y="2759"/>
                    </a:cubicBezTo>
                    <a:lnTo>
                      <a:pt x="5239" y="2782"/>
                    </a:lnTo>
                    <a:cubicBezTo>
                      <a:pt x="5239" y="3318"/>
                      <a:pt x="5060" y="3842"/>
                      <a:pt x="4751" y="4271"/>
                    </a:cubicBezTo>
                    <a:cubicBezTo>
                      <a:pt x="4691" y="4354"/>
                      <a:pt x="4703" y="4437"/>
                      <a:pt x="4775" y="4497"/>
                    </a:cubicBezTo>
                    <a:cubicBezTo>
                      <a:pt x="4809" y="4522"/>
                      <a:pt x="4844" y="4534"/>
                      <a:pt x="4877" y="4534"/>
                    </a:cubicBezTo>
                    <a:cubicBezTo>
                      <a:pt x="4923" y="4534"/>
                      <a:pt x="4966" y="4510"/>
                      <a:pt x="5001" y="4461"/>
                    </a:cubicBezTo>
                    <a:cubicBezTo>
                      <a:pt x="5370" y="3973"/>
                      <a:pt x="5572" y="3390"/>
                      <a:pt x="5572" y="2782"/>
                    </a:cubicBezTo>
                    <a:cubicBezTo>
                      <a:pt x="5584" y="2782"/>
                      <a:pt x="5584" y="2771"/>
                      <a:pt x="5584" y="2759"/>
                    </a:cubicBezTo>
                    <a:cubicBezTo>
                      <a:pt x="5572" y="2032"/>
                      <a:pt x="5286" y="1342"/>
                      <a:pt x="4763" y="818"/>
                    </a:cubicBezTo>
                    <a:cubicBezTo>
                      <a:pt x="4198" y="253"/>
                      <a:pt x="3502" y="1"/>
                      <a:pt x="281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0" name="Google Shape;3250;p53"/>
              <p:cNvSpPr/>
              <p:nvPr/>
            </p:nvSpPr>
            <p:spPr>
              <a:xfrm>
                <a:off x="1904406" y="3361108"/>
                <a:ext cx="10241" cy="32982"/>
              </a:xfrm>
              <a:custGeom>
                <a:rect b="b" l="l" r="r" t="t"/>
                <a:pathLst>
                  <a:path extrusionOk="0" h="1037" w="322">
                    <a:moveTo>
                      <a:pt x="155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870"/>
                    </a:lnTo>
                    <a:cubicBezTo>
                      <a:pt x="0" y="965"/>
                      <a:pt x="72" y="1036"/>
                      <a:pt x="155" y="1036"/>
                    </a:cubicBezTo>
                    <a:cubicBezTo>
                      <a:pt x="250" y="1036"/>
                      <a:pt x="322" y="965"/>
                      <a:pt x="322" y="870"/>
                    </a:cubicBezTo>
                    <a:lnTo>
                      <a:pt x="322" y="167"/>
                    </a:lnTo>
                    <a:cubicBezTo>
                      <a:pt x="310" y="60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53"/>
              <p:cNvSpPr/>
              <p:nvPr/>
            </p:nvSpPr>
            <p:spPr>
              <a:xfrm>
                <a:off x="1836248" y="3378219"/>
                <a:ext cx="23504" cy="29865"/>
              </a:xfrm>
              <a:custGeom>
                <a:rect b="b" l="l" r="r" t="t"/>
                <a:pathLst>
                  <a:path extrusionOk="0" h="939" w="739">
                    <a:moveTo>
                      <a:pt x="181" y="0"/>
                    </a:moveTo>
                    <a:cubicBezTo>
                      <a:pt x="154" y="0"/>
                      <a:pt x="125" y="7"/>
                      <a:pt x="95" y="22"/>
                    </a:cubicBezTo>
                    <a:cubicBezTo>
                      <a:pt x="24" y="70"/>
                      <a:pt x="0" y="165"/>
                      <a:pt x="36" y="248"/>
                    </a:cubicBezTo>
                    <a:lnTo>
                      <a:pt x="393" y="855"/>
                    </a:lnTo>
                    <a:cubicBezTo>
                      <a:pt x="429" y="903"/>
                      <a:pt x="488" y="939"/>
                      <a:pt x="536" y="939"/>
                    </a:cubicBezTo>
                    <a:cubicBezTo>
                      <a:pt x="667" y="939"/>
                      <a:pt x="738" y="796"/>
                      <a:pt x="679" y="701"/>
                    </a:cubicBezTo>
                    <a:lnTo>
                      <a:pt x="322" y="82"/>
                    </a:lnTo>
                    <a:cubicBezTo>
                      <a:pt x="289" y="33"/>
                      <a:pt x="239" y="0"/>
                      <a:pt x="1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53"/>
              <p:cNvSpPr/>
              <p:nvPr/>
            </p:nvSpPr>
            <p:spPr>
              <a:xfrm>
                <a:off x="1787014" y="3427072"/>
                <a:ext cx="31073" cy="21691"/>
              </a:xfrm>
              <a:custGeom>
                <a:rect b="b" l="l" r="r" t="t"/>
                <a:pathLst>
                  <a:path extrusionOk="0" h="682" w="977">
                    <a:moveTo>
                      <a:pt x="187" y="0"/>
                    </a:moveTo>
                    <a:cubicBezTo>
                      <a:pt x="129" y="0"/>
                      <a:pt x="69" y="32"/>
                      <a:pt x="36" y="81"/>
                    </a:cubicBezTo>
                    <a:cubicBezTo>
                      <a:pt x="0" y="153"/>
                      <a:pt x="24" y="260"/>
                      <a:pt x="96" y="308"/>
                    </a:cubicBezTo>
                    <a:lnTo>
                      <a:pt x="715" y="665"/>
                    </a:lnTo>
                    <a:cubicBezTo>
                      <a:pt x="737" y="676"/>
                      <a:pt x="762" y="681"/>
                      <a:pt x="788" y="681"/>
                    </a:cubicBezTo>
                    <a:cubicBezTo>
                      <a:pt x="846" y="681"/>
                      <a:pt x="904" y="655"/>
                      <a:pt x="929" y="605"/>
                    </a:cubicBezTo>
                    <a:cubicBezTo>
                      <a:pt x="977" y="510"/>
                      <a:pt x="953" y="427"/>
                      <a:pt x="870" y="379"/>
                    </a:cubicBezTo>
                    <a:lnTo>
                      <a:pt x="262" y="22"/>
                    </a:lnTo>
                    <a:cubicBezTo>
                      <a:pt x="240" y="7"/>
                      <a:pt x="214" y="0"/>
                      <a:pt x="18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53"/>
              <p:cNvSpPr/>
              <p:nvPr/>
            </p:nvSpPr>
            <p:spPr>
              <a:xfrm>
                <a:off x="1768821" y="3494021"/>
                <a:ext cx="33363" cy="10623"/>
              </a:xfrm>
              <a:custGeom>
                <a:rect b="b" l="l" r="r" t="t"/>
                <a:pathLst>
                  <a:path extrusionOk="0" h="334" w="1049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882" y="334"/>
                    </a:lnTo>
                    <a:cubicBezTo>
                      <a:pt x="965" y="334"/>
                      <a:pt x="1049" y="251"/>
                      <a:pt x="1049" y="167"/>
                    </a:cubicBezTo>
                    <a:cubicBezTo>
                      <a:pt x="1049" y="72"/>
                      <a:pt x="965" y="1"/>
                      <a:pt x="8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53"/>
              <p:cNvSpPr/>
              <p:nvPr/>
            </p:nvSpPr>
            <p:spPr>
              <a:xfrm>
                <a:off x="2014610" y="3495930"/>
                <a:ext cx="32950" cy="10623"/>
              </a:xfrm>
              <a:custGeom>
                <a:rect b="b" l="l" r="r" t="t"/>
                <a:pathLst>
                  <a:path extrusionOk="0" h="334" w="1036">
                    <a:moveTo>
                      <a:pt x="167" y="0"/>
                    </a:moveTo>
                    <a:cubicBezTo>
                      <a:pt x="71" y="0"/>
                      <a:pt x="0" y="71"/>
                      <a:pt x="0" y="167"/>
                    </a:cubicBezTo>
                    <a:cubicBezTo>
                      <a:pt x="0" y="250"/>
                      <a:pt x="71" y="333"/>
                      <a:pt x="167" y="333"/>
                    </a:cubicBezTo>
                    <a:lnTo>
                      <a:pt x="881" y="333"/>
                    </a:lnTo>
                    <a:cubicBezTo>
                      <a:pt x="964" y="333"/>
                      <a:pt x="1036" y="250"/>
                      <a:pt x="1036" y="167"/>
                    </a:cubicBezTo>
                    <a:cubicBezTo>
                      <a:pt x="1024" y="71"/>
                      <a:pt x="953" y="0"/>
                      <a:pt x="8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53"/>
              <p:cNvSpPr/>
              <p:nvPr/>
            </p:nvSpPr>
            <p:spPr>
              <a:xfrm>
                <a:off x="1999439" y="3428948"/>
                <a:ext cx="31105" cy="21882"/>
              </a:xfrm>
              <a:custGeom>
                <a:rect b="b" l="l" r="r" t="t"/>
                <a:pathLst>
                  <a:path extrusionOk="0" h="688" w="978">
                    <a:moveTo>
                      <a:pt x="795" y="1"/>
                    </a:moveTo>
                    <a:cubicBezTo>
                      <a:pt x="769" y="1"/>
                      <a:pt x="741" y="8"/>
                      <a:pt x="715" y="22"/>
                    </a:cubicBezTo>
                    <a:lnTo>
                      <a:pt x="108" y="380"/>
                    </a:lnTo>
                    <a:cubicBezTo>
                      <a:pt x="25" y="427"/>
                      <a:pt x="1" y="511"/>
                      <a:pt x="48" y="606"/>
                    </a:cubicBezTo>
                    <a:cubicBezTo>
                      <a:pt x="73" y="655"/>
                      <a:pt x="125" y="687"/>
                      <a:pt x="183" y="687"/>
                    </a:cubicBezTo>
                    <a:cubicBezTo>
                      <a:pt x="209" y="687"/>
                      <a:pt x="237" y="680"/>
                      <a:pt x="263" y="665"/>
                    </a:cubicBezTo>
                    <a:lnTo>
                      <a:pt x="882" y="308"/>
                    </a:lnTo>
                    <a:cubicBezTo>
                      <a:pt x="953" y="249"/>
                      <a:pt x="977" y="153"/>
                      <a:pt x="941" y="82"/>
                    </a:cubicBezTo>
                    <a:cubicBezTo>
                      <a:pt x="909" y="33"/>
                      <a:pt x="854" y="1"/>
                      <a:pt x="79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53"/>
              <p:cNvSpPr/>
              <p:nvPr/>
            </p:nvSpPr>
            <p:spPr>
              <a:xfrm>
                <a:off x="1958156" y="3379269"/>
                <a:ext cx="23917" cy="29579"/>
              </a:xfrm>
              <a:custGeom>
                <a:rect b="b" l="l" r="r" t="t"/>
                <a:pathLst>
                  <a:path extrusionOk="0" h="930" w="752">
                    <a:moveTo>
                      <a:pt x="562" y="0"/>
                    </a:moveTo>
                    <a:cubicBezTo>
                      <a:pt x="506" y="0"/>
                      <a:pt x="449" y="30"/>
                      <a:pt x="418" y="84"/>
                    </a:cubicBezTo>
                    <a:lnTo>
                      <a:pt x="61" y="691"/>
                    </a:lnTo>
                    <a:cubicBezTo>
                      <a:pt x="1" y="799"/>
                      <a:pt x="72" y="930"/>
                      <a:pt x="191" y="930"/>
                    </a:cubicBezTo>
                    <a:cubicBezTo>
                      <a:pt x="251" y="930"/>
                      <a:pt x="299" y="894"/>
                      <a:pt x="334" y="858"/>
                    </a:cubicBezTo>
                    <a:lnTo>
                      <a:pt x="692" y="239"/>
                    </a:lnTo>
                    <a:cubicBezTo>
                      <a:pt x="751" y="168"/>
                      <a:pt x="715" y="72"/>
                      <a:pt x="644" y="25"/>
                    </a:cubicBezTo>
                    <a:cubicBezTo>
                      <a:pt x="619" y="8"/>
                      <a:pt x="591" y="0"/>
                      <a:pt x="56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7" name="Google Shape;3257;p53"/>
            <p:cNvGrpSpPr/>
            <p:nvPr/>
          </p:nvGrpSpPr>
          <p:grpSpPr>
            <a:xfrm>
              <a:off x="6430804" y="3854008"/>
              <a:ext cx="278739" cy="339073"/>
              <a:chOff x="1768821" y="3361108"/>
              <a:chExt cx="278739" cy="339073"/>
            </a:xfrm>
          </p:grpSpPr>
          <p:sp>
            <p:nvSpPr>
              <p:cNvPr id="3258" name="Google Shape;3258;p53"/>
              <p:cNvSpPr/>
              <p:nvPr/>
            </p:nvSpPr>
            <p:spPr>
              <a:xfrm>
                <a:off x="1784374" y="3549744"/>
                <a:ext cx="32218" cy="21564"/>
              </a:xfrm>
              <a:custGeom>
                <a:rect b="b" l="l" r="r" t="t"/>
                <a:pathLst>
                  <a:path extrusionOk="0" h="678" w="1013">
                    <a:moveTo>
                      <a:pt x="830" y="1"/>
                    </a:moveTo>
                    <a:cubicBezTo>
                      <a:pt x="804" y="1"/>
                      <a:pt x="776" y="8"/>
                      <a:pt x="750" y="23"/>
                    </a:cubicBezTo>
                    <a:lnTo>
                      <a:pt x="143" y="380"/>
                    </a:lnTo>
                    <a:cubicBezTo>
                      <a:pt x="0" y="451"/>
                      <a:pt x="48" y="677"/>
                      <a:pt x="214" y="677"/>
                    </a:cubicBezTo>
                    <a:cubicBezTo>
                      <a:pt x="238" y="677"/>
                      <a:pt x="274" y="677"/>
                      <a:pt x="286" y="665"/>
                    </a:cubicBezTo>
                    <a:lnTo>
                      <a:pt x="893" y="308"/>
                    </a:lnTo>
                    <a:cubicBezTo>
                      <a:pt x="1000" y="261"/>
                      <a:pt x="1012" y="154"/>
                      <a:pt x="976" y="82"/>
                    </a:cubicBezTo>
                    <a:cubicBezTo>
                      <a:pt x="944" y="33"/>
                      <a:pt x="889" y="1"/>
                      <a:pt x="83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9" name="Google Shape;3259;p53"/>
              <p:cNvSpPr/>
              <p:nvPr/>
            </p:nvSpPr>
            <p:spPr>
              <a:xfrm>
                <a:off x="1998326" y="3551652"/>
                <a:ext cx="32218" cy="21532"/>
              </a:xfrm>
              <a:custGeom>
                <a:rect b="b" l="l" r="r" t="t"/>
                <a:pathLst>
                  <a:path extrusionOk="0" h="677" w="1013">
                    <a:moveTo>
                      <a:pt x="199" y="0"/>
                    </a:moveTo>
                    <a:cubicBezTo>
                      <a:pt x="141" y="0"/>
                      <a:pt x="80" y="33"/>
                      <a:pt x="48" y="82"/>
                    </a:cubicBezTo>
                    <a:cubicBezTo>
                      <a:pt x="0" y="153"/>
                      <a:pt x="36" y="260"/>
                      <a:pt x="107" y="308"/>
                    </a:cubicBezTo>
                    <a:cubicBezTo>
                      <a:pt x="726" y="665"/>
                      <a:pt x="714" y="677"/>
                      <a:pt x="810" y="677"/>
                    </a:cubicBezTo>
                    <a:cubicBezTo>
                      <a:pt x="953" y="677"/>
                      <a:pt x="1012" y="451"/>
                      <a:pt x="881" y="379"/>
                    </a:cubicBezTo>
                    <a:lnTo>
                      <a:pt x="274" y="22"/>
                    </a:lnTo>
                    <a:cubicBezTo>
                      <a:pt x="251" y="7"/>
                      <a:pt x="226" y="0"/>
                      <a:pt x="19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53"/>
              <p:cNvSpPr/>
              <p:nvPr/>
            </p:nvSpPr>
            <p:spPr>
              <a:xfrm>
                <a:off x="1826007" y="3466383"/>
                <a:ext cx="142041" cy="233799"/>
              </a:xfrm>
              <a:custGeom>
                <a:rect b="b" l="l" r="r" t="t"/>
                <a:pathLst>
                  <a:path extrusionOk="0" h="7351" w="4466">
                    <a:moveTo>
                      <a:pt x="1715" y="346"/>
                    </a:moveTo>
                    <a:cubicBezTo>
                      <a:pt x="1882" y="346"/>
                      <a:pt x="2013" y="489"/>
                      <a:pt x="2013" y="643"/>
                    </a:cubicBezTo>
                    <a:lnTo>
                      <a:pt x="2013" y="941"/>
                    </a:lnTo>
                    <a:lnTo>
                      <a:pt x="1668" y="941"/>
                    </a:lnTo>
                    <a:cubicBezTo>
                      <a:pt x="1501" y="941"/>
                      <a:pt x="1370" y="810"/>
                      <a:pt x="1370" y="643"/>
                    </a:cubicBezTo>
                    <a:cubicBezTo>
                      <a:pt x="1370" y="489"/>
                      <a:pt x="1501" y="346"/>
                      <a:pt x="1668" y="346"/>
                    </a:cubicBezTo>
                    <a:close/>
                    <a:moveTo>
                      <a:pt x="3573" y="346"/>
                    </a:moveTo>
                    <a:cubicBezTo>
                      <a:pt x="3739" y="346"/>
                      <a:pt x="3870" y="489"/>
                      <a:pt x="3870" y="643"/>
                    </a:cubicBezTo>
                    <a:cubicBezTo>
                      <a:pt x="3870" y="810"/>
                      <a:pt x="3739" y="941"/>
                      <a:pt x="3573" y="941"/>
                    </a:cubicBezTo>
                    <a:lnTo>
                      <a:pt x="3239" y="941"/>
                    </a:lnTo>
                    <a:lnTo>
                      <a:pt x="3239" y="643"/>
                    </a:lnTo>
                    <a:cubicBezTo>
                      <a:pt x="3239" y="489"/>
                      <a:pt x="3370" y="346"/>
                      <a:pt x="3537" y="346"/>
                    </a:cubicBezTo>
                    <a:close/>
                    <a:moveTo>
                      <a:pt x="3727" y="4370"/>
                    </a:moveTo>
                    <a:lnTo>
                      <a:pt x="3727" y="5049"/>
                    </a:lnTo>
                    <a:lnTo>
                      <a:pt x="1513" y="5049"/>
                    </a:lnTo>
                    <a:lnTo>
                      <a:pt x="1513" y="4370"/>
                    </a:lnTo>
                    <a:close/>
                    <a:moveTo>
                      <a:pt x="3739" y="5370"/>
                    </a:moveTo>
                    <a:lnTo>
                      <a:pt x="3739" y="5799"/>
                    </a:lnTo>
                    <a:lnTo>
                      <a:pt x="3727" y="5799"/>
                    </a:lnTo>
                    <a:cubicBezTo>
                      <a:pt x="3727" y="5930"/>
                      <a:pt x="3620" y="6037"/>
                      <a:pt x="3489" y="6037"/>
                    </a:cubicBezTo>
                    <a:lnTo>
                      <a:pt x="1763" y="6037"/>
                    </a:lnTo>
                    <a:cubicBezTo>
                      <a:pt x="1620" y="6037"/>
                      <a:pt x="1525" y="5930"/>
                      <a:pt x="1525" y="5799"/>
                    </a:cubicBezTo>
                    <a:lnTo>
                      <a:pt x="1525" y="5370"/>
                    </a:lnTo>
                    <a:close/>
                    <a:moveTo>
                      <a:pt x="1656" y="0"/>
                    </a:moveTo>
                    <a:cubicBezTo>
                      <a:pt x="1310" y="0"/>
                      <a:pt x="1037" y="286"/>
                      <a:pt x="1037" y="631"/>
                    </a:cubicBezTo>
                    <a:cubicBezTo>
                      <a:pt x="1037" y="977"/>
                      <a:pt x="1310" y="1262"/>
                      <a:pt x="1656" y="1262"/>
                    </a:cubicBezTo>
                    <a:lnTo>
                      <a:pt x="2001" y="1262"/>
                    </a:lnTo>
                    <a:lnTo>
                      <a:pt x="2001" y="2548"/>
                    </a:lnTo>
                    <a:cubicBezTo>
                      <a:pt x="2001" y="2644"/>
                      <a:pt x="2072" y="2715"/>
                      <a:pt x="2168" y="2715"/>
                    </a:cubicBezTo>
                    <a:cubicBezTo>
                      <a:pt x="2251" y="2715"/>
                      <a:pt x="2322" y="2644"/>
                      <a:pt x="2322" y="2548"/>
                    </a:cubicBezTo>
                    <a:lnTo>
                      <a:pt x="2322" y="1262"/>
                    </a:lnTo>
                    <a:lnTo>
                      <a:pt x="2906" y="1262"/>
                    </a:lnTo>
                    <a:lnTo>
                      <a:pt x="2906" y="4037"/>
                    </a:lnTo>
                    <a:lnTo>
                      <a:pt x="2322" y="4037"/>
                    </a:lnTo>
                    <a:lnTo>
                      <a:pt x="2322" y="3191"/>
                    </a:lnTo>
                    <a:cubicBezTo>
                      <a:pt x="2322" y="3108"/>
                      <a:pt x="2251" y="3025"/>
                      <a:pt x="2168" y="3025"/>
                    </a:cubicBezTo>
                    <a:cubicBezTo>
                      <a:pt x="2072" y="3025"/>
                      <a:pt x="2001" y="3108"/>
                      <a:pt x="2001" y="3191"/>
                    </a:cubicBezTo>
                    <a:lnTo>
                      <a:pt x="2001" y="4060"/>
                    </a:lnTo>
                    <a:lnTo>
                      <a:pt x="1513" y="4060"/>
                    </a:lnTo>
                    <a:cubicBezTo>
                      <a:pt x="1489" y="3596"/>
                      <a:pt x="1298" y="3167"/>
                      <a:pt x="941" y="2846"/>
                    </a:cubicBezTo>
                    <a:cubicBezTo>
                      <a:pt x="679" y="2608"/>
                      <a:pt x="465" y="2310"/>
                      <a:pt x="334" y="1989"/>
                    </a:cubicBezTo>
                    <a:cubicBezTo>
                      <a:pt x="305" y="1930"/>
                      <a:pt x="235" y="1887"/>
                      <a:pt x="165" y="1887"/>
                    </a:cubicBezTo>
                    <a:cubicBezTo>
                      <a:pt x="150" y="1887"/>
                      <a:pt x="135" y="1889"/>
                      <a:pt x="120" y="1893"/>
                    </a:cubicBezTo>
                    <a:cubicBezTo>
                      <a:pt x="48" y="1929"/>
                      <a:pt x="1" y="2036"/>
                      <a:pt x="36" y="2108"/>
                    </a:cubicBezTo>
                    <a:cubicBezTo>
                      <a:pt x="179" y="2477"/>
                      <a:pt x="417" y="2810"/>
                      <a:pt x="715" y="3084"/>
                    </a:cubicBezTo>
                    <a:cubicBezTo>
                      <a:pt x="1001" y="3358"/>
                      <a:pt x="1179" y="3727"/>
                      <a:pt x="1179" y="4120"/>
                    </a:cubicBezTo>
                    <a:lnTo>
                      <a:pt x="1179" y="5823"/>
                    </a:lnTo>
                    <a:cubicBezTo>
                      <a:pt x="1179" y="6096"/>
                      <a:pt x="1358" y="6311"/>
                      <a:pt x="1608" y="6382"/>
                    </a:cubicBezTo>
                    <a:cubicBezTo>
                      <a:pt x="1608" y="6513"/>
                      <a:pt x="1644" y="6644"/>
                      <a:pt x="1703" y="6775"/>
                    </a:cubicBezTo>
                    <a:cubicBezTo>
                      <a:pt x="1738" y="6837"/>
                      <a:pt x="1793" y="6872"/>
                      <a:pt x="1848" y="6872"/>
                    </a:cubicBezTo>
                    <a:cubicBezTo>
                      <a:pt x="1868" y="6872"/>
                      <a:pt x="1887" y="6868"/>
                      <a:pt x="1906" y="6858"/>
                    </a:cubicBezTo>
                    <a:cubicBezTo>
                      <a:pt x="1989" y="6811"/>
                      <a:pt x="2025" y="6715"/>
                      <a:pt x="1989" y="6644"/>
                    </a:cubicBezTo>
                    <a:cubicBezTo>
                      <a:pt x="1953" y="6573"/>
                      <a:pt x="1930" y="6477"/>
                      <a:pt x="1930" y="6394"/>
                    </a:cubicBezTo>
                    <a:lnTo>
                      <a:pt x="3263" y="6394"/>
                    </a:lnTo>
                    <a:cubicBezTo>
                      <a:pt x="3243" y="6759"/>
                      <a:pt x="2922" y="7025"/>
                      <a:pt x="2575" y="7025"/>
                    </a:cubicBezTo>
                    <a:cubicBezTo>
                      <a:pt x="2503" y="7025"/>
                      <a:pt x="2430" y="7014"/>
                      <a:pt x="2358" y="6989"/>
                    </a:cubicBezTo>
                    <a:cubicBezTo>
                      <a:pt x="2336" y="6981"/>
                      <a:pt x="2314" y="6977"/>
                      <a:pt x="2294" y="6977"/>
                    </a:cubicBezTo>
                    <a:cubicBezTo>
                      <a:pt x="2227" y="6977"/>
                      <a:pt x="2171" y="7018"/>
                      <a:pt x="2144" y="7073"/>
                    </a:cubicBezTo>
                    <a:cubicBezTo>
                      <a:pt x="2120" y="7168"/>
                      <a:pt x="2168" y="7251"/>
                      <a:pt x="2239" y="7287"/>
                    </a:cubicBezTo>
                    <a:cubicBezTo>
                      <a:pt x="2356" y="7330"/>
                      <a:pt x="2473" y="7350"/>
                      <a:pt x="2588" y="7350"/>
                    </a:cubicBezTo>
                    <a:cubicBezTo>
                      <a:pt x="3106" y="7350"/>
                      <a:pt x="3563" y="6940"/>
                      <a:pt x="3573" y="6394"/>
                    </a:cubicBezTo>
                    <a:cubicBezTo>
                      <a:pt x="3835" y="6334"/>
                      <a:pt x="4013" y="6108"/>
                      <a:pt x="4013" y="5846"/>
                    </a:cubicBezTo>
                    <a:lnTo>
                      <a:pt x="4013" y="4156"/>
                    </a:lnTo>
                    <a:cubicBezTo>
                      <a:pt x="4013" y="3798"/>
                      <a:pt x="4144" y="3465"/>
                      <a:pt x="4370" y="3203"/>
                    </a:cubicBezTo>
                    <a:cubicBezTo>
                      <a:pt x="4466" y="3108"/>
                      <a:pt x="4454" y="3001"/>
                      <a:pt x="4394" y="2941"/>
                    </a:cubicBezTo>
                    <a:cubicBezTo>
                      <a:pt x="4366" y="2913"/>
                      <a:pt x="4326" y="2898"/>
                      <a:pt x="4287" y="2898"/>
                    </a:cubicBezTo>
                    <a:cubicBezTo>
                      <a:pt x="4243" y="2898"/>
                      <a:pt x="4199" y="2916"/>
                      <a:pt x="4168" y="2953"/>
                    </a:cubicBezTo>
                    <a:cubicBezTo>
                      <a:pt x="3906" y="3251"/>
                      <a:pt x="3739" y="3644"/>
                      <a:pt x="3727" y="4060"/>
                    </a:cubicBezTo>
                    <a:lnTo>
                      <a:pt x="3239" y="4060"/>
                    </a:lnTo>
                    <a:lnTo>
                      <a:pt x="3239" y="1262"/>
                    </a:lnTo>
                    <a:lnTo>
                      <a:pt x="3573" y="1262"/>
                    </a:lnTo>
                    <a:cubicBezTo>
                      <a:pt x="3918" y="1262"/>
                      <a:pt x="4204" y="977"/>
                      <a:pt x="4204" y="631"/>
                    </a:cubicBezTo>
                    <a:cubicBezTo>
                      <a:pt x="4204" y="286"/>
                      <a:pt x="3918" y="0"/>
                      <a:pt x="3573" y="0"/>
                    </a:cubicBezTo>
                    <a:lnTo>
                      <a:pt x="3537" y="0"/>
                    </a:lnTo>
                    <a:cubicBezTo>
                      <a:pt x="3192" y="0"/>
                      <a:pt x="2906" y="286"/>
                      <a:pt x="2906" y="631"/>
                    </a:cubicBezTo>
                    <a:lnTo>
                      <a:pt x="2906" y="929"/>
                    </a:lnTo>
                    <a:lnTo>
                      <a:pt x="2322" y="929"/>
                    </a:lnTo>
                    <a:lnTo>
                      <a:pt x="2322" y="631"/>
                    </a:lnTo>
                    <a:cubicBezTo>
                      <a:pt x="2322" y="286"/>
                      <a:pt x="2049" y="0"/>
                      <a:pt x="170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53"/>
              <p:cNvSpPr/>
              <p:nvPr/>
            </p:nvSpPr>
            <p:spPr>
              <a:xfrm>
                <a:off x="1820345" y="3409706"/>
                <a:ext cx="177631" cy="144236"/>
              </a:xfrm>
              <a:custGeom>
                <a:rect b="b" l="l" r="r" t="t"/>
                <a:pathLst>
                  <a:path extrusionOk="0" h="4535" w="5585">
                    <a:moveTo>
                      <a:pt x="2818" y="1"/>
                    </a:moveTo>
                    <a:cubicBezTo>
                      <a:pt x="1382" y="1"/>
                      <a:pt x="0" y="1113"/>
                      <a:pt x="0" y="2782"/>
                    </a:cubicBezTo>
                    <a:cubicBezTo>
                      <a:pt x="0" y="2937"/>
                      <a:pt x="24" y="3080"/>
                      <a:pt x="36" y="3223"/>
                    </a:cubicBezTo>
                    <a:cubicBezTo>
                      <a:pt x="47" y="3299"/>
                      <a:pt x="107" y="3355"/>
                      <a:pt x="190" y="3355"/>
                    </a:cubicBezTo>
                    <a:cubicBezTo>
                      <a:pt x="198" y="3355"/>
                      <a:pt x="206" y="3355"/>
                      <a:pt x="214" y="3354"/>
                    </a:cubicBezTo>
                    <a:cubicBezTo>
                      <a:pt x="298" y="3342"/>
                      <a:pt x="357" y="3259"/>
                      <a:pt x="345" y="3175"/>
                    </a:cubicBezTo>
                    <a:cubicBezTo>
                      <a:pt x="333" y="3044"/>
                      <a:pt x="310" y="2925"/>
                      <a:pt x="310" y="2782"/>
                    </a:cubicBezTo>
                    <a:cubicBezTo>
                      <a:pt x="310" y="1416"/>
                      <a:pt x="1429" y="318"/>
                      <a:pt x="2779" y="318"/>
                    </a:cubicBezTo>
                    <a:cubicBezTo>
                      <a:pt x="2793" y="318"/>
                      <a:pt x="2807" y="318"/>
                      <a:pt x="2822" y="318"/>
                    </a:cubicBezTo>
                    <a:cubicBezTo>
                      <a:pt x="4143" y="330"/>
                      <a:pt x="5227" y="1437"/>
                      <a:pt x="5239" y="2759"/>
                    </a:cubicBezTo>
                    <a:lnTo>
                      <a:pt x="5239" y="2782"/>
                    </a:lnTo>
                    <a:cubicBezTo>
                      <a:pt x="5239" y="3318"/>
                      <a:pt x="5060" y="3842"/>
                      <a:pt x="4751" y="4271"/>
                    </a:cubicBezTo>
                    <a:cubicBezTo>
                      <a:pt x="4691" y="4354"/>
                      <a:pt x="4703" y="4437"/>
                      <a:pt x="4775" y="4497"/>
                    </a:cubicBezTo>
                    <a:cubicBezTo>
                      <a:pt x="4809" y="4522"/>
                      <a:pt x="4844" y="4534"/>
                      <a:pt x="4877" y="4534"/>
                    </a:cubicBezTo>
                    <a:cubicBezTo>
                      <a:pt x="4923" y="4534"/>
                      <a:pt x="4966" y="4510"/>
                      <a:pt x="5001" y="4461"/>
                    </a:cubicBezTo>
                    <a:cubicBezTo>
                      <a:pt x="5370" y="3973"/>
                      <a:pt x="5572" y="3390"/>
                      <a:pt x="5572" y="2782"/>
                    </a:cubicBezTo>
                    <a:cubicBezTo>
                      <a:pt x="5584" y="2782"/>
                      <a:pt x="5584" y="2771"/>
                      <a:pt x="5584" y="2759"/>
                    </a:cubicBezTo>
                    <a:cubicBezTo>
                      <a:pt x="5572" y="2032"/>
                      <a:pt x="5286" y="1342"/>
                      <a:pt x="4763" y="818"/>
                    </a:cubicBezTo>
                    <a:cubicBezTo>
                      <a:pt x="4198" y="253"/>
                      <a:pt x="3502" y="1"/>
                      <a:pt x="281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2" name="Google Shape;3262;p53"/>
              <p:cNvSpPr/>
              <p:nvPr/>
            </p:nvSpPr>
            <p:spPr>
              <a:xfrm>
                <a:off x="1904406" y="3361108"/>
                <a:ext cx="10241" cy="32982"/>
              </a:xfrm>
              <a:custGeom>
                <a:rect b="b" l="l" r="r" t="t"/>
                <a:pathLst>
                  <a:path extrusionOk="0" h="1037" w="322">
                    <a:moveTo>
                      <a:pt x="155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870"/>
                    </a:lnTo>
                    <a:cubicBezTo>
                      <a:pt x="0" y="965"/>
                      <a:pt x="72" y="1036"/>
                      <a:pt x="155" y="1036"/>
                    </a:cubicBezTo>
                    <a:cubicBezTo>
                      <a:pt x="250" y="1036"/>
                      <a:pt x="322" y="965"/>
                      <a:pt x="322" y="870"/>
                    </a:cubicBezTo>
                    <a:lnTo>
                      <a:pt x="322" y="167"/>
                    </a:lnTo>
                    <a:cubicBezTo>
                      <a:pt x="310" y="60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3" name="Google Shape;3263;p53"/>
              <p:cNvSpPr/>
              <p:nvPr/>
            </p:nvSpPr>
            <p:spPr>
              <a:xfrm>
                <a:off x="1836248" y="3378219"/>
                <a:ext cx="23504" cy="29865"/>
              </a:xfrm>
              <a:custGeom>
                <a:rect b="b" l="l" r="r" t="t"/>
                <a:pathLst>
                  <a:path extrusionOk="0" h="939" w="739">
                    <a:moveTo>
                      <a:pt x="181" y="0"/>
                    </a:moveTo>
                    <a:cubicBezTo>
                      <a:pt x="154" y="0"/>
                      <a:pt x="125" y="7"/>
                      <a:pt x="95" y="22"/>
                    </a:cubicBezTo>
                    <a:cubicBezTo>
                      <a:pt x="24" y="70"/>
                      <a:pt x="0" y="165"/>
                      <a:pt x="36" y="248"/>
                    </a:cubicBezTo>
                    <a:lnTo>
                      <a:pt x="393" y="855"/>
                    </a:lnTo>
                    <a:cubicBezTo>
                      <a:pt x="429" y="903"/>
                      <a:pt x="488" y="939"/>
                      <a:pt x="536" y="939"/>
                    </a:cubicBezTo>
                    <a:cubicBezTo>
                      <a:pt x="667" y="939"/>
                      <a:pt x="738" y="796"/>
                      <a:pt x="679" y="701"/>
                    </a:cubicBezTo>
                    <a:lnTo>
                      <a:pt x="322" y="82"/>
                    </a:lnTo>
                    <a:cubicBezTo>
                      <a:pt x="289" y="33"/>
                      <a:pt x="239" y="0"/>
                      <a:pt x="1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4" name="Google Shape;3264;p53"/>
              <p:cNvSpPr/>
              <p:nvPr/>
            </p:nvSpPr>
            <p:spPr>
              <a:xfrm>
                <a:off x="1787014" y="3427072"/>
                <a:ext cx="31073" cy="21691"/>
              </a:xfrm>
              <a:custGeom>
                <a:rect b="b" l="l" r="r" t="t"/>
                <a:pathLst>
                  <a:path extrusionOk="0" h="682" w="977">
                    <a:moveTo>
                      <a:pt x="187" y="0"/>
                    </a:moveTo>
                    <a:cubicBezTo>
                      <a:pt x="129" y="0"/>
                      <a:pt x="69" y="32"/>
                      <a:pt x="36" y="81"/>
                    </a:cubicBezTo>
                    <a:cubicBezTo>
                      <a:pt x="0" y="153"/>
                      <a:pt x="24" y="260"/>
                      <a:pt x="96" y="308"/>
                    </a:cubicBezTo>
                    <a:lnTo>
                      <a:pt x="715" y="665"/>
                    </a:lnTo>
                    <a:cubicBezTo>
                      <a:pt x="737" y="676"/>
                      <a:pt x="762" y="681"/>
                      <a:pt x="788" y="681"/>
                    </a:cubicBezTo>
                    <a:cubicBezTo>
                      <a:pt x="846" y="681"/>
                      <a:pt x="904" y="655"/>
                      <a:pt x="929" y="605"/>
                    </a:cubicBezTo>
                    <a:cubicBezTo>
                      <a:pt x="977" y="510"/>
                      <a:pt x="953" y="427"/>
                      <a:pt x="870" y="379"/>
                    </a:cubicBezTo>
                    <a:lnTo>
                      <a:pt x="262" y="22"/>
                    </a:lnTo>
                    <a:cubicBezTo>
                      <a:pt x="240" y="7"/>
                      <a:pt x="214" y="0"/>
                      <a:pt x="18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5" name="Google Shape;3265;p53"/>
              <p:cNvSpPr/>
              <p:nvPr/>
            </p:nvSpPr>
            <p:spPr>
              <a:xfrm>
                <a:off x="1768821" y="3494021"/>
                <a:ext cx="33363" cy="10623"/>
              </a:xfrm>
              <a:custGeom>
                <a:rect b="b" l="l" r="r" t="t"/>
                <a:pathLst>
                  <a:path extrusionOk="0" h="334" w="1049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882" y="334"/>
                    </a:lnTo>
                    <a:cubicBezTo>
                      <a:pt x="965" y="334"/>
                      <a:pt x="1049" y="251"/>
                      <a:pt x="1049" y="167"/>
                    </a:cubicBezTo>
                    <a:cubicBezTo>
                      <a:pt x="1049" y="72"/>
                      <a:pt x="965" y="1"/>
                      <a:pt x="8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53"/>
              <p:cNvSpPr/>
              <p:nvPr/>
            </p:nvSpPr>
            <p:spPr>
              <a:xfrm>
                <a:off x="2014610" y="3495930"/>
                <a:ext cx="32950" cy="10623"/>
              </a:xfrm>
              <a:custGeom>
                <a:rect b="b" l="l" r="r" t="t"/>
                <a:pathLst>
                  <a:path extrusionOk="0" h="334" w="1036">
                    <a:moveTo>
                      <a:pt x="167" y="0"/>
                    </a:moveTo>
                    <a:cubicBezTo>
                      <a:pt x="71" y="0"/>
                      <a:pt x="0" y="71"/>
                      <a:pt x="0" y="167"/>
                    </a:cubicBezTo>
                    <a:cubicBezTo>
                      <a:pt x="0" y="250"/>
                      <a:pt x="71" y="333"/>
                      <a:pt x="167" y="333"/>
                    </a:cubicBezTo>
                    <a:lnTo>
                      <a:pt x="881" y="333"/>
                    </a:lnTo>
                    <a:cubicBezTo>
                      <a:pt x="964" y="333"/>
                      <a:pt x="1036" y="250"/>
                      <a:pt x="1036" y="167"/>
                    </a:cubicBezTo>
                    <a:cubicBezTo>
                      <a:pt x="1024" y="71"/>
                      <a:pt x="953" y="0"/>
                      <a:pt x="8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53"/>
              <p:cNvSpPr/>
              <p:nvPr/>
            </p:nvSpPr>
            <p:spPr>
              <a:xfrm>
                <a:off x="1999439" y="3428948"/>
                <a:ext cx="31105" cy="21882"/>
              </a:xfrm>
              <a:custGeom>
                <a:rect b="b" l="l" r="r" t="t"/>
                <a:pathLst>
                  <a:path extrusionOk="0" h="688" w="978">
                    <a:moveTo>
                      <a:pt x="795" y="1"/>
                    </a:moveTo>
                    <a:cubicBezTo>
                      <a:pt x="769" y="1"/>
                      <a:pt x="741" y="8"/>
                      <a:pt x="715" y="22"/>
                    </a:cubicBezTo>
                    <a:lnTo>
                      <a:pt x="108" y="380"/>
                    </a:lnTo>
                    <a:cubicBezTo>
                      <a:pt x="25" y="427"/>
                      <a:pt x="1" y="511"/>
                      <a:pt x="48" y="606"/>
                    </a:cubicBezTo>
                    <a:cubicBezTo>
                      <a:pt x="73" y="655"/>
                      <a:pt x="125" y="687"/>
                      <a:pt x="183" y="687"/>
                    </a:cubicBezTo>
                    <a:cubicBezTo>
                      <a:pt x="209" y="687"/>
                      <a:pt x="237" y="680"/>
                      <a:pt x="263" y="665"/>
                    </a:cubicBezTo>
                    <a:lnTo>
                      <a:pt x="882" y="308"/>
                    </a:lnTo>
                    <a:cubicBezTo>
                      <a:pt x="953" y="249"/>
                      <a:pt x="977" y="153"/>
                      <a:pt x="941" y="82"/>
                    </a:cubicBezTo>
                    <a:cubicBezTo>
                      <a:pt x="909" y="33"/>
                      <a:pt x="854" y="1"/>
                      <a:pt x="79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53"/>
              <p:cNvSpPr/>
              <p:nvPr/>
            </p:nvSpPr>
            <p:spPr>
              <a:xfrm>
                <a:off x="1958156" y="3379269"/>
                <a:ext cx="23917" cy="29579"/>
              </a:xfrm>
              <a:custGeom>
                <a:rect b="b" l="l" r="r" t="t"/>
                <a:pathLst>
                  <a:path extrusionOk="0" h="930" w="752">
                    <a:moveTo>
                      <a:pt x="562" y="0"/>
                    </a:moveTo>
                    <a:cubicBezTo>
                      <a:pt x="506" y="0"/>
                      <a:pt x="449" y="30"/>
                      <a:pt x="418" y="84"/>
                    </a:cubicBezTo>
                    <a:lnTo>
                      <a:pt x="61" y="691"/>
                    </a:lnTo>
                    <a:cubicBezTo>
                      <a:pt x="1" y="799"/>
                      <a:pt x="72" y="930"/>
                      <a:pt x="191" y="930"/>
                    </a:cubicBezTo>
                    <a:cubicBezTo>
                      <a:pt x="251" y="930"/>
                      <a:pt x="299" y="894"/>
                      <a:pt x="334" y="858"/>
                    </a:cubicBezTo>
                    <a:lnTo>
                      <a:pt x="692" y="239"/>
                    </a:lnTo>
                    <a:cubicBezTo>
                      <a:pt x="751" y="168"/>
                      <a:pt x="715" y="72"/>
                      <a:pt x="644" y="25"/>
                    </a:cubicBezTo>
                    <a:cubicBezTo>
                      <a:pt x="619" y="8"/>
                      <a:pt x="591" y="0"/>
                      <a:pt x="56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69" name="Google Shape;3269;p53"/>
            <p:cNvSpPr txBox="1"/>
            <p:nvPr/>
          </p:nvSpPr>
          <p:spPr>
            <a:xfrm>
              <a:off x="534050" y="3772850"/>
              <a:ext cx="1765500" cy="80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SOME OTHER ROLES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Graphic designer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Brand designer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Web designer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70" name="Google Shape;3270;p53"/>
            <p:cNvSpPr txBox="1"/>
            <p:nvPr/>
          </p:nvSpPr>
          <p:spPr>
            <a:xfrm>
              <a:off x="6844450" y="3772850"/>
              <a:ext cx="1765500" cy="8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SOME OTHER ROLES</a:t>
              </a:r>
              <a:endParaRPr b="1" sz="11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Information architect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Content strategist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Functional analyst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1A1A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Presentor &amp; Consultant</a:t>
              </a:r>
              <a:endParaRPr sz="1000">
                <a:solidFill>
                  <a:srgbClr val="1A1A1A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5" name="Shape 3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6" name="Google Shape;3276;p54"/>
          <p:cNvGrpSpPr/>
          <p:nvPr/>
        </p:nvGrpSpPr>
        <p:grpSpPr>
          <a:xfrm>
            <a:off x="6680540" y="1737925"/>
            <a:ext cx="1384889" cy="2570327"/>
            <a:chOff x="4017615" y="1737925"/>
            <a:chExt cx="1384889" cy="2570327"/>
          </a:xfrm>
        </p:grpSpPr>
        <p:sp>
          <p:nvSpPr>
            <p:cNvPr id="3277" name="Google Shape;3277;p54"/>
            <p:cNvSpPr/>
            <p:nvPr/>
          </p:nvSpPr>
          <p:spPr>
            <a:xfrm flipH="1">
              <a:off x="4543692" y="2617986"/>
              <a:ext cx="473841" cy="347755"/>
            </a:xfrm>
            <a:custGeom>
              <a:rect b="b" l="l" r="r" t="t"/>
              <a:pathLst>
                <a:path extrusionOk="0" h="15401" w="20985">
                  <a:moveTo>
                    <a:pt x="10492" y="0"/>
                  </a:moveTo>
                  <a:cubicBezTo>
                    <a:pt x="4695" y="0"/>
                    <a:pt x="1" y="3446"/>
                    <a:pt x="1" y="7702"/>
                  </a:cubicBezTo>
                  <a:cubicBezTo>
                    <a:pt x="1" y="11955"/>
                    <a:pt x="4695" y="15401"/>
                    <a:pt x="10492" y="15401"/>
                  </a:cubicBezTo>
                  <a:cubicBezTo>
                    <a:pt x="16285" y="15401"/>
                    <a:pt x="20984" y="11955"/>
                    <a:pt x="20984" y="7702"/>
                  </a:cubicBezTo>
                  <a:cubicBezTo>
                    <a:pt x="20984" y="3446"/>
                    <a:pt x="16285" y="0"/>
                    <a:pt x="1049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54"/>
            <p:cNvSpPr/>
            <p:nvPr/>
          </p:nvSpPr>
          <p:spPr>
            <a:xfrm flipH="1" rot="-3392847">
              <a:off x="4093364" y="2318404"/>
              <a:ext cx="623723" cy="245181"/>
            </a:xfrm>
            <a:custGeom>
              <a:rect b="b" l="l" r="r" t="t"/>
              <a:pathLst>
                <a:path extrusionOk="0" h="10858" w="27622">
                  <a:moveTo>
                    <a:pt x="7395" y="0"/>
                  </a:moveTo>
                  <a:cubicBezTo>
                    <a:pt x="2423" y="0"/>
                    <a:pt x="580" y="3782"/>
                    <a:pt x="580" y="3782"/>
                  </a:cubicBezTo>
                  <a:cubicBezTo>
                    <a:pt x="0" y="10528"/>
                    <a:pt x="13474" y="10858"/>
                    <a:pt x="19272" y="10858"/>
                  </a:cubicBezTo>
                  <a:cubicBezTo>
                    <a:pt x="19627" y="10858"/>
                    <a:pt x="19954" y="10857"/>
                    <a:pt x="20247" y="10855"/>
                  </a:cubicBezTo>
                  <a:cubicBezTo>
                    <a:pt x="25314" y="10837"/>
                    <a:pt x="27621" y="10300"/>
                    <a:pt x="27544" y="7888"/>
                  </a:cubicBezTo>
                  <a:cubicBezTo>
                    <a:pt x="27470" y="5477"/>
                    <a:pt x="15421" y="1156"/>
                    <a:pt x="9131" y="145"/>
                  </a:cubicBezTo>
                  <a:cubicBezTo>
                    <a:pt x="8514" y="45"/>
                    <a:pt x="7936" y="0"/>
                    <a:pt x="7395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54"/>
            <p:cNvSpPr/>
            <p:nvPr/>
          </p:nvSpPr>
          <p:spPr>
            <a:xfrm flipH="1" rot="-3515868">
              <a:off x="3994298" y="2769299"/>
              <a:ext cx="510415" cy="231781"/>
            </a:xfrm>
            <a:custGeom>
              <a:rect b="b" l="l" r="r" t="t"/>
              <a:pathLst>
                <a:path extrusionOk="0" h="10265" w="22605">
                  <a:moveTo>
                    <a:pt x="367" y="1"/>
                  </a:moveTo>
                  <a:cubicBezTo>
                    <a:pt x="274" y="1"/>
                    <a:pt x="0" y="2786"/>
                    <a:pt x="1845" y="5164"/>
                  </a:cubicBezTo>
                  <a:cubicBezTo>
                    <a:pt x="1845" y="5164"/>
                    <a:pt x="2852" y="7663"/>
                    <a:pt x="8098" y="8391"/>
                  </a:cubicBezTo>
                  <a:cubicBezTo>
                    <a:pt x="11266" y="8829"/>
                    <a:pt x="17474" y="9668"/>
                    <a:pt x="21898" y="10265"/>
                  </a:cubicBezTo>
                  <a:lnTo>
                    <a:pt x="22605" y="6541"/>
                  </a:lnTo>
                  <a:cubicBezTo>
                    <a:pt x="14802" y="4249"/>
                    <a:pt x="432" y="29"/>
                    <a:pt x="368" y="1"/>
                  </a:cubicBezTo>
                  <a:cubicBezTo>
                    <a:pt x="368" y="1"/>
                    <a:pt x="367" y="1"/>
                    <a:pt x="36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54"/>
            <p:cNvSpPr/>
            <p:nvPr/>
          </p:nvSpPr>
          <p:spPr>
            <a:xfrm flipH="1" rot="-4040320">
              <a:off x="4112560" y="3113240"/>
              <a:ext cx="126836" cy="99536"/>
            </a:xfrm>
            <a:custGeom>
              <a:rect b="b" l="l" r="r" t="t"/>
              <a:pathLst>
                <a:path extrusionOk="0" h="4408" w="5617">
                  <a:moveTo>
                    <a:pt x="707" y="0"/>
                  </a:moveTo>
                  <a:lnTo>
                    <a:pt x="0" y="3724"/>
                  </a:lnTo>
                  <a:cubicBezTo>
                    <a:pt x="2913" y="4115"/>
                    <a:pt x="5055" y="4407"/>
                    <a:pt x="5055" y="4407"/>
                  </a:cubicBezTo>
                  <a:lnTo>
                    <a:pt x="5616" y="1440"/>
                  </a:lnTo>
                  <a:cubicBezTo>
                    <a:pt x="5616" y="1440"/>
                    <a:pt x="3620" y="852"/>
                    <a:pt x="707" y="0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54"/>
            <p:cNvSpPr/>
            <p:nvPr/>
          </p:nvSpPr>
          <p:spPr>
            <a:xfrm flipH="1" rot="-4040320">
              <a:off x="4084562" y="3230397"/>
              <a:ext cx="175069" cy="129027"/>
            </a:xfrm>
            <a:custGeom>
              <a:rect b="b" l="l" r="r" t="t"/>
              <a:pathLst>
                <a:path extrusionOk="0" h="5714" w="7753">
                  <a:moveTo>
                    <a:pt x="1227" y="1"/>
                  </a:moveTo>
                  <a:lnTo>
                    <a:pt x="666" y="2968"/>
                  </a:lnTo>
                  <a:cubicBezTo>
                    <a:pt x="666" y="2968"/>
                    <a:pt x="1" y="5028"/>
                    <a:pt x="1391" y="5434"/>
                  </a:cubicBezTo>
                  <a:cubicBezTo>
                    <a:pt x="2059" y="5631"/>
                    <a:pt x="2741" y="5714"/>
                    <a:pt x="3243" y="5714"/>
                  </a:cubicBezTo>
                  <a:cubicBezTo>
                    <a:pt x="3786" y="5714"/>
                    <a:pt x="4119" y="5617"/>
                    <a:pt x="3998" y="5466"/>
                  </a:cubicBezTo>
                  <a:cubicBezTo>
                    <a:pt x="3766" y="5169"/>
                    <a:pt x="2540" y="4294"/>
                    <a:pt x="2735" y="4008"/>
                  </a:cubicBezTo>
                  <a:cubicBezTo>
                    <a:pt x="2756" y="3978"/>
                    <a:pt x="2825" y="3965"/>
                    <a:pt x="2933" y="3965"/>
                  </a:cubicBezTo>
                  <a:cubicBezTo>
                    <a:pt x="3699" y="3965"/>
                    <a:pt x="6408" y="4631"/>
                    <a:pt x="7314" y="4631"/>
                  </a:cubicBezTo>
                  <a:cubicBezTo>
                    <a:pt x="7481" y="4631"/>
                    <a:pt x="7587" y="4609"/>
                    <a:pt x="7607" y="4555"/>
                  </a:cubicBezTo>
                  <a:cubicBezTo>
                    <a:pt x="7753" y="4172"/>
                    <a:pt x="7143" y="3023"/>
                    <a:pt x="6095" y="2340"/>
                  </a:cubicBezTo>
                  <a:cubicBezTo>
                    <a:pt x="5041" y="1651"/>
                    <a:pt x="1227" y="1"/>
                    <a:pt x="1227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54"/>
            <p:cNvSpPr/>
            <p:nvPr/>
          </p:nvSpPr>
          <p:spPr>
            <a:xfrm flipH="1">
              <a:off x="4667002" y="1890514"/>
              <a:ext cx="334997" cy="322510"/>
            </a:xfrm>
            <a:custGeom>
              <a:rect b="b" l="l" r="r" t="t"/>
              <a:pathLst>
                <a:path extrusionOk="0" h="14283" w="14836">
                  <a:moveTo>
                    <a:pt x="5378" y="0"/>
                  </a:moveTo>
                  <a:cubicBezTo>
                    <a:pt x="5378" y="0"/>
                    <a:pt x="5178" y="5415"/>
                    <a:pt x="3829" y="8647"/>
                  </a:cubicBezTo>
                  <a:cubicBezTo>
                    <a:pt x="2475" y="11883"/>
                    <a:pt x="1" y="11929"/>
                    <a:pt x="1" y="11929"/>
                  </a:cubicBezTo>
                  <a:cubicBezTo>
                    <a:pt x="1" y="11929"/>
                    <a:pt x="1806" y="13500"/>
                    <a:pt x="6427" y="14193"/>
                  </a:cubicBezTo>
                  <a:cubicBezTo>
                    <a:pt x="6835" y="14254"/>
                    <a:pt x="7236" y="14283"/>
                    <a:pt x="7629" y="14283"/>
                  </a:cubicBezTo>
                  <a:cubicBezTo>
                    <a:pt x="11688" y="14283"/>
                    <a:pt x="14836" y="11285"/>
                    <a:pt x="14836" y="11285"/>
                  </a:cubicBezTo>
                  <a:cubicBezTo>
                    <a:pt x="8874" y="9066"/>
                    <a:pt x="8779" y="2631"/>
                    <a:pt x="8779" y="2631"/>
                  </a:cubicBezTo>
                  <a:lnTo>
                    <a:pt x="5378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54"/>
            <p:cNvSpPr/>
            <p:nvPr/>
          </p:nvSpPr>
          <p:spPr>
            <a:xfrm flipH="1">
              <a:off x="4794405" y="1907087"/>
              <a:ext cx="63201" cy="96959"/>
            </a:xfrm>
            <a:custGeom>
              <a:rect b="b" l="l" r="r" t="t"/>
              <a:pathLst>
                <a:path extrusionOk="0" h="4294" w="2799">
                  <a:moveTo>
                    <a:pt x="0" y="0"/>
                  </a:moveTo>
                  <a:cubicBezTo>
                    <a:pt x="0" y="0"/>
                    <a:pt x="5" y="19"/>
                    <a:pt x="14" y="65"/>
                  </a:cubicBezTo>
                  <a:lnTo>
                    <a:pt x="2384" y="1897"/>
                  </a:lnTo>
                  <a:lnTo>
                    <a:pt x="0" y="0"/>
                  </a:lnTo>
                  <a:close/>
                  <a:moveTo>
                    <a:pt x="2384" y="1897"/>
                  </a:moveTo>
                  <a:cubicBezTo>
                    <a:pt x="2384" y="1897"/>
                    <a:pt x="2402" y="2922"/>
                    <a:pt x="2799" y="4294"/>
                  </a:cubicBezTo>
                  <a:lnTo>
                    <a:pt x="2401" y="1996"/>
                  </a:lnTo>
                  <a:lnTo>
                    <a:pt x="2384" y="1897"/>
                  </a:lnTo>
                  <a:close/>
                </a:path>
              </a:pathLst>
            </a:custGeom>
            <a:solidFill>
              <a:srgbClr val="FFA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54"/>
            <p:cNvSpPr/>
            <p:nvPr/>
          </p:nvSpPr>
          <p:spPr>
            <a:xfrm flipH="1">
              <a:off x="4794405" y="1908532"/>
              <a:ext cx="62908" cy="95513"/>
            </a:xfrm>
            <a:custGeom>
              <a:rect b="b" l="l" r="r" t="t"/>
              <a:pathLst>
                <a:path extrusionOk="0" h="4230" w="2786">
                  <a:moveTo>
                    <a:pt x="1" y="1"/>
                  </a:moveTo>
                  <a:cubicBezTo>
                    <a:pt x="37" y="197"/>
                    <a:pt x="188" y="853"/>
                    <a:pt x="625" y="1833"/>
                  </a:cubicBezTo>
                  <a:cubicBezTo>
                    <a:pt x="1149" y="3009"/>
                    <a:pt x="2754" y="4207"/>
                    <a:pt x="2786" y="4230"/>
                  </a:cubicBezTo>
                  <a:cubicBezTo>
                    <a:pt x="2388" y="2858"/>
                    <a:pt x="2371" y="1833"/>
                    <a:pt x="2371" y="18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54"/>
            <p:cNvSpPr/>
            <p:nvPr/>
          </p:nvSpPr>
          <p:spPr>
            <a:xfrm flipH="1">
              <a:off x="4794610" y="1828760"/>
              <a:ext cx="17003" cy="2506"/>
            </a:xfrm>
            <a:custGeom>
              <a:rect b="b" l="l" r="r" t="t"/>
              <a:pathLst>
                <a:path extrusionOk="0" h="111" w="753">
                  <a:moveTo>
                    <a:pt x="0" y="1"/>
                  </a:moveTo>
                  <a:lnTo>
                    <a:pt x="0" y="110"/>
                  </a:lnTo>
                  <a:lnTo>
                    <a:pt x="753" y="110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46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54"/>
            <p:cNvSpPr/>
            <p:nvPr/>
          </p:nvSpPr>
          <p:spPr>
            <a:xfrm flipH="1">
              <a:off x="4729258" y="1754159"/>
              <a:ext cx="200397" cy="209723"/>
            </a:xfrm>
            <a:custGeom>
              <a:rect b="b" l="l" r="r" t="t"/>
              <a:pathLst>
                <a:path extrusionOk="0" h="9288" w="8875">
                  <a:moveTo>
                    <a:pt x="4923" y="1"/>
                  </a:moveTo>
                  <a:cubicBezTo>
                    <a:pt x="3457" y="1"/>
                    <a:pt x="1784" y="609"/>
                    <a:pt x="1573" y="1682"/>
                  </a:cubicBezTo>
                  <a:cubicBezTo>
                    <a:pt x="1259" y="3310"/>
                    <a:pt x="1404" y="4253"/>
                    <a:pt x="1404" y="4253"/>
                  </a:cubicBezTo>
                  <a:cubicBezTo>
                    <a:pt x="1404" y="4253"/>
                    <a:pt x="1279" y="4079"/>
                    <a:pt x="1038" y="4079"/>
                  </a:cubicBezTo>
                  <a:cubicBezTo>
                    <a:pt x="944" y="4079"/>
                    <a:pt x="832" y="4106"/>
                    <a:pt x="703" y="4180"/>
                  </a:cubicBezTo>
                  <a:cubicBezTo>
                    <a:pt x="242" y="4449"/>
                    <a:pt x="1" y="5662"/>
                    <a:pt x="579" y="6167"/>
                  </a:cubicBezTo>
                  <a:cubicBezTo>
                    <a:pt x="811" y="6370"/>
                    <a:pt x="1050" y="6431"/>
                    <a:pt x="1254" y="6431"/>
                  </a:cubicBezTo>
                  <a:cubicBezTo>
                    <a:pt x="1563" y="6431"/>
                    <a:pt x="1791" y="6291"/>
                    <a:pt x="1791" y="6291"/>
                  </a:cubicBezTo>
                  <a:cubicBezTo>
                    <a:pt x="1791" y="6291"/>
                    <a:pt x="2037" y="7116"/>
                    <a:pt x="3419" y="8132"/>
                  </a:cubicBezTo>
                  <a:cubicBezTo>
                    <a:pt x="4350" y="8820"/>
                    <a:pt x="6286" y="9287"/>
                    <a:pt x="7521" y="9287"/>
                  </a:cubicBezTo>
                  <a:cubicBezTo>
                    <a:pt x="8117" y="9287"/>
                    <a:pt x="8550" y="9178"/>
                    <a:pt x="8628" y="8934"/>
                  </a:cubicBezTo>
                  <a:cubicBezTo>
                    <a:pt x="8874" y="8182"/>
                    <a:pt x="8022" y="1491"/>
                    <a:pt x="6787" y="498"/>
                  </a:cubicBezTo>
                  <a:cubicBezTo>
                    <a:pt x="6369" y="160"/>
                    <a:pt x="5673" y="1"/>
                    <a:pt x="4923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54"/>
            <p:cNvSpPr/>
            <p:nvPr/>
          </p:nvSpPr>
          <p:spPr>
            <a:xfrm flipH="1">
              <a:off x="4728333" y="1737925"/>
              <a:ext cx="183214" cy="117303"/>
            </a:xfrm>
            <a:custGeom>
              <a:rect b="b" l="l" r="r" t="t"/>
              <a:pathLst>
                <a:path extrusionOk="0" h="5195" w="8114">
                  <a:moveTo>
                    <a:pt x="4859" y="0"/>
                  </a:moveTo>
                  <a:cubicBezTo>
                    <a:pt x="3831" y="0"/>
                    <a:pt x="2598" y="217"/>
                    <a:pt x="1710" y="615"/>
                  </a:cubicBezTo>
                  <a:cubicBezTo>
                    <a:pt x="211" y="1285"/>
                    <a:pt x="1" y="2260"/>
                    <a:pt x="147" y="2894"/>
                  </a:cubicBezTo>
                  <a:cubicBezTo>
                    <a:pt x="288" y="3531"/>
                    <a:pt x="524" y="4894"/>
                    <a:pt x="524" y="4894"/>
                  </a:cubicBezTo>
                  <a:cubicBezTo>
                    <a:pt x="524" y="4894"/>
                    <a:pt x="844" y="5195"/>
                    <a:pt x="1277" y="5195"/>
                  </a:cubicBezTo>
                  <a:cubicBezTo>
                    <a:pt x="1359" y="5195"/>
                    <a:pt x="1444" y="5184"/>
                    <a:pt x="1532" y="5159"/>
                  </a:cubicBezTo>
                  <a:cubicBezTo>
                    <a:pt x="2089" y="4999"/>
                    <a:pt x="1646" y="3965"/>
                    <a:pt x="1628" y="3487"/>
                  </a:cubicBezTo>
                  <a:cubicBezTo>
                    <a:pt x="1614" y="3007"/>
                    <a:pt x="2872" y="2370"/>
                    <a:pt x="3861" y="2370"/>
                  </a:cubicBezTo>
                  <a:cubicBezTo>
                    <a:pt x="4333" y="2370"/>
                    <a:pt x="5097" y="2439"/>
                    <a:pt x="5819" y="2439"/>
                  </a:cubicBezTo>
                  <a:cubicBezTo>
                    <a:pt x="6602" y="2439"/>
                    <a:pt x="7338" y="2358"/>
                    <a:pt x="7603" y="2019"/>
                  </a:cubicBezTo>
                  <a:cubicBezTo>
                    <a:pt x="8114" y="1367"/>
                    <a:pt x="6650" y="952"/>
                    <a:pt x="6650" y="952"/>
                  </a:cubicBezTo>
                  <a:cubicBezTo>
                    <a:pt x="6650" y="952"/>
                    <a:pt x="7334" y="838"/>
                    <a:pt x="6505" y="314"/>
                  </a:cubicBezTo>
                  <a:cubicBezTo>
                    <a:pt x="6168" y="101"/>
                    <a:pt x="5561" y="0"/>
                    <a:pt x="485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54"/>
            <p:cNvSpPr/>
            <p:nvPr/>
          </p:nvSpPr>
          <p:spPr>
            <a:xfrm flipH="1">
              <a:off x="4761486" y="1813587"/>
              <a:ext cx="24612" cy="23641"/>
            </a:xfrm>
            <a:custGeom>
              <a:rect b="b" l="l" r="r" t="t"/>
              <a:pathLst>
                <a:path extrusionOk="0" h="1047" w="1090">
                  <a:moveTo>
                    <a:pt x="997" y="0"/>
                  </a:moveTo>
                  <a:cubicBezTo>
                    <a:pt x="819" y="0"/>
                    <a:pt x="428" y="29"/>
                    <a:pt x="242" y="268"/>
                  </a:cubicBezTo>
                  <a:cubicBezTo>
                    <a:pt x="0" y="586"/>
                    <a:pt x="128" y="1047"/>
                    <a:pt x="128" y="1047"/>
                  </a:cubicBezTo>
                  <a:cubicBezTo>
                    <a:pt x="128" y="1047"/>
                    <a:pt x="124" y="655"/>
                    <a:pt x="288" y="395"/>
                  </a:cubicBezTo>
                  <a:cubicBezTo>
                    <a:pt x="448" y="136"/>
                    <a:pt x="1090" y="3"/>
                    <a:pt x="1090" y="3"/>
                  </a:cubicBezTo>
                  <a:cubicBezTo>
                    <a:pt x="1090" y="3"/>
                    <a:pt x="1054" y="0"/>
                    <a:pt x="99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54"/>
            <p:cNvSpPr/>
            <p:nvPr/>
          </p:nvSpPr>
          <p:spPr>
            <a:xfrm flipH="1">
              <a:off x="4820236" y="1825193"/>
              <a:ext cx="36557" cy="14406"/>
            </a:xfrm>
            <a:custGeom>
              <a:rect b="b" l="l" r="r" t="t"/>
              <a:pathLst>
                <a:path extrusionOk="0" h="638" w="1619">
                  <a:moveTo>
                    <a:pt x="795" y="0"/>
                  </a:moveTo>
                  <a:cubicBezTo>
                    <a:pt x="464" y="0"/>
                    <a:pt x="84" y="49"/>
                    <a:pt x="1" y="104"/>
                  </a:cubicBezTo>
                  <a:cubicBezTo>
                    <a:pt x="1" y="104"/>
                    <a:pt x="182" y="97"/>
                    <a:pt x="405" y="97"/>
                  </a:cubicBezTo>
                  <a:cubicBezTo>
                    <a:pt x="661" y="97"/>
                    <a:pt x="973" y="106"/>
                    <a:pt x="1122" y="146"/>
                  </a:cubicBezTo>
                  <a:cubicBezTo>
                    <a:pt x="1400" y="223"/>
                    <a:pt x="1618" y="638"/>
                    <a:pt x="1618" y="638"/>
                  </a:cubicBezTo>
                  <a:cubicBezTo>
                    <a:pt x="1618" y="638"/>
                    <a:pt x="1509" y="173"/>
                    <a:pt x="1259" y="59"/>
                  </a:cubicBezTo>
                  <a:cubicBezTo>
                    <a:pt x="1166" y="17"/>
                    <a:pt x="989" y="0"/>
                    <a:pt x="79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54"/>
            <p:cNvSpPr/>
            <p:nvPr/>
          </p:nvSpPr>
          <p:spPr>
            <a:xfrm flipH="1">
              <a:off x="4781017" y="1821151"/>
              <a:ext cx="24115" cy="52408"/>
            </a:xfrm>
            <a:custGeom>
              <a:rect b="b" l="l" r="r" t="t"/>
              <a:pathLst>
                <a:path extrusionOk="0" h="2321" w="1068">
                  <a:moveTo>
                    <a:pt x="132" y="1"/>
                  </a:moveTo>
                  <a:lnTo>
                    <a:pt x="1" y="55"/>
                  </a:lnTo>
                  <a:lnTo>
                    <a:pt x="811" y="2075"/>
                  </a:lnTo>
                  <a:lnTo>
                    <a:pt x="92" y="1814"/>
                  </a:lnTo>
                  <a:lnTo>
                    <a:pt x="41" y="1951"/>
                  </a:lnTo>
                  <a:lnTo>
                    <a:pt x="1067" y="2321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54"/>
            <p:cNvSpPr/>
            <p:nvPr/>
          </p:nvSpPr>
          <p:spPr>
            <a:xfrm flipH="1">
              <a:off x="4891858" y="1860574"/>
              <a:ext cx="17319" cy="12893"/>
            </a:xfrm>
            <a:custGeom>
              <a:rect b="b" l="l" r="r" t="t"/>
              <a:pathLst>
                <a:path extrusionOk="0" h="571" w="767">
                  <a:moveTo>
                    <a:pt x="9" y="0"/>
                  </a:moveTo>
                  <a:cubicBezTo>
                    <a:pt x="4" y="0"/>
                    <a:pt x="1" y="1"/>
                    <a:pt x="1" y="1"/>
                  </a:cubicBezTo>
                  <a:lnTo>
                    <a:pt x="5" y="110"/>
                  </a:lnTo>
                  <a:cubicBezTo>
                    <a:pt x="6" y="110"/>
                    <a:pt x="9" y="110"/>
                    <a:pt x="13" y="110"/>
                  </a:cubicBezTo>
                  <a:cubicBezTo>
                    <a:pt x="82" y="110"/>
                    <a:pt x="524" y="122"/>
                    <a:pt x="661" y="570"/>
                  </a:cubicBezTo>
                  <a:lnTo>
                    <a:pt x="766" y="539"/>
                  </a:lnTo>
                  <a:cubicBezTo>
                    <a:pt x="604" y="17"/>
                    <a:pt x="81" y="0"/>
                    <a:pt x="9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54"/>
            <p:cNvSpPr/>
            <p:nvPr/>
          </p:nvSpPr>
          <p:spPr>
            <a:xfrm flipH="1">
              <a:off x="4759632" y="1877870"/>
              <a:ext cx="81717" cy="42202"/>
            </a:xfrm>
            <a:custGeom>
              <a:rect b="b" l="l" r="r" t="t"/>
              <a:pathLst>
                <a:path extrusionOk="0" h="1869" w="3619">
                  <a:moveTo>
                    <a:pt x="0" y="0"/>
                  </a:moveTo>
                  <a:cubicBezTo>
                    <a:pt x="0" y="0"/>
                    <a:pt x="433" y="1586"/>
                    <a:pt x="1906" y="1846"/>
                  </a:cubicBezTo>
                  <a:cubicBezTo>
                    <a:pt x="1996" y="1861"/>
                    <a:pt x="2081" y="1869"/>
                    <a:pt x="2162" y="1869"/>
                  </a:cubicBezTo>
                  <a:cubicBezTo>
                    <a:pt x="3410" y="1869"/>
                    <a:pt x="3619" y="101"/>
                    <a:pt x="3619" y="1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54"/>
            <p:cNvSpPr/>
            <p:nvPr/>
          </p:nvSpPr>
          <p:spPr>
            <a:xfrm flipH="1">
              <a:off x="4770833" y="1878389"/>
              <a:ext cx="50873" cy="11538"/>
            </a:xfrm>
            <a:custGeom>
              <a:rect b="b" l="l" r="r" t="t"/>
              <a:pathLst>
                <a:path extrusionOk="0" h="511" w="2253">
                  <a:moveTo>
                    <a:pt x="1" y="0"/>
                  </a:moveTo>
                  <a:cubicBezTo>
                    <a:pt x="1" y="0"/>
                    <a:pt x="169" y="433"/>
                    <a:pt x="939" y="501"/>
                  </a:cubicBezTo>
                  <a:cubicBezTo>
                    <a:pt x="1015" y="507"/>
                    <a:pt x="1086" y="510"/>
                    <a:pt x="1155" y="510"/>
                  </a:cubicBezTo>
                  <a:cubicBezTo>
                    <a:pt x="1787" y="510"/>
                    <a:pt x="2133" y="262"/>
                    <a:pt x="2252" y="7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54"/>
            <p:cNvSpPr/>
            <p:nvPr/>
          </p:nvSpPr>
          <p:spPr>
            <a:xfrm flipH="1">
              <a:off x="4771668" y="1906974"/>
              <a:ext cx="44076" cy="13254"/>
            </a:xfrm>
            <a:custGeom>
              <a:rect b="b" l="l" r="r" t="t"/>
              <a:pathLst>
                <a:path extrusionOk="0" h="587" w="1952">
                  <a:moveTo>
                    <a:pt x="1833" y="1"/>
                  </a:moveTo>
                  <a:cubicBezTo>
                    <a:pt x="1833" y="1"/>
                    <a:pt x="1423" y="261"/>
                    <a:pt x="993" y="261"/>
                  </a:cubicBezTo>
                  <a:cubicBezTo>
                    <a:pt x="986" y="261"/>
                    <a:pt x="979" y="261"/>
                    <a:pt x="972" y="261"/>
                  </a:cubicBezTo>
                  <a:cubicBezTo>
                    <a:pt x="534" y="251"/>
                    <a:pt x="152" y="70"/>
                    <a:pt x="152" y="70"/>
                  </a:cubicBezTo>
                  <a:lnTo>
                    <a:pt x="1" y="261"/>
                  </a:lnTo>
                  <a:cubicBezTo>
                    <a:pt x="1" y="261"/>
                    <a:pt x="229" y="507"/>
                    <a:pt x="972" y="579"/>
                  </a:cubicBezTo>
                  <a:cubicBezTo>
                    <a:pt x="1020" y="584"/>
                    <a:pt x="1067" y="587"/>
                    <a:pt x="1111" y="587"/>
                  </a:cubicBezTo>
                  <a:cubicBezTo>
                    <a:pt x="1745" y="587"/>
                    <a:pt x="1952" y="129"/>
                    <a:pt x="1952" y="129"/>
                  </a:cubicBezTo>
                  <a:lnTo>
                    <a:pt x="18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54"/>
            <p:cNvSpPr/>
            <p:nvPr/>
          </p:nvSpPr>
          <p:spPr>
            <a:xfrm flipH="1">
              <a:off x="4776817" y="1902390"/>
              <a:ext cx="29873" cy="10906"/>
            </a:xfrm>
            <a:custGeom>
              <a:rect b="b" l="l" r="r" t="t"/>
              <a:pathLst>
                <a:path extrusionOk="0" h="483" w="1323">
                  <a:moveTo>
                    <a:pt x="689" y="0"/>
                  </a:moveTo>
                  <a:cubicBezTo>
                    <a:pt x="667" y="0"/>
                    <a:pt x="644" y="1"/>
                    <a:pt x="621" y="4"/>
                  </a:cubicBezTo>
                  <a:cubicBezTo>
                    <a:pt x="234" y="44"/>
                    <a:pt x="1" y="368"/>
                    <a:pt x="1" y="368"/>
                  </a:cubicBezTo>
                  <a:cubicBezTo>
                    <a:pt x="192" y="452"/>
                    <a:pt x="377" y="483"/>
                    <a:pt x="545" y="483"/>
                  </a:cubicBezTo>
                  <a:cubicBezTo>
                    <a:pt x="994" y="483"/>
                    <a:pt x="1322" y="263"/>
                    <a:pt x="1322" y="263"/>
                  </a:cubicBezTo>
                  <a:cubicBezTo>
                    <a:pt x="1322" y="263"/>
                    <a:pt x="1044" y="0"/>
                    <a:pt x="689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54"/>
            <p:cNvSpPr/>
            <p:nvPr/>
          </p:nvSpPr>
          <p:spPr>
            <a:xfrm flipH="1">
              <a:off x="4621086" y="2835942"/>
              <a:ext cx="120668" cy="680064"/>
            </a:xfrm>
            <a:custGeom>
              <a:rect b="b" l="l" r="r" t="t"/>
              <a:pathLst>
                <a:path extrusionOk="0" h="30118" w="5344">
                  <a:moveTo>
                    <a:pt x="133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9985"/>
                  </a:lnTo>
                  <a:cubicBezTo>
                    <a:pt x="1" y="30058"/>
                    <a:pt x="60" y="30117"/>
                    <a:pt x="133" y="30117"/>
                  </a:cubicBezTo>
                  <a:lnTo>
                    <a:pt x="5211" y="30117"/>
                  </a:lnTo>
                  <a:cubicBezTo>
                    <a:pt x="5283" y="30117"/>
                    <a:pt x="5343" y="30058"/>
                    <a:pt x="5343" y="29985"/>
                  </a:cubicBezTo>
                  <a:lnTo>
                    <a:pt x="5343" y="132"/>
                  </a:lnTo>
                  <a:cubicBezTo>
                    <a:pt x="5343" y="60"/>
                    <a:pt x="5283" y="1"/>
                    <a:pt x="521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54"/>
            <p:cNvSpPr/>
            <p:nvPr/>
          </p:nvSpPr>
          <p:spPr>
            <a:xfrm flipH="1">
              <a:off x="4642516" y="3528823"/>
              <a:ext cx="56540" cy="612663"/>
            </a:xfrm>
            <a:custGeom>
              <a:rect b="b" l="l" r="r" t="t"/>
              <a:pathLst>
                <a:path extrusionOk="0" h="27133" w="2504">
                  <a:moveTo>
                    <a:pt x="1" y="0"/>
                  </a:moveTo>
                  <a:lnTo>
                    <a:pt x="1" y="27132"/>
                  </a:lnTo>
                  <a:lnTo>
                    <a:pt x="2504" y="27132"/>
                  </a:lnTo>
                  <a:lnTo>
                    <a:pt x="2504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54"/>
            <p:cNvSpPr/>
            <p:nvPr/>
          </p:nvSpPr>
          <p:spPr>
            <a:xfrm flipH="1">
              <a:off x="4621086" y="3934884"/>
              <a:ext cx="120668" cy="80611"/>
            </a:xfrm>
            <a:custGeom>
              <a:rect b="b" l="l" r="r" t="t"/>
              <a:pathLst>
                <a:path extrusionOk="0" h="3570" w="5344">
                  <a:moveTo>
                    <a:pt x="1" y="0"/>
                  </a:moveTo>
                  <a:lnTo>
                    <a:pt x="1" y="3569"/>
                  </a:lnTo>
                  <a:lnTo>
                    <a:pt x="5343" y="3569"/>
                  </a:lnTo>
                  <a:lnTo>
                    <a:pt x="5343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54"/>
            <p:cNvSpPr/>
            <p:nvPr/>
          </p:nvSpPr>
          <p:spPr>
            <a:xfrm flipH="1">
              <a:off x="4621086" y="3413038"/>
              <a:ext cx="120668" cy="521892"/>
            </a:xfrm>
            <a:custGeom>
              <a:rect b="b" l="l" r="r" t="t"/>
              <a:pathLst>
                <a:path extrusionOk="0" h="23113" w="5344">
                  <a:moveTo>
                    <a:pt x="2180" y="0"/>
                  </a:moveTo>
                  <a:cubicBezTo>
                    <a:pt x="981" y="0"/>
                    <a:pt x="1" y="980"/>
                    <a:pt x="1" y="2179"/>
                  </a:cubicBezTo>
                  <a:lnTo>
                    <a:pt x="1" y="23112"/>
                  </a:lnTo>
                  <a:lnTo>
                    <a:pt x="5343" y="23112"/>
                  </a:lnTo>
                  <a:lnTo>
                    <a:pt x="5343" y="2179"/>
                  </a:lnTo>
                  <a:cubicBezTo>
                    <a:pt x="5343" y="980"/>
                    <a:pt x="4359" y="0"/>
                    <a:pt x="316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54"/>
            <p:cNvSpPr/>
            <p:nvPr/>
          </p:nvSpPr>
          <p:spPr>
            <a:xfrm flipH="1">
              <a:off x="4373814" y="4266659"/>
              <a:ext cx="325242" cy="41592"/>
            </a:xfrm>
            <a:custGeom>
              <a:rect b="b" l="l" r="r" t="t"/>
              <a:pathLst>
                <a:path extrusionOk="0" h="1842" w="14404">
                  <a:moveTo>
                    <a:pt x="1" y="1"/>
                  </a:moveTo>
                  <a:lnTo>
                    <a:pt x="1" y="1842"/>
                  </a:lnTo>
                  <a:lnTo>
                    <a:pt x="14404" y="1842"/>
                  </a:lnTo>
                  <a:cubicBezTo>
                    <a:pt x="14404" y="1842"/>
                    <a:pt x="14353" y="1655"/>
                    <a:pt x="14067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54"/>
            <p:cNvSpPr/>
            <p:nvPr/>
          </p:nvSpPr>
          <p:spPr>
            <a:xfrm flipH="1">
              <a:off x="4381423" y="4116103"/>
              <a:ext cx="317633" cy="150586"/>
            </a:xfrm>
            <a:custGeom>
              <a:rect b="b" l="l" r="r" t="t"/>
              <a:pathLst>
                <a:path extrusionOk="0" h="6669" w="14067">
                  <a:moveTo>
                    <a:pt x="1" y="1"/>
                  </a:moveTo>
                  <a:lnTo>
                    <a:pt x="1" y="6669"/>
                  </a:lnTo>
                  <a:lnTo>
                    <a:pt x="14067" y="6669"/>
                  </a:lnTo>
                  <a:cubicBezTo>
                    <a:pt x="14057" y="6637"/>
                    <a:pt x="14052" y="6600"/>
                    <a:pt x="14048" y="6568"/>
                  </a:cubicBezTo>
                  <a:cubicBezTo>
                    <a:pt x="13743" y="4818"/>
                    <a:pt x="8970" y="4431"/>
                    <a:pt x="6054" y="4149"/>
                  </a:cubicBezTo>
                  <a:cubicBezTo>
                    <a:pt x="3137" y="3865"/>
                    <a:pt x="3547" y="1"/>
                    <a:pt x="3547" y="1"/>
                  </a:cubicBezTo>
                  <a:close/>
                </a:path>
              </a:pathLst>
            </a:custGeom>
            <a:solidFill>
              <a:srgbClr val="0E0E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54"/>
            <p:cNvSpPr/>
            <p:nvPr/>
          </p:nvSpPr>
          <p:spPr>
            <a:xfrm flipH="1">
              <a:off x="4405929" y="4232904"/>
              <a:ext cx="145325" cy="34186"/>
            </a:xfrm>
            <a:custGeom>
              <a:rect b="b" l="l" r="r" t="t"/>
              <a:pathLst>
                <a:path extrusionOk="0" h="1514" w="6436">
                  <a:moveTo>
                    <a:pt x="4121" y="0"/>
                  </a:moveTo>
                  <a:cubicBezTo>
                    <a:pt x="3512" y="0"/>
                    <a:pt x="2867" y="9"/>
                    <a:pt x="2302" y="37"/>
                  </a:cubicBezTo>
                  <a:cubicBezTo>
                    <a:pt x="584" y="124"/>
                    <a:pt x="5" y="1464"/>
                    <a:pt x="1" y="1477"/>
                  </a:cubicBezTo>
                  <a:lnTo>
                    <a:pt x="87" y="1513"/>
                  </a:lnTo>
                  <a:cubicBezTo>
                    <a:pt x="91" y="1500"/>
                    <a:pt x="647" y="215"/>
                    <a:pt x="2306" y="133"/>
                  </a:cubicBezTo>
                  <a:cubicBezTo>
                    <a:pt x="2884" y="103"/>
                    <a:pt x="3547" y="94"/>
                    <a:pt x="4169" y="94"/>
                  </a:cubicBezTo>
                  <a:cubicBezTo>
                    <a:pt x="5367" y="94"/>
                    <a:pt x="6416" y="130"/>
                    <a:pt x="6431" y="133"/>
                  </a:cubicBezTo>
                  <a:lnTo>
                    <a:pt x="6436" y="37"/>
                  </a:lnTo>
                  <a:cubicBezTo>
                    <a:pt x="6417" y="37"/>
                    <a:pt x="5340" y="0"/>
                    <a:pt x="4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54"/>
            <p:cNvSpPr/>
            <p:nvPr/>
          </p:nvSpPr>
          <p:spPr>
            <a:xfrm flipH="1">
              <a:off x="4549895" y="4116103"/>
              <a:ext cx="110258" cy="105426"/>
            </a:xfrm>
            <a:custGeom>
              <a:rect b="b" l="l" r="r" t="t"/>
              <a:pathLst>
                <a:path extrusionOk="0" h="4669" w="4883">
                  <a:moveTo>
                    <a:pt x="28" y="1"/>
                  </a:moveTo>
                  <a:cubicBezTo>
                    <a:pt x="24" y="165"/>
                    <a:pt x="1" y="3970"/>
                    <a:pt x="1469" y="4490"/>
                  </a:cubicBezTo>
                  <a:cubicBezTo>
                    <a:pt x="1838" y="4618"/>
                    <a:pt x="2234" y="4668"/>
                    <a:pt x="2631" y="4668"/>
                  </a:cubicBezTo>
                  <a:cubicBezTo>
                    <a:pt x="3780" y="4668"/>
                    <a:pt x="4868" y="4248"/>
                    <a:pt x="4883" y="4244"/>
                  </a:cubicBezTo>
                  <a:lnTo>
                    <a:pt x="4851" y="4157"/>
                  </a:lnTo>
                  <a:cubicBezTo>
                    <a:pt x="4834" y="4161"/>
                    <a:pt x="3758" y="4577"/>
                    <a:pt x="2624" y="4577"/>
                  </a:cubicBezTo>
                  <a:cubicBezTo>
                    <a:pt x="2242" y="4577"/>
                    <a:pt x="1853" y="4530"/>
                    <a:pt x="1496" y="4404"/>
                  </a:cubicBezTo>
                  <a:cubicBezTo>
                    <a:pt x="97" y="3907"/>
                    <a:pt x="120" y="41"/>
                    <a:pt x="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54"/>
            <p:cNvSpPr/>
            <p:nvPr/>
          </p:nvSpPr>
          <p:spPr>
            <a:xfrm flipH="1">
              <a:off x="4616054" y="4126715"/>
              <a:ext cx="43060" cy="29444"/>
            </a:xfrm>
            <a:custGeom>
              <a:rect b="b" l="l" r="r" t="t"/>
              <a:pathLst>
                <a:path extrusionOk="0" h="1304" w="1907">
                  <a:moveTo>
                    <a:pt x="51" y="0"/>
                  </a:moveTo>
                  <a:lnTo>
                    <a:pt x="1" y="78"/>
                  </a:lnTo>
                  <a:lnTo>
                    <a:pt x="1856" y="1304"/>
                  </a:lnTo>
                  <a:lnTo>
                    <a:pt x="1906" y="1226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54"/>
            <p:cNvSpPr/>
            <p:nvPr/>
          </p:nvSpPr>
          <p:spPr>
            <a:xfrm flipH="1">
              <a:off x="4618628" y="4134437"/>
              <a:ext cx="37686" cy="21835"/>
            </a:xfrm>
            <a:custGeom>
              <a:rect b="b" l="l" r="r" t="t"/>
              <a:pathLst>
                <a:path extrusionOk="0" h="967" w="1669">
                  <a:moveTo>
                    <a:pt x="1622" y="0"/>
                  </a:moveTo>
                  <a:lnTo>
                    <a:pt x="0" y="884"/>
                  </a:lnTo>
                  <a:lnTo>
                    <a:pt x="41" y="966"/>
                  </a:lnTo>
                  <a:lnTo>
                    <a:pt x="1668" y="77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54"/>
            <p:cNvSpPr/>
            <p:nvPr/>
          </p:nvSpPr>
          <p:spPr>
            <a:xfrm flipH="1">
              <a:off x="4604042" y="4167357"/>
              <a:ext cx="50037" cy="19374"/>
            </a:xfrm>
            <a:custGeom>
              <a:rect b="b" l="l" r="r" t="t"/>
              <a:pathLst>
                <a:path extrusionOk="0" h="858" w="2216">
                  <a:moveTo>
                    <a:pt x="33" y="1"/>
                  </a:moveTo>
                  <a:lnTo>
                    <a:pt x="1" y="87"/>
                  </a:lnTo>
                  <a:lnTo>
                    <a:pt x="2184" y="857"/>
                  </a:lnTo>
                  <a:lnTo>
                    <a:pt x="2216" y="766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54"/>
            <p:cNvSpPr/>
            <p:nvPr/>
          </p:nvSpPr>
          <p:spPr>
            <a:xfrm flipH="1">
              <a:off x="4612464" y="4167447"/>
              <a:ext cx="35428" cy="24838"/>
            </a:xfrm>
            <a:custGeom>
              <a:rect b="b" l="l" r="r" t="t"/>
              <a:pathLst>
                <a:path extrusionOk="0" h="1100" w="1569">
                  <a:moveTo>
                    <a:pt x="1519" y="1"/>
                  </a:moveTo>
                  <a:lnTo>
                    <a:pt x="0" y="1022"/>
                  </a:lnTo>
                  <a:lnTo>
                    <a:pt x="51" y="1099"/>
                  </a:lnTo>
                  <a:lnTo>
                    <a:pt x="1569" y="79"/>
                  </a:lnTo>
                  <a:lnTo>
                    <a:pt x="1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54"/>
            <p:cNvSpPr/>
            <p:nvPr/>
          </p:nvSpPr>
          <p:spPr>
            <a:xfrm flipH="1">
              <a:off x="4789886" y="2835942"/>
              <a:ext cx="120622" cy="680064"/>
            </a:xfrm>
            <a:custGeom>
              <a:rect b="b" l="l" r="r" t="t"/>
              <a:pathLst>
                <a:path extrusionOk="0" h="30118" w="5342">
                  <a:moveTo>
                    <a:pt x="133" y="1"/>
                  </a:moveTo>
                  <a:cubicBezTo>
                    <a:pt x="60" y="1"/>
                    <a:pt x="0" y="60"/>
                    <a:pt x="0" y="132"/>
                  </a:cubicBezTo>
                  <a:lnTo>
                    <a:pt x="0" y="29985"/>
                  </a:lnTo>
                  <a:cubicBezTo>
                    <a:pt x="0" y="30058"/>
                    <a:pt x="60" y="30117"/>
                    <a:pt x="133" y="30117"/>
                  </a:cubicBezTo>
                  <a:lnTo>
                    <a:pt x="5209" y="30117"/>
                  </a:lnTo>
                  <a:cubicBezTo>
                    <a:pt x="5283" y="30117"/>
                    <a:pt x="5342" y="30058"/>
                    <a:pt x="5342" y="29985"/>
                  </a:cubicBezTo>
                  <a:lnTo>
                    <a:pt x="5342" y="132"/>
                  </a:lnTo>
                  <a:cubicBezTo>
                    <a:pt x="5342" y="60"/>
                    <a:pt x="5283" y="1"/>
                    <a:pt x="520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54"/>
            <p:cNvSpPr/>
            <p:nvPr/>
          </p:nvSpPr>
          <p:spPr>
            <a:xfrm flipH="1">
              <a:off x="4816329" y="3528823"/>
              <a:ext cx="56427" cy="612663"/>
            </a:xfrm>
            <a:custGeom>
              <a:rect b="b" l="l" r="r" t="t"/>
              <a:pathLst>
                <a:path extrusionOk="0" h="27133" w="2499">
                  <a:moveTo>
                    <a:pt x="1" y="0"/>
                  </a:moveTo>
                  <a:lnTo>
                    <a:pt x="1" y="27132"/>
                  </a:lnTo>
                  <a:lnTo>
                    <a:pt x="2498" y="27132"/>
                  </a:lnTo>
                  <a:lnTo>
                    <a:pt x="2498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54"/>
            <p:cNvSpPr/>
            <p:nvPr/>
          </p:nvSpPr>
          <p:spPr>
            <a:xfrm flipH="1">
              <a:off x="4789886" y="3413038"/>
              <a:ext cx="120622" cy="521892"/>
            </a:xfrm>
            <a:custGeom>
              <a:rect b="b" l="l" r="r" t="t"/>
              <a:pathLst>
                <a:path extrusionOk="0" h="23113" w="5342">
                  <a:moveTo>
                    <a:pt x="2179" y="0"/>
                  </a:moveTo>
                  <a:cubicBezTo>
                    <a:pt x="981" y="0"/>
                    <a:pt x="0" y="980"/>
                    <a:pt x="0" y="2179"/>
                  </a:cubicBezTo>
                  <a:lnTo>
                    <a:pt x="0" y="23112"/>
                  </a:lnTo>
                  <a:lnTo>
                    <a:pt x="5342" y="23112"/>
                  </a:lnTo>
                  <a:lnTo>
                    <a:pt x="5342" y="2179"/>
                  </a:lnTo>
                  <a:cubicBezTo>
                    <a:pt x="5342" y="980"/>
                    <a:pt x="4357" y="0"/>
                    <a:pt x="315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54"/>
            <p:cNvSpPr/>
            <p:nvPr/>
          </p:nvSpPr>
          <p:spPr>
            <a:xfrm flipH="1">
              <a:off x="4789886" y="3934884"/>
              <a:ext cx="120622" cy="80611"/>
            </a:xfrm>
            <a:custGeom>
              <a:rect b="b" l="l" r="r" t="t"/>
              <a:pathLst>
                <a:path extrusionOk="0" h="3570" w="5342">
                  <a:moveTo>
                    <a:pt x="0" y="0"/>
                  </a:moveTo>
                  <a:lnTo>
                    <a:pt x="0" y="3569"/>
                  </a:lnTo>
                  <a:lnTo>
                    <a:pt x="5342" y="3569"/>
                  </a:lnTo>
                  <a:lnTo>
                    <a:pt x="5342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54"/>
            <p:cNvSpPr/>
            <p:nvPr/>
          </p:nvSpPr>
          <p:spPr>
            <a:xfrm flipH="1">
              <a:off x="4557381" y="4266659"/>
              <a:ext cx="325152" cy="41592"/>
            </a:xfrm>
            <a:custGeom>
              <a:rect b="b" l="l" r="r" t="t"/>
              <a:pathLst>
                <a:path extrusionOk="0" h="1842" w="14400">
                  <a:moveTo>
                    <a:pt x="1" y="1"/>
                  </a:moveTo>
                  <a:lnTo>
                    <a:pt x="1" y="1842"/>
                  </a:lnTo>
                  <a:lnTo>
                    <a:pt x="14399" y="1842"/>
                  </a:lnTo>
                  <a:cubicBezTo>
                    <a:pt x="14399" y="1842"/>
                    <a:pt x="14349" y="1655"/>
                    <a:pt x="14061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54"/>
            <p:cNvSpPr/>
            <p:nvPr/>
          </p:nvSpPr>
          <p:spPr>
            <a:xfrm flipH="1">
              <a:off x="4565013" y="4116103"/>
              <a:ext cx="317520" cy="150586"/>
            </a:xfrm>
            <a:custGeom>
              <a:rect b="b" l="l" r="r" t="t"/>
              <a:pathLst>
                <a:path extrusionOk="0" h="6669" w="14062">
                  <a:moveTo>
                    <a:pt x="1" y="1"/>
                  </a:moveTo>
                  <a:lnTo>
                    <a:pt x="1" y="6669"/>
                  </a:lnTo>
                  <a:lnTo>
                    <a:pt x="14061" y="6669"/>
                  </a:lnTo>
                  <a:cubicBezTo>
                    <a:pt x="14057" y="6637"/>
                    <a:pt x="14052" y="6600"/>
                    <a:pt x="14044" y="6568"/>
                  </a:cubicBezTo>
                  <a:cubicBezTo>
                    <a:pt x="13743" y="4818"/>
                    <a:pt x="8966" y="4431"/>
                    <a:pt x="6049" y="4149"/>
                  </a:cubicBezTo>
                  <a:cubicBezTo>
                    <a:pt x="3132" y="3865"/>
                    <a:pt x="3543" y="1"/>
                    <a:pt x="3543" y="1"/>
                  </a:cubicBezTo>
                  <a:close/>
                </a:path>
              </a:pathLst>
            </a:custGeom>
            <a:solidFill>
              <a:srgbClr val="0E0E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54"/>
            <p:cNvSpPr/>
            <p:nvPr/>
          </p:nvSpPr>
          <p:spPr>
            <a:xfrm flipH="1">
              <a:off x="4589497" y="4232904"/>
              <a:ext cx="145370" cy="34186"/>
            </a:xfrm>
            <a:custGeom>
              <a:rect b="b" l="l" r="r" t="t"/>
              <a:pathLst>
                <a:path extrusionOk="0" h="1514" w="6438">
                  <a:moveTo>
                    <a:pt x="4127" y="0"/>
                  </a:moveTo>
                  <a:cubicBezTo>
                    <a:pt x="3518" y="0"/>
                    <a:pt x="2873" y="9"/>
                    <a:pt x="2308" y="37"/>
                  </a:cubicBezTo>
                  <a:cubicBezTo>
                    <a:pt x="585" y="124"/>
                    <a:pt x="11" y="1464"/>
                    <a:pt x="1" y="1477"/>
                  </a:cubicBezTo>
                  <a:lnTo>
                    <a:pt x="88" y="1513"/>
                  </a:lnTo>
                  <a:cubicBezTo>
                    <a:pt x="93" y="1500"/>
                    <a:pt x="648" y="215"/>
                    <a:pt x="2312" y="133"/>
                  </a:cubicBezTo>
                  <a:cubicBezTo>
                    <a:pt x="2890" y="103"/>
                    <a:pt x="3552" y="94"/>
                    <a:pt x="4174" y="94"/>
                  </a:cubicBezTo>
                  <a:cubicBezTo>
                    <a:pt x="5370" y="94"/>
                    <a:pt x="6418" y="130"/>
                    <a:pt x="6433" y="133"/>
                  </a:cubicBezTo>
                  <a:lnTo>
                    <a:pt x="6437" y="37"/>
                  </a:lnTo>
                  <a:cubicBezTo>
                    <a:pt x="6422" y="37"/>
                    <a:pt x="5345" y="0"/>
                    <a:pt x="4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54"/>
            <p:cNvSpPr/>
            <p:nvPr/>
          </p:nvSpPr>
          <p:spPr>
            <a:xfrm flipH="1">
              <a:off x="4733371" y="4116103"/>
              <a:ext cx="110258" cy="105426"/>
            </a:xfrm>
            <a:custGeom>
              <a:rect b="b" l="l" r="r" t="t"/>
              <a:pathLst>
                <a:path extrusionOk="0" h="4669" w="4883">
                  <a:moveTo>
                    <a:pt x="24" y="1"/>
                  </a:moveTo>
                  <a:cubicBezTo>
                    <a:pt x="24" y="165"/>
                    <a:pt x="1" y="3970"/>
                    <a:pt x="1464" y="4490"/>
                  </a:cubicBezTo>
                  <a:cubicBezTo>
                    <a:pt x="1833" y="4618"/>
                    <a:pt x="2234" y="4668"/>
                    <a:pt x="2626" y="4668"/>
                  </a:cubicBezTo>
                  <a:cubicBezTo>
                    <a:pt x="3779" y="4668"/>
                    <a:pt x="4864" y="4248"/>
                    <a:pt x="4882" y="4244"/>
                  </a:cubicBezTo>
                  <a:lnTo>
                    <a:pt x="4845" y="4157"/>
                  </a:lnTo>
                  <a:cubicBezTo>
                    <a:pt x="4832" y="4161"/>
                    <a:pt x="3758" y="4577"/>
                    <a:pt x="2624" y="4577"/>
                  </a:cubicBezTo>
                  <a:cubicBezTo>
                    <a:pt x="2242" y="4577"/>
                    <a:pt x="1853" y="4530"/>
                    <a:pt x="1496" y="4404"/>
                  </a:cubicBezTo>
                  <a:cubicBezTo>
                    <a:pt x="92" y="3907"/>
                    <a:pt x="114" y="41"/>
                    <a:pt x="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54"/>
            <p:cNvSpPr/>
            <p:nvPr/>
          </p:nvSpPr>
          <p:spPr>
            <a:xfrm flipH="1">
              <a:off x="4799531" y="4126715"/>
              <a:ext cx="43060" cy="29444"/>
            </a:xfrm>
            <a:custGeom>
              <a:rect b="b" l="l" r="r" t="t"/>
              <a:pathLst>
                <a:path extrusionOk="0" h="1304" w="1907">
                  <a:moveTo>
                    <a:pt x="51" y="0"/>
                  </a:moveTo>
                  <a:lnTo>
                    <a:pt x="1" y="78"/>
                  </a:lnTo>
                  <a:lnTo>
                    <a:pt x="1856" y="1304"/>
                  </a:lnTo>
                  <a:lnTo>
                    <a:pt x="1906" y="1226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54"/>
            <p:cNvSpPr/>
            <p:nvPr/>
          </p:nvSpPr>
          <p:spPr>
            <a:xfrm flipH="1">
              <a:off x="4802241" y="4134437"/>
              <a:ext cx="37686" cy="21835"/>
            </a:xfrm>
            <a:custGeom>
              <a:rect b="b" l="l" r="r" t="t"/>
              <a:pathLst>
                <a:path extrusionOk="0" h="967" w="1669">
                  <a:moveTo>
                    <a:pt x="1624" y="0"/>
                  </a:moveTo>
                  <a:lnTo>
                    <a:pt x="1" y="884"/>
                  </a:lnTo>
                  <a:lnTo>
                    <a:pt x="47" y="966"/>
                  </a:lnTo>
                  <a:lnTo>
                    <a:pt x="1669" y="77"/>
                  </a:lnTo>
                  <a:lnTo>
                    <a:pt x="16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54"/>
            <p:cNvSpPr/>
            <p:nvPr/>
          </p:nvSpPr>
          <p:spPr>
            <a:xfrm flipH="1">
              <a:off x="4787609" y="4167357"/>
              <a:ext cx="50037" cy="19374"/>
            </a:xfrm>
            <a:custGeom>
              <a:rect b="b" l="l" r="r" t="t"/>
              <a:pathLst>
                <a:path extrusionOk="0" h="858" w="2216">
                  <a:moveTo>
                    <a:pt x="32" y="1"/>
                  </a:moveTo>
                  <a:lnTo>
                    <a:pt x="0" y="87"/>
                  </a:lnTo>
                  <a:lnTo>
                    <a:pt x="2188" y="857"/>
                  </a:lnTo>
                  <a:lnTo>
                    <a:pt x="2215" y="766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54"/>
            <p:cNvSpPr/>
            <p:nvPr/>
          </p:nvSpPr>
          <p:spPr>
            <a:xfrm flipH="1">
              <a:off x="4795964" y="4167447"/>
              <a:ext cx="35518" cy="24838"/>
            </a:xfrm>
            <a:custGeom>
              <a:rect b="b" l="l" r="r" t="t"/>
              <a:pathLst>
                <a:path extrusionOk="0" h="1100" w="1573">
                  <a:moveTo>
                    <a:pt x="1523" y="1"/>
                  </a:moveTo>
                  <a:lnTo>
                    <a:pt x="1" y="1022"/>
                  </a:lnTo>
                  <a:lnTo>
                    <a:pt x="51" y="1099"/>
                  </a:lnTo>
                  <a:lnTo>
                    <a:pt x="1573" y="79"/>
                  </a:lnTo>
                  <a:lnTo>
                    <a:pt x="15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54"/>
            <p:cNvSpPr/>
            <p:nvPr/>
          </p:nvSpPr>
          <p:spPr>
            <a:xfrm flipH="1">
              <a:off x="4417530" y="2136760"/>
              <a:ext cx="773094" cy="701493"/>
            </a:xfrm>
            <a:custGeom>
              <a:rect b="b" l="l" r="r" t="t"/>
              <a:pathLst>
                <a:path extrusionOk="0" h="31067" w="34238">
                  <a:moveTo>
                    <a:pt x="22470" y="1"/>
                  </a:moveTo>
                  <a:lnTo>
                    <a:pt x="7634" y="649"/>
                  </a:lnTo>
                  <a:cubicBezTo>
                    <a:pt x="3351" y="1337"/>
                    <a:pt x="0" y="1970"/>
                    <a:pt x="69" y="4951"/>
                  </a:cubicBezTo>
                  <a:cubicBezTo>
                    <a:pt x="137" y="7750"/>
                    <a:pt x="6382" y="27744"/>
                    <a:pt x="8054" y="31066"/>
                  </a:cubicBezTo>
                  <a:lnTo>
                    <a:pt x="27857" y="31066"/>
                  </a:lnTo>
                  <a:cubicBezTo>
                    <a:pt x="28103" y="30975"/>
                    <a:pt x="28295" y="30879"/>
                    <a:pt x="28417" y="30780"/>
                  </a:cubicBezTo>
                  <a:cubicBezTo>
                    <a:pt x="30218" y="29253"/>
                    <a:pt x="34237" y="4048"/>
                    <a:pt x="32989" y="2594"/>
                  </a:cubicBezTo>
                  <a:cubicBezTo>
                    <a:pt x="31740" y="1141"/>
                    <a:pt x="22470" y="1"/>
                    <a:pt x="22470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54"/>
            <p:cNvSpPr/>
            <p:nvPr/>
          </p:nvSpPr>
          <p:spPr>
            <a:xfrm flipH="1">
              <a:off x="4683261" y="2109214"/>
              <a:ext cx="291553" cy="125251"/>
            </a:xfrm>
            <a:custGeom>
              <a:rect b="b" l="l" r="r" t="t"/>
              <a:pathLst>
                <a:path extrusionOk="0" h="5547" w="12912">
                  <a:moveTo>
                    <a:pt x="6216" y="0"/>
                  </a:moveTo>
                  <a:lnTo>
                    <a:pt x="0" y="1786"/>
                  </a:lnTo>
                  <a:lnTo>
                    <a:pt x="8856" y="5546"/>
                  </a:lnTo>
                  <a:lnTo>
                    <a:pt x="12912" y="1221"/>
                  </a:lnTo>
                  <a:lnTo>
                    <a:pt x="6216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54"/>
            <p:cNvSpPr/>
            <p:nvPr/>
          </p:nvSpPr>
          <p:spPr>
            <a:xfrm flipH="1">
              <a:off x="4683261" y="2136760"/>
              <a:ext cx="291553" cy="701493"/>
            </a:xfrm>
            <a:custGeom>
              <a:rect b="b" l="l" r="r" t="t"/>
              <a:pathLst>
                <a:path extrusionOk="0" h="31067" w="12912">
                  <a:moveTo>
                    <a:pt x="12912" y="1"/>
                  </a:moveTo>
                  <a:lnTo>
                    <a:pt x="8856" y="4326"/>
                  </a:lnTo>
                  <a:lnTo>
                    <a:pt x="0" y="566"/>
                  </a:lnTo>
                  <a:lnTo>
                    <a:pt x="4375" y="31066"/>
                  </a:lnTo>
                  <a:lnTo>
                    <a:pt x="12401" y="31066"/>
                  </a:lnTo>
                  <a:lnTo>
                    <a:pt x="12912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54"/>
            <p:cNvSpPr/>
            <p:nvPr/>
          </p:nvSpPr>
          <p:spPr>
            <a:xfrm flipH="1">
              <a:off x="4771557" y="2234437"/>
              <a:ext cx="6616" cy="603812"/>
            </a:xfrm>
            <a:custGeom>
              <a:rect b="b" l="l" r="r" t="t"/>
              <a:pathLst>
                <a:path extrusionOk="0" h="26741" w="293">
                  <a:moveTo>
                    <a:pt x="0" y="0"/>
                  </a:moveTo>
                  <a:lnTo>
                    <a:pt x="0" y="26740"/>
                  </a:lnTo>
                  <a:lnTo>
                    <a:pt x="292" y="2674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54"/>
            <p:cNvSpPr/>
            <p:nvPr/>
          </p:nvSpPr>
          <p:spPr>
            <a:xfrm flipH="1">
              <a:off x="4774732" y="2149540"/>
              <a:ext cx="200081" cy="134441"/>
            </a:xfrm>
            <a:custGeom>
              <a:rect b="b" l="l" r="r" t="t"/>
              <a:pathLst>
                <a:path extrusionOk="0" h="5954" w="8861">
                  <a:moveTo>
                    <a:pt x="0" y="0"/>
                  </a:moveTo>
                  <a:lnTo>
                    <a:pt x="5191" y="5953"/>
                  </a:lnTo>
                  <a:lnTo>
                    <a:pt x="8860" y="37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54"/>
            <p:cNvSpPr/>
            <p:nvPr/>
          </p:nvSpPr>
          <p:spPr>
            <a:xfrm flipH="1">
              <a:off x="4683269" y="2136760"/>
              <a:ext cx="96349" cy="141757"/>
            </a:xfrm>
            <a:custGeom>
              <a:rect b="b" l="l" r="r" t="t"/>
              <a:pathLst>
                <a:path extrusionOk="0" h="6278" w="4267">
                  <a:moveTo>
                    <a:pt x="4267" y="1"/>
                  </a:moveTo>
                  <a:lnTo>
                    <a:pt x="1" y="4271"/>
                  </a:lnTo>
                  <a:lnTo>
                    <a:pt x="2845" y="6277"/>
                  </a:lnTo>
                  <a:lnTo>
                    <a:pt x="4267" y="1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54"/>
            <p:cNvSpPr/>
            <p:nvPr/>
          </p:nvSpPr>
          <p:spPr>
            <a:xfrm flipH="1">
              <a:off x="4769384" y="3310236"/>
              <a:ext cx="633121" cy="391402"/>
            </a:xfrm>
            <a:custGeom>
              <a:rect b="b" l="l" r="r" t="t"/>
              <a:pathLst>
                <a:path extrusionOk="0" h="17334" w="28039">
                  <a:moveTo>
                    <a:pt x="219" y="1"/>
                  </a:moveTo>
                  <a:cubicBezTo>
                    <a:pt x="101" y="1"/>
                    <a:pt x="0" y="100"/>
                    <a:pt x="0" y="220"/>
                  </a:cubicBezTo>
                  <a:lnTo>
                    <a:pt x="0" y="17115"/>
                  </a:lnTo>
                  <a:cubicBezTo>
                    <a:pt x="0" y="17238"/>
                    <a:pt x="101" y="17334"/>
                    <a:pt x="219" y="17334"/>
                  </a:cubicBezTo>
                  <a:lnTo>
                    <a:pt x="27820" y="17334"/>
                  </a:lnTo>
                  <a:cubicBezTo>
                    <a:pt x="27939" y="17334"/>
                    <a:pt x="28039" y="17238"/>
                    <a:pt x="28039" y="17115"/>
                  </a:cubicBezTo>
                  <a:lnTo>
                    <a:pt x="28039" y="220"/>
                  </a:lnTo>
                  <a:cubicBezTo>
                    <a:pt x="28039" y="100"/>
                    <a:pt x="27939" y="1"/>
                    <a:pt x="27820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54"/>
            <p:cNvSpPr/>
            <p:nvPr/>
          </p:nvSpPr>
          <p:spPr>
            <a:xfrm flipH="1">
              <a:off x="4747459" y="3334531"/>
              <a:ext cx="655046" cy="203581"/>
            </a:xfrm>
            <a:custGeom>
              <a:rect b="b" l="l" r="r" t="t"/>
              <a:pathLst>
                <a:path extrusionOk="0" h="9016" w="29010">
                  <a:moveTo>
                    <a:pt x="26982" y="0"/>
                  </a:moveTo>
                  <a:cubicBezTo>
                    <a:pt x="26982" y="0"/>
                    <a:pt x="24927" y="114"/>
                    <a:pt x="24927" y="1992"/>
                  </a:cubicBezTo>
                  <a:lnTo>
                    <a:pt x="24927" y="7967"/>
                  </a:lnTo>
                  <a:lnTo>
                    <a:pt x="0" y="7967"/>
                  </a:lnTo>
                  <a:lnTo>
                    <a:pt x="0" y="9016"/>
                  </a:lnTo>
                  <a:lnTo>
                    <a:pt x="28039" y="9016"/>
                  </a:lnTo>
                  <a:cubicBezTo>
                    <a:pt x="28039" y="9016"/>
                    <a:pt x="29010" y="1035"/>
                    <a:pt x="26982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54"/>
            <p:cNvSpPr/>
            <p:nvPr/>
          </p:nvSpPr>
          <p:spPr>
            <a:xfrm flipH="1">
              <a:off x="5070814" y="3462644"/>
              <a:ext cx="127848" cy="20616"/>
            </a:xfrm>
            <a:custGeom>
              <a:rect b="b" l="l" r="r" t="t"/>
              <a:pathLst>
                <a:path extrusionOk="0" h="913" w="5662">
                  <a:moveTo>
                    <a:pt x="1" y="1"/>
                  </a:moveTo>
                  <a:lnTo>
                    <a:pt x="1" y="912"/>
                  </a:lnTo>
                  <a:lnTo>
                    <a:pt x="5661" y="912"/>
                  </a:lnTo>
                  <a:lnTo>
                    <a:pt x="5661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54"/>
            <p:cNvSpPr/>
            <p:nvPr/>
          </p:nvSpPr>
          <p:spPr>
            <a:xfrm flipH="1">
              <a:off x="4990832" y="2191334"/>
              <a:ext cx="282024" cy="617247"/>
            </a:xfrm>
            <a:custGeom>
              <a:rect b="b" l="l" r="r" t="t"/>
              <a:pathLst>
                <a:path extrusionOk="0" h="27336" w="12490">
                  <a:moveTo>
                    <a:pt x="5338" y="0"/>
                  </a:moveTo>
                  <a:cubicBezTo>
                    <a:pt x="5338" y="0"/>
                    <a:pt x="352" y="1362"/>
                    <a:pt x="174" y="7725"/>
                  </a:cubicBezTo>
                  <a:cubicBezTo>
                    <a:pt x="1" y="14092"/>
                    <a:pt x="2006" y="26735"/>
                    <a:pt x="4363" y="27259"/>
                  </a:cubicBezTo>
                  <a:cubicBezTo>
                    <a:pt x="4592" y="27310"/>
                    <a:pt x="4807" y="27335"/>
                    <a:pt x="5011" y="27335"/>
                  </a:cubicBezTo>
                  <a:cubicBezTo>
                    <a:pt x="6902" y="27335"/>
                    <a:pt x="7769" y="25130"/>
                    <a:pt x="8633" y="20637"/>
                  </a:cubicBezTo>
                  <a:cubicBezTo>
                    <a:pt x="9595" y="15660"/>
                    <a:pt x="12489" y="729"/>
                    <a:pt x="5338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54"/>
            <p:cNvSpPr/>
            <p:nvPr/>
          </p:nvSpPr>
          <p:spPr>
            <a:xfrm flipH="1">
              <a:off x="5075238" y="2624580"/>
              <a:ext cx="159663" cy="521237"/>
            </a:xfrm>
            <a:custGeom>
              <a:rect b="b" l="l" r="r" t="t"/>
              <a:pathLst>
                <a:path extrusionOk="0" h="23084" w="7071">
                  <a:moveTo>
                    <a:pt x="97" y="1"/>
                  </a:moveTo>
                  <a:cubicBezTo>
                    <a:pt x="34" y="1"/>
                    <a:pt x="0" y="7"/>
                    <a:pt x="2" y="18"/>
                  </a:cubicBezTo>
                  <a:cubicBezTo>
                    <a:pt x="15" y="86"/>
                    <a:pt x="1492" y="14989"/>
                    <a:pt x="2294" y="23084"/>
                  </a:cubicBezTo>
                  <a:lnTo>
                    <a:pt x="6086" y="23084"/>
                  </a:lnTo>
                  <a:cubicBezTo>
                    <a:pt x="6323" y="18622"/>
                    <a:pt x="6651" y="12364"/>
                    <a:pt x="6806" y="9175"/>
                  </a:cubicBezTo>
                  <a:cubicBezTo>
                    <a:pt x="7070" y="3883"/>
                    <a:pt x="4801" y="2429"/>
                    <a:pt x="4801" y="2429"/>
                  </a:cubicBezTo>
                  <a:cubicBezTo>
                    <a:pt x="3019" y="416"/>
                    <a:pt x="604" y="1"/>
                    <a:pt x="9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54"/>
            <p:cNvSpPr/>
            <p:nvPr/>
          </p:nvSpPr>
          <p:spPr>
            <a:xfrm flipH="1">
              <a:off x="5097481" y="3145770"/>
              <a:ext cx="85646" cy="115000"/>
            </a:xfrm>
            <a:custGeom>
              <a:rect b="b" l="l" r="r" t="t"/>
              <a:pathLst>
                <a:path extrusionOk="0" h="5093" w="3793">
                  <a:moveTo>
                    <a:pt x="1" y="1"/>
                  </a:moveTo>
                  <a:cubicBezTo>
                    <a:pt x="297" y="3019"/>
                    <a:pt x="503" y="5093"/>
                    <a:pt x="503" y="5093"/>
                  </a:cubicBezTo>
                  <a:lnTo>
                    <a:pt x="3524" y="5093"/>
                  </a:lnTo>
                  <a:cubicBezTo>
                    <a:pt x="3524" y="5093"/>
                    <a:pt x="3638" y="2932"/>
                    <a:pt x="3793" y="1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54"/>
            <p:cNvSpPr/>
            <p:nvPr/>
          </p:nvSpPr>
          <p:spPr>
            <a:xfrm flipH="1">
              <a:off x="5050967" y="3260291"/>
              <a:ext cx="120826" cy="161221"/>
            </a:xfrm>
            <a:custGeom>
              <a:rect b="b" l="l" r="r" t="t"/>
              <a:pathLst>
                <a:path extrusionOk="0" h="7140" w="5351">
                  <a:moveTo>
                    <a:pt x="3423" y="0"/>
                  </a:moveTo>
                  <a:cubicBezTo>
                    <a:pt x="3184" y="0"/>
                    <a:pt x="3022" y="21"/>
                    <a:pt x="3022" y="21"/>
                  </a:cubicBezTo>
                  <a:lnTo>
                    <a:pt x="1" y="21"/>
                  </a:lnTo>
                  <a:cubicBezTo>
                    <a:pt x="1" y="21"/>
                    <a:pt x="916" y="4072"/>
                    <a:pt x="1395" y="5234"/>
                  </a:cubicBezTo>
                  <a:cubicBezTo>
                    <a:pt x="1855" y="6351"/>
                    <a:pt x="2807" y="7139"/>
                    <a:pt x="3240" y="7139"/>
                  </a:cubicBezTo>
                  <a:cubicBezTo>
                    <a:pt x="3258" y="7139"/>
                    <a:pt x="3275" y="7138"/>
                    <a:pt x="3291" y="7135"/>
                  </a:cubicBezTo>
                  <a:cubicBezTo>
                    <a:pt x="3697" y="7062"/>
                    <a:pt x="3341" y="2386"/>
                    <a:pt x="3661" y="2245"/>
                  </a:cubicBezTo>
                  <a:cubicBezTo>
                    <a:pt x="3674" y="2238"/>
                    <a:pt x="3689" y="2235"/>
                    <a:pt x="3705" y="2235"/>
                  </a:cubicBezTo>
                  <a:cubicBezTo>
                    <a:pt x="3735" y="2235"/>
                    <a:pt x="3769" y="2247"/>
                    <a:pt x="3802" y="2268"/>
                  </a:cubicBezTo>
                  <a:lnTo>
                    <a:pt x="5338" y="2213"/>
                  </a:lnTo>
                  <a:cubicBezTo>
                    <a:pt x="5351" y="1889"/>
                    <a:pt x="5346" y="1538"/>
                    <a:pt x="5310" y="1191"/>
                  </a:cubicBezTo>
                  <a:cubicBezTo>
                    <a:pt x="5211" y="144"/>
                    <a:pt x="4052" y="0"/>
                    <a:pt x="3423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54"/>
            <p:cNvSpPr/>
            <p:nvPr/>
          </p:nvSpPr>
          <p:spPr>
            <a:xfrm>
              <a:off x="4819088" y="1807402"/>
              <a:ext cx="43675" cy="14025"/>
            </a:xfrm>
            <a:custGeom>
              <a:rect b="b" l="l" r="r" t="t"/>
              <a:pathLst>
                <a:path extrusionOk="0" h="561" w="1747">
                  <a:moveTo>
                    <a:pt x="716" y="0"/>
                  </a:moveTo>
                  <a:cubicBezTo>
                    <a:pt x="317" y="0"/>
                    <a:pt x="51" y="366"/>
                    <a:pt x="0" y="561"/>
                  </a:cubicBezTo>
                  <a:lnTo>
                    <a:pt x="1746" y="306"/>
                  </a:lnTo>
                  <a:cubicBezTo>
                    <a:pt x="1746" y="306"/>
                    <a:pt x="1220" y="53"/>
                    <a:pt x="784" y="4"/>
                  </a:cubicBezTo>
                  <a:cubicBezTo>
                    <a:pt x="761" y="1"/>
                    <a:pt x="738" y="0"/>
                    <a:pt x="71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54"/>
            <p:cNvSpPr/>
            <p:nvPr/>
          </p:nvSpPr>
          <p:spPr>
            <a:xfrm>
              <a:off x="4768038" y="1798477"/>
              <a:ext cx="27575" cy="26750"/>
            </a:xfrm>
            <a:custGeom>
              <a:rect b="b" l="l" r="r" t="t"/>
              <a:pathLst>
                <a:path extrusionOk="0" h="1070" w="1103">
                  <a:moveTo>
                    <a:pt x="715" y="0"/>
                  </a:moveTo>
                  <a:cubicBezTo>
                    <a:pt x="429" y="0"/>
                    <a:pt x="1" y="134"/>
                    <a:pt x="1" y="134"/>
                  </a:cubicBezTo>
                  <a:lnTo>
                    <a:pt x="937" y="1070"/>
                  </a:lnTo>
                  <a:cubicBezTo>
                    <a:pt x="937" y="1070"/>
                    <a:pt x="1102" y="223"/>
                    <a:pt x="937" y="58"/>
                  </a:cubicBezTo>
                  <a:cubicBezTo>
                    <a:pt x="895" y="16"/>
                    <a:pt x="813" y="0"/>
                    <a:pt x="71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54"/>
            <p:cNvSpPr/>
            <p:nvPr/>
          </p:nvSpPr>
          <p:spPr>
            <a:xfrm>
              <a:off x="4748108" y="1862459"/>
              <a:ext cx="90001" cy="44529"/>
            </a:xfrm>
            <a:custGeom>
              <a:rect b="b" l="l" r="r" t="t"/>
              <a:pathLst>
                <a:path extrusionOk="0" h="1134" w="2292">
                  <a:moveTo>
                    <a:pt x="1138" y="0"/>
                  </a:moveTo>
                  <a:cubicBezTo>
                    <a:pt x="685" y="0"/>
                    <a:pt x="287" y="312"/>
                    <a:pt x="287" y="312"/>
                  </a:cubicBezTo>
                  <a:cubicBezTo>
                    <a:pt x="118" y="512"/>
                    <a:pt x="0" y="872"/>
                    <a:pt x="109" y="922"/>
                  </a:cubicBezTo>
                  <a:cubicBezTo>
                    <a:pt x="116" y="926"/>
                    <a:pt x="124" y="927"/>
                    <a:pt x="134" y="927"/>
                  </a:cubicBezTo>
                  <a:cubicBezTo>
                    <a:pt x="279" y="927"/>
                    <a:pt x="725" y="566"/>
                    <a:pt x="918" y="566"/>
                  </a:cubicBezTo>
                  <a:cubicBezTo>
                    <a:pt x="924" y="566"/>
                    <a:pt x="929" y="566"/>
                    <a:pt x="934" y="567"/>
                  </a:cubicBezTo>
                  <a:cubicBezTo>
                    <a:pt x="1126" y="589"/>
                    <a:pt x="1839" y="1133"/>
                    <a:pt x="2065" y="1133"/>
                  </a:cubicBezTo>
                  <a:cubicBezTo>
                    <a:pt x="2070" y="1133"/>
                    <a:pt x="2074" y="1133"/>
                    <a:pt x="2078" y="1132"/>
                  </a:cubicBezTo>
                  <a:cubicBezTo>
                    <a:pt x="2292" y="1110"/>
                    <a:pt x="2146" y="426"/>
                    <a:pt x="1553" y="102"/>
                  </a:cubicBezTo>
                  <a:cubicBezTo>
                    <a:pt x="1416" y="28"/>
                    <a:pt x="1275" y="0"/>
                    <a:pt x="113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54"/>
            <p:cNvSpPr/>
            <p:nvPr/>
          </p:nvSpPr>
          <p:spPr>
            <a:xfrm>
              <a:off x="4721820" y="1848090"/>
              <a:ext cx="165591" cy="120826"/>
            </a:xfrm>
            <a:custGeom>
              <a:rect b="b" l="l" r="r" t="t"/>
              <a:pathLst>
                <a:path extrusionOk="0" h="3077" w="4217">
                  <a:moveTo>
                    <a:pt x="4122" y="1"/>
                  </a:moveTo>
                  <a:cubicBezTo>
                    <a:pt x="4107" y="1"/>
                    <a:pt x="4089" y="4"/>
                    <a:pt x="4065" y="12"/>
                  </a:cubicBezTo>
                  <a:cubicBezTo>
                    <a:pt x="4065" y="12"/>
                    <a:pt x="3696" y="1179"/>
                    <a:pt x="3486" y="1371"/>
                  </a:cubicBezTo>
                  <a:cubicBezTo>
                    <a:pt x="3282" y="1557"/>
                    <a:pt x="2287" y="1672"/>
                    <a:pt x="2119" y="1890"/>
                  </a:cubicBezTo>
                  <a:cubicBezTo>
                    <a:pt x="1950" y="2114"/>
                    <a:pt x="1814" y="2291"/>
                    <a:pt x="1591" y="2341"/>
                  </a:cubicBezTo>
                  <a:cubicBezTo>
                    <a:pt x="1577" y="2344"/>
                    <a:pt x="1565" y="2346"/>
                    <a:pt x="1553" y="2346"/>
                  </a:cubicBezTo>
                  <a:cubicBezTo>
                    <a:pt x="1362" y="2346"/>
                    <a:pt x="1310" y="1954"/>
                    <a:pt x="1048" y="1817"/>
                  </a:cubicBezTo>
                  <a:cubicBezTo>
                    <a:pt x="992" y="1788"/>
                    <a:pt x="945" y="1776"/>
                    <a:pt x="905" y="1776"/>
                  </a:cubicBezTo>
                  <a:cubicBezTo>
                    <a:pt x="757" y="1776"/>
                    <a:pt x="698" y="1933"/>
                    <a:pt x="581" y="1933"/>
                  </a:cubicBezTo>
                  <a:cubicBezTo>
                    <a:pt x="573" y="1933"/>
                    <a:pt x="565" y="1933"/>
                    <a:pt x="556" y="1931"/>
                  </a:cubicBezTo>
                  <a:cubicBezTo>
                    <a:pt x="387" y="1899"/>
                    <a:pt x="478" y="1649"/>
                    <a:pt x="428" y="1607"/>
                  </a:cubicBezTo>
                  <a:cubicBezTo>
                    <a:pt x="427" y="1606"/>
                    <a:pt x="426" y="1606"/>
                    <a:pt x="425" y="1606"/>
                  </a:cubicBezTo>
                  <a:cubicBezTo>
                    <a:pt x="360" y="1606"/>
                    <a:pt x="1" y="2692"/>
                    <a:pt x="287" y="2947"/>
                  </a:cubicBezTo>
                  <a:cubicBezTo>
                    <a:pt x="389" y="3038"/>
                    <a:pt x="672" y="3077"/>
                    <a:pt x="1018" y="3077"/>
                  </a:cubicBezTo>
                  <a:cubicBezTo>
                    <a:pt x="1680" y="3077"/>
                    <a:pt x="2574" y="2936"/>
                    <a:pt x="2894" y="2751"/>
                  </a:cubicBezTo>
                  <a:cubicBezTo>
                    <a:pt x="3387" y="2469"/>
                    <a:pt x="3696" y="1689"/>
                    <a:pt x="3783" y="1470"/>
                  </a:cubicBezTo>
                  <a:cubicBezTo>
                    <a:pt x="3865" y="1252"/>
                    <a:pt x="4152" y="140"/>
                    <a:pt x="4152" y="140"/>
                  </a:cubicBezTo>
                  <a:cubicBezTo>
                    <a:pt x="4152" y="140"/>
                    <a:pt x="4217" y="1"/>
                    <a:pt x="4122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7" name="Google Shape;3337;p54"/>
          <p:cNvSpPr txBox="1"/>
          <p:nvPr>
            <p:ph type="ctrTitle"/>
          </p:nvPr>
        </p:nvSpPr>
        <p:spPr>
          <a:xfrm flipH="1">
            <a:off x="6905775" y="799350"/>
            <a:ext cx="1093500" cy="94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designer</a:t>
            </a:r>
            <a:endParaRPr/>
          </a:p>
        </p:txBody>
      </p:sp>
      <p:grpSp>
        <p:nvGrpSpPr>
          <p:cNvPr id="3338" name="Google Shape;3338;p54"/>
          <p:cNvGrpSpPr/>
          <p:nvPr/>
        </p:nvGrpSpPr>
        <p:grpSpPr>
          <a:xfrm>
            <a:off x="5058363" y="1742177"/>
            <a:ext cx="935925" cy="2570350"/>
            <a:chOff x="1266525" y="2906325"/>
            <a:chExt cx="935925" cy="2570350"/>
          </a:xfrm>
        </p:grpSpPr>
        <p:sp>
          <p:nvSpPr>
            <p:cNvPr id="3339" name="Google Shape;3339;p54"/>
            <p:cNvSpPr/>
            <p:nvPr/>
          </p:nvSpPr>
          <p:spPr>
            <a:xfrm>
              <a:off x="1480175" y="3782575"/>
              <a:ext cx="474875" cy="348550"/>
            </a:xfrm>
            <a:custGeom>
              <a:rect b="b" l="l" r="r" t="t"/>
              <a:pathLst>
                <a:path extrusionOk="0" h="13942" w="18995">
                  <a:moveTo>
                    <a:pt x="9499" y="1"/>
                  </a:moveTo>
                  <a:cubicBezTo>
                    <a:pt x="4255" y="1"/>
                    <a:pt x="0" y="3119"/>
                    <a:pt x="0" y="6968"/>
                  </a:cubicBezTo>
                  <a:cubicBezTo>
                    <a:pt x="0" y="10818"/>
                    <a:pt x="4255" y="13941"/>
                    <a:pt x="9499" y="13941"/>
                  </a:cubicBezTo>
                  <a:cubicBezTo>
                    <a:pt x="14744" y="13941"/>
                    <a:pt x="18995" y="10818"/>
                    <a:pt x="18995" y="6968"/>
                  </a:cubicBezTo>
                  <a:cubicBezTo>
                    <a:pt x="18995" y="3119"/>
                    <a:pt x="14744" y="1"/>
                    <a:pt x="949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54"/>
            <p:cNvSpPr/>
            <p:nvPr/>
          </p:nvSpPr>
          <p:spPr>
            <a:xfrm>
              <a:off x="1266525" y="3345700"/>
              <a:ext cx="282625" cy="618625"/>
            </a:xfrm>
            <a:custGeom>
              <a:rect b="b" l="l" r="r" t="t"/>
              <a:pathLst>
                <a:path extrusionOk="0" h="24745" w="11305">
                  <a:moveTo>
                    <a:pt x="4835" y="1"/>
                  </a:moveTo>
                  <a:cubicBezTo>
                    <a:pt x="4835" y="1"/>
                    <a:pt x="317" y="1231"/>
                    <a:pt x="161" y="6996"/>
                  </a:cubicBezTo>
                  <a:cubicBezTo>
                    <a:pt x="0" y="12757"/>
                    <a:pt x="1818" y="24203"/>
                    <a:pt x="3948" y="24675"/>
                  </a:cubicBezTo>
                  <a:cubicBezTo>
                    <a:pt x="4155" y="24721"/>
                    <a:pt x="4349" y="24744"/>
                    <a:pt x="4533" y="24744"/>
                  </a:cubicBezTo>
                  <a:cubicBezTo>
                    <a:pt x="6247" y="24744"/>
                    <a:pt x="7031" y="22751"/>
                    <a:pt x="7816" y="18683"/>
                  </a:cubicBezTo>
                  <a:cubicBezTo>
                    <a:pt x="8684" y="14178"/>
                    <a:pt x="11304" y="661"/>
                    <a:pt x="4835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54"/>
            <p:cNvSpPr/>
            <p:nvPr/>
          </p:nvSpPr>
          <p:spPr>
            <a:xfrm>
              <a:off x="1296025" y="3789225"/>
              <a:ext cx="160000" cy="522350"/>
            </a:xfrm>
            <a:custGeom>
              <a:rect b="b" l="l" r="r" t="t"/>
              <a:pathLst>
                <a:path extrusionOk="0" h="20894" w="6400">
                  <a:moveTo>
                    <a:pt x="85" y="0"/>
                  </a:moveTo>
                  <a:cubicBezTo>
                    <a:pt x="30" y="0"/>
                    <a:pt x="0" y="6"/>
                    <a:pt x="2" y="15"/>
                  </a:cubicBezTo>
                  <a:cubicBezTo>
                    <a:pt x="15" y="77"/>
                    <a:pt x="1351" y="13569"/>
                    <a:pt x="2078" y="20893"/>
                  </a:cubicBezTo>
                  <a:lnTo>
                    <a:pt x="5509" y="20893"/>
                  </a:lnTo>
                  <a:cubicBezTo>
                    <a:pt x="5723" y="16857"/>
                    <a:pt x="6021" y="11194"/>
                    <a:pt x="6163" y="8302"/>
                  </a:cubicBezTo>
                  <a:cubicBezTo>
                    <a:pt x="6400" y="3513"/>
                    <a:pt x="4346" y="2198"/>
                    <a:pt x="4346" y="2198"/>
                  </a:cubicBezTo>
                  <a:cubicBezTo>
                    <a:pt x="2730" y="373"/>
                    <a:pt x="536" y="0"/>
                    <a:pt x="85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54"/>
            <p:cNvSpPr/>
            <p:nvPr/>
          </p:nvSpPr>
          <p:spPr>
            <a:xfrm>
              <a:off x="1347950" y="4311550"/>
              <a:ext cx="85800" cy="115175"/>
            </a:xfrm>
            <a:custGeom>
              <a:rect b="b" l="l" r="r" t="t"/>
              <a:pathLst>
                <a:path extrusionOk="0" h="4607" w="3432">
                  <a:moveTo>
                    <a:pt x="1" y="0"/>
                  </a:moveTo>
                  <a:cubicBezTo>
                    <a:pt x="268" y="2731"/>
                    <a:pt x="455" y="4607"/>
                    <a:pt x="455" y="4607"/>
                  </a:cubicBezTo>
                  <a:lnTo>
                    <a:pt x="3186" y="4607"/>
                  </a:lnTo>
                  <a:cubicBezTo>
                    <a:pt x="3186" y="4607"/>
                    <a:pt x="3293" y="2655"/>
                    <a:pt x="3432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54"/>
            <p:cNvSpPr/>
            <p:nvPr/>
          </p:nvSpPr>
          <p:spPr>
            <a:xfrm>
              <a:off x="1359300" y="4426250"/>
              <a:ext cx="123075" cy="161650"/>
            </a:xfrm>
            <a:custGeom>
              <a:rect b="b" l="l" r="r" t="t"/>
              <a:pathLst>
                <a:path extrusionOk="0" h="6466" w="4923">
                  <a:moveTo>
                    <a:pt x="3090" y="1"/>
                  </a:moveTo>
                  <a:cubicBezTo>
                    <a:pt x="2877" y="1"/>
                    <a:pt x="2732" y="19"/>
                    <a:pt x="2732" y="19"/>
                  </a:cubicBezTo>
                  <a:lnTo>
                    <a:pt x="1" y="19"/>
                  </a:lnTo>
                  <a:cubicBezTo>
                    <a:pt x="1" y="19"/>
                    <a:pt x="825" y="3691"/>
                    <a:pt x="1262" y="4742"/>
                  </a:cubicBezTo>
                  <a:cubicBezTo>
                    <a:pt x="1677" y="5751"/>
                    <a:pt x="2539" y="6465"/>
                    <a:pt x="2931" y="6465"/>
                  </a:cubicBezTo>
                  <a:cubicBezTo>
                    <a:pt x="2948" y="6465"/>
                    <a:pt x="2963" y="6464"/>
                    <a:pt x="2978" y="6462"/>
                  </a:cubicBezTo>
                  <a:cubicBezTo>
                    <a:pt x="3343" y="6400"/>
                    <a:pt x="3026" y="2163"/>
                    <a:pt x="3312" y="2038"/>
                  </a:cubicBezTo>
                  <a:cubicBezTo>
                    <a:pt x="3326" y="2031"/>
                    <a:pt x="3340" y="2028"/>
                    <a:pt x="3356" y="2028"/>
                  </a:cubicBezTo>
                  <a:cubicBezTo>
                    <a:pt x="3653" y="2028"/>
                    <a:pt x="4182" y="3165"/>
                    <a:pt x="4395" y="3406"/>
                  </a:cubicBezTo>
                  <a:cubicBezTo>
                    <a:pt x="4414" y="3428"/>
                    <a:pt x="4434" y="3438"/>
                    <a:pt x="4455" y="3438"/>
                  </a:cubicBezTo>
                  <a:cubicBezTo>
                    <a:pt x="4669" y="3438"/>
                    <a:pt x="4923" y="2272"/>
                    <a:pt x="4809" y="1080"/>
                  </a:cubicBezTo>
                  <a:cubicBezTo>
                    <a:pt x="4715" y="130"/>
                    <a:pt x="3659" y="1"/>
                    <a:pt x="3090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54"/>
            <p:cNvSpPr/>
            <p:nvPr/>
          </p:nvSpPr>
          <p:spPr>
            <a:xfrm>
              <a:off x="1603700" y="3053450"/>
              <a:ext cx="335750" cy="323250"/>
            </a:xfrm>
            <a:custGeom>
              <a:rect b="b" l="l" r="r" t="t"/>
              <a:pathLst>
                <a:path extrusionOk="0" h="12930" w="13430">
                  <a:moveTo>
                    <a:pt x="8564" y="0"/>
                  </a:moveTo>
                  <a:lnTo>
                    <a:pt x="5485" y="2379"/>
                  </a:lnTo>
                  <a:cubicBezTo>
                    <a:pt x="5485" y="2379"/>
                    <a:pt x="5396" y="8207"/>
                    <a:pt x="1" y="10216"/>
                  </a:cubicBezTo>
                  <a:cubicBezTo>
                    <a:pt x="1" y="10216"/>
                    <a:pt x="2854" y="12930"/>
                    <a:pt x="6531" y="12930"/>
                  </a:cubicBezTo>
                  <a:cubicBezTo>
                    <a:pt x="6885" y="12930"/>
                    <a:pt x="7247" y="12904"/>
                    <a:pt x="7615" y="12849"/>
                  </a:cubicBezTo>
                  <a:cubicBezTo>
                    <a:pt x="11798" y="12221"/>
                    <a:pt x="13429" y="10800"/>
                    <a:pt x="13429" y="10800"/>
                  </a:cubicBezTo>
                  <a:cubicBezTo>
                    <a:pt x="13429" y="10800"/>
                    <a:pt x="11188" y="10760"/>
                    <a:pt x="9968" y="7828"/>
                  </a:cubicBezTo>
                  <a:cubicBezTo>
                    <a:pt x="8742" y="4901"/>
                    <a:pt x="8564" y="0"/>
                    <a:pt x="8564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54"/>
            <p:cNvSpPr/>
            <p:nvPr/>
          </p:nvSpPr>
          <p:spPr>
            <a:xfrm>
              <a:off x="1731450" y="3070025"/>
              <a:ext cx="63325" cy="97275"/>
            </a:xfrm>
            <a:custGeom>
              <a:rect b="b" l="l" r="r" t="t"/>
              <a:pathLst>
                <a:path extrusionOk="0" h="3891" w="2533">
                  <a:moveTo>
                    <a:pt x="2532" y="0"/>
                  </a:moveTo>
                  <a:lnTo>
                    <a:pt x="375" y="1716"/>
                  </a:lnTo>
                  <a:lnTo>
                    <a:pt x="357" y="1809"/>
                  </a:lnTo>
                  <a:lnTo>
                    <a:pt x="1" y="3890"/>
                  </a:lnTo>
                  <a:cubicBezTo>
                    <a:pt x="1" y="3890"/>
                    <a:pt x="1476" y="2794"/>
                    <a:pt x="1952" y="1716"/>
                  </a:cubicBezTo>
                  <a:cubicBezTo>
                    <a:pt x="2434" y="642"/>
                    <a:pt x="2532" y="0"/>
                    <a:pt x="2532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54"/>
            <p:cNvSpPr/>
            <p:nvPr/>
          </p:nvSpPr>
          <p:spPr>
            <a:xfrm>
              <a:off x="1657725" y="2911350"/>
              <a:ext cx="200625" cy="209825"/>
            </a:xfrm>
            <a:custGeom>
              <a:rect b="b" l="l" r="r" t="t"/>
              <a:pathLst>
                <a:path extrusionOk="0" h="8393" w="8025">
                  <a:moveTo>
                    <a:pt x="3572" y="0"/>
                  </a:moveTo>
                  <a:cubicBezTo>
                    <a:pt x="2893" y="0"/>
                    <a:pt x="2264" y="144"/>
                    <a:pt x="1885" y="449"/>
                  </a:cubicBezTo>
                  <a:cubicBezTo>
                    <a:pt x="772" y="1344"/>
                    <a:pt x="1" y="7395"/>
                    <a:pt x="223" y="8072"/>
                  </a:cubicBezTo>
                  <a:cubicBezTo>
                    <a:pt x="294" y="8294"/>
                    <a:pt x="687" y="8392"/>
                    <a:pt x="1227" y="8392"/>
                  </a:cubicBezTo>
                  <a:cubicBezTo>
                    <a:pt x="2344" y="8392"/>
                    <a:pt x="4092" y="7971"/>
                    <a:pt x="4932" y="7350"/>
                  </a:cubicBezTo>
                  <a:cubicBezTo>
                    <a:pt x="6180" y="6427"/>
                    <a:pt x="6403" y="5684"/>
                    <a:pt x="6403" y="5684"/>
                  </a:cubicBezTo>
                  <a:cubicBezTo>
                    <a:pt x="6403" y="5684"/>
                    <a:pt x="6610" y="5813"/>
                    <a:pt x="6890" y="5813"/>
                  </a:cubicBezTo>
                  <a:cubicBezTo>
                    <a:pt x="7073" y="5813"/>
                    <a:pt x="7287" y="5758"/>
                    <a:pt x="7495" y="5577"/>
                  </a:cubicBezTo>
                  <a:cubicBezTo>
                    <a:pt x="8025" y="5113"/>
                    <a:pt x="7803" y="4017"/>
                    <a:pt x="7388" y="3776"/>
                  </a:cubicBezTo>
                  <a:cubicBezTo>
                    <a:pt x="7270" y="3709"/>
                    <a:pt x="7168" y="3685"/>
                    <a:pt x="7082" y="3685"/>
                  </a:cubicBezTo>
                  <a:cubicBezTo>
                    <a:pt x="6863" y="3685"/>
                    <a:pt x="6750" y="3844"/>
                    <a:pt x="6750" y="3844"/>
                  </a:cubicBezTo>
                  <a:cubicBezTo>
                    <a:pt x="6750" y="3844"/>
                    <a:pt x="6884" y="2988"/>
                    <a:pt x="6600" y="1522"/>
                  </a:cubicBezTo>
                  <a:cubicBezTo>
                    <a:pt x="6411" y="550"/>
                    <a:pt x="4898" y="0"/>
                    <a:pt x="3572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54"/>
            <p:cNvSpPr/>
            <p:nvPr/>
          </p:nvSpPr>
          <p:spPr>
            <a:xfrm>
              <a:off x="1748725" y="2983700"/>
              <a:ext cx="36575" cy="14900"/>
            </a:xfrm>
            <a:custGeom>
              <a:rect b="b" l="l" r="r" t="t"/>
              <a:pathLst>
                <a:path extrusionOk="0" h="596" w="1463">
                  <a:moveTo>
                    <a:pt x="709" y="1"/>
                  </a:moveTo>
                  <a:cubicBezTo>
                    <a:pt x="541" y="1"/>
                    <a:pt x="394" y="11"/>
                    <a:pt x="330" y="41"/>
                  </a:cubicBezTo>
                  <a:cubicBezTo>
                    <a:pt x="139" y="130"/>
                    <a:pt x="1" y="526"/>
                    <a:pt x="1" y="526"/>
                  </a:cubicBezTo>
                  <a:cubicBezTo>
                    <a:pt x="1" y="526"/>
                    <a:pt x="357" y="596"/>
                    <a:pt x="665" y="596"/>
                  </a:cubicBezTo>
                  <a:cubicBezTo>
                    <a:pt x="819" y="596"/>
                    <a:pt x="960" y="578"/>
                    <a:pt x="1039" y="526"/>
                  </a:cubicBezTo>
                  <a:cubicBezTo>
                    <a:pt x="1280" y="370"/>
                    <a:pt x="1462" y="41"/>
                    <a:pt x="1462" y="41"/>
                  </a:cubicBezTo>
                  <a:cubicBezTo>
                    <a:pt x="1462" y="41"/>
                    <a:pt x="1044" y="1"/>
                    <a:pt x="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54"/>
            <p:cNvSpPr/>
            <p:nvPr/>
          </p:nvSpPr>
          <p:spPr>
            <a:xfrm>
              <a:off x="1688700" y="2970900"/>
              <a:ext cx="24075" cy="23625"/>
            </a:xfrm>
            <a:custGeom>
              <a:rect b="b" l="l" r="r" t="t"/>
              <a:pathLst>
                <a:path extrusionOk="0" h="945" w="963">
                  <a:moveTo>
                    <a:pt x="54" y="0"/>
                  </a:moveTo>
                  <a:cubicBezTo>
                    <a:pt x="54" y="0"/>
                    <a:pt x="0" y="80"/>
                    <a:pt x="174" y="388"/>
                  </a:cubicBezTo>
                  <a:cubicBezTo>
                    <a:pt x="352" y="695"/>
                    <a:pt x="923" y="944"/>
                    <a:pt x="923" y="944"/>
                  </a:cubicBezTo>
                  <a:cubicBezTo>
                    <a:pt x="923" y="944"/>
                    <a:pt x="962" y="504"/>
                    <a:pt x="775" y="308"/>
                  </a:cubicBezTo>
                  <a:cubicBezTo>
                    <a:pt x="592" y="111"/>
                    <a:pt x="54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54"/>
            <p:cNvSpPr/>
            <p:nvPr/>
          </p:nvSpPr>
          <p:spPr>
            <a:xfrm>
              <a:off x="1690025" y="2970800"/>
              <a:ext cx="24550" cy="23725"/>
            </a:xfrm>
            <a:custGeom>
              <a:rect b="b" l="l" r="r" t="t"/>
              <a:pathLst>
                <a:path extrusionOk="0" h="949" w="982">
                  <a:moveTo>
                    <a:pt x="91" y="1"/>
                  </a:moveTo>
                  <a:cubicBezTo>
                    <a:pt x="35" y="1"/>
                    <a:pt x="1" y="4"/>
                    <a:pt x="1" y="4"/>
                  </a:cubicBezTo>
                  <a:cubicBezTo>
                    <a:pt x="1" y="4"/>
                    <a:pt x="580" y="125"/>
                    <a:pt x="727" y="360"/>
                  </a:cubicBezTo>
                  <a:cubicBezTo>
                    <a:pt x="870" y="592"/>
                    <a:pt x="870" y="948"/>
                    <a:pt x="870" y="948"/>
                  </a:cubicBezTo>
                  <a:cubicBezTo>
                    <a:pt x="870" y="948"/>
                    <a:pt x="981" y="530"/>
                    <a:pt x="763" y="245"/>
                  </a:cubicBezTo>
                  <a:cubicBezTo>
                    <a:pt x="599" y="28"/>
                    <a:pt x="255" y="1"/>
                    <a:pt x="9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54"/>
            <p:cNvSpPr/>
            <p:nvPr/>
          </p:nvSpPr>
          <p:spPr>
            <a:xfrm>
              <a:off x="1748725" y="2982375"/>
              <a:ext cx="36575" cy="14500"/>
            </a:xfrm>
            <a:custGeom>
              <a:rect b="b" l="l" r="r" t="t"/>
              <a:pathLst>
                <a:path extrusionOk="0" h="580" w="1463">
                  <a:moveTo>
                    <a:pt x="741" y="1"/>
                  </a:moveTo>
                  <a:cubicBezTo>
                    <a:pt x="567" y="1"/>
                    <a:pt x="409" y="16"/>
                    <a:pt x="326" y="53"/>
                  </a:cubicBezTo>
                  <a:cubicBezTo>
                    <a:pt x="103" y="160"/>
                    <a:pt x="1" y="579"/>
                    <a:pt x="1" y="579"/>
                  </a:cubicBezTo>
                  <a:cubicBezTo>
                    <a:pt x="1" y="579"/>
                    <a:pt x="201" y="205"/>
                    <a:pt x="451" y="133"/>
                  </a:cubicBezTo>
                  <a:cubicBezTo>
                    <a:pt x="591" y="97"/>
                    <a:pt x="886" y="89"/>
                    <a:pt x="1122" y="89"/>
                  </a:cubicBezTo>
                  <a:cubicBezTo>
                    <a:pt x="1311" y="89"/>
                    <a:pt x="1462" y="94"/>
                    <a:pt x="1462" y="94"/>
                  </a:cubicBezTo>
                  <a:cubicBezTo>
                    <a:pt x="1389" y="46"/>
                    <a:pt x="1042" y="1"/>
                    <a:pt x="74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54"/>
            <p:cNvSpPr/>
            <p:nvPr/>
          </p:nvSpPr>
          <p:spPr>
            <a:xfrm>
              <a:off x="1759325" y="2985125"/>
              <a:ext cx="9475" cy="12075"/>
            </a:xfrm>
            <a:custGeom>
              <a:rect b="b" l="l" r="r" t="t"/>
              <a:pathLst>
                <a:path extrusionOk="0" h="483" w="379">
                  <a:moveTo>
                    <a:pt x="187" y="1"/>
                  </a:moveTo>
                  <a:cubicBezTo>
                    <a:pt x="85" y="1"/>
                    <a:pt x="0" y="108"/>
                    <a:pt x="0" y="242"/>
                  </a:cubicBezTo>
                  <a:cubicBezTo>
                    <a:pt x="0" y="375"/>
                    <a:pt x="85" y="482"/>
                    <a:pt x="187" y="482"/>
                  </a:cubicBezTo>
                  <a:cubicBezTo>
                    <a:pt x="294" y="482"/>
                    <a:pt x="379" y="375"/>
                    <a:pt x="379" y="242"/>
                  </a:cubicBezTo>
                  <a:cubicBezTo>
                    <a:pt x="379" y="108"/>
                    <a:pt x="294" y="1"/>
                    <a:pt x="18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54"/>
            <p:cNvSpPr/>
            <p:nvPr/>
          </p:nvSpPr>
          <p:spPr>
            <a:xfrm>
              <a:off x="1698400" y="2976425"/>
              <a:ext cx="10250" cy="12000"/>
            </a:xfrm>
            <a:custGeom>
              <a:rect b="b" l="l" r="r" t="t"/>
              <a:pathLst>
                <a:path extrusionOk="0" h="480" w="410">
                  <a:moveTo>
                    <a:pt x="217" y="0"/>
                  </a:moveTo>
                  <a:cubicBezTo>
                    <a:pt x="122" y="0"/>
                    <a:pt x="34" y="90"/>
                    <a:pt x="17" y="215"/>
                  </a:cubicBezTo>
                  <a:cubicBezTo>
                    <a:pt x="0" y="345"/>
                    <a:pt x="67" y="466"/>
                    <a:pt x="173" y="478"/>
                  </a:cubicBezTo>
                  <a:cubicBezTo>
                    <a:pt x="180" y="479"/>
                    <a:pt x="187" y="480"/>
                    <a:pt x="194" y="480"/>
                  </a:cubicBezTo>
                  <a:cubicBezTo>
                    <a:pt x="289" y="480"/>
                    <a:pt x="376" y="389"/>
                    <a:pt x="392" y="265"/>
                  </a:cubicBezTo>
                  <a:cubicBezTo>
                    <a:pt x="410" y="135"/>
                    <a:pt x="342" y="15"/>
                    <a:pt x="235" y="1"/>
                  </a:cubicBezTo>
                  <a:cubicBezTo>
                    <a:pt x="229" y="1"/>
                    <a:pt x="223" y="0"/>
                    <a:pt x="21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54"/>
            <p:cNvSpPr/>
            <p:nvPr/>
          </p:nvSpPr>
          <p:spPr>
            <a:xfrm>
              <a:off x="1710300" y="2978450"/>
              <a:ext cx="22975" cy="51725"/>
            </a:xfrm>
            <a:custGeom>
              <a:rect b="b" l="l" r="r" t="t"/>
              <a:pathLst>
                <a:path extrusionOk="0" h="2069" w="919">
                  <a:moveTo>
                    <a:pt x="829" y="1"/>
                  </a:moveTo>
                  <a:lnTo>
                    <a:pt x="0" y="2069"/>
                  </a:lnTo>
                  <a:lnTo>
                    <a:pt x="0" y="2069"/>
                  </a:lnTo>
                  <a:lnTo>
                    <a:pt x="892" y="1748"/>
                  </a:lnTo>
                  <a:lnTo>
                    <a:pt x="856" y="1654"/>
                  </a:lnTo>
                  <a:lnTo>
                    <a:pt x="174" y="1899"/>
                  </a:lnTo>
                  <a:lnTo>
                    <a:pt x="174" y="1899"/>
                  </a:lnTo>
                  <a:lnTo>
                    <a:pt x="919" y="4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54"/>
            <p:cNvSpPr/>
            <p:nvPr/>
          </p:nvSpPr>
          <p:spPr>
            <a:xfrm>
              <a:off x="1820450" y="3017450"/>
              <a:ext cx="17300" cy="13300"/>
            </a:xfrm>
            <a:custGeom>
              <a:rect b="b" l="l" r="r" t="t"/>
              <a:pathLst>
                <a:path extrusionOk="0" h="532" w="692">
                  <a:moveTo>
                    <a:pt x="692" y="14"/>
                  </a:moveTo>
                  <a:lnTo>
                    <a:pt x="692" y="14"/>
                  </a:lnTo>
                  <a:cubicBezTo>
                    <a:pt x="687" y="18"/>
                    <a:pt x="157" y="1"/>
                    <a:pt x="1" y="504"/>
                  </a:cubicBezTo>
                  <a:lnTo>
                    <a:pt x="95" y="531"/>
                  </a:lnTo>
                  <a:cubicBezTo>
                    <a:pt x="214" y="150"/>
                    <a:pt x="577" y="115"/>
                    <a:pt x="667" y="115"/>
                  </a:cubicBezTo>
                  <a:cubicBezTo>
                    <a:pt x="678" y="115"/>
                    <a:pt x="685" y="116"/>
                    <a:pt x="687" y="116"/>
                  </a:cubicBezTo>
                  <a:lnTo>
                    <a:pt x="692" y="14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54"/>
            <p:cNvSpPr/>
            <p:nvPr/>
          </p:nvSpPr>
          <p:spPr>
            <a:xfrm>
              <a:off x="1710525" y="3043350"/>
              <a:ext cx="54950" cy="23800"/>
            </a:xfrm>
            <a:custGeom>
              <a:rect b="b" l="l" r="r" t="t"/>
              <a:pathLst>
                <a:path extrusionOk="0" h="952" w="2198">
                  <a:moveTo>
                    <a:pt x="2144" y="0"/>
                  </a:moveTo>
                  <a:cubicBezTo>
                    <a:pt x="2122" y="0"/>
                    <a:pt x="2101" y="12"/>
                    <a:pt x="2094" y="30"/>
                  </a:cubicBezTo>
                  <a:cubicBezTo>
                    <a:pt x="2090" y="38"/>
                    <a:pt x="1738" y="832"/>
                    <a:pt x="50" y="853"/>
                  </a:cubicBezTo>
                  <a:cubicBezTo>
                    <a:pt x="18" y="853"/>
                    <a:pt x="1" y="876"/>
                    <a:pt x="1" y="902"/>
                  </a:cubicBezTo>
                  <a:cubicBezTo>
                    <a:pt x="1" y="929"/>
                    <a:pt x="23" y="952"/>
                    <a:pt x="50" y="952"/>
                  </a:cubicBezTo>
                  <a:cubicBezTo>
                    <a:pt x="1814" y="929"/>
                    <a:pt x="2170" y="100"/>
                    <a:pt x="2189" y="69"/>
                  </a:cubicBezTo>
                  <a:cubicBezTo>
                    <a:pt x="2197" y="43"/>
                    <a:pt x="2183" y="16"/>
                    <a:pt x="2162" y="3"/>
                  </a:cubicBezTo>
                  <a:cubicBezTo>
                    <a:pt x="2156" y="1"/>
                    <a:pt x="2150" y="0"/>
                    <a:pt x="214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54"/>
            <p:cNvSpPr/>
            <p:nvPr/>
          </p:nvSpPr>
          <p:spPr>
            <a:xfrm>
              <a:off x="1746625" y="2956775"/>
              <a:ext cx="43675" cy="14025"/>
            </a:xfrm>
            <a:custGeom>
              <a:rect b="b" l="l" r="r" t="t"/>
              <a:pathLst>
                <a:path extrusionOk="0" h="561" w="1747">
                  <a:moveTo>
                    <a:pt x="716" y="0"/>
                  </a:moveTo>
                  <a:cubicBezTo>
                    <a:pt x="317" y="0"/>
                    <a:pt x="51" y="366"/>
                    <a:pt x="0" y="561"/>
                  </a:cubicBezTo>
                  <a:lnTo>
                    <a:pt x="1746" y="306"/>
                  </a:lnTo>
                  <a:cubicBezTo>
                    <a:pt x="1746" y="306"/>
                    <a:pt x="1220" y="53"/>
                    <a:pt x="784" y="4"/>
                  </a:cubicBezTo>
                  <a:cubicBezTo>
                    <a:pt x="761" y="1"/>
                    <a:pt x="738" y="0"/>
                    <a:pt x="71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54"/>
            <p:cNvSpPr/>
            <p:nvPr/>
          </p:nvSpPr>
          <p:spPr>
            <a:xfrm>
              <a:off x="1695575" y="2947850"/>
              <a:ext cx="27575" cy="26750"/>
            </a:xfrm>
            <a:custGeom>
              <a:rect b="b" l="l" r="r" t="t"/>
              <a:pathLst>
                <a:path extrusionOk="0" h="1070" w="1103">
                  <a:moveTo>
                    <a:pt x="715" y="0"/>
                  </a:moveTo>
                  <a:cubicBezTo>
                    <a:pt x="429" y="0"/>
                    <a:pt x="1" y="134"/>
                    <a:pt x="1" y="134"/>
                  </a:cubicBezTo>
                  <a:lnTo>
                    <a:pt x="937" y="1070"/>
                  </a:lnTo>
                  <a:cubicBezTo>
                    <a:pt x="937" y="1070"/>
                    <a:pt x="1102" y="223"/>
                    <a:pt x="937" y="58"/>
                  </a:cubicBezTo>
                  <a:cubicBezTo>
                    <a:pt x="895" y="16"/>
                    <a:pt x="813" y="0"/>
                    <a:pt x="71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54"/>
            <p:cNvSpPr/>
            <p:nvPr/>
          </p:nvSpPr>
          <p:spPr>
            <a:xfrm>
              <a:off x="1689800" y="2906325"/>
              <a:ext cx="152625" cy="109925"/>
            </a:xfrm>
            <a:custGeom>
              <a:rect b="b" l="l" r="r" t="t"/>
              <a:pathLst>
                <a:path extrusionOk="0" h="4397" w="6105">
                  <a:moveTo>
                    <a:pt x="1646" y="1"/>
                  </a:moveTo>
                  <a:cubicBezTo>
                    <a:pt x="1095" y="1"/>
                    <a:pt x="546" y="78"/>
                    <a:pt x="1" y="280"/>
                  </a:cubicBezTo>
                  <a:lnTo>
                    <a:pt x="232" y="1144"/>
                  </a:lnTo>
                  <a:lnTo>
                    <a:pt x="4630" y="1483"/>
                  </a:lnTo>
                  <a:cubicBezTo>
                    <a:pt x="4630" y="1483"/>
                    <a:pt x="4318" y="2062"/>
                    <a:pt x="4385" y="2351"/>
                  </a:cubicBezTo>
                  <a:cubicBezTo>
                    <a:pt x="4451" y="2641"/>
                    <a:pt x="4719" y="4397"/>
                    <a:pt x="4719" y="4397"/>
                  </a:cubicBezTo>
                  <a:lnTo>
                    <a:pt x="5276" y="4397"/>
                  </a:lnTo>
                  <a:cubicBezTo>
                    <a:pt x="5276" y="4397"/>
                    <a:pt x="5307" y="3982"/>
                    <a:pt x="5597" y="3938"/>
                  </a:cubicBezTo>
                  <a:cubicBezTo>
                    <a:pt x="5658" y="3928"/>
                    <a:pt x="5715" y="3925"/>
                    <a:pt x="5768" y="3925"/>
                  </a:cubicBezTo>
                  <a:cubicBezTo>
                    <a:pt x="5968" y="3925"/>
                    <a:pt x="6105" y="3977"/>
                    <a:pt x="6105" y="3977"/>
                  </a:cubicBezTo>
                  <a:lnTo>
                    <a:pt x="6105" y="779"/>
                  </a:lnTo>
                  <a:cubicBezTo>
                    <a:pt x="4646" y="571"/>
                    <a:pt x="3140" y="1"/>
                    <a:pt x="164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54"/>
            <p:cNvSpPr/>
            <p:nvPr/>
          </p:nvSpPr>
          <p:spPr>
            <a:xfrm>
              <a:off x="1733825" y="2961875"/>
              <a:ext cx="58475" cy="58600"/>
            </a:xfrm>
            <a:custGeom>
              <a:rect b="b" l="l" r="r" t="t"/>
              <a:pathLst>
                <a:path extrusionOk="0" h="2344" w="2339">
                  <a:moveTo>
                    <a:pt x="1171" y="102"/>
                  </a:moveTo>
                  <a:cubicBezTo>
                    <a:pt x="1759" y="102"/>
                    <a:pt x="2240" y="579"/>
                    <a:pt x="2240" y="1172"/>
                  </a:cubicBezTo>
                  <a:cubicBezTo>
                    <a:pt x="2240" y="1765"/>
                    <a:pt x="1759" y="2246"/>
                    <a:pt x="1171" y="2246"/>
                  </a:cubicBezTo>
                  <a:cubicBezTo>
                    <a:pt x="579" y="2246"/>
                    <a:pt x="97" y="1765"/>
                    <a:pt x="97" y="1172"/>
                  </a:cubicBezTo>
                  <a:cubicBezTo>
                    <a:pt x="97" y="579"/>
                    <a:pt x="579" y="102"/>
                    <a:pt x="1171" y="102"/>
                  </a:cubicBezTo>
                  <a:close/>
                  <a:moveTo>
                    <a:pt x="1171" y="1"/>
                  </a:moveTo>
                  <a:cubicBezTo>
                    <a:pt x="525" y="1"/>
                    <a:pt x="0" y="526"/>
                    <a:pt x="0" y="1172"/>
                  </a:cubicBezTo>
                  <a:cubicBezTo>
                    <a:pt x="0" y="1819"/>
                    <a:pt x="525" y="2344"/>
                    <a:pt x="1171" y="2344"/>
                  </a:cubicBezTo>
                  <a:cubicBezTo>
                    <a:pt x="1818" y="2344"/>
                    <a:pt x="2339" y="1819"/>
                    <a:pt x="2339" y="1172"/>
                  </a:cubicBezTo>
                  <a:cubicBezTo>
                    <a:pt x="2339" y="526"/>
                    <a:pt x="1818" y="1"/>
                    <a:pt x="1171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54"/>
            <p:cNvSpPr/>
            <p:nvPr/>
          </p:nvSpPr>
          <p:spPr>
            <a:xfrm>
              <a:off x="1660725" y="2961875"/>
              <a:ext cx="58525" cy="58600"/>
            </a:xfrm>
            <a:custGeom>
              <a:rect b="b" l="l" r="r" t="t"/>
              <a:pathLst>
                <a:path extrusionOk="0" h="2344" w="2341">
                  <a:moveTo>
                    <a:pt x="1173" y="102"/>
                  </a:moveTo>
                  <a:cubicBezTo>
                    <a:pt x="1761" y="102"/>
                    <a:pt x="2242" y="579"/>
                    <a:pt x="2242" y="1172"/>
                  </a:cubicBezTo>
                  <a:cubicBezTo>
                    <a:pt x="2242" y="1765"/>
                    <a:pt x="1761" y="2246"/>
                    <a:pt x="1173" y="2246"/>
                  </a:cubicBezTo>
                  <a:cubicBezTo>
                    <a:pt x="580" y="2246"/>
                    <a:pt x="99" y="1765"/>
                    <a:pt x="99" y="1172"/>
                  </a:cubicBezTo>
                  <a:cubicBezTo>
                    <a:pt x="99" y="579"/>
                    <a:pt x="580" y="102"/>
                    <a:pt x="1173" y="102"/>
                  </a:cubicBezTo>
                  <a:close/>
                  <a:moveTo>
                    <a:pt x="1173" y="1"/>
                  </a:moveTo>
                  <a:cubicBezTo>
                    <a:pt x="527" y="1"/>
                    <a:pt x="1" y="526"/>
                    <a:pt x="1" y="1172"/>
                  </a:cubicBezTo>
                  <a:cubicBezTo>
                    <a:pt x="1" y="1819"/>
                    <a:pt x="527" y="2344"/>
                    <a:pt x="1173" y="2344"/>
                  </a:cubicBezTo>
                  <a:cubicBezTo>
                    <a:pt x="1818" y="2344"/>
                    <a:pt x="2340" y="1819"/>
                    <a:pt x="2340" y="1172"/>
                  </a:cubicBezTo>
                  <a:cubicBezTo>
                    <a:pt x="2340" y="526"/>
                    <a:pt x="1818" y="1"/>
                    <a:pt x="1173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54"/>
            <p:cNvSpPr/>
            <p:nvPr/>
          </p:nvSpPr>
          <p:spPr>
            <a:xfrm>
              <a:off x="1718000" y="2989950"/>
              <a:ext cx="17050" cy="2450"/>
            </a:xfrm>
            <a:custGeom>
              <a:rect b="b" l="l" r="r" t="t"/>
              <a:pathLst>
                <a:path extrusionOk="0" h="98" w="682">
                  <a:moveTo>
                    <a:pt x="0" y="0"/>
                  </a:moveTo>
                  <a:lnTo>
                    <a:pt x="0" y="98"/>
                  </a:lnTo>
                  <a:lnTo>
                    <a:pt x="681" y="98"/>
                  </a:lnTo>
                  <a:lnTo>
                    <a:pt x="681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54"/>
            <p:cNvSpPr/>
            <p:nvPr/>
          </p:nvSpPr>
          <p:spPr>
            <a:xfrm>
              <a:off x="1557800" y="4001000"/>
              <a:ext cx="120900" cy="681600"/>
            </a:xfrm>
            <a:custGeom>
              <a:rect b="b" l="l" r="r" t="t"/>
              <a:pathLst>
                <a:path extrusionOk="0" h="27264" w="4836">
                  <a:moveTo>
                    <a:pt x="184" y="0"/>
                  </a:moveTo>
                  <a:cubicBezTo>
                    <a:pt x="81" y="0"/>
                    <a:pt x="1" y="86"/>
                    <a:pt x="1" y="187"/>
                  </a:cubicBezTo>
                  <a:lnTo>
                    <a:pt x="1" y="27081"/>
                  </a:lnTo>
                  <a:cubicBezTo>
                    <a:pt x="1" y="27183"/>
                    <a:pt x="81" y="27263"/>
                    <a:pt x="184" y="27263"/>
                  </a:cubicBezTo>
                  <a:lnTo>
                    <a:pt x="4652" y="27263"/>
                  </a:lnTo>
                  <a:cubicBezTo>
                    <a:pt x="4751" y="27263"/>
                    <a:pt x="4835" y="27183"/>
                    <a:pt x="4835" y="27081"/>
                  </a:cubicBezTo>
                  <a:lnTo>
                    <a:pt x="4835" y="187"/>
                  </a:lnTo>
                  <a:cubicBezTo>
                    <a:pt x="4835" y="86"/>
                    <a:pt x="4751" y="0"/>
                    <a:pt x="465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54"/>
            <p:cNvSpPr/>
            <p:nvPr/>
          </p:nvSpPr>
          <p:spPr>
            <a:xfrm>
              <a:off x="1579200" y="4695375"/>
              <a:ext cx="56600" cy="614100"/>
            </a:xfrm>
            <a:custGeom>
              <a:rect b="b" l="l" r="r" t="t"/>
              <a:pathLst>
                <a:path extrusionOk="0" h="24564" w="2264">
                  <a:moveTo>
                    <a:pt x="0" y="1"/>
                  </a:moveTo>
                  <a:lnTo>
                    <a:pt x="0" y="24564"/>
                  </a:lnTo>
                  <a:lnTo>
                    <a:pt x="2264" y="24564"/>
                  </a:lnTo>
                  <a:lnTo>
                    <a:pt x="2264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54"/>
            <p:cNvSpPr/>
            <p:nvPr/>
          </p:nvSpPr>
          <p:spPr>
            <a:xfrm>
              <a:off x="1557800" y="5102525"/>
              <a:ext cx="120900" cy="80750"/>
            </a:xfrm>
            <a:custGeom>
              <a:rect b="b" l="l" r="r" t="t"/>
              <a:pathLst>
                <a:path extrusionOk="0" h="3230" w="4836">
                  <a:moveTo>
                    <a:pt x="1" y="0"/>
                  </a:moveTo>
                  <a:lnTo>
                    <a:pt x="1" y="3230"/>
                  </a:lnTo>
                  <a:lnTo>
                    <a:pt x="4835" y="3230"/>
                  </a:lnTo>
                  <a:lnTo>
                    <a:pt x="4835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54"/>
            <p:cNvSpPr/>
            <p:nvPr/>
          </p:nvSpPr>
          <p:spPr>
            <a:xfrm>
              <a:off x="1557800" y="4579425"/>
              <a:ext cx="120900" cy="523125"/>
            </a:xfrm>
            <a:custGeom>
              <a:rect b="b" l="l" r="r" t="t"/>
              <a:pathLst>
                <a:path extrusionOk="0" h="20925" w="4836">
                  <a:moveTo>
                    <a:pt x="1975" y="1"/>
                  </a:moveTo>
                  <a:cubicBezTo>
                    <a:pt x="887" y="1"/>
                    <a:pt x="1" y="887"/>
                    <a:pt x="1" y="1975"/>
                  </a:cubicBezTo>
                  <a:lnTo>
                    <a:pt x="1" y="20924"/>
                  </a:lnTo>
                  <a:lnTo>
                    <a:pt x="4835" y="20924"/>
                  </a:lnTo>
                  <a:lnTo>
                    <a:pt x="4835" y="1975"/>
                  </a:lnTo>
                  <a:cubicBezTo>
                    <a:pt x="4835" y="887"/>
                    <a:pt x="3944" y="1"/>
                    <a:pt x="286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54"/>
            <p:cNvSpPr/>
            <p:nvPr/>
          </p:nvSpPr>
          <p:spPr>
            <a:xfrm>
              <a:off x="1628650" y="52820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54"/>
            <p:cNvSpPr/>
            <p:nvPr/>
          </p:nvSpPr>
          <p:spPr>
            <a:xfrm>
              <a:off x="1309850" y="5435000"/>
              <a:ext cx="325950" cy="41675"/>
            </a:xfrm>
            <a:custGeom>
              <a:rect b="b" l="l" r="r" t="t"/>
              <a:pathLst>
                <a:path extrusionOk="0" h="1667" w="13038">
                  <a:moveTo>
                    <a:pt x="309" y="0"/>
                  </a:moveTo>
                  <a:cubicBezTo>
                    <a:pt x="50" y="1498"/>
                    <a:pt x="1" y="1666"/>
                    <a:pt x="1" y="1666"/>
                  </a:cubicBezTo>
                  <a:lnTo>
                    <a:pt x="13038" y="1666"/>
                  </a:lnTo>
                  <a:lnTo>
                    <a:pt x="13038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54"/>
            <p:cNvSpPr/>
            <p:nvPr/>
          </p:nvSpPr>
          <p:spPr>
            <a:xfrm>
              <a:off x="1317550" y="5284175"/>
              <a:ext cx="318250" cy="150850"/>
            </a:xfrm>
            <a:custGeom>
              <a:rect b="b" l="l" r="r" t="t"/>
              <a:pathLst>
                <a:path extrusionOk="0" h="6034" w="12730">
                  <a:moveTo>
                    <a:pt x="9522" y="0"/>
                  </a:moveTo>
                  <a:cubicBezTo>
                    <a:pt x="9522" y="0"/>
                    <a:pt x="9892" y="3498"/>
                    <a:pt x="7254" y="3753"/>
                  </a:cubicBezTo>
                  <a:cubicBezTo>
                    <a:pt x="4612" y="4006"/>
                    <a:pt x="290" y="4358"/>
                    <a:pt x="18" y="5940"/>
                  </a:cubicBezTo>
                  <a:cubicBezTo>
                    <a:pt x="9" y="5971"/>
                    <a:pt x="5" y="6002"/>
                    <a:pt x="1" y="6033"/>
                  </a:cubicBezTo>
                  <a:lnTo>
                    <a:pt x="12730" y="6033"/>
                  </a:lnTo>
                  <a:lnTo>
                    <a:pt x="12730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54"/>
            <p:cNvSpPr/>
            <p:nvPr/>
          </p:nvSpPr>
          <p:spPr>
            <a:xfrm>
              <a:off x="1342050" y="5401200"/>
              <a:ext cx="145700" cy="34275"/>
            </a:xfrm>
            <a:custGeom>
              <a:rect b="b" l="l" r="r" t="t"/>
              <a:pathLst>
                <a:path extrusionOk="0" h="1371" w="5828">
                  <a:moveTo>
                    <a:pt x="2095" y="0"/>
                  </a:moveTo>
                  <a:cubicBezTo>
                    <a:pt x="991" y="0"/>
                    <a:pt x="15" y="34"/>
                    <a:pt x="0" y="34"/>
                  </a:cubicBezTo>
                  <a:lnTo>
                    <a:pt x="6" y="118"/>
                  </a:lnTo>
                  <a:cubicBezTo>
                    <a:pt x="20" y="118"/>
                    <a:pt x="993" y="83"/>
                    <a:pt x="2094" y="83"/>
                  </a:cubicBezTo>
                  <a:cubicBezTo>
                    <a:pt x="2645" y="83"/>
                    <a:pt x="3228" y="92"/>
                    <a:pt x="3739" y="118"/>
                  </a:cubicBezTo>
                  <a:cubicBezTo>
                    <a:pt x="5240" y="194"/>
                    <a:pt x="5744" y="1357"/>
                    <a:pt x="5748" y="1371"/>
                  </a:cubicBezTo>
                  <a:lnTo>
                    <a:pt x="5828" y="1340"/>
                  </a:lnTo>
                  <a:cubicBezTo>
                    <a:pt x="5819" y="1326"/>
                    <a:pt x="5299" y="110"/>
                    <a:pt x="3743" y="34"/>
                  </a:cubicBezTo>
                  <a:cubicBezTo>
                    <a:pt x="3231" y="9"/>
                    <a:pt x="2647" y="0"/>
                    <a:pt x="20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54"/>
            <p:cNvSpPr/>
            <p:nvPr/>
          </p:nvSpPr>
          <p:spPr>
            <a:xfrm>
              <a:off x="1486300" y="5284175"/>
              <a:ext cx="110525" cy="105500"/>
            </a:xfrm>
            <a:custGeom>
              <a:rect b="b" l="l" r="r" t="t"/>
              <a:pathLst>
                <a:path extrusionOk="0" h="4220" w="4421">
                  <a:moveTo>
                    <a:pt x="4314" y="0"/>
                  </a:moveTo>
                  <a:cubicBezTo>
                    <a:pt x="4314" y="37"/>
                    <a:pt x="4335" y="3529"/>
                    <a:pt x="3066" y="3979"/>
                  </a:cubicBezTo>
                  <a:cubicBezTo>
                    <a:pt x="2741" y="4095"/>
                    <a:pt x="2386" y="4138"/>
                    <a:pt x="2038" y="4138"/>
                  </a:cubicBezTo>
                  <a:cubicBezTo>
                    <a:pt x="1014" y="4138"/>
                    <a:pt x="45" y="3764"/>
                    <a:pt x="31" y="3761"/>
                  </a:cubicBezTo>
                  <a:lnTo>
                    <a:pt x="0" y="3837"/>
                  </a:lnTo>
                  <a:cubicBezTo>
                    <a:pt x="14" y="3841"/>
                    <a:pt x="999" y="4220"/>
                    <a:pt x="2042" y="4220"/>
                  </a:cubicBezTo>
                  <a:cubicBezTo>
                    <a:pt x="2398" y="4220"/>
                    <a:pt x="2763" y="4180"/>
                    <a:pt x="3093" y="4059"/>
                  </a:cubicBezTo>
                  <a:cubicBezTo>
                    <a:pt x="4421" y="3592"/>
                    <a:pt x="4398" y="144"/>
                    <a:pt x="4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54"/>
            <p:cNvSpPr/>
            <p:nvPr/>
          </p:nvSpPr>
          <p:spPr>
            <a:xfrm>
              <a:off x="1552575" y="5294750"/>
              <a:ext cx="43250" cy="29550"/>
            </a:xfrm>
            <a:custGeom>
              <a:rect b="b" l="l" r="r" t="t"/>
              <a:pathLst>
                <a:path extrusionOk="0" h="1182" w="1730">
                  <a:moveTo>
                    <a:pt x="1680" y="1"/>
                  </a:moveTo>
                  <a:lnTo>
                    <a:pt x="0" y="1111"/>
                  </a:lnTo>
                  <a:lnTo>
                    <a:pt x="49" y="1181"/>
                  </a:lnTo>
                  <a:lnTo>
                    <a:pt x="1729" y="68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54"/>
            <p:cNvSpPr/>
            <p:nvPr/>
          </p:nvSpPr>
          <p:spPr>
            <a:xfrm>
              <a:off x="1555250" y="5302450"/>
              <a:ext cx="37775" cy="21850"/>
            </a:xfrm>
            <a:custGeom>
              <a:rect b="b" l="l" r="r" t="t"/>
              <a:pathLst>
                <a:path extrusionOk="0" h="874" w="1511">
                  <a:moveTo>
                    <a:pt x="41" y="1"/>
                  </a:moveTo>
                  <a:lnTo>
                    <a:pt x="0" y="71"/>
                  </a:lnTo>
                  <a:lnTo>
                    <a:pt x="1470" y="873"/>
                  </a:lnTo>
                  <a:lnTo>
                    <a:pt x="1511" y="803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54"/>
            <p:cNvSpPr/>
            <p:nvPr/>
          </p:nvSpPr>
          <p:spPr>
            <a:xfrm>
              <a:off x="1540675" y="5335425"/>
              <a:ext cx="50150" cy="19400"/>
            </a:xfrm>
            <a:custGeom>
              <a:rect b="b" l="l" r="r" t="t"/>
              <a:pathLst>
                <a:path extrusionOk="0" h="776" w="2006">
                  <a:moveTo>
                    <a:pt x="1978" y="0"/>
                  </a:moveTo>
                  <a:lnTo>
                    <a:pt x="0" y="695"/>
                  </a:lnTo>
                  <a:lnTo>
                    <a:pt x="27" y="776"/>
                  </a:lnTo>
                  <a:lnTo>
                    <a:pt x="2005" y="80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54"/>
            <p:cNvSpPr/>
            <p:nvPr/>
          </p:nvSpPr>
          <p:spPr>
            <a:xfrm>
              <a:off x="1549000" y="5335525"/>
              <a:ext cx="35550" cy="25000"/>
            </a:xfrm>
            <a:custGeom>
              <a:rect b="b" l="l" r="r" t="t"/>
              <a:pathLst>
                <a:path extrusionOk="0" h="1000" w="1422">
                  <a:moveTo>
                    <a:pt x="46" y="1"/>
                  </a:moveTo>
                  <a:lnTo>
                    <a:pt x="1" y="72"/>
                  </a:lnTo>
                  <a:lnTo>
                    <a:pt x="1378" y="999"/>
                  </a:lnTo>
                  <a:lnTo>
                    <a:pt x="1422" y="928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54"/>
            <p:cNvSpPr/>
            <p:nvPr/>
          </p:nvSpPr>
          <p:spPr>
            <a:xfrm>
              <a:off x="1726900" y="4001000"/>
              <a:ext cx="120875" cy="681600"/>
            </a:xfrm>
            <a:custGeom>
              <a:rect b="b" l="l" r="r" t="t"/>
              <a:pathLst>
                <a:path extrusionOk="0" h="27264" w="4835">
                  <a:moveTo>
                    <a:pt x="183" y="0"/>
                  </a:moveTo>
                  <a:cubicBezTo>
                    <a:pt x="85" y="0"/>
                    <a:pt x="0" y="86"/>
                    <a:pt x="0" y="187"/>
                  </a:cubicBezTo>
                  <a:lnTo>
                    <a:pt x="0" y="27081"/>
                  </a:lnTo>
                  <a:cubicBezTo>
                    <a:pt x="0" y="27183"/>
                    <a:pt x="85" y="27263"/>
                    <a:pt x="183" y="27263"/>
                  </a:cubicBezTo>
                  <a:lnTo>
                    <a:pt x="4652" y="27263"/>
                  </a:lnTo>
                  <a:cubicBezTo>
                    <a:pt x="4754" y="27263"/>
                    <a:pt x="4834" y="27183"/>
                    <a:pt x="4834" y="27081"/>
                  </a:cubicBezTo>
                  <a:lnTo>
                    <a:pt x="4834" y="187"/>
                  </a:lnTo>
                  <a:cubicBezTo>
                    <a:pt x="4834" y="86"/>
                    <a:pt x="4754" y="0"/>
                    <a:pt x="465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54"/>
            <p:cNvSpPr/>
            <p:nvPr/>
          </p:nvSpPr>
          <p:spPr>
            <a:xfrm>
              <a:off x="1753400" y="4695375"/>
              <a:ext cx="56625" cy="614100"/>
            </a:xfrm>
            <a:custGeom>
              <a:rect b="b" l="l" r="r" t="t"/>
              <a:pathLst>
                <a:path extrusionOk="0" h="24564" w="2265">
                  <a:moveTo>
                    <a:pt x="1" y="1"/>
                  </a:moveTo>
                  <a:lnTo>
                    <a:pt x="1" y="24564"/>
                  </a:lnTo>
                  <a:lnTo>
                    <a:pt x="2265" y="24564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54"/>
            <p:cNvSpPr/>
            <p:nvPr/>
          </p:nvSpPr>
          <p:spPr>
            <a:xfrm>
              <a:off x="1726900" y="4579425"/>
              <a:ext cx="120875" cy="523125"/>
            </a:xfrm>
            <a:custGeom>
              <a:rect b="b" l="l" r="r" t="t"/>
              <a:pathLst>
                <a:path extrusionOk="0" h="20925" w="4835">
                  <a:moveTo>
                    <a:pt x="1974" y="1"/>
                  </a:moveTo>
                  <a:cubicBezTo>
                    <a:pt x="892" y="1"/>
                    <a:pt x="0" y="887"/>
                    <a:pt x="0" y="1975"/>
                  </a:cubicBezTo>
                  <a:lnTo>
                    <a:pt x="0" y="20924"/>
                  </a:lnTo>
                  <a:lnTo>
                    <a:pt x="4834" y="20924"/>
                  </a:lnTo>
                  <a:lnTo>
                    <a:pt x="4834" y="1975"/>
                  </a:lnTo>
                  <a:cubicBezTo>
                    <a:pt x="4834" y="887"/>
                    <a:pt x="3948" y="1"/>
                    <a:pt x="286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54"/>
            <p:cNvSpPr/>
            <p:nvPr/>
          </p:nvSpPr>
          <p:spPr>
            <a:xfrm>
              <a:off x="1726900" y="5102525"/>
              <a:ext cx="120875" cy="80750"/>
            </a:xfrm>
            <a:custGeom>
              <a:rect b="b" l="l" r="r" t="t"/>
              <a:pathLst>
                <a:path extrusionOk="0" h="3230" w="4835">
                  <a:moveTo>
                    <a:pt x="0" y="0"/>
                  </a:moveTo>
                  <a:lnTo>
                    <a:pt x="0" y="3230"/>
                  </a:lnTo>
                  <a:lnTo>
                    <a:pt x="4834" y="3230"/>
                  </a:lnTo>
                  <a:lnTo>
                    <a:pt x="4834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54"/>
            <p:cNvSpPr/>
            <p:nvPr/>
          </p:nvSpPr>
          <p:spPr>
            <a:xfrm>
              <a:off x="1812550" y="52820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54"/>
            <p:cNvSpPr/>
            <p:nvPr/>
          </p:nvSpPr>
          <p:spPr>
            <a:xfrm>
              <a:off x="1493875" y="5435000"/>
              <a:ext cx="325825" cy="41675"/>
            </a:xfrm>
            <a:custGeom>
              <a:rect b="b" l="l" r="r" t="t"/>
              <a:pathLst>
                <a:path extrusionOk="0" h="1667" w="13033">
                  <a:moveTo>
                    <a:pt x="304" y="0"/>
                  </a:moveTo>
                  <a:cubicBezTo>
                    <a:pt x="45" y="1498"/>
                    <a:pt x="1" y="1666"/>
                    <a:pt x="1" y="1666"/>
                  </a:cubicBezTo>
                  <a:lnTo>
                    <a:pt x="13033" y="1666"/>
                  </a:lnTo>
                  <a:lnTo>
                    <a:pt x="13033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54"/>
            <p:cNvSpPr/>
            <p:nvPr/>
          </p:nvSpPr>
          <p:spPr>
            <a:xfrm>
              <a:off x="1501450" y="5284175"/>
              <a:ext cx="318250" cy="150850"/>
            </a:xfrm>
            <a:custGeom>
              <a:rect b="b" l="l" r="r" t="t"/>
              <a:pathLst>
                <a:path extrusionOk="0" h="6034" w="12730">
                  <a:moveTo>
                    <a:pt x="9522" y="0"/>
                  </a:moveTo>
                  <a:cubicBezTo>
                    <a:pt x="9522" y="0"/>
                    <a:pt x="9896" y="3498"/>
                    <a:pt x="7254" y="3753"/>
                  </a:cubicBezTo>
                  <a:cubicBezTo>
                    <a:pt x="4617" y="4006"/>
                    <a:pt x="290" y="4358"/>
                    <a:pt x="19" y="5940"/>
                  </a:cubicBezTo>
                  <a:cubicBezTo>
                    <a:pt x="13" y="5971"/>
                    <a:pt x="9" y="6002"/>
                    <a:pt x="1" y="6033"/>
                  </a:cubicBezTo>
                  <a:lnTo>
                    <a:pt x="12730" y="6033"/>
                  </a:lnTo>
                  <a:lnTo>
                    <a:pt x="12730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54"/>
            <p:cNvSpPr/>
            <p:nvPr/>
          </p:nvSpPr>
          <p:spPr>
            <a:xfrm>
              <a:off x="1526075" y="5401200"/>
              <a:ext cx="145600" cy="34275"/>
            </a:xfrm>
            <a:custGeom>
              <a:rect b="b" l="l" r="r" t="t"/>
              <a:pathLst>
                <a:path extrusionOk="0" h="1371" w="5824">
                  <a:moveTo>
                    <a:pt x="2093" y="0"/>
                  </a:moveTo>
                  <a:cubicBezTo>
                    <a:pt x="990" y="0"/>
                    <a:pt x="15" y="34"/>
                    <a:pt x="0" y="34"/>
                  </a:cubicBezTo>
                  <a:lnTo>
                    <a:pt x="5" y="118"/>
                  </a:lnTo>
                  <a:cubicBezTo>
                    <a:pt x="17" y="118"/>
                    <a:pt x="989" y="83"/>
                    <a:pt x="2090" y="83"/>
                  </a:cubicBezTo>
                  <a:cubicBezTo>
                    <a:pt x="2640" y="83"/>
                    <a:pt x="3223" y="92"/>
                    <a:pt x="3733" y="118"/>
                  </a:cubicBezTo>
                  <a:cubicBezTo>
                    <a:pt x="5240" y="194"/>
                    <a:pt x="5744" y="1357"/>
                    <a:pt x="5748" y="1371"/>
                  </a:cubicBezTo>
                  <a:lnTo>
                    <a:pt x="5824" y="1340"/>
                  </a:lnTo>
                  <a:cubicBezTo>
                    <a:pt x="5819" y="1326"/>
                    <a:pt x="5298" y="110"/>
                    <a:pt x="3739" y="34"/>
                  </a:cubicBezTo>
                  <a:cubicBezTo>
                    <a:pt x="3228" y="9"/>
                    <a:pt x="2644" y="0"/>
                    <a:pt x="2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54"/>
            <p:cNvSpPr/>
            <p:nvPr/>
          </p:nvSpPr>
          <p:spPr>
            <a:xfrm>
              <a:off x="1670325" y="5284175"/>
              <a:ext cx="110400" cy="105500"/>
            </a:xfrm>
            <a:custGeom>
              <a:rect b="b" l="l" r="r" t="t"/>
              <a:pathLst>
                <a:path extrusionOk="0" h="4220" w="4416">
                  <a:moveTo>
                    <a:pt x="4313" y="0"/>
                  </a:moveTo>
                  <a:cubicBezTo>
                    <a:pt x="4313" y="37"/>
                    <a:pt x="4335" y="3529"/>
                    <a:pt x="3065" y="3979"/>
                  </a:cubicBezTo>
                  <a:cubicBezTo>
                    <a:pt x="2740" y="4095"/>
                    <a:pt x="2386" y="4138"/>
                    <a:pt x="2038" y="4138"/>
                  </a:cubicBezTo>
                  <a:cubicBezTo>
                    <a:pt x="1013" y="4138"/>
                    <a:pt x="44" y="3764"/>
                    <a:pt x="31" y="3761"/>
                  </a:cubicBezTo>
                  <a:lnTo>
                    <a:pt x="0" y="3837"/>
                  </a:lnTo>
                  <a:cubicBezTo>
                    <a:pt x="13" y="3841"/>
                    <a:pt x="998" y="4220"/>
                    <a:pt x="2041" y="4220"/>
                  </a:cubicBezTo>
                  <a:cubicBezTo>
                    <a:pt x="2397" y="4220"/>
                    <a:pt x="2758" y="4180"/>
                    <a:pt x="3092" y="4059"/>
                  </a:cubicBezTo>
                  <a:cubicBezTo>
                    <a:pt x="4416" y="3592"/>
                    <a:pt x="4397" y="144"/>
                    <a:pt x="43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54"/>
            <p:cNvSpPr/>
            <p:nvPr/>
          </p:nvSpPr>
          <p:spPr>
            <a:xfrm>
              <a:off x="1736600" y="5294750"/>
              <a:ext cx="43125" cy="29550"/>
            </a:xfrm>
            <a:custGeom>
              <a:rect b="b" l="l" r="r" t="t"/>
              <a:pathLst>
                <a:path extrusionOk="0" h="1182" w="1725">
                  <a:moveTo>
                    <a:pt x="1680" y="1"/>
                  </a:moveTo>
                  <a:lnTo>
                    <a:pt x="0" y="1111"/>
                  </a:lnTo>
                  <a:lnTo>
                    <a:pt x="44" y="1181"/>
                  </a:lnTo>
                  <a:lnTo>
                    <a:pt x="1724" y="68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54"/>
            <p:cNvSpPr/>
            <p:nvPr/>
          </p:nvSpPr>
          <p:spPr>
            <a:xfrm>
              <a:off x="1739275" y="5302450"/>
              <a:ext cx="37775" cy="21850"/>
            </a:xfrm>
            <a:custGeom>
              <a:rect b="b" l="l" r="r" t="t"/>
              <a:pathLst>
                <a:path extrusionOk="0" h="874" w="1511">
                  <a:moveTo>
                    <a:pt x="40" y="1"/>
                  </a:moveTo>
                  <a:lnTo>
                    <a:pt x="0" y="71"/>
                  </a:lnTo>
                  <a:lnTo>
                    <a:pt x="1471" y="873"/>
                  </a:lnTo>
                  <a:lnTo>
                    <a:pt x="1510" y="803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54"/>
            <p:cNvSpPr/>
            <p:nvPr/>
          </p:nvSpPr>
          <p:spPr>
            <a:xfrm>
              <a:off x="1724575" y="5335425"/>
              <a:ext cx="50150" cy="19400"/>
            </a:xfrm>
            <a:custGeom>
              <a:rect b="b" l="l" r="r" t="t"/>
              <a:pathLst>
                <a:path extrusionOk="0" h="776" w="2006">
                  <a:moveTo>
                    <a:pt x="1978" y="0"/>
                  </a:moveTo>
                  <a:lnTo>
                    <a:pt x="0" y="695"/>
                  </a:lnTo>
                  <a:lnTo>
                    <a:pt x="27" y="776"/>
                  </a:lnTo>
                  <a:lnTo>
                    <a:pt x="2005" y="80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54"/>
            <p:cNvSpPr/>
            <p:nvPr/>
          </p:nvSpPr>
          <p:spPr>
            <a:xfrm>
              <a:off x="1732900" y="5335525"/>
              <a:ext cx="35700" cy="25000"/>
            </a:xfrm>
            <a:custGeom>
              <a:rect b="b" l="l" r="r" t="t"/>
              <a:pathLst>
                <a:path extrusionOk="0" h="1000" w="1428">
                  <a:moveTo>
                    <a:pt x="50" y="1"/>
                  </a:moveTo>
                  <a:lnTo>
                    <a:pt x="1" y="72"/>
                  </a:lnTo>
                  <a:lnTo>
                    <a:pt x="1378" y="999"/>
                  </a:lnTo>
                  <a:lnTo>
                    <a:pt x="1427" y="928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54"/>
            <p:cNvSpPr/>
            <p:nvPr/>
          </p:nvSpPr>
          <p:spPr>
            <a:xfrm>
              <a:off x="1353750" y="3300275"/>
              <a:ext cx="774725" cy="703100"/>
            </a:xfrm>
            <a:custGeom>
              <a:rect b="b" l="l" r="r" t="t"/>
              <a:pathLst>
                <a:path extrusionOk="0" h="28124" w="30989">
                  <a:moveTo>
                    <a:pt x="10649" y="0"/>
                  </a:moveTo>
                  <a:cubicBezTo>
                    <a:pt x="10649" y="0"/>
                    <a:pt x="2259" y="1029"/>
                    <a:pt x="1128" y="2348"/>
                  </a:cubicBezTo>
                  <a:cubicBezTo>
                    <a:pt x="1" y="3667"/>
                    <a:pt x="3636" y="26479"/>
                    <a:pt x="5271" y="27860"/>
                  </a:cubicBezTo>
                  <a:cubicBezTo>
                    <a:pt x="5378" y="27954"/>
                    <a:pt x="5552" y="28039"/>
                    <a:pt x="5775" y="28123"/>
                  </a:cubicBezTo>
                  <a:lnTo>
                    <a:pt x="23699" y="28123"/>
                  </a:lnTo>
                  <a:cubicBezTo>
                    <a:pt x="25214" y="25115"/>
                    <a:pt x="30869" y="7017"/>
                    <a:pt x="30926" y="4483"/>
                  </a:cubicBezTo>
                  <a:cubicBezTo>
                    <a:pt x="30988" y="1783"/>
                    <a:pt x="27959" y="1212"/>
                    <a:pt x="24078" y="588"/>
                  </a:cubicBezTo>
                  <a:lnTo>
                    <a:pt x="10649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54"/>
            <p:cNvSpPr/>
            <p:nvPr/>
          </p:nvSpPr>
          <p:spPr>
            <a:xfrm>
              <a:off x="1375350" y="3490950"/>
              <a:ext cx="107625" cy="507400"/>
            </a:xfrm>
            <a:custGeom>
              <a:rect b="b" l="l" r="r" t="t"/>
              <a:pathLst>
                <a:path extrusionOk="0" h="20296" w="4305">
                  <a:moveTo>
                    <a:pt x="99" y="1"/>
                  </a:moveTo>
                  <a:lnTo>
                    <a:pt x="1" y="14"/>
                  </a:lnTo>
                  <a:cubicBezTo>
                    <a:pt x="10" y="76"/>
                    <a:pt x="669" y="6608"/>
                    <a:pt x="1405" y="10257"/>
                  </a:cubicBezTo>
                  <a:cubicBezTo>
                    <a:pt x="1855" y="12489"/>
                    <a:pt x="3178" y="16949"/>
                    <a:pt x="4212" y="20295"/>
                  </a:cubicBezTo>
                  <a:lnTo>
                    <a:pt x="4305" y="20264"/>
                  </a:lnTo>
                  <a:cubicBezTo>
                    <a:pt x="3272" y="16923"/>
                    <a:pt x="1948" y="12468"/>
                    <a:pt x="1502" y="10235"/>
                  </a:cubicBezTo>
                  <a:cubicBezTo>
                    <a:pt x="767" y="6595"/>
                    <a:pt x="108" y="68"/>
                    <a:pt x="99" y="1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54"/>
            <p:cNvSpPr/>
            <p:nvPr/>
          </p:nvSpPr>
          <p:spPr>
            <a:xfrm>
              <a:off x="1619950" y="3272650"/>
              <a:ext cx="292325" cy="125525"/>
            </a:xfrm>
            <a:custGeom>
              <a:rect b="b" l="l" r="r" t="t"/>
              <a:pathLst>
                <a:path extrusionOk="0" h="5021" w="11693">
                  <a:moveTo>
                    <a:pt x="6065" y="1"/>
                  </a:moveTo>
                  <a:lnTo>
                    <a:pt x="1" y="1105"/>
                  </a:lnTo>
                  <a:lnTo>
                    <a:pt x="3673" y="5021"/>
                  </a:lnTo>
                  <a:lnTo>
                    <a:pt x="11693" y="1617"/>
                  </a:lnTo>
                  <a:lnTo>
                    <a:pt x="6065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54"/>
            <p:cNvSpPr/>
            <p:nvPr/>
          </p:nvSpPr>
          <p:spPr>
            <a:xfrm>
              <a:off x="1619950" y="3300275"/>
              <a:ext cx="292325" cy="703100"/>
            </a:xfrm>
            <a:custGeom>
              <a:rect b="b" l="l" r="r" t="t"/>
              <a:pathLst>
                <a:path extrusionOk="0" h="28124" w="11693">
                  <a:moveTo>
                    <a:pt x="1" y="0"/>
                  </a:moveTo>
                  <a:lnTo>
                    <a:pt x="465" y="28123"/>
                  </a:lnTo>
                  <a:lnTo>
                    <a:pt x="7731" y="28123"/>
                  </a:lnTo>
                  <a:lnTo>
                    <a:pt x="11693" y="512"/>
                  </a:lnTo>
                  <a:lnTo>
                    <a:pt x="3673" y="39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54"/>
            <p:cNvSpPr/>
            <p:nvPr/>
          </p:nvSpPr>
          <p:spPr>
            <a:xfrm>
              <a:off x="1710525" y="3398150"/>
              <a:ext cx="2600" cy="605225"/>
            </a:xfrm>
            <a:custGeom>
              <a:rect b="b" l="l" r="r" t="t"/>
              <a:pathLst>
                <a:path extrusionOk="0" h="24209" w="104">
                  <a:moveTo>
                    <a:pt x="1" y="1"/>
                  </a:moveTo>
                  <a:lnTo>
                    <a:pt x="1" y="24208"/>
                  </a:lnTo>
                  <a:lnTo>
                    <a:pt x="103" y="24208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54"/>
            <p:cNvSpPr/>
            <p:nvPr/>
          </p:nvSpPr>
          <p:spPr>
            <a:xfrm>
              <a:off x="1711750" y="3313075"/>
              <a:ext cx="200525" cy="127575"/>
            </a:xfrm>
            <a:custGeom>
              <a:rect b="b" l="l" r="r" t="t"/>
              <a:pathLst>
                <a:path extrusionOk="0" h="5103" w="8021">
                  <a:moveTo>
                    <a:pt x="8021" y="0"/>
                  </a:moveTo>
                  <a:lnTo>
                    <a:pt x="1" y="3356"/>
                  </a:lnTo>
                  <a:lnTo>
                    <a:pt x="1471" y="5102"/>
                  </a:lnTo>
                  <a:lnTo>
                    <a:pt x="8021" y="0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54"/>
            <p:cNvSpPr/>
            <p:nvPr/>
          </p:nvSpPr>
          <p:spPr>
            <a:xfrm>
              <a:off x="1619950" y="3300275"/>
              <a:ext cx="91825" cy="132125"/>
            </a:xfrm>
            <a:custGeom>
              <a:rect b="b" l="l" r="r" t="t"/>
              <a:pathLst>
                <a:path extrusionOk="0" h="5285" w="3673">
                  <a:moveTo>
                    <a:pt x="1" y="0"/>
                  </a:moveTo>
                  <a:lnTo>
                    <a:pt x="2127" y="5285"/>
                  </a:lnTo>
                  <a:lnTo>
                    <a:pt x="3673" y="38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54"/>
            <p:cNvSpPr/>
            <p:nvPr/>
          </p:nvSpPr>
          <p:spPr>
            <a:xfrm>
              <a:off x="1919725" y="3345700"/>
              <a:ext cx="282725" cy="618625"/>
            </a:xfrm>
            <a:custGeom>
              <a:rect b="b" l="l" r="r" t="t"/>
              <a:pathLst>
                <a:path extrusionOk="0" h="24745" w="11309">
                  <a:moveTo>
                    <a:pt x="6474" y="1"/>
                  </a:moveTo>
                  <a:cubicBezTo>
                    <a:pt x="0" y="661"/>
                    <a:pt x="2624" y="14178"/>
                    <a:pt x="3492" y="18683"/>
                  </a:cubicBezTo>
                  <a:cubicBezTo>
                    <a:pt x="4278" y="22751"/>
                    <a:pt x="5058" y="24744"/>
                    <a:pt x="6774" y="24744"/>
                  </a:cubicBezTo>
                  <a:cubicBezTo>
                    <a:pt x="6959" y="24744"/>
                    <a:pt x="7153" y="24721"/>
                    <a:pt x="7360" y="24675"/>
                  </a:cubicBezTo>
                  <a:cubicBezTo>
                    <a:pt x="9490" y="24203"/>
                    <a:pt x="11308" y="12757"/>
                    <a:pt x="11148" y="6996"/>
                  </a:cubicBezTo>
                  <a:cubicBezTo>
                    <a:pt x="10992" y="1231"/>
                    <a:pt x="6474" y="1"/>
                    <a:pt x="6474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54"/>
            <p:cNvSpPr/>
            <p:nvPr/>
          </p:nvSpPr>
          <p:spPr>
            <a:xfrm>
              <a:off x="2012925" y="3789225"/>
              <a:ext cx="159925" cy="522350"/>
            </a:xfrm>
            <a:custGeom>
              <a:rect b="b" l="l" r="r" t="t"/>
              <a:pathLst>
                <a:path extrusionOk="0" h="20894" w="6397">
                  <a:moveTo>
                    <a:pt x="6313" y="0"/>
                  </a:moveTo>
                  <a:cubicBezTo>
                    <a:pt x="5865" y="0"/>
                    <a:pt x="3670" y="373"/>
                    <a:pt x="2051" y="2198"/>
                  </a:cubicBezTo>
                  <a:cubicBezTo>
                    <a:pt x="2051" y="2198"/>
                    <a:pt x="1" y="3513"/>
                    <a:pt x="237" y="8302"/>
                  </a:cubicBezTo>
                  <a:cubicBezTo>
                    <a:pt x="379" y="11194"/>
                    <a:pt x="679" y="16857"/>
                    <a:pt x="893" y="20893"/>
                  </a:cubicBezTo>
                  <a:lnTo>
                    <a:pt x="4323" y="20893"/>
                  </a:lnTo>
                  <a:cubicBezTo>
                    <a:pt x="5049" y="13569"/>
                    <a:pt x="6386" y="77"/>
                    <a:pt x="6394" y="15"/>
                  </a:cubicBezTo>
                  <a:cubicBezTo>
                    <a:pt x="6396" y="6"/>
                    <a:pt x="6368" y="0"/>
                    <a:pt x="6313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54"/>
            <p:cNvSpPr/>
            <p:nvPr/>
          </p:nvSpPr>
          <p:spPr>
            <a:xfrm>
              <a:off x="2035225" y="4311550"/>
              <a:ext cx="85775" cy="115175"/>
            </a:xfrm>
            <a:custGeom>
              <a:rect b="b" l="l" r="r" t="t"/>
              <a:pathLst>
                <a:path extrusionOk="0" h="4607" w="3431">
                  <a:moveTo>
                    <a:pt x="1" y="0"/>
                  </a:moveTo>
                  <a:cubicBezTo>
                    <a:pt x="139" y="2655"/>
                    <a:pt x="245" y="4607"/>
                    <a:pt x="245" y="4607"/>
                  </a:cubicBezTo>
                  <a:lnTo>
                    <a:pt x="2977" y="4607"/>
                  </a:lnTo>
                  <a:cubicBezTo>
                    <a:pt x="2977" y="4607"/>
                    <a:pt x="3164" y="2731"/>
                    <a:pt x="3431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54"/>
            <p:cNvSpPr/>
            <p:nvPr/>
          </p:nvSpPr>
          <p:spPr>
            <a:xfrm>
              <a:off x="1986475" y="4426250"/>
              <a:ext cx="123175" cy="161650"/>
            </a:xfrm>
            <a:custGeom>
              <a:rect b="b" l="l" r="r" t="t"/>
              <a:pathLst>
                <a:path extrusionOk="0" h="6466" w="4927">
                  <a:moveTo>
                    <a:pt x="1837" y="1"/>
                  </a:moveTo>
                  <a:cubicBezTo>
                    <a:pt x="1268" y="1"/>
                    <a:pt x="213" y="130"/>
                    <a:pt x="119" y="1080"/>
                  </a:cubicBezTo>
                  <a:cubicBezTo>
                    <a:pt x="1" y="2272"/>
                    <a:pt x="258" y="3438"/>
                    <a:pt x="474" y="3438"/>
                  </a:cubicBezTo>
                  <a:cubicBezTo>
                    <a:pt x="494" y="3438"/>
                    <a:pt x="514" y="3428"/>
                    <a:pt x="534" y="3406"/>
                  </a:cubicBezTo>
                  <a:cubicBezTo>
                    <a:pt x="745" y="3165"/>
                    <a:pt x="1275" y="2028"/>
                    <a:pt x="1572" y="2028"/>
                  </a:cubicBezTo>
                  <a:cubicBezTo>
                    <a:pt x="1587" y="2028"/>
                    <a:pt x="1602" y="2031"/>
                    <a:pt x="1616" y="2038"/>
                  </a:cubicBezTo>
                  <a:cubicBezTo>
                    <a:pt x="1901" y="2163"/>
                    <a:pt x="1581" y="6400"/>
                    <a:pt x="1951" y="6462"/>
                  </a:cubicBezTo>
                  <a:cubicBezTo>
                    <a:pt x="1965" y="6464"/>
                    <a:pt x="1981" y="6465"/>
                    <a:pt x="1997" y="6465"/>
                  </a:cubicBezTo>
                  <a:cubicBezTo>
                    <a:pt x="2388" y="6465"/>
                    <a:pt x="3251" y="5751"/>
                    <a:pt x="3666" y="4742"/>
                  </a:cubicBezTo>
                  <a:cubicBezTo>
                    <a:pt x="4098" y="3691"/>
                    <a:pt x="4927" y="19"/>
                    <a:pt x="4927" y="19"/>
                  </a:cubicBezTo>
                  <a:lnTo>
                    <a:pt x="2195" y="19"/>
                  </a:lnTo>
                  <a:cubicBezTo>
                    <a:pt x="2195" y="19"/>
                    <a:pt x="2051" y="1"/>
                    <a:pt x="1837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9" name="Google Shape;3399;p54"/>
          <p:cNvGrpSpPr/>
          <p:nvPr/>
        </p:nvGrpSpPr>
        <p:grpSpPr>
          <a:xfrm>
            <a:off x="3227382" y="1746453"/>
            <a:ext cx="795037" cy="2561799"/>
            <a:chOff x="5570319" y="1722547"/>
            <a:chExt cx="795037" cy="2561799"/>
          </a:xfrm>
        </p:grpSpPr>
        <p:grpSp>
          <p:nvGrpSpPr>
            <p:cNvPr id="3400" name="Google Shape;3400;p54"/>
            <p:cNvGrpSpPr/>
            <p:nvPr/>
          </p:nvGrpSpPr>
          <p:grpSpPr>
            <a:xfrm flipH="1">
              <a:off x="5570319" y="1722547"/>
              <a:ext cx="795037" cy="1232953"/>
              <a:chOff x="1744650" y="1489149"/>
              <a:chExt cx="2063425" cy="3200814"/>
            </a:xfrm>
          </p:grpSpPr>
          <p:sp>
            <p:nvSpPr>
              <p:cNvPr id="3401" name="Google Shape;3401;p54"/>
              <p:cNvSpPr/>
              <p:nvPr/>
            </p:nvSpPr>
            <p:spPr>
              <a:xfrm>
                <a:off x="3210150" y="3476007"/>
                <a:ext cx="51" cy="51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0C32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2" name="Google Shape;3402;p54"/>
              <p:cNvSpPr/>
              <p:nvPr/>
            </p:nvSpPr>
            <p:spPr>
              <a:xfrm>
                <a:off x="2668989" y="3393744"/>
                <a:ext cx="246432" cy="183549"/>
              </a:xfrm>
              <a:custGeom>
                <a:rect b="b" l="l" r="r" t="t"/>
                <a:pathLst>
                  <a:path extrusionOk="0" h="3599" w="4832">
                    <a:moveTo>
                      <a:pt x="4585" y="1"/>
                    </a:moveTo>
                    <a:cubicBezTo>
                      <a:pt x="4540" y="1"/>
                      <a:pt x="4494" y="15"/>
                      <a:pt x="4454" y="44"/>
                    </a:cubicBezTo>
                    <a:lnTo>
                      <a:pt x="121" y="3201"/>
                    </a:lnTo>
                    <a:cubicBezTo>
                      <a:pt x="20" y="3274"/>
                      <a:pt x="0" y="3412"/>
                      <a:pt x="71" y="3509"/>
                    </a:cubicBezTo>
                    <a:cubicBezTo>
                      <a:pt x="114" y="3569"/>
                      <a:pt x="181" y="3598"/>
                      <a:pt x="248" y="3598"/>
                    </a:cubicBezTo>
                    <a:cubicBezTo>
                      <a:pt x="295" y="3598"/>
                      <a:pt x="338" y="3586"/>
                      <a:pt x="378" y="3558"/>
                    </a:cubicBezTo>
                    <a:lnTo>
                      <a:pt x="4715" y="398"/>
                    </a:lnTo>
                    <a:cubicBezTo>
                      <a:pt x="4811" y="328"/>
                      <a:pt x="4831" y="191"/>
                      <a:pt x="4761" y="91"/>
                    </a:cubicBezTo>
                    <a:cubicBezTo>
                      <a:pt x="4719" y="32"/>
                      <a:pt x="4653" y="1"/>
                      <a:pt x="4585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3" name="Google Shape;3403;p54"/>
              <p:cNvSpPr/>
              <p:nvPr/>
            </p:nvSpPr>
            <p:spPr>
              <a:xfrm>
                <a:off x="2841573" y="2429385"/>
                <a:ext cx="51" cy="51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E0C32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4" name="Google Shape;3404;p54"/>
              <p:cNvSpPr/>
              <p:nvPr/>
            </p:nvSpPr>
            <p:spPr>
              <a:xfrm>
                <a:off x="2609880" y="1894497"/>
                <a:ext cx="226134" cy="396933"/>
              </a:xfrm>
              <a:custGeom>
                <a:rect b="b" l="l" r="r" t="t"/>
                <a:pathLst>
                  <a:path extrusionOk="0" h="7783" w="4434">
                    <a:moveTo>
                      <a:pt x="1444" y="1"/>
                    </a:moveTo>
                    <a:cubicBezTo>
                      <a:pt x="1196" y="1"/>
                      <a:pt x="921" y="44"/>
                      <a:pt x="618" y="142"/>
                    </a:cubicBezTo>
                    <a:lnTo>
                      <a:pt x="1" y="7782"/>
                    </a:lnTo>
                    <a:lnTo>
                      <a:pt x="4434" y="7542"/>
                    </a:lnTo>
                    <a:lnTo>
                      <a:pt x="3645" y="2234"/>
                    </a:lnTo>
                    <a:cubicBezTo>
                      <a:pt x="3645" y="2234"/>
                      <a:pt x="3228" y="1"/>
                      <a:pt x="1444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5" name="Google Shape;3405;p54"/>
              <p:cNvSpPr/>
              <p:nvPr/>
            </p:nvSpPr>
            <p:spPr>
              <a:xfrm>
                <a:off x="2652414" y="1884195"/>
                <a:ext cx="158406" cy="225267"/>
              </a:xfrm>
              <a:custGeom>
                <a:rect b="b" l="l" r="r" t="t"/>
                <a:pathLst>
                  <a:path extrusionOk="0" h="4417" w="3106">
                    <a:moveTo>
                      <a:pt x="1112" y="1"/>
                    </a:moveTo>
                    <a:cubicBezTo>
                      <a:pt x="0" y="1"/>
                      <a:pt x="135" y="842"/>
                      <a:pt x="135" y="842"/>
                    </a:cubicBezTo>
                    <a:cubicBezTo>
                      <a:pt x="135" y="842"/>
                      <a:pt x="1976" y="4253"/>
                      <a:pt x="3105" y="4416"/>
                    </a:cubicBezTo>
                    <a:lnTo>
                      <a:pt x="2805" y="1978"/>
                    </a:lnTo>
                    <a:cubicBezTo>
                      <a:pt x="2805" y="1978"/>
                      <a:pt x="2437" y="57"/>
                      <a:pt x="1215" y="3"/>
                    </a:cubicBezTo>
                    <a:cubicBezTo>
                      <a:pt x="1179" y="2"/>
                      <a:pt x="1145" y="1"/>
                      <a:pt x="1112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6" name="Google Shape;3406;p54"/>
              <p:cNvSpPr/>
              <p:nvPr/>
            </p:nvSpPr>
            <p:spPr>
              <a:xfrm>
                <a:off x="2558574" y="1509549"/>
                <a:ext cx="496230" cy="519537"/>
              </a:xfrm>
              <a:custGeom>
                <a:rect b="b" l="l" r="r" t="t"/>
                <a:pathLst>
                  <a:path extrusionOk="0" h="10187" w="9730">
                    <a:moveTo>
                      <a:pt x="4716" y="0"/>
                    </a:moveTo>
                    <a:cubicBezTo>
                      <a:pt x="3102" y="0"/>
                      <a:pt x="1792" y="507"/>
                      <a:pt x="1695" y="2108"/>
                    </a:cubicBezTo>
                    <a:cubicBezTo>
                      <a:pt x="1561" y="4362"/>
                      <a:pt x="1551" y="5445"/>
                      <a:pt x="1551" y="5445"/>
                    </a:cubicBezTo>
                    <a:cubicBezTo>
                      <a:pt x="1551" y="5445"/>
                      <a:pt x="1328" y="5100"/>
                      <a:pt x="974" y="5100"/>
                    </a:cubicBezTo>
                    <a:cubicBezTo>
                      <a:pt x="859" y="5100"/>
                      <a:pt x="731" y="5136"/>
                      <a:pt x="592" y="5232"/>
                    </a:cubicBezTo>
                    <a:cubicBezTo>
                      <a:pt x="21" y="5625"/>
                      <a:pt x="1" y="7412"/>
                      <a:pt x="612" y="7780"/>
                    </a:cubicBezTo>
                    <a:cubicBezTo>
                      <a:pt x="787" y="7886"/>
                      <a:pt x="945" y="7923"/>
                      <a:pt x="1081" y="7923"/>
                    </a:cubicBezTo>
                    <a:cubicBezTo>
                      <a:pt x="1420" y="7923"/>
                      <a:pt x="1624" y="7690"/>
                      <a:pt x="1624" y="7690"/>
                    </a:cubicBezTo>
                    <a:cubicBezTo>
                      <a:pt x="1624" y="7690"/>
                      <a:pt x="2506" y="9250"/>
                      <a:pt x="4651" y="9782"/>
                    </a:cubicBezTo>
                    <a:cubicBezTo>
                      <a:pt x="4651" y="9782"/>
                      <a:pt x="6530" y="10186"/>
                      <a:pt x="7817" y="10186"/>
                    </a:cubicBezTo>
                    <a:cubicBezTo>
                      <a:pt x="8179" y="10186"/>
                      <a:pt x="8494" y="10154"/>
                      <a:pt x="8707" y="10072"/>
                    </a:cubicBezTo>
                    <a:cubicBezTo>
                      <a:pt x="9673" y="9694"/>
                      <a:pt x="9730" y="8405"/>
                      <a:pt x="9429" y="6567"/>
                    </a:cubicBezTo>
                    <a:cubicBezTo>
                      <a:pt x="9128" y="4730"/>
                      <a:pt x="9208" y="665"/>
                      <a:pt x="6796" y="216"/>
                    </a:cubicBezTo>
                    <a:cubicBezTo>
                      <a:pt x="6093" y="86"/>
                      <a:pt x="5379" y="0"/>
                      <a:pt x="4716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7" name="Google Shape;3407;p54"/>
              <p:cNvSpPr/>
              <p:nvPr/>
            </p:nvSpPr>
            <p:spPr>
              <a:xfrm>
                <a:off x="2737839" y="1709265"/>
                <a:ext cx="102306" cy="56355"/>
              </a:xfrm>
              <a:custGeom>
                <a:rect b="b" l="l" r="r" t="t"/>
                <a:pathLst>
                  <a:path extrusionOk="0" h="1105" w="2006">
                    <a:moveTo>
                      <a:pt x="958" y="0"/>
                    </a:moveTo>
                    <a:cubicBezTo>
                      <a:pt x="926" y="0"/>
                      <a:pt x="893" y="2"/>
                      <a:pt x="859" y="5"/>
                    </a:cubicBezTo>
                    <a:cubicBezTo>
                      <a:pt x="1" y="96"/>
                      <a:pt x="24" y="787"/>
                      <a:pt x="24" y="787"/>
                    </a:cubicBezTo>
                    <a:cubicBezTo>
                      <a:pt x="24" y="787"/>
                      <a:pt x="595" y="1105"/>
                      <a:pt x="1299" y="1105"/>
                    </a:cubicBezTo>
                    <a:cubicBezTo>
                      <a:pt x="1525" y="1105"/>
                      <a:pt x="1766" y="1072"/>
                      <a:pt x="2005" y="984"/>
                    </a:cubicBezTo>
                    <a:cubicBezTo>
                      <a:pt x="2005" y="984"/>
                      <a:pt x="1743" y="0"/>
                      <a:pt x="9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8" name="Google Shape;3408;p54"/>
              <p:cNvSpPr/>
              <p:nvPr/>
            </p:nvSpPr>
            <p:spPr>
              <a:xfrm>
                <a:off x="2927151" y="1687998"/>
                <a:ext cx="71247" cy="63852"/>
              </a:xfrm>
              <a:custGeom>
                <a:rect b="b" l="l" r="r" t="t"/>
                <a:pathLst>
                  <a:path extrusionOk="0" h="1252" w="1397">
                    <a:moveTo>
                      <a:pt x="905" y="0"/>
                    </a:moveTo>
                    <a:cubicBezTo>
                      <a:pt x="834" y="0"/>
                      <a:pt x="753" y="16"/>
                      <a:pt x="662" y="52"/>
                    </a:cubicBezTo>
                    <a:cubicBezTo>
                      <a:pt x="0" y="313"/>
                      <a:pt x="278" y="1251"/>
                      <a:pt x="278" y="1251"/>
                    </a:cubicBezTo>
                    <a:cubicBezTo>
                      <a:pt x="278" y="1251"/>
                      <a:pt x="1253" y="1081"/>
                      <a:pt x="1397" y="600"/>
                    </a:cubicBezTo>
                    <a:cubicBezTo>
                      <a:pt x="1397" y="600"/>
                      <a:pt x="1342" y="0"/>
                      <a:pt x="9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9" name="Google Shape;3409;p54"/>
              <p:cNvSpPr/>
              <p:nvPr/>
            </p:nvSpPr>
            <p:spPr>
              <a:xfrm>
                <a:off x="2735748" y="1704879"/>
                <a:ext cx="104397" cy="54621"/>
              </a:xfrm>
              <a:custGeom>
                <a:rect b="b" l="l" r="r" t="t"/>
                <a:pathLst>
                  <a:path extrusionOk="0" h="1071" w="2047">
                    <a:moveTo>
                      <a:pt x="949" y="1"/>
                    </a:moveTo>
                    <a:cubicBezTo>
                      <a:pt x="311" y="1"/>
                      <a:pt x="0" y="594"/>
                      <a:pt x="28" y="884"/>
                    </a:cubicBezTo>
                    <a:lnTo>
                      <a:pt x="65" y="873"/>
                    </a:lnTo>
                    <a:cubicBezTo>
                      <a:pt x="65" y="873"/>
                      <a:pt x="212" y="215"/>
                      <a:pt x="933" y="145"/>
                    </a:cubicBezTo>
                    <a:cubicBezTo>
                      <a:pt x="957" y="143"/>
                      <a:pt x="980" y="142"/>
                      <a:pt x="1003" y="142"/>
                    </a:cubicBezTo>
                    <a:cubicBezTo>
                      <a:pt x="1683" y="142"/>
                      <a:pt x="2046" y="1070"/>
                      <a:pt x="2046" y="1070"/>
                    </a:cubicBezTo>
                    <a:cubicBezTo>
                      <a:pt x="2046" y="1070"/>
                      <a:pt x="1835" y="108"/>
                      <a:pt x="1097" y="11"/>
                    </a:cubicBezTo>
                    <a:cubicBezTo>
                      <a:pt x="1046" y="4"/>
                      <a:pt x="996" y="1"/>
                      <a:pt x="949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0" name="Google Shape;3410;p54"/>
              <p:cNvSpPr/>
              <p:nvPr/>
            </p:nvSpPr>
            <p:spPr>
              <a:xfrm>
                <a:off x="2930670" y="1684071"/>
                <a:ext cx="67728" cy="67779"/>
              </a:xfrm>
              <a:custGeom>
                <a:rect b="b" l="l" r="r" t="t"/>
                <a:pathLst>
                  <a:path extrusionOk="0" h="1329" w="1328">
                    <a:moveTo>
                      <a:pt x="802" y="1"/>
                    </a:moveTo>
                    <a:cubicBezTo>
                      <a:pt x="749" y="1"/>
                      <a:pt x="690" y="9"/>
                      <a:pt x="626" y="29"/>
                    </a:cubicBezTo>
                    <a:cubicBezTo>
                      <a:pt x="1" y="219"/>
                      <a:pt x="58" y="980"/>
                      <a:pt x="209" y="1328"/>
                    </a:cubicBezTo>
                    <a:cubicBezTo>
                      <a:pt x="209" y="1328"/>
                      <a:pt x="21" y="653"/>
                      <a:pt x="539" y="216"/>
                    </a:cubicBezTo>
                    <a:cubicBezTo>
                      <a:pt x="641" y="130"/>
                      <a:pt x="733" y="95"/>
                      <a:pt x="816" y="95"/>
                    </a:cubicBezTo>
                    <a:cubicBezTo>
                      <a:pt x="1155" y="95"/>
                      <a:pt x="1328" y="677"/>
                      <a:pt x="1328" y="677"/>
                    </a:cubicBezTo>
                    <a:cubicBezTo>
                      <a:pt x="1328" y="677"/>
                      <a:pt x="1268" y="1"/>
                      <a:pt x="802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1" name="Google Shape;3411;p54"/>
              <p:cNvSpPr/>
              <p:nvPr/>
            </p:nvSpPr>
            <p:spPr>
              <a:xfrm>
                <a:off x="2776548" y="1710591"/>
                <a:ext cx="32895" cy="44625"/>
              </a:xfrm>
              <a:custGeom>
                <a:rect b="b" l="l" r="r" t="t"/>
                <a:pathLst>
                  <a:path extrusionOk="0" h="875" w="645">
                    <a:moveTo>
                      <a:pt x="285" y="0"/>
                    </a:moveTo>
                    <a:cubicBezTo>
                      <a:pt x="275" y="0"/>
                      <a:pt x="264" y="1"/>
                      <a:pt x="254" y="3"/>
                    </a:cubicBezTo>
                    <a:cubicBezTo>
                      <a:pt x="96" y="27"/>
                      <a:pt x="0" y="240"/>
                      <a:pt x="36" y="481"/>
                    </a:cubicBezTo>
                    <a:cubicBezTo>
                      <a:pt x="71" y="705"/>
                      <a:pt x="210" y="874"/>
                      <a:pt x="359" y="874"/>
                    </a:cubicBezTo>
                    <a:cubicBezTo>
                      <a:pt x="369" y="874"/>
                      <a:pt x="380" y="874"/>
                      <a:pt x="391" y="872"/>
                    </a:cubicBezTo>
                    <a:cubicBezTo>
                      <a:pt x="548" y="849"/>
                      <a:pt x="645" y="634"/>
                      <a:pt x="608" y="394"/>
                    </a:cubicBezTo>
                    <a:cubicBezTo>
                      <a:pt x="573" y="169"/>
                      <a:pt x="434" y="0"/>
                      <a:pt x="285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2" name="Google Shape;3412;p54"/>
              <p:cNvSpPr/>
              <p:nvPr/>
            </p:nvSpPr>
            <p:spPr>
              <a:xfrm>
                <a:off x="2944848" y="1693914"/>
                <a:ext cx="32895" cy="44778"/>
              </a:xfrm>
              <a:custGeom>
                <a:rect b="b" l="l" r="r" t="t"/>
                <a:pathLst>
                  <a:path extrusionOk="0" h="878" w="645">
                    <a:moveTo>
                      <a:pt x="286" y="0"/>
                    </a:moveTo>
                    <a:cubicBezTo>
                      <a:pt x="276" y="0"/>
                      <a:pt x="267" y="1"/>
                      <a:pt x="258" y="3"/>
                    </a:cubicBezTo>
                    <a:cubicBezTo>
                      <a:pt x="97" y="29"/>
                      <a:pt x="0" y="243"/>
                      <a:pt x="37" y="484"/>
                    </a:cubicBezTo>
                    <a:cubicBezTo>
                      <a:pt x="72" y="708"/>
                      <a:pt x="211" y="877"/>
                      <a:pt x="360" y="877"/>
                    </a:cubicBezTo>
                    <a:cubicBezTo>
                      <a:pt x="370" y="877"/>
                      <a:pt x="381" y="877"/>
                      <a:pt x="392" y="875"/>
                    </a:cubicBezTo>
                    <a:cubicBezTo>
                      <a:pt x="549" y="851"/>
                      <a:pt x="645" y="638"/>
                      <a:pt x="609" y="397"/>
                    </a:cubicBezTo>
                    <a:cubicBezTo>
                      <a:pt x="574" y="171"/>
                      <a:pt x="433" y="0"/>
                      <a:pt x="286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3" name="Google Shape;3413;p54"/>
              <p:cNvSpPr/>
              <p:nvPr/>
            </p:nvSpPr>
            <p:spPr>
              <a:xfrm>
                <a:off x="2884056" y="1730328"/>
                <a:ext cx="63240" cy="114546"/>
              </a:xfrm>
              <a:custGeom>
                <a:rect b="b" l="l" r="r" t="t"/>
                <a:pathLst>
                  <a:path extrusionOk="0" h="2246" w="1240">
                    <a:moveTo>
                      <a:pt x="127" y="1"/>
                    </a:moveTo>
                    <a:cubicBezTo>
                      <a:pt x="127" y="1"/>
                      <a:pt x="0" y="1233"/>
                      <a:pt x="264" y="1347"/>
                    </a:cubicBezTo>
                    <a:cubicBezTo>
                      <a:pt x="444" y="1424"/>
                      <a:pt x="753" y="1436"/>
                      <a:pt x="933" y="1436"/>
                    </a:cubicBezTo>
                    <a:cubicBezTo>
                      <a:pt x="1017" y="1436"/>
                      <a:pt x="1072" y="1433"/>
                      <a:pt x="1072" y="1433"/>
                    </a:cubicBezTo>
                    <a:lnTo>
                      <a:pt x="1072" y="1433"/>
                    </a:lnTo>
                    <a:lnTo>
                      <a:pt x="264" y="2181"/>
                    </a:lnTo>
                    <a:cubicBezTo>
                      <a:pt x="264" y="2181"/>
                      <a:pt x="251" y="2246"/>
                      <a:pt x="311" y="2246"/>
                    </a:cubicBezTo>
                    <a:cubicBezTo>
                      <a:pt x="319" y="2246"/>
                      <a:pt x="329" y="2245"/>
                      <a:pt x="341" y="2242"/>
                    </a:cubicBezTo>
                    <a:cubicBezTo>
                      <a:pt x="438" y="2215"/>
                      <a:pt x="1240" y="1416"/>
                      <a:pt x="1232" y="1396"/>
                    </a:cubicBezTo>
                    <a:cubicBezTo>
                      <a:pt x="1226" y="1373"/>
                      <a:pt x="381" y="1344"/>
                      <a:pt x="301" y="1203"/>
                    </a:cubicBezTo>
                    <a:cubicBezTo>
                      <a:pt x="221" y="1063"/>
                      <a:pt x="190" y="30"/>
                      <a:pt x="127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4" name="Google Shape;3414;p54"/>
              <p:cNvSpPr/>
              <p:nvPr/>
            </p:nvSpPr>
            <p:spPr>
              <a:xfrm>
                <a:off x="2852997" y="1875576"/>
                <a:ext cx="101082" cy="28560"/>
              </a:xfrm>
              <a:custGeom>
                <a:rect b="b" l="l" r="r" t="t"/>
                <a:pathLst>
                  <a:path extrusionOk="0" h="560" w="1982">
                    <a:moveTo>
                      <a:pt x="1174" y="0"/>
                    </a:moveTo>
                    <a:cubicBezTo>
                      <a:pt x="383" y="0"/>
                      <a:pt x="0" y="239"/>
                      <a:pt x="0" y="239"/>
                    </a:cubicBezTo>
                    <a:cubicBezTo>
                      <a:pt x="0" y="239"/>
                      <a:pt x="118" y="486"/>
                      <a:pt x="910" y="553"/>
                    </a:cubicBezTo>
                    <a:cubicBezTo>
                      <a:pt x="958" y="557"/>
                      <a:pt x="1004" y="559"/>
                      <a:pt x="1048" y="559"/>
                    </a:cubicBezTo>
                    <a:cubicBezTo>
                      <a:pt x="1734" y="559"/>
                      <a:pt x="1982" y="75"/>
                      <a:pt x="1982" y="75"/>
                    </a:cubicBezTo>
                    <a:cubicBezTo>
                      <a:pt x="1677" y="21"/>
                      <a:pt x="1408" y="0"/>
                      <a:pt x="1174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5" name="Google Shape;3415;p54"/>
              <p:cNvSpPr/>
              <p:nvPr/>
            </p:nvSpPr>
            <p:spPr>
              <a:xfrm>
                <a:off x="2852844" y="1889601"/>
                <a:ext cx="92922" cy="32130"/>
              </a:xfrm>
              <a:custGeom>
                <a:rect b="b" l="l" r="r" t="t"/>
                <a:pathLst>
                  <a:path extrusionOk="0" h="630" w="1822">
                    <a:moveTo>
                      <a:pt x="1821" y="1"/>
                    </a:moveTo>
                    <a:lnTo>
                      <a:pt x="1821" y="1"/>
                    </a:lnTo>
                    <a:cubicBezTo>
                      <a:pt x="1821" y="1"/>
                      <a:pt x="1397" y="328"/>
                      <a:pt x="899" y="341"/>
                    </a:cubicBezTo>
                    <a:cubicBezTo>
                      <a:pt x="885" y="342"/>
                      <a:pt x="871" y="342"/>
                      <a:pt x="857" y="342"/>
                    </a:cubicBezTo>
                    <a:cubicBezTo>
                      <a:pt x="376" y="342"/>
                      <a:pt x="0" y="68"/>
                      <a:pt x="0" y="68"/>
                    </a:cubicBezTo>
                    <a:lnTo>
                      <a:pt x="0" y="68"/>
                    </a:lnTo>
                    <a:cubicBezTo>
                      <a:pt x="0" y="68"/>
                      <a:pt x="239" y="630"/>
                      <a:pt x="902" y="630"/>
                    </a:cubicBezTo>
                    <a:cubicBezTo>
                      <a:pt x="946" y="630"/>
                      <a:pt x="992" y="627"/>
                      <a:pt x="1039" y="622"/>
                    </a:cubicBezTo>
                    <a:cubicBezTo>
                      <a:pt x="1807" y="535"/>
                      <a:pt x="1821" y="1"/>
                      <a:pt x="1821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6" name="Google Shape;3416;p54"/>
              <p:cNvSpPr/>
              <p:nvPr/>
            </p:nvSpPr>
            <p:spPr>
              <a:xfrm>
                <a:off x="2825253" y="1859307"/>
                <a:ext cx="147747" cy="47787"/>
              </a:xfrm>
              <a:custGeom>
                <a:rect b="b" l="l" r="r" t="t"/>
                <a:pathLst>
                  <a:path extrusionOk="0" h="937" w="2897">
                    <a:moveTo>
                      <a:pt x="2897" y="0"/>
                    </a:moveTo>
                    <a:cubicBezTo>
                      <a:pt x="2897" y="1"/>
                      <a:pt x="2325" y="819"/>
                      <a:pt x="1460" y="832"/>
                    </a:cubicBezTo>
                    <a:cubicBezTo>
                      <a:pt x="1451" y="832"/>
                      <a:pt x="1441" y="832"/>
                      <a:pt x="1432" y="832"/>
                    </a:cubicBezTo>
                    <a:cubicBezTo>
                      <a:pt x="579" y="832"/>
                      <a:pt x="0" y="77"/>
                      <a:pt x="0" y="77"/>
                    </a:cubicBezTo>
                    <a:lnTo>
                      <a:pt x="0" y="77"/>
                    </a:lnTo>
                    <a:cubicBezTo>
                      <a:pt x="23" y="190"/>
                      <a:pt x="478" y="902"/>
                      <a:pt x="1440" y="935"/>
                    </a:cubicBezTo>
                    <a:cubicBezTo>
                      <a:pt x="1458" y="936"/>
                      <a:pt x="1476" y="936"/>
                      <a:pt x="1493" y="936"/>
                    </a:cubicBezTo>
                    <a:cubicBezTo>
                      <a:pt x="2420" y="936"/>
                      <a:pt x="2897" y="1"/>
                      <a:pt x="2897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7" name="Google Shape;3417;p54"/>
              <p:cNvSpPr/>
              <p:nvPr/>
            </p:nvSpPr>
            <p:spPr>
              <a:xfrm>
                <a:off x="2747223" y="1780716"/>
                <a:ext cx="50643" cy="49521"/>
              </a:xfrm>
              <a:custGeom>
                <a:rect b="b" l="l" r="r" t="t"/>
                <a:pathLst>
                  <a:path extrusionOk="0" h="971" w="993">
                    <a:moveTo>
                      <a:pt x="499" y="1"/>
                    </a:moveTo>
                    <a:cubicBezTo>
                      <a:pt x="240" y="1"/>
                      <a:pt x="23" y="205"/>
                      <a:pt x="14" y="465"/>
                    </a:cubicBezTo>
                    <a:cubicBezTo>
                      <a:pt x="0" y="732"/>
                      <a:pt x="207" y="960"/>
                      <a:pt x="478" y="970"/>
                    </a:cubicBezTo>
                    <a:cubicBezTo>
                      <a:pt x="486" y="970"/>
                      <a:pt x="495" y="970"/>
                      <a:pt x="503" y="970"/>
                    </a:cubicBezTo>
                    <a:cubicBezTo>
                      <a:pt x="759" y="970"/>
                      <a:pt x="972" y="768"/>
                      <a:pt x="982" y="505"/>
                    </a:cubicBezTo>
                    <a:cubicBezTo>
                      <a:pt x="992" y="238"/>
                      <a:pt x="785" y="11"/>
                      <a:pt x="518" y="1"/>
                    </a:cubicBezTo>
                    <a:cubicBezTo>
                      <a:pt x="512" y="1"/>
                      <a:pt x="505" y="1"/>
                      <a:pt x="499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8" name="Google Shape;3418;p54"/>
              <p:cNvSpPr/>
              <p:nvPr/>
            </p:nvSpPr>
            <p:spPr>
              <a:xfrm>
                <a:off x="2957649" y="1763172"/>
                <a:ext cx="50643" cy="49674"/>
              </a:xfrm>
              <a:custGeom>
                <a:rect b="b" l="l" r="r" t="t"/>
                <a:pathLst>
                  <a:path extrusionOk="0" h="974" w="993">
                    <a:moveTo>
                      <a:pt x="499" y="1"/>
                    </a:moveTo>
                    <a:cubicBezTo>
                      <a:pt x="240" y="1"/>
                      <a:pt x="23" y="205"/>
                      <a:pt x="13" y="465"/>
                    </a:cubicBezTo>
                    <a:cubicBezTo>
                      <a:pt x="0" y="732"/>
                      <a:pt x="207" y="960"/>
                      <a:pt x="478" y="973"/>
                    </a:cubicBezTo>
                    <a:cubicBezTo>
                      <a:pt x="485" y="973"/>
                      <a:pt x="491" y="973"/>
                      <a:pt x="497" y="973"/>
                    </a:cubicBezTo>
                    <a:cubicBezTo>
                      <a:pt x="756" y="973"/>
                      <a:pt x="972" y="769"/>
                      <a:pt x="982" y="509"/>
                    </a:cubicBezTo>
                    <a:cubicBezTo>
                      <a:pt x="992" y="242"/>
                      <a:pt x="785" y="14"/>
                      <a:pt x="518" y="1"/>
                    </a:cubicBezTo>
                    <a:cubicBezTo>
                      <a:pt x="512" y="1"/>
                      <a:pt x="505" y="1"/>
                      <a:pt x="499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9" name="Google Shape;3419;p54"/>
              <p:cNvSpPr/>
              <p:nvPr/>
            </p:nvSpPr>
            <p:spPr>
              <a:xfrm>
                <a:off x="2589786" y="1807185"/>
                <a:ext cx="47226" cy="91188"/>
              </a:xfrm>
              <a:custGeom>
                <a:rect b="b" l="l" r="r" t="t"/>
                <a:pathLst>
                  <a:path extrusionOk="0" h="1788" w="926">
                    <a:moveTo>
                      <a:pt x="406" y="0"/>
                    </a:moveTo>
                    <a:cubicBezTo>
                      <a:pt x="204" y="0"/>
                      <a:pt x="24" y="227"/>
                      <a:pt x="0" y="253"/>
                    </a:cubicBezTo>
                    <a:lnTo>
                      <a:pt x="121" y="347"/>
                    </a:lnTo>
                    <a:cubicBezTo>
                      <a:pt x="160" y="292"/>
                      <a:pt x="299" y="150"/>
                      <a:pt x="409" y="150"/>
                    </a:cubicBezTo>
                    <a:cubicBezTo>
                      <a:pt x="419" y="150"/>
                      <a:pt x="429" y="151"/>
                      <a:pt x="438" y="153"/>
                    </a:cubicBezTo>
                    <a:cubicBezTo>
                      <a:pt x="491" y="167"/>
                      <a:pt x="591" y="247"/>
                      <a:pt x="639" y="611"/>
                    </a:cubicBezTo>
                    <a:cubicBezTo>
                      <a:pt x="759" y="1493"/>
                      <a:pt x="424" y="1644"/>
                      <a:pt x="424" y="1647"/>
                    </a:cubicBezTo>
                    <a:lnTo>
                      <a:pt x="475" y="1787"/>
                    </a:lnTo>
                    <a:cubicBezTo>
                      <a:pt x="495" y="1781"/>
                      <a:pt x="926" y="1607"/>
                      <a:pt x="789" y="591"/>
                    </a:cubicBezTo>
                    <a:cubicBezTo>
                      <a:pt x="739" y="244"/>
                      <a:pt x="639" y="53"/>
                      <a:pt x="475" y="10"/>
                    </a:cubicBezTo>
                    <a:cubicBezTo>
                      <a:pt x="452" y="3"/>
                      <a:pt x="429" y="0"/>
                      <a:pt x="406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0" name="Google Shape;3420;p54"/>
              <p:cNvSpPr/>
              <p:nvPr/>
            </p:nvSpPr>
            <p:spPr>
              <a:xfrm>
                <a:off x="2920317" y="1642404"/>
                <a:ext cx="80478" cy="48246"/>
              </a:xfrm>
              <a:custGeom>
                <a:rect b="b" l="l" r="r" t="t"/>
                <a:pathLst>
                  <a:path extrusionOk="0" h="946" w="1578">
                    <a:moveTo>
                      <a:pt x="958" y="0"/>
                    </a:moveTo>
                    <a:cubicBezTo>
                      <a:pt x="868" y="0"/>
                      <a:pt x="767" y="18"/>
                      <a:pt x="655" y="61"/>
                    </a:cubicBezTo>
                    <a:cubicBezTo>
                      <a:pt x="0" y="314"/>
                      <a:pt x="31" y="946"/>
                      <a:pt x="31" y="946"/>
                    </a:cubicBezTo>
                    <a:cubicBezTo>
                      <a:pt x="31" y="946"/>
                      <a:pt x="381" y="153"/>
                      <a:pt x="971" y="153"/>
                    </a:cubicBezTo>
                    <a:cubicBezTo>
                      <a:pt x="1152" y="153"/>
                      <a:pt x="1355" y="227"/>
                      <a:pt x="1577" y="422"/>
                    </a:cubicBezTo>
                    <a:cubicBezTo>
                      <a:pt x="1577" y="422"/>
                      <a:pt x="1396" y="0"/>
                      <a:pt x="958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1" name="Google Shape;3421;p54"/>
              <p:cNvSpPr/>
              <p:nvPr/>
            </p:nvSpPr>
            <p:spPr>
              <a:xfrm>
                <a:off x="2714991" y="1668516"/>
                <a:ext cx="124440" cy="33405"/>
              </a:xfrm>
              <a:custGeom>
                <a:rect b="b" l="l" r="r" t="t"/>
                <a:pathLst>
                  <a:path extrusionOk="0" h="655" w="2440">
                    <a:moveTo>
                      <a:pt x="1287" y="1"/>
                    </a:moveTo>
                    <a:cubicBezTo>
                      <a:pt x="1191" y="1"/>
                      <a:pt x="1089" y="11"/>
                      <a:pt x="983" y="33"/>
                    </a:cubicBezTo>
                    <a:cubicBezTo>
                      <a:pt x="71" y="220"/>
                      <a:pt x="0" y="654"/>
                      <a:pt x="0" y="654"/>
                    </a:cubicBezTo>
                    <a:cubicBezTo>
                      <a:pt x="0" y="654"/>
                      <a:pt x="464" y="212"/>
                      <a:pt x="1230" y="212"/>
                    </a:cubicBezTo>
                    <a:cubicBezTo>
                      <a:pt x="1576" y="212"/>
                      <a:pt x="1984" y="302"/>
                      <a:pt x="2439" y="564"/>
                    </a:cubicBezTo>
                    <a:cubicBezTo>
                      <a:pt x="2439" y="564"/>
                      <a:pt x="2015" y="1"/>
                      <a:pt x="1287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2" name="Google Shape;3422;p54"/>
              <p:cNvSpPr/>
              <p:nvPr/>
            </p:nvSpPr>
            <p:spPr>
              <a:xfrm>
                <a:off x="2404401" y="1489149"/>
                <a:ext cx="527034" cy="297483"/>
              </a:xfrm>
              <a:custGeom>
                <a:rect b="b" l="l" r="r" t="t"/>
                <a:pathLst>
                  <a:path extrusionOk="0" h="5833" w="10334">
                    <a:moveTo>
                      <a:pt x="7086" y="1"/>
                    </a:moveTo>
                    <a:cubicBezTo>
                      <a:pt x="6999" y="1"/>
                      <a:pt x="6910" y="2"/>
                      <a:pt x="6819" y="5"/>
                    </a:cubicBezTo>
                    <a:cubicBezTo>
                      <a:pt x="4638" y="79"/>
                      <a:pt x="1637" y="540"/>
                      <a:pt x="612" y="3516"/>
                    </a:cubicBezTo>
                    <a:cubicBezTo>
                      <a:pt x="1" y="5298"/>
                      <a:pt x="1344" y="5656"/>
                      <a:pt x="2524" y="5656"/>
                    </a:cubicBezTo>
                    <a:cubicBezTo>
                      <a:pt x="3317" y="5656"/>
                      <a:pt x="4036" y="5494"/>
                      <a:pt x="4036" y="5494"/>
                    </a:cubicBezTo>
                    <a:cubicBezTo>
                      <a:pt x="4036" y="5494"/>
                      <a:pt x="4563" y="5833"/>
                      <a:pt x="5141" y="5833"/>
                    </a:cubicBezTo>
                    <a:cubicBezTo>
                      <a:pt x="5535" y="5833"/>
                      <a:pt x="5952" y="5676"/>
                      <a:pt x="6244" y="5150"/>
                    </a:cubicBezTo>
                    <a:cubicBezTo>
                      <a:pt x="6969" y="3851"/>
                      <a:pt x="6505" y="2454"/>
                      <a:pt x="7968" y="1502"/>
                    </a:cubicBezTo>
                    <a:cubicBezTo>
                      <a:pt x="8949" y="864"/>
                      <a:pt x="9678" y="758"/>
                      <a:pt x="10052" y="758"/>
                    </a:cubicBezTo>
                    <a:cubicBezTo>
                      <a:pt x="10236" y="758"/>
                      <a:pt x="10334" y="784"/>
                      <a:pt x="10334" y="784"/>
                    </a:cubicBezTo>
                    <a:cubicBezTo>
                      <a:pt x="10334" y="784"/>
                      <a:pt x="9109" y="1"/>
                      <a:pt x="708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3" name="Google Shape;3423;p54"/>
              <p:cNvSpPr/>
              <p:nvPr/>
            </p:nvSpPr>
            <p:spPr>
              <a:xfrm>
                <a:off x="2701068" y="1699473"/>
                <a:ext cx="175185" cy="76041"/>
              </a:xfrm>
              <a:custGeom>
                <a:rect b="b" l="l" r="r" t="t"/>
                <a:pathLst>
                  <a:path extrusionOk="0" h="1491" w="3435">
                    <a:moveTo>
                      <a:pt x="3077" y="151"/>
                    </a:moveTo>
                    <a:cubicBezTo>
                      <a:pt x="3190" y="151"/>
                      <a:pt x="3284" y="241"/>
                      <a:pt x="3284" y="358"/>
                    </a:cubicBezTo>
                    <a:lnTo>
                      <a:pt x="3284" y="1133"/>
                    </a:lnTo>
                    <a:cubicBezTo>
                      <a:pt x="3284" y="1247"/>
                      <a:pt x="3190" y="1340"/>
                      <a:pt x="3077" y="1340"/>
                    </a:cubicBezTo>
                    <a:lnTo>
                      <a:pt x="354" y="1340"/>
                    </a:lnTo>
                    <a:cubicBezTo>
                      <a:pt x="241" y="1340"/>
                      <a:pt x="147" y="1247"/>
                      <a:pt x="147" y="1133"/>
                    </a:cubicBezTo>
                    <a:lnTo>
                      <a:pt x="147" y="358"/>
                    </a:lnTo>
                    <a:cubicBezTo>
                      <a:pt x="147" y="241"/>
                      <a:pt x="241" y="151"/>
                      <a:pt x="354" y="151"/>
                    </a:cubicBezTo>
                    <a:close/>
                    <a:moveTo>
                      <a:pt x="354" y="0"/>
                    </a:moveTo>
                    <a:cubicBezTo>
                      <a:pt x="157" y="0"/>
                      <a:pt x="0" y="161"/>
                      <a:pt x="0" y="358"/>
                    </a:cubicBezTo>
                    <a:lnTo>
                      <a:pt x="0" y="1133"/>
                    </a:lnTo>
                    <a:cubicBezTo>
                      <a:pt x="0" y="1330"/>
                      <a:pt x="157" y="1491"/>
                      <a:pt x="354" y="1491"/>
                    </a:cubicBezTo>
                    <a:lnTo>
                      <a:pt x="3077" y="1491"/>
                    </a:lnTo>
                    <a:cubicBezTo>
                      <a:pt x="3274" y="1491"/>
                      <a:pt x="3434" y="1330"/>
                      <a:pt x="3434" y="1133"/>
                    </a:cubicBezTo>
                    <a:lnTo>
                      <a:pt x="3434" y="358"/>
                    </a:lnTo>
                    <a:cubicBezTo>
                      <a:pt x="3434" y="161"/>
                      <a:pt x="3274" y="0"/>
                      <a:pt x="3077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4" name="Google Shape;3424;p54"/>
              <p:cNvSpPr/>
              <p:nvPr/>
            </p:nvSpPr>
            <p:spPr>
              <a:xfrm>
                <a:off x="2917920" y="1699473"/>
                <a:ext cx="147951" cy="76041"/>
              </a:xfrm>
              <a:custGeom>
                <a:rect b="b" l="l" r="r" t="t"/>
                <a:pathLst>
                  <a:path extrusionOk="0" h="1491" w="2901">
                    <a:moveTo>
                      <a:pt x="2543" y="151"/>
                    </a:moveTo>
                    <a:cubicBezTo>
                      <a:pt x="2660" y="151"/>
                      <a:pt x="2753" y="241"/>
                      <a:pt x="2753" y="358"/>
                    </a:cubicBezTo>
                    <a:lnTo>
                      <a:pt x="2753" y="1133"/>
                    </a:lnTo>
                    <a:cubicBezTo>
                      <a:pt x="2753" y="1247"/>
                      <a:pt x="2660" y="1340"/>
                      <a:pt x="2543" y="1340"/>
                    </a:cubicBezTo>
                    <a:lnTo>
                      <a:pt x="358" y="1340"/>
                    </a:lnTo>
                    <a:cubicBezTo>
                      <a:pt x="244" y="1340"/>
                      <a:pt x="151" y="1247"/>
                      <a:pt x="151" y="1133"/>
                    </a:cubicBezTo>
                    <a:lnTo>
                      <a:pt x="151" y="358"/>
                    </a:lnTo>
                    <a:cubicBezTo>
                      <a:pt x="151" y="241"/>
                      <a:pt x="244" y="151"/>
                      <a:pt x="358" y="151"/>
                    </a:cubicBezTo>
                    <a:close/>
                    <a:moveTo>
                      <a:pt x="358" y="0"/>
                    </a:moveTo>
                    <a:cubicBezTo>
                      <a:pt x="161" y="0"/>
                      <a:pt x="1" y="161"/>
                      <a:pt x="1" y="358"/>
                    </a:cubicBezTo>
                    <a:lnTo>
                      <a:pt x="1" y="1133"/>
                    </a:lnTo>
                    <a:cubicBezTo>
                      <a:pt x="1" y="1330"/>
                      <a:pt x="161" y="1491"/>
                      <a:pt x="358" y="1491"/>
                    </a:cubicBezTo>
                    <a:lnTo>
                      <a:pt x="2543" y="1491"/>
                    </a:lnTo>
                    <a:cubicBezTo>
                      <a:pt x="2740" y="1491"/>
                      <a:pt x="2901" y="1330"/>
                      <a:pt x="2901" y="1133"/>
                    </a:cubicBezTo>
                    <a:lnTo>
                      <a:pt x="2901" y="358"/>
                    </a:lnTo>
                    <a:cubicBezTo>
                      <a:pt x="2901" y="161"/>
                      <a:pt x="2740" y="0"/>
                      <a:pt x="2543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5" name="Google Shape;3425;p54"/>
              <p:cNvSpPr/>
              <p:nvPr/>
            </p:nvSpPr>
            <p:spPr>
              <a:xfrm>
                <a:off x="2872428" y="1728288"/>
                <a:ext cx="49470" cy="7701"/>
              </a:xfrm>
              <a:custGeom>
                <a:rect b="b" l="l" r="r" t="t"/>
                <a:pathLst>
                  <a:path extrusionOk="0" h="151" w="970">
                    <a:moveTo>
                      <a:pt x="0" y="0"/>
                    </a:moveTo>
                    <a:lnTo>
                      <a:pt x="0" y="150"/>
                    </a:lnTo>
                    <a:lnTo>
                      <a:pt x="970" y="150"/>
                    </a:lnTo>
                    <a:lnTo>
                      <a:pt x="970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6" name="Google Shape;3426;p54"/>
              <p:cNvSpPr/>
              <p:nvPr/>
            </p:nvSpPr>
            <p:spPr>
              <a:xfrm>
                <a:off x="2388081" y="1709367"/>
                <a:ext cx="291567" cy="363783"/>
              </a:xfrm>
              <a:custGeom>
                <a:rect b="b" l="l" r="r" t="t"/>
                <a:pathLst>
                  <a:path extrusionOk="0" h="7133" w="5717">
                    <a:moveTo>
                      <a:pt x="782" y="0"/>
                    </a:moveTo>
                    <a:cubicBezTo>
                      <a:pt x="782" y="0"/>
                      <a:pt x="0" y="3124"/>
                      <a:pt x="1363" y="5078"/>
                    </a:cubicBezTo>
                    <a:cubicBezTo>
                      <a:pt x="2726" y="7033"/>
                      <a:pt x="4694" y="7133"/>
                      <a:pt x="4694" y="7133"/>
                    </a:cubicBezTo>
                    <a:lnTo>
                      <a:pt x="5716" y="55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27" name="Google Shape;3427;p54"/>
              <p:cNvGrpSpPr/>
              <p:nvPr/>
            </p:nvGrpSpPr>
            <p:grpSpPr>
              <a:xfrm>
                <a:off x="1744650" y="2279088"/>
                <a:ext cx="2063425" cy="2410875"/>
                <a:chOff x="2006917" y="4293350"/>
                <a:chExt cx="1011483" cy="1181801"/>
              </a:xfrm>
            </p:grpSpPr>
            <p:sp>
              <p:nvSpPr>
                <p:cNvPr id="3428" name="Google Shape;3428;p54"/>
                <p:cNvSpPr/>
                <p:nvPr/>
              </p:nvSpPr>
              <p:spPr>
                <a:xfrm>
                  <a:off x="2587225" y="4367025"/>
                  <a:ext cx="218350" cy="484525"/>
                </a:xfrm>
                <a:custGeom>
                  <a:rect b="b" l="l" r="r" t="t"/>
                  <a:pathLst>
                    <a:path extrusionOk="0" h="19381" w="8734">
                      <a:moveTo>
                        <a:pt x="2339" y="0"/>
                      </a:moveTo>
                      <a:cubicBezTo>
                        <a:pt x="1" y="1120"/>
                        <a:pt x="358" y="2757"/>
                        <a:pt x="472" y="4461"/>
                      </a:cubicBezTo>
                      <a:cubicBezTo>
                        <a:pt x="585" y="6168"/>
                        <a:pt x="4765" y="19380"/>
                        <a:pt x="4765" y="19380"/>
                      </a:cubicBezTo>
                      <a:lnTo>
                        <a:pt x="8734" y="18361"/>
                      </a:lnTo>
                      <a:cubicBezTo>
                        <a:pt x="8734" y="18361"/>
                        <a:pt x="7137" y="4327"/>
                        <a:pt x="6191" y="2205"/>
                      </a:cubicBezTo>
                      <a:cubicBezTo>
                        <a:pt x="5243" y="88"/>
                        <a:pt x="2339" y="0"/>
                        <a:pt x="2339" y="0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9" name="Google Shape;3429;p54"/>
                <p:cNvSpPr/>
                <p:nvPr/>
              </p:nvSpPr>
              <p:spPr>
                <a:xfrm>
                  <a:off x="2696725" y="4791700"/>
                  <a:ext cx="228050" cy="380575"/>
                </a:xfrm>
                <a:custGeom>
                  <a:rect b="b" l="l" r="r" t="t"/>
                  <a:pathLst>
                    <a:path extrusionOk="0" h="15223" w="9122">
                      <a:moveTo>
                        <a:pt x="1995" y="1"/>
                      </a:moveTo>
                      <a:cubicBezTo>
                        <a:pt x="1287" y="1"/>
                        <a:pt x="662" y="459"/>
                        <a:pt x="411" y="1699"/>
                      </a:cubicBezTo>
                      <a:cubicBezTo>
                        <a:pt x="1" y="3733"/>
                        <a:pt x="4437" y="11133"/>
                        <a:pt x="7203" y="15222"/>
                      </a:cubicBezTo>
                      <a:lnTo>
                        <a:pt x="9121" y="13198"/>
                      </a:lnTo>
                      <a:cubicBezTo>
                        <a:pt x="7494" y="8748"/>
                        <a:pt x="5059" y="2267"/>
                        <a:pt x="4354" y="1374"/>
                      </a:cubicBezTo>
                      <a:cubicBezTo>
                        <a:pt x="3768" y="632"/>
                        <a:pt x="2824" y="1"/>
                        <a:pt x="1995" y="1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0" name="Google Shape;3430;p54"/>
                <p:cNvSpPr/>
                <p:nvPr/>
              </p:nvSpPr>
              <p:spPr>
                <a:xfrm>
                  <a:off x="2876800" y="5121625"/>
                  <a:ext cx="90875" cy="133775"/>
                </a:xfrm>
                <a:custGeom>
                  <a:rect b="b" l="l" r="r" t="t"/>
                  <a:pathLst>
                    <a:path extrusionOk="0" h="5351" w="3635">
                      <a:moveTo>
                        <a:pt x="1918" y="1"/>
                      </a:moveTo>
                      <a:lnTo>
                        <a:pt x="0" y="2025"/>
                      </a:lnTo>
                      <a:cubicBezTo>
                        <a:pt x="889" y="3345"/>
                        <a:pt x="1607" y="4321"/>
                        <a:pt x="1931" y="4658"/>
                      </a:cubicBezTo>
                      <a:cubicBezTo>
                        <a:pt x="2409" y="5159"/>
                        <a:pt x="2779" y="5350"/>
                        <a:pt x="3041" y="5350"/>
                      </a:cubicBezTo>
                      <a:cubicBezTo>
                        <a:pt x="3504" y="5350"/>
                        <a:pt x="3635" y="4756"/>
                        <a:pt x="3445" y="4227"/>
                      </a:cubicBezTo>
                      <a:cubicBezTo>
                        <a:pt x="3445" y="4227"/>
                        <a:pt x="2800" y="2409"/>
                        <a:pt x="1918" y="1"/>
                      </a:cubicBez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1" name="Google Shape;3431;p54"/>
                <p:cNvSpPr/>
                <p:nvPr/>
              </p:nvSpPr>
              <p:spPr>
                <a:xfrm>
                  <a:off x="2906200" y="5189500"/>
                  <a:ext cx="112200" cy="212375"/>
                </a:xfrm>
                <a:custGeom>
                  <a:rect b="b" l="l" r="r" t="t"/>
                  <a:pathLst>
                    <a:path extrusionOk="0" h="8495" w="4488">
                      <a:moveTo>
                        <a:pt x="957" y="0"/>
                      </a:moveTo>
                      <a:cubicBezTo>
                        <a:pt x="935" y="0"/>
                        <a:pt x="913" y="2"/>
                        <a:pt x="892" y="5"/>
                      </a:cubicBezTo>
                      <a:cubicBezTo>
                        <a:pt x="1" y="152"/>
                        <a:pt x="883" y="2812"/>
                        <a:pt x="949" y="3811"/>
                      </a:cubicBezTo>
                      <a:cubicBezTo>
                        <a:pt x="1013" y="4763"/>
                        <a:pt x="1993" y="7014"/>
                        <a:pt x="2429" y="7014"/>
                      </a:cubicBezTo>
                      <a:cubicBezTo>
                        <a:pt x="2451" y="7014"/>
                        <a:pt x="2471" y="7009"/>
                        <a:pt x="2489" y="6998"/>
                      </a:cubicBezTo>
                      <a:cubicBezTo>
                        <a:pt x="2887" y="6757"/>
                        <a:pt x="1991" y="5297"/>
                        <a:pt x="2011" y="4853"/>
                      </a:cubicBezTo>
                      <a:cubicBezTo>
                        <a:pt x="2024" y="4532"/>
                        <a:pt x="2144" y="4386"/>
                        <a:pt x="2259" y="4386"/>
                      </a:cubicBezTo>
                      <a:cubicBezTo>
                        <a:pt x="2302" y="4386"/>
                        <a:pt x="2343" y="4406"/>
                        <a:pt x="2379" y="4445"/>
                      </a:cubicBezTo>
                      <a:cubicBezTo>
                        <a:pt x="2379" y="4445"/>
                        <a:pt x="2964" y="5023"/>
                        <a:pt x="3154" y="5735"/>
                      </a:cubicBezTo>
                      <a:cubicBezTo>
                        <a:pt x="3335" y="6405"/>
                        <a:pt x="3751" y="8494"/>
                        <a:pt x="4087" y="8494"/>
                      </a:cubicBezTo>
                      <a:cubicBezTo>
                        <a:pt x="4106" y="8494"/>
                        <a:pt x="4124" y="8488"/>
                        <a:pt x="4143" y="8474"/>
                      </a:cubicBezTo>
                      <a:cubicBezTo>
                        <a:pt x="4487" y="8210"/>
                        <a:pt x="4280" y="5765"/>
                        <a:pt x="3936" y="4292"/>
                      </a:cubicBezTo>
                      <a:cubicBezTo>
                        <a:pt x="3603" y="2853"/>
                        <a:pt x="1869" y="0"/>
                        <a:pt x="957" y="0"/>
                      </a:cubicBez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2" name="Google Shape;3432;p54"/>
                <p:cNvSpPr/>
                <p:nvPr/>
              </p:nvSpPr>
              <p:spPr>
                <a:xfrm>
                  <a:off x="2239865" y="4369487"/>
                  <a:ext cx="536936" cy="593815"/>
                </a:xfrm>
                <a:custGeom>
                  <a:rect b="b" l="l" r="r" t="t"/>
                  <a:pathLst>
                    <a:path extrusionOk="0" h="25374" w="22946">
                      <a:moveTo>
                        <a:pt x="16129" y="1"/>
                      </a:moveTo>
                      <a:cubicBezTo>
                        <a:pt x="14697" y="1"/>
                        <a:pt x="13448" y="100"/>
                        <a:pt x="13448" y="100"/>
                      </a:cubicBezTo>
                      <a:lnTo>
                        <a:pt x="10348" y="60"/>
                      </a:lnTo>
                      <a:cubicBezTo>
                        <a:pt x="10348" y="60"/>
                        <a:pt x="4825" y="652"/>
                        <a:pt x="2927" y="909"/>
                      </a:cubicBezTo>
                      <a:cubicBezTo>
                        <a:pt x="1027" y="1163"/>
                        <a:pt x="1" y="3378"/>
                        <a:pt x="225" y="6024"/>
                      </a:cubicBezTo>
                      <a:cubicBezTo>
                        <a:pt x="446" y="8666"/>
                        <a:pt x="3012" y="13517"/>
                        <a:pt x="3813" y="15241"/>
                      </a:cubicBezTo>
                      <a:cubicBezTo>
                        <a:pt x="4615" y="16965"/>
                        <a:pt x="5958" y="24922"/>
                        <a:pt x="5958" y="24922"/>
                      </a:cubicBezTo>
                      <a:lnTo>
                        <a:pt x="16337" y="25374"/>
                      </a:lnTo>
                      <a:cubicBezTo>
                        <a:pt x="16337" y="25374"/>
                        <a:pt x="16625" y="25050"/>
                        <a:pt x="16745" y="23366"/>
                      </a:cubicBezTo>
                      <a:cubicBezTo>
                        <a:pt x="16869" y="21682"/>
                        <a:pt x="18161" y="17620"/>
                        <a:pt x="20554" y="12321"/>
                      </a:cubicBezTo>
                      <a:cubicBezTo>
                        <a:pt x="22946" y="7022"/>
                        <a:pt x="21268" y="1584"/>
                        <a:pt x="20099" y="622"/>
                      </a:cubicBezTo>
                      <a:cubicBezTo>
                        <a:pt x="19488" y="120"/>
                        <a:pt x="17699" y="1"/>
                        <a:pt x="16129" y="1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3" name="Google Shape;3433;p54"/>
                <p:cNvSpPr/>
                <p:nvPr/>
              </p:nvSpPr>
              <p:spPr>
                <a:xfrm>
                  <a:off x="2625459" y="4555266"/>
                  <a:ext cx="123699" cy="377849"/>
                </a:xfrm>
                <a:custGeom>
                  <a:rect b="b" l="l" r="r" t="t"/>
                  <a:pathLst>
                    <a:path extrusionOk="0" h="15667" w="5129">
                      <a:moveTo>
                        <a:pt x="4978" y="1"/>
                      </a:moveTo>
                      <a:cubicBezTo>
                        <a:pt x="4978" y="28"/>
                        <a:pt x="4962" y="2507"/>
                        <a:pt x="3579" y="5116"/>
                      </a:cubicBezTo>
                      <a:cubicBezTo>
                        <a:pt x="2186" y="7742"/>
                        <a:pt x="101" y="13639"/>
                        <a:pt x="1" y="15660"/>
                      </a:cubicBezTo>
                      <a:lnTo>
                        <a:pt x="151" y="15666"/>
                      </a:lnTo>
                      <a:cubicBezTo>
                        <a:pt x="248" y="13662"/>
                        <a:pt x="2323" y="7798"/>
                        <a:pt x="3709" y="5183"/>
                      </a:cubicBezTo>
                      <a:cubicBezTo>
                        <a:pt x="5109" y="2543"/>
                        <a:pt x="5129" y="28"/>
                        <a:pt x="5129" y="1"/>
                      </a:cubicBezTo>
                      <a:close/>
                    </a:path>
                  </a:pathLst>
                </a:custGeom>
                <a:solidFill>
                  <a:srgbClr val="21204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4" name="Google Shape;3434;p54"/>
                <p:cNvSpPr/>
                <p:nvPr/>
              </p:nvSpPr>
              <p:spPr>
                <a:xfrm>
                  <a:off x="2424275" y="4293350"/>
                  <a:ext cx="131825" cy="118700"/>
                </a:xfrm>
                <a:custGeom>
                  <a:rect b="b" l="l" r="r" t="t"/>
                  <a:pathLst>
                    <a:path extrusionOk="0" h="4748" w="5273">
                      <a:moveTo>
                        <a:pt x="4705" y="1"/>
                      </a:moveTo>
                      <a:lnTo>
                        <a:pt x="272" y="241"/>
                      </a:lnTo>
                      <a:lnTo>
                        <a:pt x="1" y="3589"/>
                      </a:lnTo>
                      <a:cubicBezTo>
                        <a:pt x="1" y="3589"/>
                        <a:pt x="1114" y="4595"/>
                        <a:pt x="2640" y="4735"/>
                      </a:cubicBezTo>
                      <a:cubicBezTo>
                        <a:pt x="2735" y="4744"/>
                        <a:pt x="2829" y="4748"/>
                        <a:pt x="2920" y="4748"/>
                      </a:cubicBezTo>
                      <a:cubicBezTo>
                        <a:pt x="4303" y="4748"/>
                        <a:pt x="5273" y="3816"/>
                        <a:pt x="5273" y="3816"/>
                      </a:cubicBezTo>
                      <a:lnTo>
                        <a:pt x="4705" y="1"/>
                      </a:ln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5" name="Google Shape;3435;p54"/>
                <p:cNvSpPr/>
                <p:nvPr/>
              </p:nvSpPr>
              <p:spPr>
                <a:xfrm>
                  <a:off x="2289475" y="4592700"/>
                  <a:ext cx="84800" cy="84875"/>
                </a:xfrm>
                <a:custGeom>
                  <a:rect b="b" l="l" r="r" t="t"/>
                  <a:pathLst>
                    <a:path extrusionOk="0" h="3395" w="3392">
                      <a:moveTo>
                        <a:pt x="1879" y="1"/>
                      </a:moveTo>
                      <a:lnTo>
                        <a:pt x="1621" y="207"/>
                      </a:lnTo>
                      <a:lnTo>
                        <a:pt x="1" y="1514"/>
                      </a:lnTo>
                      <a:lnTo>
                        <a:pt x="696" y="2376"/>
                      </a:lnTo>
                      <a:lnTo>
                        <a:pt x="1515" y="3395"/>
                      </a:lnTo>
                      <a:lnTo>
                        <a:pt x="3392" y="1882"/>
                      </a:lnTo>
                      <a:lnTo>
                        <a:pt x="1879" y="1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6" name="Google Shape;3436;p54"/>
                <p:cNvSpPr/>
                <p:nvPr/>
              </p:nvSpPr>
              <p:spPr>
                <a:xfrm>
                  <a:off x="2371575" y="4694750"/>
                  <a:ext cx="84875" cy="84825"/>
                </a:xfrm>
                <a:custGeom>
                  <a:rect b="b" l="l" r="r" t="t"/>
                  <a:pathLst>
                    <a:path extrusionOk="0" h="3393" w="3395">
                      <a:moveTo>
                        <a:pt x="1882" y="1"/>
                      </a:moveTo>
                      <a:lnTo>
                        <a:pt x="1" y="1514"/>
                      </a:lnTo>
                      <a:lnTo>
                        <a:pt x="1514" y="3392"/>
                      </a:lnTo>
                      <a:lnTo>
                        <a:pt x="3395" y="1878"/>
                      </a:lnTo>
                      <a:lnTo>
                        <a:pt x="1882" y="1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7" name="Google Shape;3437;p54"/>
                <p:cNvSpPr/>
                <p:nvPr/>
              </p:nvSpPr>
              <p:spPr>
                <a:xfrm>
                  <a:off x="2533175" y="4685000"/>
                  <a:ext cx="84825" cy="84875"/>
                </a:xfrm>
                <a:custGeom>
                  <a:rect b="b" l="l" r="r" t="t"/>
                  <a:pathLst>
                    <a:path extrusionOk="0" h="3395" w="3393">
                      <a:moveTo>
                        <a:pt x="1879" y="0"/>
                      </a:moveTo>
                      <a:lnTo>
                        <a:pt x="1" y="1513"/>
                      </a:lnTo>
                      <a:lnTo>
                        <a:pt x="1515" y="3394"/>
                      </a:lnTo>
                      <a:lnTo>
                        <a:pt x="3393" y="1881"/>
                      </a:lnTo>
                      <a:lnTo>
                        <a:pt x="1879" y="0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8" name="Google Shape;3438;p54"/>
                <p:cNvSpPr/>
                <p:nvPr/>
              </p:nvSpPr>
              <p:spPr>
                <a:xfrm>
                  <a:off x="2458950" y="4613675"/>
                  <a:ext cx="84875" cy="84800"/>
                </a:xfrm>
                <a:custGeom>
                  <a:rect b="b" l="l" r="r" t="t"/>
                  <a:pathLst>
                    <a:path extrusionOk="0" h="3392" w="3395">
                      <a:moveTo>
                        <a:pt x="1881" y="0"/>
                      </a:moveTo>
                      <a:lnTo>
                        <a:pt x="0" y="1513"/>
                      </a:lnTo>
                      <a:lnTo>
                        <a:pt x="1514" y="3391"/>
                      </a:lnTo>
                      <a:lnTo>
                        <a:pt x="3395" y="1881"/>
                      </a:lnTo>
                      <a:lnTo>
                        <a:pt x="1881" y="0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9" name="Google Shape;3439;p54"/>
                <p:cNvSpPr/>
                <p:nvPr/>
              </p:nvSpPr>
              <p:spPr>
                <a:xfrm>
                  <a:off x="2597175" y="4592700"/>
                  <a:ext cx="84875" cy="84875"/>
                </a:xfrm>
                <a:custGeom>
                  <a:rect b="b" l="l" r="r" t="t"/>
                  <a:pathLst>
                    <a:path extrusionOk="0" h="3395" w="3395">
                      <a:moveTo>
                        <a:pt x="1881" y="1"/>
                      </a:moveTo>
                      <a:lnTo>
                        <a:pt x="1036" y="682"/>
                      </a:lnTo>
                      <a:lnTo>
                        <a:pt x="736" y="923"/>
                      </a:lnTo>
                      <a:lnTo>
                        <a:pt x="0" y="1514"/>
                      </a:lnTo>
                      <a:lnTo>
                        <a:pt x="1374" y="3221"/>
                      </a:lnTo>
                      <a:lnTo>
                        <a:pt x="1514" y="3395"/>
                      </a:lnTo>
                      <a:lnTo>
                        <a:pt x="1638" y="3294"/>
                      </a:lnTo>
                      <a:lnTo>
                        <a:pt x="1701" y="3245"/>
                      </a:lnTo>
                      <a:lnTo>
                        <a:pt x="3394" y="1882"/>
                      </a:lnTo>
                      <a:lnTo>
                        <a:pt x="2456" y="712"/>
                      </a:lnTo>
                      <a:lnTo>
                        <a:pt x="1881" y="1"/>
                      </a:ln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0" name="Google Shape;3440;p54"/>
                <p:cNvSpPr/>
                <p:nvPr/>
              </p:nvSpPr>
              <p:spPr>
                <a:xfrm>
                  <a:off x="2098625" y="4383625"/>
                  <a:ext cx="279150" cy="471500"/>
                </a:xfrm>
                <a:custGeom>
                  <a:rect b="b" l="l" r="r" t="t"/>
                  <a:pathLst>
                    <a:path extrusionOk="0" h="18860" w="11166">
                      <a:moveTo>
                        <a:pt x="8071" y="1"/>
                      </a:moveTo>
                      <a:cubicBezTo>
                        <a:pt x="6108" y="1"/>
                        <a:pt x="5533" y="1390"/>
                        <a:pt x="4765" y="2717"/>
                      </a:cubicBezTo>
                      <a:cubicBezTo>
                        <a:pt x="3910" y="4197"/>
                        <a:pt x="1" y="17494"/>
                        <a:pt x="1" y="17494"/>
                      </a:cubicBezTo>
                      <a:lnTo>
                        <a:pt x="3863" y="18860"/>
                      </a:lnTo>
                      <a:cubicBezTo>
                        <a:pt x="3863" y="18860"/>
                        <a:pt x="10371" y="6325"/>
                        <a:pt x="10768" y="4037"/>
                      </a:cubicBezTo>
                      <a:cubicBezTo>
                        <a:pt x="11166" y="1752"/>
                        <a:pt x="8804" y="58"/>
                        <a:pt x="8804" y="58"/>
                      </a:cubicBezTo>
                      <a:cubicBezTo>
                        <a:pt x="8540" y="19"/>
                        <a:pt x="8296" y="1"/>
                        <a:pt x="8071" y="1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1" name="Google Shape;3441;p54"/>
                <p:cNvSpPr/>
                <p:nvPr/>
              </p:nvSpPr>
              <p:spPr>
                <a:xfrm>
                  <a:off x="2060800" y="4787700"/>
                  <a:ext cx="136575" cy="394500"/>
                </a:xfrm>
                <a:custGeom>
                  <a:rect b="b" l="l" r="r" t="t"/>
                  <a:pathLst>
                    <a:path extrusionOk="0" h="15780" w="5463">
                      <a:moveTo>
                        <a:pt x="3423" y="0"/>
                      </a:moveTo>
                      <a:cubicBezTo>
                        <a:pt x="2980" y="0"/>
                        <a:pt x="2476" y="223"/>
                        <a:pt x="1925" y="766"/>
                      </a:cubicBezTo>
                      <a:cubicBezTo>
                        <a:pt x="448" y="2226"/>
                        <a:pt x="1" y="10842"/>
                        <a:pt x="14" y="15780"/>
                      </a:cubicBezTo>
                      <a:lnTo>
                        <a:pt x="2737" y="15169"/>
                      </a:lnTo>
                      <a:cubicBezTo>
                        <a:pt x="3870" y="10571"/>
                        <a:pt x="5463" y="3830"/>
                        <a:pt x="5376" y="2697"/>
                      </a:cubicBezTo>
                      <a:cubicBezTo>
                        <a:pt x="5280" y="1442"/>
                        <a:pt x="4550" y="0"/>
                        <a:pt x="3423" y="0"/>
                      </a:cubicBezTo>
                      <a:close/>
                    </a:path>
                  </a:pathLst>
                </a:custGeom>
                <a:solidFill>
                  <a:srgbClr val="E0C32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2" name="Google Shape;3442;p54"/>
                <p:cNvSpPr/>
                <p:nvPr/>
              </p:nvSpPr>
              <p:spPr>
                <a:xfrm>
                  <a:off x="2061125" y="5166900"/>
                  <a:ext cx="68100" cy="128675"/>
                </a:xfrm>
                <a:custGeom>
                  <a:rect b="b" l="l" r="r" t="t"/>
                  <a:pathLst>
                    <a:path extrusionOk="0" h="5147" w="2724">
                      <a:moveTo>
                        <a:pt x="2724" y="1"/>
                      </a:moveTo>
                      <a:lnTo>
                        <a:pt x="1" y="612"/>
                      </a:lnTo>
                      <a:cubicBezTo>
                        <a:pt x="5" y="2202"/>
                        <a:pt x="54" y="3415"/>
                        <a:pt x="135" y="3876"/>
                      </a:cubicBezTo>
                      <a:cubicBezTo>
                        <a:pt x="295" y="4809"/>
                        <a:pt x="609" y="5147"/>
                        <a:pt x="912" y="5147"/>
                      </a:cubicBezTo>
                      <a:cubicBezTo>
                        <a:pt x="1223" y="5147"/>
                        <a:pt x="1522" y="4793"/>
                        <a:pt x="1632" y="4360"/>
                      </a:cubicBezTo>
                      <a:cubicBezTo>
                        <a:pt x="1632" y="4360"/>
                        <a:pt x="2109" y="2496"/>
                        <a:pt x="2724" y="1"/>
                      </a:cubicBez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3" name="Google Shape;3443;p54"/>
                <p:cNvSpPr/>
                <p:nvPr/>
              </p:nvSpPr>
              <p:spPr>
                <a:xfrm flipH="1" rot="-2014062">
                  <a:off x="2056273" y="5249475"/>
                  <a:ext cx="112196" cy="212367"/>
                </a:xfrm>
                <a:custGeom>
                  <a:rect b="b" l="l" r="r" t="t"/>
                  <a:pathLst>
                    <a:path extrusionOk="0" h="8495" w="4488">
                      <a:moveTo>
                        <a:pt x="957" y="0"/>
                      </a:moveTo>
                      <a:cubicBezTo>
                        <a:pt x="935" y="0"/>
                        <a:pt x="913" y="2"/>
                        <a:pt x="892" y="5"/>
                      </a:cubicBezTo>
                      <a:cubicBezTo>
                        <a:pt x="1" y="152"/>
                        <a:pt x="883" y="2812"/>
                        <a:pt x="949" y="3811"/>
                      </a:cubicBezTo>
                      <a:cubicBezTo>
                        <a:pt x="1013" y="4763"/>
                        <a:pt x="1993" y="7014"/>
                        <a:pt x="2429" y="7014"/>
                      </a:cubicBezTo>
                      <a:cubicBezTo>
                        <a:pt x="2451" y="7014"/>
                        <a:pt x="2471" y="7009"/>
                        <a:pt x="2489" y="6998"/>
                      </a:cubicBezTo>
                      <a:cubicBezTo>
                        <a:pt x="2887" y="6757"/>
                        <a:pt x="1991" y="5297"/>
                        <a:pt x="2011" y="4853"/>
                      </a:cubicBezTo>
                      <a:cubicBezTo>
                        <a:pt x="2024" y="4532"/>
                        <a:pt x="2144" y="4386"/>
                        <a:pt x="2259" y="4386"/>
                      </a:cubicBezTo>
                      <a:cubicBezTo>
                        <a:pt x="2302" y="4386"/>
                        <a:pt x="2343" y="4406"/>
                        <a:pt x="2379" y="4445"/>
                      </a:cubicBezTo>
                      <a:cubicBezTo>
                        <a:pt x="2379" y="4445"/>
                        <a:pt x="2964" y="5023"/>
                        <a:pt x="3154" y="5735"/>
                      </a:cubicBezTo>
                      <a:cubicBezTo>
                        <a:pt x="3335" y="6405"/>
                        <a:pt x="3751" y="8494"/>
                        <a:pt x="4087" y="8494"/>
                      </a:cubicBezTo>
                      <a:cubicBezTo>
                        <a:pt x="4106" y="8494"/>
                        <a:pt x="4124" y="8488"/>
                        <a:pt x="4143" y="8474"/>
                      </a:cubicBezTo>
                      <a:cubicBezTo>
                        <a:pt x="4487" y="8210"/>
                        <a:pt x="4280" y="5765"/>
                        <a:pt x="3936" y="4292"/>
                      </a:cubicBezTo>
                      <a:cubicBezTo>
                        <a:pt x="3603" y="2853"/>
                        <a:pt x="1869" y="0"/>
                        <a:pt x="957" y="0"/>
                      </a:cubicBezTo>
                      <a:close/>
                    </a:path>
                  </a:pathLst>
                </a:custGeom>
                <a:solidFill>
                  <a:srgbClr val="FF457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44" name="Google Shape;3444;p54"/>
              <p:cNvSpPr/>
              <p:nvPr/>
            </p:nvSpPr>
            <p:spPr>
              <a:xfrm>
                <a:off x="2795724" y="2008380"/>
                <a:ext cx="587877" cy="840531"/>
              </a:xfrm>
              <a:custGeom>
                <a:rect b="b" l="l" r="r" t="t"/>
                <a:pathLst>
                  <a:path extrusionOk="0" h="16481" w="11527">
                    <a:moveTo>
                      <a:pt x="1" y="1"/>
                    </a:moveTo>
                    <a:lnTo>
                      <a:pt x="1208" y="8108"/>
                    </a:lnTo>
                    <a:cubicBezTo>
                      <a:pt x="1208" y="8108"/>
                      <a:pt x="1532" y="13557"/>
                      <a:pt x="3476" y="15325"/>
                    </a:cubicBezTo>
                    <a:cubicBezTo>
                      <a:pt x="4285" y="16059"/>
                      <a:pt x="5341" y="16481"/>
                      <a:pt x="6396" y="16481"/>
                    </a:cubicBezTo>
                    <a:cubicBezTo>
                      <a:pt x="7882" y="16481"/>
                      <a:pt x="9367" y="15645"/>
                      <a:pt x="10164" y="13664"/>
                    </a:cubicBezTo>
                    <a:cubicBezTo>
                      <a:pt x="11527" y="10277"/>
                      <a:pt x="6282" y="5309"/>
                      <a:pt x="4375" y="4240"/>
                    </a:cubicBezTo>
                    <a:cubicBezTo>
                      <a:pt x="2467" y="3174"/>
                      <a:pt x="2030" y="331"/>
                      <a:pt x="2030" y="33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5" name="Google Shape;3445;p54"/>
            <p:cNvGrpSpPr/>
            <p:nvPr/>
          </p:nvGrpSpPr>
          <p:grpSpPr>
            <a:xfrm>
              <a:off x="5613916" y="2546483"/>
              <a:ext cx="592455" cy="1737862"/>
              <a:chOff x="9828857" y="2471504"/>
              <a:chExt cx="614070" cy="1801641"/>
            </a:xfrm>
          </p:grpSpPr>
          <p:sp>
            <p:nvSpPr>
              <p:cNvPr id="3446" name="Google Shape;3446;p54"/>
              <p:cNvSpPr/>
              <p:nvPr/>
            </p:nvSpPr>
            <p:spPr>
              <a:xfrm>
                <a:off x="9961756" y="2601337"/>
                <a:ext cx="294862" cy="708636"/>
              </a:xfrm>
              <a:custGeom>
                <a:rect b="b" l="l" r="r" t="t"/>
                <a:pathLst>
                  <a:path extrusionOk="0" h="29135" w="12123">
                    <a:moveTo>
                      <a:pt x="8132" y="0"/>
                    </a:moveTo>
                    <a:cubicBezTo>
                      <a:pt x="6515" y="0"/>
                      <a:pt x="5160" y="1385"/>
                      <a:pt x="4362" y="2370"/>
                    </a:cubicBezTo>
                    <a:cubicBezTo>
                      <a:pt x="2994" y="4055"/>
                      <a:pt x="374" y="19457"/>
                      <a:pt x="183" y="22901"/>
                    </a:cubicBezTo>
                    <a:cubicBezTo>
                      <a:pt x="1" y="26155"/>
                      <a:pt x="468" y="29134"/>
                      <a:pt x="2459" y="29134"/>
                    </a:cubicBezTo>
                    <a:cubicBezTo>
                      <a:pt x="2575" y="29134"/>
                      <a:pt x="2697" y="29124"/>
                      <a:pt x="2824" y="29103"/>
                    </a:cubicBezTo>
                    <a:cubicBezTo>
                      <a:pt x="5123" y="28721"/>
                      <a:pt x="5890" y="22901"/>
                      <a:pt x="9005" y="15322"/>
                    </a:cubicBezTo>
                    <a:cubicBezTo>
                      <a:pt x="12123" y="7744"/>
                      <a:pt x="11855" y="2718"/>
                      <a:pt x="11855" y="2718"/>
                    </a:cubicBezTo>
                    <a:cubicBezTo>
                      <a:pt x="10553" y="695"/>
                      <a:pt x="9277" y="0"/>
                      <a:pt x="8132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7" name="Google Shape;3447;p54"/>
              <p:cNvSpPr/>
              <p:nvPr/>
            </p:nvSpPr>
            <p:spPr>
              <a:xfrm>
                <a:off x="9913281" y="2626584"/>
                <a:ext cx="358197" cy="849609"/>
              </a:xfrm>
              <a:custGeom>
                <a:rect b="b" l="l" r="r" t="t"/>
                <a:pathLst>
                  <a:path extrusionOk="0" h="34931" w="14727">
                    <a:moveTo>
                      <a:pt x="8822" y="0"/>
                    </a:moveTo>
                    <a:cubicBezTo>
                      <a:pt x="7071" y="0"/>
                      <a:pt x="5586" y="951"/>
                      <a:pt x="5508" y="1425"/>
                    </a:cubicBezTo>
                    <a:cubicBezTo>
                      <a:pt x="5352" y="2353"/>
                      <a:pt x="691" y="20946"/>
                      <a:pt x="700" y="25031"/>
                    </a:cubicBezTo>
                    <a:cubicBezTo>
                      <a:pt x="705" y="29117"/>
                      <a:pt x="1" y="33893"/>
                      <a:pt x="4087" y="34820"/>
                    </a:cubicBezTo>
                    <a:cubicBezTo>
                      <a:pt x="4419" y="34895"/>
                      <a:pt x="4735" y="34930"/>
                      <a:pt x="5035" y="34930"/>
                    </a:cubicBezTo>
                    <a:cubicBezTo>
                      <a:pt x="8424" y="34930"/>
                      <a:pt x="9776" y="30433"/>
                      <a:pt x="9563" y="27883"/>
                    </a:cubicBezTo>
                    <a:cubicBezTo>
                      <a:pt x="9330" y="25107"/>
                      <a:pt x="10101" y="23721"/>
                      <a:pt x="12414" y="17198"/>
                    </a:cubicBezTo>
                    <a:cubicBezTo>
                      <a:pt x="14726" y="10675"/>
                      <a:pt x="13541" y="3751"/>
                      <a:pt x="13541" y="3751"/>
                    </a:cubicBezTo>
                    <a:cubicBezTo>
                      <a:pt x="12371" y="849"/>
                      <a:pt x="10477" y="0"/>
                      <a:pt x="8822" y="0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8" name="Google Shape;3448;p54"/>
              <p:cNvSpPr/>
              <p:nvPr/>
            </p:nvSpPr>
            <p:spPr>
              <a:xfrm>
                <a:off x="9953364" y="3189528"/>
                <a:ext cx="244976" cy="995715"/>
              </a:xfrm>
              <a:custGeom>
                <a:rect b="b" l="l" r="r" t="t"/>
                <a:pathLst>
                  <a:path extrusionOk="0" h="40938" w="10072">
                    <a:moveTo>
                      <a:pt x="2518" y="0"/>
                    </a:moveTo>
                    <a:cubicBezTo>
                      <a:pt x="1217" y="0"/>
                      <a:pt x="0" y="1091"/>
                      <a:pt x="117" y="2461"/>
                    </a:cubicBezTo>
                    <a:cubicBezTo>
                      <a:pt x="322" y="4853"/>
                      <a:pt x="6574" y="37767"/>
                      <a:pt x="7121" y="39807"/>
                    </a:cubicBezTo>
                    <a:cubicBezTo>
                      <a:pt x="7346" y="40637"/>
                      <a:pt x="7680" y="40937"/>
                      <a:pt x="8017" y="40937"/>
                    </a:cubicBezTo>
                    <a:cubicBezTo>
                      <a:pt x="8508" y="40937"/>
                      <a:pt x="9002" y="40298"/>
                      <a:pt x="9167" y="39727"/>
                    </a:cubicBezTo>
                    <a:cubicBezTo>
                      <a:pt x="9759" y="37691"/>
                      <a:pt x="10071" y="20438"/>
                      <a:pt x="8560" y="13849"/>
                    </a:cubicBezTo>
                    <a:cubicBezTo>
                      <a:pt x="7051" y="7264"/>
                      <a:pt x="5063" y="2180"/>
                      <a:pt x="5063" y="2180"/>
                    </a:cubicBezTo>
                    <a:cubicBezTo>
                      <a:pt x="4517" y="613"/>
                      <a:pt x="3494" y="0"/>
                      <a:pt x="2518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9" name="Google Shape;3449;p54"/>
              <p:cNvSpPr/>
              <p:nvPr/>
            </p:nvSpPr>
            <p:spPr>
              <a:xfrm>
                <a:off x="9921088" y="3178170"/>
                <a:ext cx="309115" cy="833265"/>
              </a:xfrm>
              <a:custGeom>
                <a:rect b="b" l="l" r="r" t="t"/>
                <a:pathLst>
                  <a:path extrusionOk="0" h="34259" w="12709">
                    <a:moveTo>
                      <a:pt x="4311" y="0"/>
                    </a:moveTo>
                    <a:cubicBezTo>
                      <a:pt x="1842" y="0"/>
                      <a:pt x="1" y="1980"/>
                      <a:pt x="339" y="4972"/>
                    </a:cubicBezTo>
                    <a:cubicBezTo>
                      <a:pt x="339" y="4972"/>
                      <a:pt x="527" y="15301"/>
                      <a:pt x="990" y="19618"/>
                    </a:cubicBezTo>
                    <a:cubicBezTo>
                      <a:pt x="1454" y="23931"/>
                      <a:pt x="3146" y="34259"/>
                      <a:pt x="3146" y="34259"/>
                    </a:cubicBezTo>
                    <a:lnTo>
                      <a:pt x="12708" y="34259"/>
                    </a:lnTo>
                    <a:cubicBezTo>
                      <a:pt x="12708" y="34259"/>
                      <a:pt x="9780" y="12525"/>
                      <a:pt x="9780" y="11371"/>
                    </a:cubicBezTo>
                    <a:cubicBezTo>
                      <a:pt x="9780" y="10212"/>
                      <a:pt x="9201" y="4283"/>
                      <a:pt x="9201" y="4283"/>
                    </a:cubicBezTo>
                    <a:cubicBezTo>
                      <a:pt x="9201" y="4283"/>
                      <a:pt x="9474" y="1583"/>
                      <a:pt x="6153" y="348"/>
                    </a:cubicBezTo>
                    <a:cubicBezTo>
                      <a:pt x="5518" y="112"/>
                      <a:pt x="4897" y="0"/>
                      <a:pt x="4311" y="0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0" name="Google Shape;3450;p54"/>
              <p:cNvSpPr/>
              <p:nvPr/>
            </p:nvSpPr>
            <p:spPr>
              <a:xfrm>
                <a:off x="9983500" y="3914655"/>
                <a:ext cx="234007" cy="2821"/>
              </a:xfrm>
              <a:custGeom>
                <a:rect b="b" l="l" r="r" t="t"/>
                <a:pathLst>
                  <a:path extrusionOk="0" h="116" w="9621">
                    <a:moveTo>
                      <a:pt x="1" y="0"/>
                    </a:moveTo>
                    <a:lnTo>
                      <a:pt x="1" y="111"/>
                    </a:lnTo>
                    <a:cubicBezTo>
                      <a:pt x="255" y="111"/>
                      <a:pt x="4251" y="116"/>
                      <a:pt x="7015" y="116"/>
                    </a:cubicBezTo>
                    <a:cubicBezTo>
                      <a:pt x="8444" y="116"/>
                      <a:pt x="9549" y="116"/>
                      <a:pt x="9620" y="111"/>
                    </a:cubicBezTo>
                    <a:lnTo>
                      <a:pt x="9616" y="0"/>
                    </a:lnTo>
                    <a:cubicBezTo>
                      <a:pt x="9545" y="3"/>
                      <a:pt x="8464" y="4"/>
                      <a:pt x="7050" y="4"/>
                    </a:cubicBezTo>
                    <a:cubicBezTo>
                      <a:pt x="4223" y="4"/>
                      <a:pt x="66" y="0"/>
                      <a:pt x="1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1" name="Google Shape;3451;p54"/>
              <p:cNvSpPr/>
              <p:nvPr/>
            </p:nvSpPr>
            <p:spPr>
              <a:xfrm>
                <a:off x="10183115" y="4045778"/>
                <a:ext cx="24" cy="24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2" name="Google Shape;3452;p54"/>
              <p:cNvSpPr/>
              <p:nvPr/>
            </p:nvSpPr>
            <p:spPr>
              <a:xfrm>
                <a:off x="9828857" y="4215792"/>
                <a:ext cx="362332" cy="46432"/>
              </a:xfrm>
              <a:custGeom>
                <a:rect b="b" l="l" r="r" t="t"/>
                <a:pathLst>
                  <a:path extrusionOk="0" h="1909" w="14897">
                    <a:moveTo>
                      <a:pt x="348" y="1"/>
                    </a:moveTo>
                    <a:cubicBezTo>
                      <a:pt x="54" y="1712"/>
                      <a:pt x="1" y="1908"/>
                      <a:pt x="1" y="1908"/>
                    </a:cubicBezTo>
                    <a:lnTo>
                      <a:pt x="14896" y="1908"/>
                    </a:lnTo>
                    <a:lnTo>
                      <a:pt x="14896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3" name="Google Shape;3453;p54"/>
              <p:cNvSpPr/>
              <p:nvPr/>
            </p:nvSpPr>
            <p:spPr>
              <a:xfrm>
                <a:off x="9837322" y="4048137"/>
                <a:ext cx="353868" cy="167679"/>
              </a:xfrm>
              <a:custGeom>
                <a:rect b="b" l="l" r="r" t="t"/>
                <a:pathLst>
                  <a:path extrusionOk="0" h="6894" w="14549">
                    <a:moveTo>
                      <a:pt x="10881" y="1"/>
                    </a:moveTo>
                    <a:cubicBezTo>
                      <a:pt x="10881" y="1"/>
                      <a:pt x="11304" y="3998"/>
                      <a:pt x="8287" y="4288"/>
                    </a:cubicBezTo>
                    <a:cubicBezTo>
                      <a:pt x="5272" y="4578"/>
                      <a:pt x="335" y="4979"/>
                      <a:pt x="23" y="6787"/>
                    </a:cubicBezTo>
                    <a:cubicBezTo>
                      <a:pt x="14" y="6827"/>
                      <a:pt x="10" y="6863"/>
                      <a:pt x="0" y="6894"/>
                    </a:cubicBezTo>
                    <a:lnTo>
                      <a:pt x="14548" y="6894"/>
                    </a:lnTo>
                    <a:lnTo>
                      <a:pt x="14548" y="1"/>
                    </a:lnTo>
                    <a:close/>
                  </a:path>
                </a:pathLst>
              </a:custGeom>
              <a:solidFill>
                <a:srgbClr val="4A18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4" name="Google Shape;3454;p54"/>
              <p:cNvSpPr/>
              <p:nvPr/>
            </p:nvSpPr>
            <p:spPr>
              <a:xfrm>
                <a:off x="9864611" y="4178214"/>
                <a:ext cx="161939" cy="38040"/>
              </a:xfrm>
              <a:custGeom>
                <a:rect b="b" l="l" r="r" t="t"/>
                <a:pathLst>
                  <a:path extrusionOk="0" h="1564" w="6658">
                    <a:moveTo>
                      <a:pt x="2394" y="1"/>
                    </a:moveTo>
                    <a:cubicBezTo>
                      <a:pt x="1134" y="1"/>
                      <a:pt x="19" y="40"/>
                      <a:pt x="1" y="40"/>
                    </a:cubicBezTo>
                    <a:lnTo>
                      <a:pt x="6" y="133"/>
                    </a:lnTo>
                    <a:cubicBezTo>
                      <a:pt x="24" y="133"/>
                      <a:pt x="1137" y="96"/>
                      <a:pt x="2394" y="96"/>
                    </a:cubicBezTo>
                    <a:cubicBezTo>
                      <a:pt x="3023" y="96"/>
                      <a:pt x="3688" y="105"/>
                      <a:pt x="4270" y="133"/>
                    </a:cubicBezTo>
                    <a:cubicBezTo>
                      <a:pt x="5989" y="223"/>
                      <a:pt x="6564" y="1550"/>
                      <a:pt x="6569" y="1564"/>
                    </a:cubicBezTo>
                    <a:lnTo>
                      <a:pt x="6657" y="1529"/>
                    </a:lnTo>
                    <a:cubicBezTo>
                      <a:pt x="6653" y="1515"/>
                      <a:pt x="6057" y="129"/>
                      <a:pt x="4274" y="40"/>
                    </a:cubicBezTo>
                    <a:cubicBezTo>
                      <a:pt x="3690" y="10"/>
                      <a:pt x="3024" y="1"/>
                      <a:pt x="23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5" name="Google Shape;3455;p54"/>
              <p:cNvSpPr/>
              <p:nvPr/>
            </p:nvSpPr>
            <p:spPr>
              <a:xfrm>
                <a:off x="10025018" y="4048137"/>
                <a:ext cx="122804" cy="117405"/>
              </a:xfrm>
              <a:custGeom>
                <a:rect b="b" l="l" r="r" t="t"/>
                <a:pathLst>
                  <a:path extrusionOk="0" h="4827" w="5049">
                    <a:moveTo>
                      <a:pt x="4928" y="1"/>
                    </a:moveTo>
                    <a:cubicBezTo>
                      <a:pt x="4928" y="41"/>
                      <a:pt x="4950" y="4038"/>
                      <a:pt x="3502" y="4551"/>
                    </a:cubicBezTo>
                    <a:cubicBezTo>
                      <a:pt x="3132" y="4681"/>
                      <a:pt x="2729" y="4730"/>
                      <a:pt x="2332" y="4730"/>
                    </a:cubicBezTo>
                    <a:cubicBezTo>
                      <a:pt x="1160" y="4730"/>
                      <a:pt x="49" y="4303"/>
                      <a:pt x="36" y="4296"/>
                    </a:cubicBezTo>
                    <a:lnTo>
                      <a:pt x="0" y="4385"/>
                    </a:lnTo>
                    <a:cubicBezTo>
                      <a:pt x="14" y="4390"/>
                      <a:pt x="1141" y="4827"/>
                      <a:pt x="2331" y="4827"/>
                    </a:cubicBezTo>
                    <a:cubicBezTo>
                      <a:pt x="2736" y="4827"/>
                      <a:pt x="3151" y="4773"/>
                      <a:pt x="3534" y="4640"/>
                    </a:cubicBezTo>
                    <a:cubicBezTo>
                      <a:pt x="5049" y="4105"/>
                      <a:pt x="5022" y="167"/>
                      <a:pt x="50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6" name="Google Shape;3456;p54"/>
              <p:cNvSpPr/>
              <p:nvPr/>
            </p:nvSpPr>
            <p:spPr>
              <a:xfrm>
                <a:off x="10098691" y="4059860"/>
                <a:ext cx="47940" cy="32860"/>
              </a:xfrm>
              <a:custGeom>
                <a:rect b="b" l="l" r="r" t="t"/>
                <a:pathLst>
                  <a:path extrusionOk="0" h="1351" w="1971">
                    <a:moveTo>
                      <a:pt x="1917" y="0"/>
                    </a:moveTo>
                    <a:lnTo>
                      <a:pt x="1" y="1270"/>
                    </a:lnTo>
                    <a:lnTo>
                      <a:pt x="54" y="1351"/>
                    </a:lnTo>
                    <a:lnTo>
                      <a:pt x="1971" y="80"/>
                    </a:lnTo>
                    <a:lnTo>
                      <a:pt x="19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7" name="Google Shape;3457;p54"/>
              <p:cNvSpPr/>
              <p:nvPr/>
            </p:nvSpPr>
            <p:spPr>
              <a:xfrm>
                <a:off x="10101634" y="4068422"/>
                <a:ext cx="41956" cy="24395"/>
              </a:xfrm>
              <a:custGeom>
                <a:rect b="b" l="l" r="r" t="t"/>
                <a:pathLst>
                  <a:path extrusionOk="0" h="1003" w="1725">
                    <a:moveTo>
                      <a:pt x="46" y="1"/>
                    </a:moveTo>
                    <a:lnTo>
                      <a:pt x="1" y="85"/>
                    </a:lnTo>
                    <a:lnTo>
                      <a:pt x="1681" y="1003"/>
                    </a:lnTo>
                    <a:lnTo>
                      <a:pt x="1724" y="918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8" name="Google Shape;3458;p54"/>
              <p:cNvSpPr/>
              <p:nvPr/>
            </p:nvSpPr>
            <p:spPr>
              <a:xfrm>
                <a:off x="10085387" y="4105149"/>
                <a:ext cx="55723" cy="21598"/>
              </a:xfrm>
              <a:custGeom>
                <a:rect b="b" l="l" r="r" t="t"/>
                <a:pathLst>
                  <a:path extrusionOk="0" h="888" w="2291">
                    <a:moveTo>
                      <a:pt x="2259" y="1"/>
                    </a:moveTo>
                    <a:lnTo>
                      <a:pt x="0" y="794"/>
                    </a:lnTo>
                    <a:lnTo>
                      <a:pt x="31" y="887"/>
                    </a:lnTo>
                    <a:lnTo>
                      <a:pt x="2291" y="90"/>
                    </a:lnTo>
                    <a:lnTo>
                      <a:pt x="22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9" name="Google Shape;3459;p54"/>
              <p:cNvSpPr/>
              <p:nvPr/>
            </p:nvSpPr>
            <p:spPr>
              <a:xfrm>
                <a:off x="10094702" y="4105271"/>
                <a:ext cx="39573" cy="27655"/>
              </a:xfrm>
              <a:custGeom>
                <a:rect b="b" l="l" r="r" t="t"/>
                <a:pathLst>
                  <a:path extrusionOk="0" h="1137" w="1627">
                    <a:moveTo>
                      <a:pt x="54" y="0"/>
                    </a:moveTo>
                    <a:lnTo>
                      <a:pt x="0" y="80"/>
                    </a:lnTo>
                    <a:lnTo>
                      <a:pt x="1573" y="1137"/>
                    </a:lnTo>
                    <a:lnTo>
                      <a:pt x="1627" y="1061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0" name="Google Shape;3460;p54"/>
              <p:cNvSpPr/>
              <p:nvPr/>
            </p:nvSpPr>
            <p:spPr>
              <a:xfrm>
                <a:off x="10002058" y="2471504"/>
                <a:ext cx="421776" cy="379139"/>
              </a:xfrm>
              <a:custGeom>
                <a:rect b="b" l="l" r="r" t="t"/>
                <a:pathLst>
                  <a:path extrusionOk="0" h="15588" w="17341">
                    <a:moveTo>
                      <a:pt x="4424" y="1"/>
                    </a:moveTo>
                    <a:cubicBezTo>
                      <a:pt x="4424" y="1"/>
                      <a:pt x="3097" y="1560"/>
                      <a:pt x="2370" y="4416"/>
                    </a:cubicBezTo>
                    <a:cubicBezTo>
                      <a:pt x="1578" y="7539"/>
                      <a:pt x="0" y="10395"/>
                      <a:pt x="4375" y="14129"/>
                    </a:cubicBezTo>
                    <a:cubicBezTo>
                      <a:pt x="5560" y="15139"/>
                      <a:pt x="7288" y="15588"/>
                      <a:pt x="9082" y="15588"/>
                    </a:cubicBezTo>
                    <a:cubicBezTo>
                      <a:pt x="13049" y="15588"/>
                      <a:pt x="17341" y="13393"/>
                      <a:pt x="16820" y="10213"/>
                    </a:cubicBezTo>
                    <a:cubicBezTo>
                      <a:pt x="16062" y="5592"/>
                      <a:pt x="12284" y="1"/>
                      <a:pt x="12284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1" name="Google Shape;3461;p54"/>
              <p:cNvSpPr/>
              <p:nvPr/>
            </p:nvSpPr>
            <p:spPr>
              <a:xfrm>
                <a:off x="10246937" y="2493929"/>
                <a:ext cx="98336" cy="57036"/>
              </a:xfrm>
              <a:custGeom>
                <a:rect b="b" l="l" r="r" t="t"/>
                <a:pathLst>
                  <a:path extrusionOk="0" h="2345" w="4043">
                    <a:moveTo>
                      <a:pt x="113" y="1"/>
                    </a:moveTo>
                    <a:lnTo>
                      <a:pt x="1" y="5"/>
                    </a:lnTo>
                    <a:cubicBezTo>
                      <a:pt x="1" y="36"/>
                      <a:pt x="60" y="780"/>
                      <a:pt x="1333" y="1769"/>
                    </a:cubicBezTo>
                    <a:cubicBezTo>
                      <a:pt x="1917" y="2219"/>
                      <a:pt x="2532" y="2344"/>
                      <a:pt x="3027" y="2344"/>
                    </a:cubicBezTo>
                    <a:cubicBezTo>
                      <a:pt x="3615" y="2344"/>
                      <a:pt x="4038" y="2170"/>
                      <a:pt x="4043" y="2166"/>
                    </a:cubicBezTo>
                    <a:lnTo>
                      <a:pt x="3998" y="2063"/>
                    </a:lnTo>
                    <a:cubicBezTo>
                      <a:pt x="3991" y="2066"/>
                      <a:pt x="3588" y="2232"/>
                      <a:pt x="3025" y="2232"/>
                    </a:cubicBezTo>
                    <a:cubicBezTo>
                      <a:pt x="2551" y="2232"/>
                      <a:pt x="1963" y="2114"/>
                      <a:pt x="1401" y="1680"/>
                    </a:cubicBezTo>
                    <a:cubicBezTo>
                      <a:pt x="175" y="727"/>
                      <a:pt x="113" y="9"/>
                      <a:pt x="113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2" name="Google Shape;3462;p54"/>
              <p:cNvSpPr/>
              <p:nvPr/>
            </p:nvSpPr>
            <p:spPr>
              <a:xfrm>
                <a:off x="10089935" y="2492640"/>
                <a:ext cx="225299" cy="2724"/>
              </a:xfrm>
              <a:custGeom>
                <a:rect b="b" l="l" r="r" t="t"/>
                <a:pathLst>
                  <a:path extrusionOk="0" h="112" w="9263">
                    <a:moveTo>
                      <a:pt x="0" y="0"/>
                    </a:moveTo>
                    <a:lnTo>
                      <a:pt x="0" y="111"/>
                    </a:lnTo>
                    <a:lnTo>
                      <a:pt x="9263" y="111"/>
                    </a:lnTo>
                    <a:lnTo>
                      <a:pt x="9263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3" name="Google Shape;3463;p54"/>
              <p:cNvSpPr/>
              <p:nvPr/>
            </p:nvSpPr>
            <p:spPr>
              <a:xfrm>
                <a:off x="10119657" y="2655212"/>
                <a:ext cx="294862" cy="690954"/>
              </a:xfrm>
              <a:custGeom>
                <a:rect b="b" l="l" r="r" t="t"/>
                <a:pathLst>
                  <a:path extrusionOk="0" h="28408" w="12123">
                    <a:moveTo>
                      <a:pt x="7749" y="1"/>
                    </a:moveTo>
                    <a:cubicBezTo>
                      <a:pt x="6329" y="1"/>
                      <a:pt x="5062" y="781"/>
                      <a:pt x="4361" y="1644"/>
                    </a:cubicBezTo>
                    <a:cubicBezTo>
                      <a:pt x="2998" y="3328"/>
                      <a:pt x="374" y="18731"/>
                      <a:pt x="181" y="22175"/>
                    </a:cubicBezTo>
                    <a:cubicBezTo>
                      <a:pt x="1" y="25428"/>
                      <a:pt x="472" y="28408"/>
                      <a:pt x="2459" y="28408"/>
                    </a:cubicBezTo>
                    <a:cubicBezTo>
                      <a:pt x="2576" y="28408"/>
                      <a:pt x="2697" y="28398"/>
                      <a:pt x="2824" y="28377"/>
                    </a:cubicBezTo>
                    <a:cubicBezTo>
                      <a:pt x="5123" y="27993"/>
                      <a:pt x="5889" y="22175"/>
                      <a:pt x="9009" y="14595"/>
                    </a:cubicBezTo>
                    <a:cubicBezTo>
                      <a:pt x="12123" y="7017"/>
                      <a:pt x="11859" y="2722"/>
                      <a:pt x="11859" y="2722"/>
                    </a:cubicBezTo>
                    <a:cubicBezTo>
                      <a:pt x="10589" y="707"/>
                      <a:pt x="9100" y="1"/>
                      <a:pt x="7749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4" name="Google Shape;3464;p54"/>
              <p:cNvSpPr/>
              <p:nvPr/>
            </p:nvSpPr>
            <p:spPr>
              <a:xfrm>
                <a:off x="10084633" y="2637529"/>
                <a:ext cx="358295" cy="849609"/>
              </a:xfrm>
              <a:custGeom>
                <a:rect b="b" l="l" r="r" t="t"/>
                <a:pathLst>
                  <a:path extrusionOk="0" h="34931" w="14731">
                    <a:moveTo>
                      <a:pt x="8823" y="0"/>
                    </a:moveTo>
                    <a:cubicBezTo>
                      <a:pt x="7072" y="0"/>
                      <a:pt x="5588" y="952"/>
                      <a:pt x="5507" y="1426"/>
                    </a:cubicBezTo>
                    <a:cubicBezTo>
                      <a:pt x="5355" y="2353"/>
                      <a:pt x="695" y="20950"/>
                      <a:pt x="700" y="25031"/>
                    </a:cubicBezTo>
                    <a:cubicBezTo>
                      <a:pt x="704" y="29117"/>
                      <a:pt x="0" y="33898"/>
                      <a:pt x="4086" y="34819"/>
                    </a:cubicBezTo>
                    <a:cubicBezTo>
                      <a:pt x="4420" y="34895"/>
                      <a:pt x="4738" y="34931"/>
                      <a:pt x="5039" y="34931"/>
                    </a:cubicBezTo>
                    <a:cubicBezTo>
                      <a:pt x="8428" y="34931"/>
                      <a:pt x="9774" y="30432"/>
                      <a:pt x="9561" y="27883"/>
                    </a:cubicBezTo>
                    <a:cubicBezTo>
                      <a:pt x="9330" y="25111"/>
                      <a:pt x="10101" y="23721"/>
                      <a:pt x="12417" y="17198"/>
                    </a:cubicBezTo>
                    <a:cubicBezTo>
                      <a:pt x="14730" y="10675"/>
                      <a:pt x="13540" y="3751"/>
                      <a:pt x="13540" y="3751"/>
                    </a:cubicBezTo>
                    <a:cubicBezTo>
                      <a:pt x="12369" y="849"/>
                      <a:pt x="10477" y="0"/>
                      <a:pt x="8823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5" name="Google Shape;3465;p54"/>
              <p:cNvSpPr/>
              <p:nvPr/>
            </p:nvSpPr>
            <p:spPr>
              <a:xfrm>
                <a:off x="10111144" y="3217986"/>
                <a:ext cx="244952" cy="995666"/>
              </a:xfrm>
              <a:custGeom>
                <a:rect b="b" l="l" r="r" t="t"/>
                <a:pathLst>
                  <a:path extrusionOk="0" h="40936" w="10071">
                    <a:moveTo>
                      <a:pt x="2517" y="1"/>
                    </a:moveTo>
                    <a:cubicBezTo>
                      <a:pt x="1215" y="1"/>
                      <a:pt x="0" y="1091"/>
                      <a:pt x="118" y="2459"/>
                    </a:cubicBezTo>
                    <a:cubicBezTo>
                      <a:pt x="323" y="4851"/>
                      <a:pt x="6569" y="37763"/>
                      <a:pt x="7122" y="39805"/>
                    </a:cubicBezTo>
                    <a:cubicBezTo>
                      <a:pt x="7347" y="40634"/>
                      <a:pt x="7680" y="40935"/>
                      <a:pt x="8016" y="40935"/>
                    </a:cubicBezTo>
                    <a:cubicBezTo>
                      <a:pt x="8506" y="40935"/>
                      <a:pt x="9000" y="40295"/>
                      <a:pt x="9166" y="39724"/>
                    </a:cubicBezTo>
                    <a:cubicBezTo>
                      <a:pt x="9754" y="37687"/>
                      <a:pt x="10071" y="20436"/>
                      <a:pt x="8561" y="13847"/>
                    </a:cubicBezTo>
                    <a:cubicBezTo>
                      <a:pt x="7046" y="7261"/>
                      <a:pt x="5063" y="2177"/>
                      <a:pt x="5063" y="2177"/>
                    </a:cubicBezTo>
                    <a:cubicBezTo>
                      <a:pt x="4515" y="612"/>
                      <a:pt x="3492" y="1"/>
                      <a:pt x="2517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54"/>
              <p:cNvSpPr/>
              <p:nvPr/>
            </p:nvSpPr>
            <p:spPr>
              <a:xfrm>
                <a:off x="10092440" y="3189188"/>
                <a:ext cx="309188" cy="833216"/>
              </a:xfrm>
              <a:custGeom>
                <a:rect b="b" l="l" r="r" t="t"/>
                <a:pathLst>
                  <a:path extrusionOk="0" h="34257" w="12712">
                    <a:moveTo>
                      <a:pt x="4312" y="0"/>
                    </a:moveTo>
                    <a:cubicBezTo>
                      <a:pt x="1843" y="0"/>
                      <a:pt x="0" y="1982"/>
                      <a:pt x="338" y="4970"/>
                    </a:cubicBezTo>
                    <a:cubicBezTo>
                      <a:pt x="338" y="4970"/>
                      <a:pt x="531" y="15298"/>
                      <a:pt x="989" y="19615"/>
                    </a:cubicBezTo>
                    <a:cubicBezTo>
                      <a:pt x="1452" y="23933"/>
                      <a:pt x="3150" y="34256"/>
                      <a:pt x="3150" y="34256"/>
                    </a:cubicBezTo>
                    <a:lnTo>
                      <a:pt x="12711" y="34256"/>
                    </a:lnTo>
                    <a:cubicBezTo>
                      <a:pt x="12711" y="34256"/>
                      <a:pt x="9780" y="12527"/>
                      <a:pt x="9780" y="11368"/>
                    </a:cubicBezTo>
                    <a:cubicBezTo>
                      <a:pt x="9780" y="10214"/>
                      <a:pt x="9205" y="4279"/>
                      <a:pt x="9205" y="4279"/>
                    </a:cubicBezTo>
                    <a:cubicBezTo>
                      <a:pt x="9205" y="4279"/>
                      <a:pt x="9472" y="1579"/>
                      <a:pt x="6157" y="349"/>
                    </a:cubicBezTo>
                    <a:cubicBezTo>
                      <a:pt x="5521" y="112"/>
                      <a:pt x="4899" y="0"/>
                      <a:pt x="4312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7" name="Google Shape;3467;p54"/>
              <p:cNvSpPr/>
              <p:nvPr/>
            </p:nvSpPr>
            <p:spPr>
              <a:xfrm>
                <a:off x="10154949" y="3925600"/>
                <a:ext cx="234007" cy="2821"/>
              </a:xfrm>
              <a:custGeom>
                <a:rect b="b" l="l" r="r" t="t"/>
                <a:pathLst>
                  <a:path extrusionOk="0" h="116" w="9621">
                    <a:moveTo>
                      <a:pt x="1" y="0"/>
                    </a:moveTo>
                    <a:lnTo>
                      <a:pt x="1" y="111"/>
                    </a:lnTo>
                    <a:cubicBezTo>
                      <a:pt x="254" y="111"/>
                      <a:pt x="4247" y="116"/>
                      <a:pt x="7009" y="116"/>
                    </a:cubicBezTo>
                    <a:cubicBezTo>
                      <a:pt x="8444" y="116"/>
                      <a:pt x="9544" y="116"/>
                      <a:pt x="9620" y="111"/>
                    </a:cubicBezTo>
                    <a:lnTo>
                      <a:pt x="9611" y="0"/>
                    </a:lnTo>
                    <a:cubicBezTo>
                      <a:pt x="9541" y="3"/>
                      <a:pt x="8461" y="4"/>
                      <a:pt x="7047" y="4"/>
                    </a:cubicBezTo>
                    <a:cubicBezTo>
                      <a:pt x="4221" y="4"/>
                      <a:pt x="63" y="0"/>
                      <a:pt x="1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8" name="Google Shape;3468;p54"/>
              <p:cNvSpPr/>
              <p:nvPr/>
            </p:nvSpPr>
            <p:spPr>
              <a:xfrm>
                <a:off x="10336565" y="4056723"/>
                <a:ext cx="24" cy="24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54"/>
              <p:cNvSpPr/>
              <p:nvPr/>
            </p:nvSpPr>
            <p:spPr>
              <a:xfrm>
                <a:off x="9982308" y="4226859"/>
                <a:ext cx="362186" cy="46286"/>
              </a:xfrm>
              <a:custGeom>
                <a:rect b="b" l="l" r="r" t="t"/>
                <a:pathLst>
                  <a:path extrusionOk="0" h="1903" w="14891">
                    <a:moveTo>
                      <a:pt x="348" y="0"/>
                    </a:moveTo>
                    <a:cubicBezTo>
                      <a:pt x="54" y="1707"/>
                      <a:pt x="1" y="1902"/>
                      <a:pt x="1" y="1902"/>
                    </a:cubicBezTo>
                    <a:lnTo>
                      <a:pt x="14891" y="1902"/>
                    </a:lnTo>
                    <a:lnTo>
                      <a:pt x="14891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54"/>
              <p:cNvSpPr/>
              <p:nvPr/>
            </p:nvSpPr>
            <p:spPr>
              <a:xfrm>
                <a:off x="9990772" y="4059106"/>
                <a:ext cx="353722" cy="167777"/>
              </a:xfrm>
              <a:custGeom>
                <a:rect b="b" l="l" r="r" t="t"/>
                <a:pathLst>
                  <a:path extrusionOk="0" h="6898" w="14543">
                    <a:moveTo>
                      <a:pt x="10880" y="0"/>
                    </a:moveTo>
                    <a:cubicBezTo>
                      <a:pt x="10880" y="0"/>
                      <a:pt x="11304" y="3997"/>
                      <a:pt x="8287" y="4287"/>
                    </a:cubicBezTo>
                    <a:cubicBezTo>
                      <a:pt x="5272" y="4576"/>
                      <a:pt x="335" y="4982"/>
                      <a:pt x="18" y="6790"/>
                    </a:cubicBezTo>
                    <a:cubicBezTo>
                      <a:pt x="14" y="6827"/>
                      <a:pt x="10" y="6862"/>
                      <a:pt x="0" y="6897"/>
                    </a:cubicBezTo>
                    <a:lnTo>
                      <a:pt x="14543" y="6897"/>
                    </a:lnTo>
                    <a:lnTo>
                      <a:pt x="14543" y="0"/>
                    </a:lnTo>
                    <a:close/>
                  </a:path>
                </a:pathLst>
              </a:custGeom>
              <a:solidFill>
                <a:srgbClr val="4A18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54"/>
              <p:cNvSpPr/>
              <p:nvPr/>
            </p:nvSpPr>
            <p:spPr>
              <a:xfrm>
                <a:off x="10018062" y="4189207"/>
                <a:ext cx="161939" cy="38113"/>
              </a:xfrm>
              <a:custGeom>
                <a:rect b="b" l="l" r="r" t="t"/>
                <a:pathLst>
                  <a:path extrusionOk="0" h="1567" w="6658">
                    <a:moveTo>
                      <a:pt x="2392" y="1"/>
                    </a:moveTo>
                    <a:cubicBezTo>
                      <a:pt x="1132" y="1"/>
                      <a:pt x="19" y="38"/>
                      <a:pt x="1" y="38"/>
                    </a:cubicBezTo>
                    <a:lnTo>
                      <a:pt x="6" y="136"/>
                    </a:lnTo>
                    <a:cubicBezTo>
                      <a:pt x="20" y="133"/>
                      <a:pt x="1108" y="95"/>
                      <a:pt x="2347" y="95"/>
                    </a:cubicBezTo>
                    <a:cubicBezTo>
                      <a:pt x="2990" y="95"/>
                      <a:pt x="3673" y="105"/>
                      <a:pt x="4270" y="136"/>
                    </a:cubicBezTo>
                    <a:cubicBezTo>
                      <a:pt x="5989" y="221"/>
                      <a:pt x="6564" y="1552"/>
                      <a:pt x="6569" y="1566"/>
                    </a:cubicBezTo>
                    <a:lnTo>
                      <a:pt x="6657" y="1531"/>
                    </a:lnTo>
                    <a:cubicBezTo>
                      <a:pt x="6649" y="1513"/>
                      <a:pt x="6057" y="127"/>
                      <a:pt x="4274" y="38"/>
                    </a:cubicBezTo>
                    <a:cubicBezTo>
                      <a:pt x="3689" y="10"/>
                      <a:pt x="3022" y="1"/>
                      <a:pt x="23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54"/>
              <p:cNvSpPr/>
              <p:nvPr/>
            </p:nvSpPr>
            <p:spPr>
              <a:xfrm>
                <a:off x="10178469" y="4059106"/>
                <a:ext cx="122804" cy="117380"/>
              </a:xfrm>
              <a:custGeom>
                <a:rect b="b" l="l" r="r" t="t"/>
                <a:pathLst>
                  <a:path extrusionOk="0" h="4826" w="5049">
                    <a:moveTo>
                      <a:pt x="4924" y="0"/>
                    </a:moveTo>
                    <a:cubicBezTo>
                      <a:pt x="4924" y="41"/>
                      <a:pt x="4950" y="4037"/>
                      <a:pt x="3502" y="4549"/>
                    </a:cubicBezTo>
                    <a:cubicBezTo>
                      <a:pt x="3130" y="4681"/>
                      <a:pt x="2724" y="4731"/>
                      <a:pt x="2326" y="4731"/>
                    </a:cubicBezTo>
                    <a:cubicBezTo>
                      <a:pt x="1155" y="4731"/>
                      <a:pt x="49" y="4302"/>
                      <a:pt x="36" y="4295"/>
                    </a:cubicBezTo>
                    <a:lnTo>
                      <a:pt x="0" y="4384"/>
                    </a:lnTo>
                    <a:cubicBezTo>
                      <a:pt x="14" y="4388"/>
                      <a:pt x="1137" y="4826"/>
                      <a:pt x="2330" y="4826"/>
                    </a:cubicBezTo>
                    <a:cubicBezTo>
                      <a:pt x="2736" y="4826"/>
                      <a:pt x="3151" y="4777"/>
                      <a:pt x="3533" y="4639"/>
                    </a:cubicBezTo>
                    <a:cubicBezTo>
                      <a:pt x="5049" y="4104"/>
                      <a:pt x="5022" y="165"/>
                      <a:pt x="50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54"/>
              <p:cNvSpPr/>
              <p:nvPr/>
            </p:nvSpPr>
            <p:spPr>
              <a:xfrm>
                <a:off x="10252142" y="4070806"/>
                <a:ext cx="47940" cy="32860"/>
              </a:xfrm>
              <a:custGeom>
                <a:rect b="b" l="l" r="r" t="t"/>
                <a:pathLst>
                  <a:path extrusionOk="0" h="1351" w="1971">
                    <a:moveTo>
                      <a:pt x="1917" y="0"/>
                    </a:moveTo>
                    <a:lnTo>
                      <a:pt x="1" y="1275"/>
                    </a:lnTo>
                    <a:lnTo>
                      <a:pt x="50" y="1351"/>
                    </a:lnTo>
                    <a:lnTo>
                      <a:pt x="1971" y="80"/>
                    </a:lnTo>
                    <a:lnTo>
                      <a:pt x="19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4" name="Google Shape;3474;p54"/>
              <p:cNvSpPr/>
              <p:nvPr/>
            </p:nvSpPr>
            <p:spPr>
              <a:xfrm>
                <a:off x="10255085" y="4079367"/>
                <a:ext cx="41956" cy="24420"/>
              </a:xfrm>
              <a:custGeom>
                <a:rect b="b" l="l" r="r" t="t"/>
                <a:pathLst>
                  <a:path extrusionOk="0" h="1004" w="1725">
                    <a:moveTo>
                      <a:pt x="46" y="0"/>
                    </a:moveTo>
                    <a:lnTo>
                      <a:pt x="1" y="86"/>
                    </a:lnTo>
                    <a:lnTo>
                      <a:pt x="1681" y="1003"/>
                    </a:lnTo>
                    <a:lnTo>
                      <a:pt x="1724" y="919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5" name="Google Shape;3475;p54"/>
              <p:cNvSpPr/>
              <p:nvPr/>
            </p:nvSpPr>
            <p:spPr>
              <a:xfrm>
                <a:off x="10238740" y="4116094"/>
                <a:ext cx="55820" cy="21598"/>
              </a:xfrm>
              <a:custGeom>
                <a:rect b="b" l="l" r="r" t="t"/>
                <a:pathLst>
                  <a:path extrusionOk="0" h="888" w="2295">
                    <a:moveTo>
                      <a:pt x="2263" y="1"/>
                    </a:moveTo>
                    <a:lnTo>
                      <a:pt x="0" y="799"/>
                    </a:lnTo>
                    <a:lnTo>
                      <a:pt x="35" y="887"/>
                    </a:lnTo>
                    <a:lnTo>
                      <a:pt x="2295" y="90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54"/>
              <p:cNvSpPr/>
              <p:nvPr/>
            </p:nvSpPr>
            <p:spPr>
              <a:xfrm>
                <a:off x="10248153" y="4116216"/>
                <a:ext cx="39475" cy="27776"/>
              </a:xfrm>
              <a:custGeom>
                <a:rect b="b" l="l" r="r" t="t"/>
                <a:pathLst>
                  <a:path extrusionOk="0" h="1142" w="1623">
                    <a:moveTo>
                      <a:pt x="54" y="0"/>
                    </a:moveTo>
                    <a:lnTo>
                      <a:pt x="0" y="80"/>
                    </a:lnTo>
                    <a:lnTo>
                      <a:pt x="1573" y="1141"/>
                    </a:lnTo>
                    <a:lnTo>
                      <a:pt x="1622" y="1061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477" name="Google Shape;3477;p54"/>
          <p:cNvSpPr txBox="1"/>
          <p:nvPr>
            <p:ph type="ctrTitle"/>
          </p:nvPr>
        </p:nvSpPr>
        <p:spPr>
          <a:xfrm flipH="1">
            <a:off x="4876088" y="799350"/>
            <a:ext cx="1300500" cy="94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designer</a:t>
            </a:r>
            <a:endParaRPr/>
          </a:p>
        </p:txBody>
      </p:sp>
      <p:sp>
        <p:nvSpPr>
          <p:cNvPr id="3478" name="Google Shape;3478;p54"/>
          <p:cNvSpPr txBox="1"/>
          <p:nvPr>
            <p:ph type="ctrTitle"/>
          </p:nvPr>
        </p:nvSpPr>
        <p:spPr>
          <a:xfrm flipH="1">
            <a:off x="3008850" y="799350"/>
            <a:ext cx="1232100" cy="94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designer</a:t>
            </a:r>
            <a:endParaRPr/>
          </a:p>
        </p:txBody>
      </p:sp>
      <p:sp>
        <p:nvSpPr>
          <p:cNvPr id="3479" name="Google Shape;3479;p54"/>
          <p:cNvSpPr/>
          <p:nvPr/>
        </p:nvSpPr>
        <p:spPr>
          <a:xfrm>
            <a:off x="8421300" y="125"/>
            <a:ext cx="722700" cy="5143500"/>
          </a:xfrm>
          <a:prstGeom prst="rect">
            <a:avLst/>
          </a:prstGeom>
          <a:solidFill>
            <a:srgbClr val="FF3C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0" name="Google Shape;3480;p54"/>
          <p:cNvSpPr txBox="1"/>
          <p:nvPr>
            <p:ph type="ctrTitle"/>
          </p:nvPr>
        </p:nvSpPr>
        <p:spPr>
          <a:xfrm flipH="1">
            <a:off x="2643400" y="0"/>
            <a:ext cx="3857100" cy="94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CAREER IN UI/UX DESIGN</a:t>
            </a:r>
            <a:endParaRPr sz="2000"/>
          </a:p>
        </p:txBody>
      </p:sp>
      <p:grpSp>
        <p:nvGrpSpPr>
          <p:cNvPr id="3481" name="Google Shape;3481;p54"/>
          <p:cNvGrpSpPr/>
          <p:nvPr/>
        </p:nvGrpSpPr>
        <p:grpSpPr>
          <a:xfrm>
            <a:off x="1328833" y="1737932"/>
            <a:ext cx="1043733" cy="2570320"/>
            <a:chOff x="6543075" y="1641125"/>
            <a:chExt cx="468525" cy="1153800"/>
          </a:xfrm>
        </p:grpSpPr>
        <p:sp>
          <p:nvSpPr>
            <p:cNvPr id="3482" name="Google Shape;3482;p54"/>
            <p:cNvSpPr/>
            <p:nvPr/>
          </p:nvSpPr>
          <p:spPr>
            <a:xfrm>
              <a:off x="6842800" y="1742400"/>
              <a:ext cx="117875" cy="124100"/>
            </a:xfrm>
            <a:custGeom>
              <a:rect b="b" l="l" r="r" t="t"/>
              <a:pathLst>
                <a:path extrusionOk="0" h="4964" w="4715">
                  <a:moveTo>
                    <a:pt x="687" y="1"/>
                  </a:moveTo>
                  <a:lnTo>
                    <a:pt x="282" y="89"/>
                  </a:lnTo>
                  <a:cubicBezTo>
                    <a:pt x="282" y="89"/>
                    <a:pt x="1" y="607"/>
                    <a:pt x="103" y="2473"/>
                  </a:cubicBezTo>
                  <a:cubicBezTo>
                    <a:pt x="201" y="4173"/>
                    <a:pt x="1326" y="4964"/>
                    <a:pt x="2654" y="4964"/>
                  </a:cubicBezTo>
                  <a:cubicBezTo>
                    <a:pt x="2781" y="4964"/>
                    <a:pt x="2910" y="4956"/>
                    <a:pt x="3040" y="4942"/>
                  </a:cubicBezTo>
                  <a:cubicBezTo>
                    <a:pt x="4527" y="4782"/>
                    <a:pt x="4714" y="3899"/>
                    <a:pt x="4545" y="2291"/>
                  </a:cubicBezTo>
                  <a:cubicBezTo>
                    <a:pt x="4415" y="1051"/>
                    <a:pt x="3485" y="611"/>
                    <a:pt x="2621" y="611"/>
                  </a:cubicBezTo>
                  <a:cubicBezTo>
                    <a:pt x="2364" y="611"/>
                    <a:pt x="2113" y="650"/>
                    <a:pt x="1890" y="718"/>
                  </a:cubicBezTo>
                  <a:cubicBezTo>
                    <a:pt x="1765" y="756"/>
                    <a:pt x="1652" y="773"/>
                    <a:pt x="1551" y="773"/>
                  </a:cubicBezTo>
                  <a:cubicBezTo>
                    <a:pt x="859" y="773"/>
                    <a:pt x="687" y="1"/>
                    <a:pt x="687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54"/>
            <p:cNvSpPr/>
            <p:nvPr/>
          </p:nvSpPr>
          <p:spPr>
            <a:xfrm>
              <a:off x="6725900" y="2045750"/>
              <a:ext cx="136525" cy="318050"/>
            </a:xfrm>
            <a:custGeom>
              <a:rect b="b" l="l" r="r" t="t"/>
              <a:pathLst>
                <a:path extrusionOk="0" h="12722" w="5461">
                  <a:moveTo>
                    <a:pt x="3553" y="0"/>
                  </a:moveTo>
                  <a:cubicBezTo>
                    <a:pt x="2764" y="0"/>
                    <a:pt x="2069" y="569"/>
                    <a:pt x="1727" y="992"/>
                  </a:cubicBezTo>
                  <a:cubicBezTo>
                    <a:pt x="1130" y="1723"/>
                    <a:pt x="163" y="8998"/>
                    <a:pt x="79" y="10501"/>
                  </a:cubicBezTo>
                  <a:cubicBezTo>
                    <a:pt x="1" y="11880"/>
                    <a:pt x="344" y="12721"/>
                    <a:pt x="1178" y="12721"/>
                  </a:cubicBezTo>
                  <a:cubicBezTo>
                    <a:pt x="1252" y="12721"/>
                    <a:pt x="1329" y="12715"/>
                    <a:pt x="1411" y="12702"/>
                  </a:cubicBezTo>
                  <a:cubicBezTo>
                    <a:pt x="2413" y="12537"/>
                    <a:pt x="2743" y="10001"/>
                    <a:pt x="4102" y="6699"/>
                  </a:cubicBezTo>
                  <a:cubicBezTo>
                    <a:pt x="5460" y="3398"/>
                    <a:pt x="5345" y="1206"/>
                    <a:pt x="5345" y="1206"/>
                  </a:cubicBezTo>
                  <a:cubicBezTo>
                    <a:pt x="4765" y="308"/>
                    <a:pt x="4134" y="0"/>
                    <a:pt x="355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54"/>
            <p:cNvSpPr/>
            <p:nvPr/>
          </p:nvSpPr>
          <p:spPr>
            <a:xfrm>
              <a:off x="6726700" y="2309750"/>
              <a:ext cx="105650" cy="339800"/>
            </a:xfrm>
            <a:custGeom>
              <a:rect b="b" l="l" r="r" t="t"/>
              <a:pathLst>
                <a:path extrusionOk="0" h="13592" w="4226">
                  <a:moveTo>
                    <a:pt x="1096" y="0"/>
                  </a:moveTo>
                  <a:cubicBezTo>
                    <a:pt x="529" y="0"/>
                    <a:pt x="0" y="476"/>
                    <a:pt x="51" y="1072"/>
                  </a:cubicBezTo>
                  <a:cubicBezTo>
                    <a:pt x="114" y="1798"/>
                    <a:pt x="1459" y="9003"/>
                    <a:pt x="2346" y="13592"/>
                  </a:cubicBezTo>
                  <a:lnTo>
                    <a:pt x="4199" y="13592"/>
                  </a:lnTo>
                  <a:cubicBezTo>
                    <a:pt x="4225" y="10990"/>
                    <a:pt x="4114" y="7711"/>
                    <a:pt x="3727" y="6031"/>
                  </a:cubicBezTo>
                  <a:cubicBezTo>
                    <a:pt x="3067" y="3162"/>
                    <a:pt x="2203" y="947"/>
                    <a:pt x="2203" y="947"/>
                  </a:cubicBezTo>
                  <a:cubicBezTo>
                    <a:pt x="1965" y="267"/>
                    <a:pt x="1520" y="0"/>
                    <a:pt x="109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54"/>
            <p:cNvSpPr/>
            <p:nvPr/>
          </p:nvSpPr>
          <p:spPr>
            <a:xfrm>
              <a:off x="6785325" y="2649525"/>
              <a:ext cx="46350" cy="106000"/>
            </a:xfrm>
            <a:custGeom>
              <a:rect b="b" l="l" r="r" t="t"/>
              <a:pathLst>
                <a:path extrusionOk="0" h="4240" w="1854">
                  <a:moveTo>
                    <a:pt x="1" y="1"/>
                  </a:moveTo>
                  <a:cubicBezTo>
                    <a:pt x="383" y="1983"/>
                    <a:pt x="683" y="3480"/>
                    <a:pt x="753" y="3748"/>
                  </a:cubicBezTo>
                  <a:cubicBezTo>
                    <a:pt x="851" y="4109"/>
                    <a:pt x="997" y="4239"/>
                    <a:pt x="1144" y="4239"/>
                  </a:cubicBezTo>
                  <a:cubicBezTo>
                    <a:pt x="1358" y="4239"/>
                    <a:pt x="1573" y="3961"/>
                    <a:pt x="1645" y="3712"/>
                  </a:cubicBezTo>
                  <a:cubicBezTo>
                    <a:pt x="1752" y="3347"/>
                    <a:pt x="1837" y="1841"/>
                    <a:pt x="1854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54"/>
            <p:cNvSpPr/>
            <p:nvPr/>
          </p:nvSpPr>
          <p:spPr>
            <a:xfrm>
              <a:off x="6829550" y="26930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54"/>
            <p:cNvSpPr/>
            <p:nvPr/>
          </p:nvSpPr>
          <p:spPr>
            <a:xfrm>
              <a:off x="6670925" y="2769150"/>
              <a:ext cx="162225" cy="20850"/>
            </a:xfrm>
            <a:custGeom>
              <a:rect b="b" l="l" r="r" t="t"/>
              <a:pathLst>
                <a:path extrusionOk="0" h="834" w="6489">
                  <a:moveTo>
                    <a:pt x="153" y="1"/>
                  </a:moveTo>
                  <a:cubicBezTo>
                    <a:pt x="23" y="749"/>
                    <a:pt x="1" y="834"/>
                    <a:pt x="1" y="834"/>
                  </a:cubicBezTo>
                  <a:lnTo>
                    <a:pt x="6488" y="834"/>
                  </a:lnTo>
                  <a:lnTo>
                    <a:pt x="6488" y="1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54"/>
            <p:cNvSpPr/>
            <p:nvPr/>
          </p:nvSpPr>
          <p:spPr>
            <a:xfrm>
              <a:off x="6674725" y="2694100"/>
              <a:ext cx="158425" cy="75075"/>
            </a:xfrm>
            <a:custGeom>
              <a:rect b="b" l="l" r="r" t="t"/>
              <a:pathLst>
                <a:path extrusionOk="0" h="3003" w="6337">
                  <a:moveTo>
                    <a:pt x="4737" y="0"/>
                  </a:moveTo>
                  <a:cubicBezTo>
                    <a:pt x="4737" y="0"/>
                    <a:pt x="4924" y="1742"/>
                    <a:pt x="3610" y="1867"/>
                  </a:cubicBezTo>
                  <a:cubicBezTo>
                    <a:pt x="2294" y="1997"/>
                    <a:pt x="143" y="2170"/>
                    <a:pt x="9" y="2959"/>
                  </a:cubicBezTo>
                  <a:cubicBezTo>
                    <a:pt x="5" y="2976"/>
                    <a:pt x="5" y="2990"/>
                    <a:pt x="1" y="3003"/>
                  </a:cubicBezTo>
                  <a:lnTo>
                    <a:pt x="6336" y="3003"/>
                  </a:lnTo>
                  <a:lnTo>
                    <a:pt x="6336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54"/>
            <p:cNvSpPr/>
            <p:nvPr/>
          </p:nvSpPr>
          <p:spPr>
            <a:xfrm>
              <a:off x="6686975" y="2752350"/>
              <a:ext cx="72425" cy="17075"/>
            </a:xfrm>
            <a:custGeom>
              <a:rect b="b" l="l" r="r" t="t"/>
              <a:pathLst>
                <a:path extrusionOk="0" h="683" w="2897">
                  <a:moveTo>
                    <a:pt x="1040" y="0"/>
                  </a:moveTo>
                  <a:cubicBezTo>
                    <a:pt x="491" y="0"/>
                    <a:pt x="6" y="19"/>
                    <a:pt x="1" y="19"/>
                  </a:cubicBezTo>
                  <a:lnTo>
                    <a:pt x="1" y="58"/>
                  </a:lnTo>
                  <a:cubicBezTo>
                    <a:pt x="6" y="58"/>
                    <a:pt x="491" y="42"/>
                    <a:pt x="1040" y="42"/>
                  </a:cubicBezTo>
                  <a:cubicBezTo>
                    <a:pt x="1314" y="42"/>
                    <a:pt x="1604" y="46"/>
                    <a:pt x="1858" y="58"/>
                  </a:cubicBezTo>
                  <a:cubicBezTo>
                    <a:pt x="2606" y="99"/>
                    <a:pt x="2857" y="677"/>
                    <a:pt x="2861" y="683"/>
                  </a:cubicBezTo>
                  <a:lnTo>
                    <a:pt x="2896" y="669"/>
                  </a:lnTo>
                  <a:cubicBezTo>
                    <a:pt x="2896" y="660"/>
                    <a:pt x="2633" y="58"/>
                    <a:pt x="1858" y="19"/>
                  </a:cubicBezTo>
                  <a:cubicBezTo>
                    <a:pt x="1604" y="5"/>
                    <a:pt x="1314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54"/>
            <p:cNvSpPr/>
            <p:nvPr/>
          </p:nvSpPr>
          <p:spPr>
            <a:xfrm>
              <a:off x="6758700" y="2694100"/>
              <a:ext cx="55075" cy="52600"/>
            </a:xfrm>
            <a:custGeom>
              <a:rect b="b" l="l" r="r" t="t"/>
              <a:pathLst>
                <a:path extrusionOk="0" h="2104" w="2203">
                  <a:moveTo>
                    <a:pt x="2149" y="0"/>
                  </a:moveTo>
                  <a:cubicBezTo>
                    <a:pt x="2149" y="19"/>
                    <a:pt x="2157" y="1760"/>
                    <a:pt x="1524" y="1983"/>
                  </a:cubicBezTo>
                  <a:cubicBezTo>
                    <a:pt x="1363" y="2041"/>
                    <a:pt x="1187" y="2062"/>
                    <a:pt x="1014" y="2062"/>
                  </a:cubicBezTo>
                  <a:cubicBezTo>
                    <a:pt x="506" y="2062"/>
                    <a:pt x="25" y="1875"/>
                    <a:pt x="19" y="1872"/>
                  </a:cubicBezTo>
                  <a:lnTo>
                    <a:pt x="0" y="1911"/>
                  </a:lnTo>
                  <a:cubicBezTo>
                    <a:pt x="10" y="1917"/>
                    <a:pt x="496" y="2104"/>
                    <a:pt x="1016" y="2104"/>
                  </a:cubicBezTo>
                  <a:cubicBezTo>
                    <a:pt x="1195" y="2104"/>
                    <a:pt x="1374" y="2081"/>
                    <a:pt x="1542" y="2023"/>
                  </a:cubicBezTo>
                  <a:cubicBezTo>
                    <a:pt x="2202" y="1787"/>
                    <a:pt x="2188" y="76"/>
                    <a:pt x="21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54"/>
            <p:cNvSpPr/>
            <p:nvPr/>
          </p:nvSpPr>
          <p:spPr>
            <a:xfrm>
              <a:off x="6791700" y="2699450"/>
              <a:ext cx="21500" cy="14725"/>
            </a:xfrm>
            <a:custGeom>
              <a:rect b="b" l="l" r="r" t="t"/>
              <a:pathLst>
                <a:path extrusionOk="0" h="589" w="860">
                  <a:moveTo>
                    <a:pt x="837" y="0"/>
                  </a:moveTo>
                  <a:lnTo>
                    <a:pt x="0" y="553"/>
                  </a:lnTo>
                  <a:lnTo>
                    <a:pt x="21" y="588"/>
                  </a:lnTo>
                  <a:lnTo>
                    <a:pt x="860" y="3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54"/>
            <p:cNvSpPr/>
            <p:nvPr/>
          </p:nvSpPr>
          <p:spPr>
            <a:xfrm>
              <a:off x="6793025" y="2703250"/>
              <a:ext cx="18850" cy="10925"/>
            </a:xfrm>
            <a:custGeom>
              <a:rect b="b" l="l" r="r" t="t"/>
              <a:pathLst>
                <a:path extrusionOk="0" h="437" w="754">
                  <a:moveTo>
                    <a:pt x="22" y="0"/>
                  </a:moveTo>
                  <a:lnTo>
                    <a:pt x="1" y="35"/>
                  </a:lnTo>
                  <a:lnTo>
                    <a:pt x="731" y="436"/>
                  </a:lnTo>
                  <a:lnTo>
                    <a:pt x="753" y="401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54"/>
            <p:cNvSpPr/>
            <p:nvPr/>
          </p:nvSpPr>
          <p:spPr>
            <a:xfrm>
              <a:off x="6785775" y="2719700"/>
              <a:ext cx="24975" cy="9625"/>
            </a:xfrm>
            <a:custGeom>
              <a:rect b="b" l="l" r="r" t="t"/>
              <a:pathLst>
                <a:path extrusionOk="0" h="385" w="999">
                  <a:moveTo>
                    <a:pt x="986" y="1"/>
                  </a:moveTo>
                  <a:lnTo>
                    <a:pt x="1" y="344"/>
                  </a:lnTo>
                  <a:lnTo>
                    <a:pt x="14" y="385"/>
                  </a:lnTo>
                  <a:lnTo>
                    <a:pt x="998" y="37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54"/>
            <p:cNvSpPr/>
            <p:nvPr/>
          </p:nvSpPr>
          <p:spPr>
            <a:xfrm>
              <a:off x="6789900" y="2719700"/>
              <a:ext cx="17725" cy="12400"/>
            </a:xfrm>
            <a:custGeom>
              <a:rect b="b" l="l" r="r" t="t"/>
              <a:pathLst>
                <a:path extrusionOk="0" h="496" w="709">
                  <a:moveTo>
                    <a:pt x="23" y="1"/>
                  </a:moveTo>
                  <a:lnTo>
                    <a:pt x="0" y="37"/>
                  </a:lnTo>
                  <a:lnTo>
                    <a:pt x="687" y="496"/>
                  </a:lnTo>
                  <a:lnTo>
                    <a:pt x="708" y="465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54"/>
            <p:cNvSpPr/>
            <p:nvPr/>
          </p:nvSpPr>
          <p:spPr>
            <a:xfrm>
              <a:off x="6694550" y="1820600"/>
              <a:ext cx="96250" cy="220450"/>
            </a:xfrm>
            <a:custGeom>
              <a:rect b="b" l="l" r="r" t="t"/>
              <a:pathLst>
                <a:path extrusionOk="0" h="8818" w="3850">
                  <a:moveTo>
                    <a:pt x="2732" y="0"/>
                  </a:moveTo>
                  <a:cubicBezTo>
                    <a:pt x="2166" y="0"/>
                    <a:pt x="1720" y="724"/>
                    <a:pt x="1658" y="958"/>
                  </a:cubicBezTo>
                  <a:cubicBezTo>
                    <a:pt x="1658" y="958"/>
                    <a:pt x="0" y="7049"/>
                    <a:pt x="179" y="8145"/>
                  </a:cubicBezTo>
                  <a:cubicBezTo>
                    <a:pt x="257" y="8626"/>
                    <a:pt x="539" y="8817"/>
                    <a:pt x="862" y="8817"/>
                  </a:cubicBezTo>
                  <a:cubicBezTo>
                    <a:pt x="1279" y="8817"/>
                    <a:pt x="1764" y="8498"/>
                    <a:pt x="1966" y="8069"/>
                  </a:cubicBezTo>
                  <a:cubicBezTo>
                    <a:pt x="2322" y="7307"/>
                    <a:pt x="3726" y="2184"/>
                    <a:pt x="3707" y="1804"/>
                  </a:cubicBezTo>
                  <a:cubicBezTo>
                    <a:pt x="3694" y="1426"/>
                    <a:pt x="3850" y="570"/>
                    <a:pt x="3115" y="116"/>
                  </a:cubicBezTo>
                  <a:cubicBezTo>
                    <a:pt x="2983" y="35"/>
                    <a:pt x="2855" y="0"/>
                    <a:pt x="2732" y="0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54"/>
            <p:cNvSpPr/>
            <p:nvPr/>
          </p:nvSpPr>
          <p:spPr>
            <a:xfrm>
              <a:off x="6723275" y="1839250"/>
              <a:ext cx="69775" cy="103225"/>
            </a:xfrm>
            <a:custGeom>
              <a:rect b="b" l="l" r="r" t="t"/>
              <a:pathLst>
                <a:path extrusionOk="0" h="4129" w="2791">
                  <a:moveTo>
                    <a:pt x="1283" y="1"/>
                  </a:moveTo>
                  <a:cubicBezTo>
                    <a:pt x="825" y="1"/>
                    <a:pt x="452" y="348"/>
                    <a:pt x="313" y="711"/>
                  </a:cubicBezTo>
                  <a:cubicBezTo>
                    <a:pt x="103" y="1255"/>
                    <a:pt x="1" y="2057"/>
                    <a:pt x="1" y="2057"/>
                  </a:cubicBezTo>
                  <a:lnTo>
                    <a:pt x="1752" y="4128"/>
                  </a:lnTo>
                  <a:lnTo>
                    <a:pt x="2349" y="1954"/>
                  </a:lnTo>
                  <a:cubicBezTo>
                    <a:pt x="2349" y="1954"/>
                    <a:pt x="2791" y="974"/>
                    <a:pt x="2028" y="315"/>
                  </a:cubicBezTo>
                  <a:cubicBezTo>
                    <a:pt x="1771" y="91"/>
                    <a:pt x="1516" y="1"/>
                    <a:pt x="1283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54"/>
            <p:cNvSpPr/>
            <p:nvPr/>
          </p:nvSpPr>
          <p:spPr>
            <a:xfrm>
              <a:off x="6719150" y="1794425"/>
              <a:ext cx="81575" cy="143825"/>
            </a:xfrm>
            <a:custGeom>
              <a:rect b="b" l="l" r="r" t="t"/>
              <a:pathLst>
                <a:path extrusionOk="0" h="5753" w="3263">
                  <a:moveTo>
                    <a:pt x="2193" y="0"/>
                  </a:moveTo>
                  <a:cubicBezTo>
                    <a:pt x="2193" y="0"/>
                    <a:pt x="865" y="40"/>
                    <a:pt x="433" y="1007"/>
                  </a:cubicBezTo>
                  <a:lnTo>
                    <a:pt x="1" y="1979"/>
                  </a:lnTo>
                  <a:lnTo>
                    <a:pt x="2064" y="5752"/>
                  </a:lnTo>
                  <a:cubicBezTo>
                    <a:pt x="2064" y="5752"/>
                    <a:pt x="2995" y="2820"/>
                    <a:pt x="3044" y="2041"/>
                  </a:cubicBezTo>
                  <a:cubicBezTo>
                    <a:pt x="3098" y="1261"/>
                    <a:pt x="3262" y="513"/>
                    <a:pt x="2193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54"/>
            <p:cNvSpPr/>
            <p:nvPr/>
          </p:nvSpPr>
          <p:spPr>
            <a:xfrm>
              <a:off x="6567900" y="1863700"/>
              <a:ext cx="174100" cy="177400"/>
            </a:xfrm>
            <a:custGeom>
              <a:rect b="b" l="l" r="r" t="t"/>
              <a:pathLst>
                <a:path extrusionOk="0" h="7096" w="6964">
                  <a:moveTo>
                    <a:pt x="338" y="0"/>
                  </a:moveTo>
                  <a:cubicBezTo>
                    <a:pt x="132" y="0"/>
                    <a:pt x="1" y="199"/>
                    <a:pt x="250" y="718"/>
                  </a:cubicBezTo>
                  <a:cubicBezTo>
                    <a:pt x="624" y="1511"/>
                    <a:pt x="4496" y="6866"/>
                    <a:pt x="5734" y="7072"/>
                  </a:cubicBezTo>
                  <a:cubicBezTo>
                    <a:pt x="5834" y="7088"/>
                    <a:pt x="5925" y="7096"/>
                    <a:pt x="6008" y="7096"/>
                  </a:cubicBezTo>
                  <a:cubicBezTo>
                    <a:pt x="6964" y="7096"/>
                    <a:pt x="6892" y="6072"/>
                    <a:pt x="6514" y="5441"/>
                  </a:cubicBezTo>
                  <a:cubicBezTo>
                    <a:pt x="6100" y="4750"/>
                    <a:pt x="678" y="143"/>
                    <a:pt x="678" y="143"/>
                  </a:cubicBezTo>
                  <a:cubicBezTo>
                    <a:pt x="573" y="54"/>
                    <a:pt x="446" y="0"/>
                    <a:pt x="338" y="0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54"/>
            <p:cNvSpPr/>
            <p:nvPr/>
          </p:nvSpPr>
          <p:spPr>
            <a:xfrm>
              <a:off x="6543075" y="1820325"/>
              <a:ext cx="40800" cy="57550"/>
            </a:xfrm>
            <a:custGeom>
              <a:rect b="b" l="l" r="r" t="t"/>
              <a:pathLst>
                <a:path extrusionOk="0" h="2302" w="1632">
                  <a:moveTo>
                    <a:pt x="19" y="1"/>
                  </a:moveTo>
                  <a:cubicBezTo>
                    <a:pt x="16" y="1"/>
                    <a:pt x="14" y="3"/>
                    <a:pt x="13" y="7"/>
                  </a:cubicBezTo>
                  <a:cubicBezTo>
                    <a:pt x="0" y="136"/>
                    <a:pt x="494" y="880"/>
                    <a:pt x="494" y="880"/>
                  </a:cubicBezTo>
                  <a:cubicBezTo>
                    <a:pt x="494" y="880"/>
                    <a:pt x="75" y="1250"/>
                    <a:pt x="62" y="1420"/>
                  </a:cubicBezTo>
                  <a:cubicBezTo>
                    <a:pt x="44" y="1584"/>
                    <a:pt x="1230" y="2302"/>
                    <a:pt x="1230" y="2302"/>
                  </a:cubicBezTo>
                  <a:lnTo>
                    <a:pt x="1631" y="1847"/>
                  </a:lnTo>
                  <a:cubicBezTo>
                    <a:pt x="1631" y="1847"/>
                    <a:pt x="127" y="1"/>
                    <a:pt x="19" y="1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54"/>
            <p:cNvSpPr/>
            <p:nvPr/>
          </p:nvSpPr>
          <p:spPr>
            <a:xfrm>
              <a:off x="6783425" y="1792075"/>
              <a:ext cx="108650" cy="43900"/>
            </a:xfrm>
            <a:custGeom>
              <a:rect b="b" l="l" r="r" t="t"/>
              <a:pathLst>
                <a:path extrusionOk="0" h="1756" w="4346">
                  <a:moveTo>
                    <a:pt x="700" y="0"/>
                  </a:moveTo>
                  <a:cubicBezTo>
                    <a:pt x="469" y="0"/>
                    <a:pt x="222" y="8"/>
                    <a:pt x="1" y="31"/>
                  </a:cubicBezTo>
                  <a:cubicBezTo>
                    <a:pt x="375" y="780"/>
                    <a:pt x="1035" y="1404"/>
                    <a:pt x="1779" y="1662"/>
                  </a:cubicBezTo>
                  <a:cubicBezTo>
                    <a:pt x="1956" y="1726"/>
                    <a:pt x="2132" y="1756"/>
                    <a:pt x="2303" y="1756"/>
                  </a:cubicBezTo>
                  <a:cubicBezTo>
                    <a:pt x="3167" y="1756"/>
                    <a:pt x="3928" y="1007"/>
                    <a:pt x="4345" y="214"/>
                  </a:cubicBezTo>
                  <a:cubicBezTo>
                    <a:pt x="3574" y="126"/>
                    <a:pt x="2585" y="19"/>
                    <a:pt x="2585" y="19"/>
                  </a:cubicBezTo>
                  <a:lnTo>
                    <a:pt x="1561" y="31"/>
                  </a:lnTo>
                  <a:cubicBezTo>
                    <a:pt x="1561" y="31"/>
                    <a:pt x="1162" y="0"/>
                    <a:pt x="700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54"/>
            <p:cNvSpPr/>
            <p:nvPr/>
          </p:nvSpPr>
          <p:spPr>
            <a:xfrm>
              <a:off x="6744225" y="1792850"/>
              <a:ext cx="189050" cy="208325"/>
            </a:xfrm>
            <a:custGeom>
              <a:rect b="b" l="l" r="r" t="t"/>
              <a:pathLst>
                <a:path extrusionOk="0" h="8333" w="7562">
                  <a:moveTo>
                    <a:pt x="1569" y="0"/>
                  </a:moveTo>
                  <a:cubicBezTo>
                    <a:pt x="1288" y="27"/>
                    <a:pt x="1052" y="81"/>
                    <a:pt x="937" y="175"/>
                  </a:cubicBezTo>
                  <a:cubicBezTo>
                    <a:pt x="548" y="491"/>
                    <a:pt x="1" y="2282"/>
                    <a:pt x="785" y="4029"/>
                  </a:cubicBezTo>
                  <a:cubicBezTo>
                    <a:pt x="1573" y="5775"/>
                    <a:pt x="2001" y="7117"/>
                    <a:pt x="2041" y="7673"/>
                  </a:cubicBezTo>
                  <a:cubicBezTo>
                    <a:pt x="2081" y="8226"/>
                    <a:pt x="2175" y="8333"/>
                    <a:pt x="2175" y="8333"/>
                  </a:cubicBezTo>
                  <a:lnTo>
                    <a:pt x="5597" y="8186"/>
                  </a:lnTo>
                  <a:cubicBezTo>
                    <a:pt x="5597" y="8186"/>
                    <a:pt x="6043" y="5561"/>
                    <a:pt x="6305" y="4991"/>
                  </a:cubicBezTo>
                  <a:cubicBezTo>
                    <a:pt x="6568" y="4425"/>
                    <a:pt x="7415" y="2826"/>
                    <a:pt x="7490" y="1952"/>
                  </a:cubicBezTo>
                  <a:cubicBezTo>
                    <a:pt x="7561" y="1084"/>
                    <a:pt x="7223" y="353"/>
                    <a:pt x="6599" y="268"/>
                  </a:cubicBezTo>
                  <a:cubicBezTo>
                    <a:pt x="6434" y="246"/>
                    <a:pt x="6185" y="214"/>
                    <a:pt x="5913" y="183"/>
                  </a:cubicBezTo>
                  <a:cubicBezTo>
                    <a:pt x="5496" y="976"/>
                    <a:pt x="4735" y="1725"/>
                    <a:pt x="3871" y="1725"/>
                  </a:cubicBezTo>
                  <a:cubicBezTo>
                    <a:pt x="3700" y="1725"/>
                    <a:pt x="3524" y="1695"/>
                    <a:pt x="3347" y="1631"/>
                  </a:cubicBezTo>
                  <a:cubicBezTo>
                    <a:pt x="2603" y="1373"/>
                    <a:pt x="1943" y="749"/>
                    <a:pt x="1569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54"/>
            <p:cNvSpPr/>
            <p:nvPr/>
          </p:nvSpPr>
          <p:spPr>
            <a:xfrm>
              <a:off x="6753600" y="1855575"/>
              <a:ext cx="42325" cy="129100"/>
            </a:xfrm>
            <a:custGeom>
              <a:rect b="b" l="l" r="r" t="t"/>
              <a:pathLst>
                <a:path extrusionOk="0" h="5164" w="1693">
                  <a:moveTo>
                    <a:pt x="0" y="0"/>
                  </a:moveTo>
                  <a:cubicBezTo>
                    <a:pt x="0" y="10"/>
                    <a:pt x="9" y="838"/>
                    <a:pt x="468" y="1707"/>
                  </a:cubicBezTo>
                  <a:cubicBezTo>
                    <a:pt x="926" y="2571"/>
                    <a:pt x="1609" y="4501"/>
                    <a:pt x="1644" y="5164"/>
                  </a:cubicBezTo>
                  <a:lnTo>
                    <a:pt x="1693" y="5159"/>
                  </a:lnTo>
                  <a:cubicBezTo>
                    <a:pt x="1658" y="4495"/>
                    <a:pt x="971" y="2549"/>
                    <a:pt x="512" y="1684"/>
                  </a:cubicBezTo>
                  <a:cubicBezTo>
                    <a:pt x="58" y="824"/>
                    <a:pt x="48" y="10"/>
                    <a:pt x="4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54"/>
            <p:cNvSpPr/>
            <p:nvPr/>
          </p:nvSpPr>
          <p:spPr>
            <a:xfrm>
              <a:off x="6884900" y="1815450"/>
              <a:ext cx="27500" cy="18400"/>
            </a:xfrm>
            <a:custGeom>
              <a:rect b="b" l="l" r="r" t="t"/>
              <a:pathLst>
                <a:path extrusionOk="0" h="736" w="1100">
                  <a:moveTo>
                    <a:pt x="744" y="0"/>
                  </a:moveTo>
                  <a:cubicBezTo>
                    <a:pt x="658" y="0"/>
                    <a:pt x="580" y="33"/>
                    <a:pt x="527" y="126"/>
                  </a:cubicBezTo>
                  <a:cubicBezTo>
                    <a:pt x="473" y="219"/>
                    <a:pt x="500" y="305"/>
                    <a:pt x="486" y="398"/>
                  </a:cubicBezTo>
                  <a:cubicBezTo>
                    <a:pt x="473" y="487"/>
                    <a:pt x="459" y="545"/>
                    <a:pt x="357" y="572"/>
                  </a:cubicBezTo>
                  <a:cubicBezTo>
                    <a:pt x="318" y="585"/>
                    <a:pt x="273" y="589"/>
                    <a:pt x="229" y="589"/>
                  </a:cubicBezTo>
                  <a:cubicBezTo>
                    <a:pt x="182" y="589"/>
                    <a:pt x="136" y="585"/>
                    <a:pt x="95" y="585"/>
                  </a:cubicBezTo>
                  <a:cubicBezTo>
                    <a:pt x="93" y="585"/>
                    <a:pt x="92" y="585"/>
                    <a:pt x="91" y="585"/>
                  </a:cubicBezTo>
                  <a:cubicBezTo>
                    <a:pt x="1" y="585"/>
                    <a:pt x="2" y="727"/>
                    <a:pt x="95" y="732"/>
                  </a:cubicBezTo>
                  <a:cubicBezTo>
                    <a:pt x="130" y="733"/>
                    <a:pt x="170" y="735"/>
                    <a:pt x="212" y="735"/>
                  </a:cubicBezTo>
                  <a:cubicBezTo>
                    <a:pt x="345" y="735"/>
                    <a:pt x="498" y="720"/>
                    <a:pt x="576" y="626"/>
                  </a:cubicBezTo>
                  <a:cubicBezTo>
                    <a:pt x="624" y="567"/>
                    <a:pt x="634" y="496"/>
                    <a:pt x="634" y="420"/>
                  </a:cubicBezTo>
                  <a:cubicBezTo>
                    <a:pt x="634" y="375"/>
                    <a:pt x="624" y="331"/>
                    <a:pt x="634" y="287"/>
                  </a:cubicBezTo>
                  <a:cubicBezTo>
                    <a:pt x="654" y="186"/>
                    <a:pt x="705" y="152"/>
                    <a:pt x="767" y="152"/>
                  </a:cubicBezTo>
                  <a:cubicBezTo>
                    <a:pt x="825" y="152"/>
                    <a:pt x="894" y="183"/>
                    <a:pt x="955" y="215"/>
                  </a:cubicBezTo>
                  <a:cubicBezTo>
                    <a:pt x="967" y="221"/>
                    <a:pt x="979" y="224"/>
                    <a:pt x="990" y="224"/>
                  </a:cubicBezTo>
                  <a:cubicBezTo>
                    <a:pt x="1057" y="224"/>
                    <a:pt x="1099" y="124"/>
                    <a:pt x="1031" y="86"/>
                  </a:cubicBezTo>
                  <a:cubicBezTo>
                    <a:pt x="943" y="41"/>
                    <a:pt x="839" y="0"/>
                    <a:pt x="744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54"/>
            <p:cNvSpPr/>
            <p:nvPr/>
          </p:nvSpPr>
          <p:spPr>
            <a:xfrm>
              <a:off x="6821200" y="1707700"/>
              <a:ext cx="43475" cy="101225"/>
            </a:xfrm>
            <a:custGeom>
              <a:rect b="b" l="l" r="r" t="t"/>
              <a:pathLst>
                <a:path extrusionOk="0" h="4049" w="1739">
                  <a:moveTo>
                    <a:pt x="1170" y="0"/>
                  </a:moveTo>
                  <a:cubicBezTo>
                    <a:pt x="583" y="0"/>
                    <a:pt x="445" y="733"/>
                    <a:pt x="445" y="733"/>
                  </a:cubicBezTo>
                  <a:lnTo>
                    <a:pt x="1" y="3741"/>
                  </a:lnTo>
                  <a:cubicBezTo>
                    <a:pt x="1" y="3741"/>
                    <a:pt x="315" y="4048"/>
                    <a:pt x="768" y="4048"/>
                  </a:cubicBezTo>
                  <a:cubicBezTo>
                    <a:pt x="799" y="4048"/>
                    <a:pt x="832" y="4047"/>
                    <a:pt x="865" y="4044"/>
                  </a:cubicBezTo>
                  <a:cubicBezTo>
                    <a:pt x="1372" y="4000"/>
                    <a:pt x="1738" y="3669"/>
                    <a:pt x="1738" y="3669"/>
                  </a:cubicBezTo>
                  <a:lnTo>
                    <a:pt x="1444" y="48"/>
                  </a:lnTo>
                  <a:cubicBezTo>
                    <a:pt x="1343" y="15"/>
                    <a:pt x="1252" y="0"/>
                    <a:pt x="1170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54"/>
            <p:cNvSpPr/>
            <p:nvPr/>
          </p:nvSpPr>
          <p:spPr>
            <a:xfrm>
              <a:off x="6829900" y="1705950"/>
              <a:ext cx="25675" cy="36475"/>
            </a:xfrm>
            <a:custGeom>
              <a:rect b="b" l="l" r="r" t="t"/>
              <a:pathLst>
                <a:path extrusionOk="0" h="1459" w="1027">
                  <a:moveTo>
                    <a:pt x="649" y="1"/>
                  </a:moveTo>
                  <a:cubicBezTo>
                    <a:pt x="641" y="1"/>
                    <a:pt x="632" y="1"/>
                    <a:pt x="624" y="1"/>
                  </a:cubicBezTo>
                  <a:cubicBezTo>
                    <a:pt x="223" y="19"/>
                    <a:pt x="103" y="652"/>
                    <a:pt x="103" y="652"/>
                  </a:cubicBezTo>
                  <a:lnTo>
                    <a:pt x="0" y="1459"/>
                  </a:lnTo>
                  <a:cubicBezTo>
                    <a:pt x="374" y="1405"/>
                    <a:pt x="980" y="278"/>
                    <a:pt x="980" y="278"/>
                  </a:cubicBezTo>
                  <a:cubicBezTo>
                    <a:pt x="980" y="278"/>
                    <a:pt x="1027" y="1"/>
                    <a:pt x="649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54"/>
            <p:cNvSpPr/>
            <p:nvPr/>
          </p:nvSpPr>
          <p:spPr>
            <a:xfrm>
              <a:off x="6813950" y="1717775"/>
              <a:ext cx="18525" cy="26875"/>
            </a:xfrm>
            <a:custGeom>
              <a:rect b="b" l="l" r="r" t="t"/>
              <a:pathLst>
                <a:path extrusionOk="0" h="1075" w="741">
                  <a:moveTo>
                    <a:pt x="134" y="1"/>
                  </a:moveTo>
                  <a:lnTo>
                    <a:pt x="63" y="402"/>
                  </a:lnTo>
                  <a:cubicBezTo>
                    <a:pt x="1" y="754"/>
                    <a:pt x="272" y="1074"/>
                    <a:pt x="624" y="1074"/>
                  </a:cubicBezTo>
                  <a:lnTo>
                    <a:pt x="741" y="148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4918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54"/>
            <p:cNvSpPr/>
            <p:nvPr/>
          </p:nvSpPr>
          <p:spPr>
            <a:xfrm>
              <a:off x="6790450" y="1645500"/>
              <a:ext cx="80225" cy="83950"/>
            </a:xfrm>
            <a:custGeom>
              <a:rect b="b" l="l" r="r" t="t"/>
              <a:pathLst>
                <a:path extrusionOk="0" h="3358" w="3209">
                  <a:moveTo>
                    <a:pt x="1655" y="1"/>
                  </a:moveTo>
                  <a:cubicBezTo>
                    <a:pt x="1436" y="1"/>
                    <a:pt x="1200" y="29"/>
                    <a:pt x="968" y="72"/>
                  </a:cubicBezTo>
                  <a:cubicBezTo>
                    <a:pt x="174" y="218"/>
                    <a:pt x="201" y="1559"/>
                    <a:pt x="104" y="2166"/>
                  </a:cubicBezTo>
                  <a:cubicBezTo>
                    <a:pt x="1" y="2767"/>
                    <a:pt x="23" y="3194"/>
                    <a:pt x="339" y="3319"/>
                  </a:cubicBezTo>
                  <a:cubicBezTo>
                    <a:pt x="409" y="3347"/>
                    <a:pt x="512" y="3358"/>
                    <a:pt x="631" y="3358"/>
                  </a:cubicBezTo>
                  <a:cubicBezTo>
                    <a:pt x="1055" y="3358"/>
                    <a:pt x="1675" y="3221"/>
                    <a:pt x="1675" y="3221"/>
                  </a:cubicBezTo>
                  <a:cubicBezTo>
                    <a:pt x="2384" y="3048"/>
                    <a:pt x="2674" y="2536"/>
                    <a:pt x="2674" y="2536"/>
                  </a:cubicBezTo>
                  <a:cubicBezTo>
                    <a:pt x="2674" y="2536"/>
                    <a:pt x="2741" y="2611"/>
                    <a:pt x="2851" y="2611"/>
                  </a:cubicBezTo>
                  <a:cubicBezTo>
                    <a:pt x="2897" y="2611"/>
                    <a:pt x="2949" y="2599"/>
                    <a:pt x="3008" y="2562"/>
                  </a:cubicBezTo>
                  <a:cubicBezTo>
                    <a:pt x="3209" y="2442"/>
                    <a:pt x="3205" y="1853"/>
                    <a:pt x="3017" y="1724"/>
                  </a:cubicBezTo>
                  <a:cubicBezTo>
                    <a:pt x="2972" y="1693"/>
                    <a:pt x="2930" y="1681"/>
                    <a:pt x="2892" y="1681"/>
                  </a:cubicBezTo>
                  <a:cubicBezTo>
                    <a:pt x="2775" y="1681"/>
                    <a:pt x="2701" y="1796"/>
                    <a:pt x="2701" y="1796"/>
                  </a:cubicBezTo>
                  <a:cubicBezTo>
                    <a:pt x="2701" y="1796"/>
                    <a:pt x="2697" y="1435"/>
                    <a:pt x="2652" y="695"/>
                  </a:cubicBezTo>
                  <a:cubicBezTo>
                    <a:pt x="2620" y="168"/>
                    <a:pt x="2188" y="1"/>
                    <a:pt x="1655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54"/>
            <p:cNvSpPr/>
            <p:nvPr/>
          </p:nvSpPr>
          <p:spPr>
            <a:xfrm>
              <a:off x="6825200" y="1677750"/>
              <a:ext cx="16500" cy="9125"/>
            </a:xfrm>
            <a:custGeom>
              <a:rect b="b" l="l" r="r" t="t"/>
              <a:pathLst>
                <a:path extrusionOk="0" h="365" w="660">
                  <a:moveTo>
                    <a:pt x="349" y="1"/>
                  </a:moveTo>
                  <a:cubicBezTo>
                    <a:pt x="87" y="1"/>
                    <a:pt x="1" y="323"/>
                    <a:pt x="1" y="323"/>
                  </a:cubicBezTo>
                  <a:cubicBezTo>
                    <a:pt x="82" y="353"/>
                    <a:pt x="162" y="364"/>
                    <a:pt x="238" y="364"/>
                  </a:cubicBezTo>
                  <a:cubicBezTo>
                    <a:pt x="467" y="364"/>
                    <a:pt x="651" y="261"/>
                    <a:pt x="651" y="261"/>
                  </a:cubicBezTo>
                  <a:cubicBezTo>
                    <a:pt x="651" y="261"/>
                    <a:pt x="660" y="29"/>
                    <a:pt x="379" y="2"/>
                  </a:cubicBezTo>
                  <a:cubicBezTo>
                    <a:pt x="369" y="1"/>
                    <a:pt x="35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54"/>
            <p:cNvSpPr/>
            <p:nvPr/>
          </p:nvSpPr>
          <p:spPr>
            <a:xfrm>
              <a:off x="6799575" y="1674275"/>
              <a:ext cx="11625" cy="10325"/>
            </a:xfrm>
            <a:custGeom>
              <a:rect b="b" l="l" r="r" t="t"/>
              <a:pathLst>
                <a:path extrusionOk="0" h="413" w="465">
                  <a:moveTo>
                    <a:pt x="166" y="0"/>
                  </a:moveTo>
                  <a:cubicBezTo>
                    <a:pt x="20" y="0"/>
                    <a:pt x="0" y="199"/>
                    <a:pt x="0" y="199"/>
                  </a:cubicBezTo>
                  <a:cubicBezTo>
                    <a:pt x="50" y="355"/>
                    <a:pt x="370" y="413"/>
                    <a:pt x="370" y="413"/>
                  </a:cubicBezTo>
                  <a:cubicBezTo>
                    <a:pt x="370" y="413"/>
                    <a:pt x="465" y="106"/>
                    <a:pt x="246" y="17"/>
                  </a:cubicBezTo>
                  <a:cubicBezTo>
                    <a:pt x="216" y="5"/>
                    <a:pt x="190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54"/>
            <p:cNvSpPr/>
            <p:nvPr/>
          </p:nvSpPr>
          <p:spPr>
            <a:xfrm>
              <a:off x="6825200" y="1677050"/>
              <a:ext cx="16825" cy="8775"/>
            </a:xfrm>
            <a:custGeom>
              <a:rect b="b" l="l" r="r" t="t"/>
              <a:pathLst>
                <a:path extrusionOk="0" h="351" w="673">
                  <a:moveTo>
                    <a:pt x="359" y="0"/>
                  </a:moveTo>
                  <a:cubicBezTo>
                    <a:pt x="344" y="0"/>
                    <a:pt x="328" y="1"/>
                    <a:pt x="312" y="3"/>
                  </a:cubicBezTo>
                  <a:cubicBezTo>
                    <a:pt x="67" y="34"/>
                    <a:pt x="1" y="351"/>
                    <a:pt x="1" y="351"/>
                  </a:cubicBezTo>
                  <a:cubicBezTo>
                    <a:pt x="1" y="351"/>
                    <a:pt x="122" y="47"/>
                    <a:pt x="342" y="47"/>
                  </a:cubicBezTo>
                  <a:cubicBezTo>
                    <a:pt x="350" y="47"/>
                    <a:pt x="358" y="47"/>
                    <a:pt x="366" y="48"/>
                  </a:cubicBezTo>
                  <a:cubicBezTo>
                    <a:pt x="606" y="71"/>
                    <a:pt x="651" y="289"/>
                    <a:pt x="651" y="289"/>
                  </a:cubicBezTo>
                  <a:lnTo>
                    <a:pt x="665" y="289"/>
                  </a:lnTo>
                  <a:cubicBezTo>
                    <a:pt x="673" y="193"/>
                    <a:pt x="573" y="0"/>
                    <a:pt x="35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54"/>
            <p:cNvSpPr/>
            <p:nvPr/>
          </p:nvSpPr>
          <p:spPr>
            <a:xfrm>
              <a:off x="6799575" y="1673650"/>
              <a:ext cx="10950" cy="10950"/>
            </a:xfrm>
            <a:custGeom>
              <a:rect b="b" l="l" r="r" t="t"/>
              <a:pathLst>
                <a:path extrusionOk="0" h="438" w="438">
                  <a:moveTo>
                    <a:pt x="176" y="1"/>
                  </a:moveTo>
                  <a:cubicBezTo>
                    <a:pt x="22" y="1"/>
                    <a:pt x="0" y="224"/>
                    <a:pt x="0" y="224"/>
                  </a:cubicBezTo>
                  <a:cubicBezTo>
                    <a:pt x="0" y="224"/>
                    <a:pt x="58" y="32"/>
                    <a:pt x="170" y="32"/>
                  </a:cubicBezTo>
                  <a:cubicBezTo>
                    <a:pt x="198" y="32"/>
                    <a:pt x="229" y="44"/>
                    <a:pt x="264" y="73"/>
                  </a:cubicBezTo>
                  <a:cubicBezTo>
                    <a:pt x="434" y="215"/>
                    <a:pt x="370" y="438"/>
                    <a:pt x="370" y="438"/>
                  </a:cubicBezTo>
                  <a:cubicBezTo>
                    <a:pt x="420" y="322"/>
                    <a:pt x="438" y="73"/>
                    <a:pt x="233" y="10"/>
                  </a:cubicBezTo>
                  <a:cubicBezTo>
                    <a:pt x="212" y="4"/>
                    <a:pt x="193" y="1"/>
                    <a:pt x="17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54"/>
            <p:cNvSpPr/>
            <p:nvPr/>
          </p:nvSpPr>
          <p:spPr>
            <a:xfrm>
              <a:off x="6830100" y="1677900"/>
              <a:ext cx="5375" cy="7300"/>
            </a:xfrm>
            <a:custGeom>
              <a:rect b="b" l="l" r="r" t="t"/>
              <a:pathLst>
                <a:path extrusionOk="0" h="292" w="215">
                  <a:moveTo>
                    <a:pt x="125" y="0"/>
                  </a:moveTo>
                  <a:cubicBezTo>
                    <a:pt x="77" y="0"/>
                    <a:pt x="27" y="56"/>
                    <a:pt x="15" y="130"/>
                  </a:cubicBezTo>
                  <a:cubicBezTo>
                    <a:pt x="1" y="210"/>
                    <a:pt x="36" y="282"/>
                    <a:pt x="85" y="290"/>
                  </a:cubicBezTo>
                  <a:cubicBezTo>
                    <a:pt x="89" y="291"/>
                    <a:pt x="93" y="291"/>
                    <a:pt x="97" y="291"/>
                  </a:cubicBezTo>
                  <a:cubicBezTo>
                    <a:pt x="146" y="291"/>
                    <a:pt x="193" y="235"/>
                    <a:pt x="202" y="161"/>
                  </a:cubicBezTo>
                  <a:cubicBezTo>
                    <a:pt x="215" y="81"/>
                    <a:pt x="183" y="10"/>
                    <a:pt x="130" y="0"/>
                  </a:cubicBezTo>
                  <a:cubicBezTo>
                    <a:pt x="128" y="0"/>
                    <a:pt x="127" y="0"/>
                    <a:pt x="12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54"/>
            <p:cNvSpPr/>
            <p:nvPr/>
          </p:nvSpPr>
          <p:spPr>
            <a:xfrm>
              <a:off x="6802925" y="1675225"/>
              <a:ext cx="5350" cy="7300"/>
            </a:xfrm>
            <a:custGeom>
              <a:rect b="b" l="l" r="r" t="t"/>
              <a:pathLst>
                <a:path extrusionOk="0" h="292" w="214">
                  <a:moveTo>
                    <a:pt x="124" y="0"/>
                  </a:moveTo>
                  <a:cubicBezTo>
                    <a:pt x="73" y="0"/>
                    <a:pt x="26" y="57"/>
                    <a:pt x="14" y="130"/>
                  </a:cubicBezTo>
                  <a:cubicBezTo>
                    <a:pt x="0" y="210"/>
                    <a:pt x="32" y="282"/>
                    <a:pt x="86" y="290"/>
                  </a:cubicBezTo>
                  <a:cubicBezTo>
                    <a:pt x="90" y="291"/>
                    <a:pt x="93" y="291"/>
                    <a:pt x="97" y="291"/>
                  </a:cubicBezTo>
                  <a:cubicBezTo>
                    <a:pt x="146" y="291"/>
                    <a:pt x="188" y="235"/>
                    <a:pt x="201" y="161"/>
                  </a:cubicBezTo>
                  <a:cubicBezTo>
                    <a:pt x="214" y="81"/>
                    <a:pt x="183" y="10"/>
                    <a:pt x="130" y="0"/>
                  </a:cubicBezTo>
                  <a:cubicBezTo>
                    <a:pt x="128" y="0"/>
                    <a:pt x="126" y="0"/>
                    <a:pt x="12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54"/>
            <p:cNvSpPr/>
            <p:nvPr/>
          </p:nvSpPr>
          <p:spPr>
            <a:xfrm>
              <a:off x="6807825" y="1681125"/>
              <a:ext cx="10275" cy="18575"/>
            </a:xfrm>
            <a:custGeom>
              <a:rect b="b" l="l" r="r" t="t"/>
              <a:pathLst>
                <a:path extrusionOk="0" h="743" w="411">
                  <a:moveTo>
                    <a:pt x="371" y="1"/>
                  </a:moveTo>
                  <a:cubicBezTo>
                    <a:pt x="348" y="10"/>
                    <a:pt x="339" y="353"/>
                    <a:pt x="312" y="397"/>
                  </a:cubicBezTo>
                  <a:cubicBezTo>
                    <a:pt x="285" y="442"/>
                    <a:pt x="5" y="455"/>
                    <a:pt x="5" y="459"/>
                  </a:cubicBezTo>
                  <a:cubicBezTo>
                    <a:pt x="1" y="469"/>
                    <a:pt x="268" y="732"/>
                    <a:pt x="299" y="741"/>
                  </a:cubicBezTo>
                  <a:cubicBezTo>
                    <a:pt x="303" y="742"/>
                    <a:pt x="306" y="742"/>
                    <a:pt x="309" y="742"/>
                  </a:cubicBezTo>
                  <a:cubicBezTo>
                    <a:pt x="329" y="742"/>
                    <a:pt x="326" y="718"/>
                    <a:pt x="326" y="718"/>
                  </a:cubicBezTo>
                  <a:lnTo>
                    <a:pt x="59" y="473"/>
                  </a:lnTo>
                  <a:lnTo>
                    <a:pt x="59" y="473"/>
                  </a:lnTo>
                  <a:cubicBezTo>
                    <a:pt x="59" y="473"/>
                    <a:pt x="78" y="474"/>
                    <a:pt x="106" y="474"/>
                  </a:cubicBezTo>
                  <a:cubicBezTo>
                    <a:pt x="166" y="474"/>
                    <a:pt x="266" y="470"/>
                    <a:pt x="326" y="447"/>
                  </a:cubicBezTo>
                  <a:cubicBezTo>
                    <a:pt x="410" y="406"/>
                    <a:pt x="371" y="1"/>
                    <a:pt x="371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54"/>
            <p:cNvSpPr/>
            <p:nvPr/>
          </p:nvSpPr>
          <p:spPr>
            <a:xfrm>
              <a:off x="6806825" y="1704600"/>
              <a:ext cx="16300" cy="4675"/>
            </a:xfrm>
            <a:custGeom>
              <a:rect b="b" l="l" r="r" t="t"/>
              <a:pathLst>
                <a:path extrusionOk="0" h="187" w="652">
                  <a:moveTo>
                    <a:pt x="265" y="0"/>
                  </a:moveTo>
                  <a:cubicBezTo>
                    <a:pt x="189" y="0"/>
                    <a:pt x="100" y="7"/>
                    <a:pt x="0" y="24"/>
                  </a:cubicBezTo>
                  <a:cubicBezTo>
                    <a:pt x="0" y="24"/>
                    <a:pt x="80" y="186"/>
                    <a:pt x="308" y="186"/>
                  </a:cubicBezTo>
                  <a:cubicBezTo>
                    <a:pt x="322" y="186"/>
                    <a:pt x="337" y="186"/>
                    <a:pt x="352" y="185"/>
                  </a:cubicBezTo>
                  <a:cubicBezTo>
                    <a:pt x="615" y="162"/>
                    <a:pt x="651" y="78"/>
                    <a:pt x="651" y="78"/>
                  </a:cubicBezTo>
                  <a:cubicBezTo>
                    <a:pt x="651" y="78"/>
                    <a:pt x="526" y="0"/>
                    <a:pt x="265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54"/>
            <p:cNvSpPr/>
            <p:nvPr/>
          </p:nvSpPr>
          <p:spPr>
            <a:xfrm>
              <a:off x="6808150" y="1706875"/>
              <a:ext cx="14975" cy="5200"/>
            </a:xfrm>
            <a:custGeom>
              <a:rect b="b" l="l" r="r" t="t"/>
              <a:pathLst>
                <a:path extrusionOk="0" h="208" w="599">
                  <a:moveTo>
                    <a:pt x="1" y="0"/>
                  </a:moveTo>
                  <a:cubicBezTo>
                    <a:pt x="1" y="1"/>
                    <a:pt x="5" y="178"/>
                    <a:pt x="260" y="205"/>
                  </a:cubicBezTo>
                  <a:cubicBezTo>
                    <a:pt x="275" y="206"/>
                    <a:pt x="289" y="207"/>
                    <a:pt x="303" y="207"/>
                  </a:cubicBezTo>
                  <a:cubicBezTo>
                    <a:pt x="519" y="207"/>
                    <a:pt x="598" y="23"/>
                    <a:pt x="598" y="23"/>
                  </a:cubicBezTo>
                  <a:lnTo>
                    <a:pt x="598" y="23"/>
                  </a:lnTo>
                  <a:cubicBezTo>
                    <a:pt x="598" y="23"/>
                    <a:pt x="475" y="112"/>
                    <a:pt x="315" y="112"/>
                  </a:cubicBezTo>
                  <a:cubicBezTo>
                    <a:pt x="312" y="112"/>
                    <a:pt x="308" y="112"/>
                    <a:pt x="304" y="112"/>
                  </a:cubicBezTo>
                  <a:cubicBezTo>
                    <a:pt x="139" y="107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54"/>
            <p:cNvSpPr/>
            <p:nvPr/>
          </p:nvSpPr>
          <p:spPr>
            <a:xfrm>
              <a:off x="6803725" y="1701950"/>
              <a:ext cx="23825" cy="7750"/>
            </a:xfrm>
            <a:custGeom>
              <a:rect b="b" l="l" r="r" t="t"/>
              <a:pathLst>
                <a:path extrusionOk="0" h="310" w="953">
                  <a:moveTo>
                    <a:pt x="0" y="1"/>
                  </a:moveTo>
                  <a:cubicBezTo>
                    <a:pt x="0" y="1"/>
                    <a:pt x="159" y="309"/>
                    <a:pt x="463" y="309"/>
                  </a:cubicBezTo>
                  <a:cubicBezTo>
                    <a:pt x="469" y="309"/>
                    <a:pt x="475" y="309"/>
                    <a:pt x="481" y="309"/>
                  </a:cubicBezTo>
                  <a:cubicBezTo>
                    <a:pt x="797" y="300"/>
                    <a:pt x="949" y="64"/>
                    <a:pt x="953" y="27"/>
                  </a:cubicBezTo>
                  <a:lnTo>
                    <a:pt x="953" y="27"/>
                  </a:lnTo>
                  <a:cubicBezTo>
                    <a:pt x="953" y="28"/>
                    <a:pt x="765" y="278"/>
                    <a:pt x="479" y="278"/>
                  </a:cubicBezTo>
                  <a:cubicBezTo>
                    <a:pt x="477" y="278"/>
                    <a:pt x="474" y="278"/>
                    <a:pt x="472" y="278"/>
                  </a:cubicBezTo>
                  <a:cubicBezTo>
                    <a:pt x="187" y="27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54"/>
            <p:cNvSpPr/>
            <p:nvPr/>
          </p:nvSpPr>
          <p:spPr>
            <a:xfrm>
              <a:off x="6832000" y="1689250"/>
              <a:ext cx="8250" cy="8050"/>
            </a:xfrm>
            <a:custGeom>
              <a:rect b="b" l="l" r="r" t="t"/>
              <a:pathLst>
                <a:path extrusionOk="0" h="322" w="330">
                  <a:moveTo>
                    <a:pt x="164" y="1"/>
                  </a:moveTo>
                  <a:cubicBezTo>
                    <a:pt x="162" y="1"/>
                    <a:pt x="159" y="1"/>
                    <a:pt x="157" y="1"/>
                  </a:cubicBezTo>
                  <a:cubicBezTo>
                    <a:pt x="67" y="6"/>
                    <a:pt x="1" y="81"/>
                    <a:pt x="5" y="171"/>
                  </a:cubicBezTo>
                  <a:cubicBezTo>
                    <a:pt x="9" y="252"/>
                    <a:pt x="80" y="322"/>
                    <a:pt x="161" y="322"/>
                  </a:cubicBezTo>
                  <a:cubicBezTo>
                    <a:pt x="164" y="322"/>
                    <a:pt x="167" y="322"/>
                    <a:pt x="170" y="322"/>
                  </a:cubicBezTo>
                  <a:cubicBezTo>
                    <a:pt x="259" y="317"/>
                    <a:pt x="330" y="241"/>
                    <a:pt x="326" y="153"/>
                  </a:cubicBezTo>
                  <a:cubicBezTo>
                    <a:pt x="321" y="71"/>
                    <a:pt x="250" y="1"/>
                    <a:pt x="164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54"/>
            <p:cNvSpPr/>
            <p:nvPr/>
          </p:nvSpPr>
          <p:spPr>
            <a:xfrm>
              <a:off x="6798025" y="1686475"/>
              <a:ext cx="8150" cy="8050"/>
            </a:xfrm>
            <a:custGeom>
              <a:rect b="b" l="l" r="r" t="t"/>
              <a:pathLst>
                <a:path extrusionOk="0" h="322" w="326">
                  <a:moveTo>
                    <a:pt x="165" y="0"/>
                  </a:moveTo>
                  <a:cubicBezTo>
                    <a:pt x="162" y="0"/>
                    <a:pt x="159" y="0"/>
                    <a:pt x="157" y="1"/>
                  </a:cubicBezTo>
                  <a:cubicBezTo>
                    <a:pt x="68" y="5"/>
                    <a:pt x="0" y="77"/>
                    <a:pt x="5" y="165"/>
                  </a:cubicBezTo>
                  <a:cubicBezTo>
                    <a:pt x="9" y="255"/>
                    <a:pt x="81" y="321"/>
                    <a:pt x="169" y="321"/>
                  </a:cubicBezTo>
                  <a:cubicBezTo>
                    <a:pt x="259" y="317"/>
                    <a:pt x="326" y="241"/>
                    <a:pt x="321" y="152"/>
                  </a:cubicBezTo>
                  <a:cubicBezTo>
                    <a:pt x="321" y="66"/>
                    <a:pt x="250" y="0"/>
                    <a:pt x="165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54"/>
            <p:cNvSpPr/>
            <p:nvPr/>
          </p:nvSpPr>
          <p:spPr>
            <a:xfrm>
              <a:off x="6857950" y="1693550"/>
              <a:ext cx="7700" cy="14800"/>
            </a:xfrm>
            <a:custGeom>
              <a:rect b="b" l="l" r="r" t="t"/>
              <a:pathLst>
                <a:path extrusionOk="0" h="592" w="308">
                  <a:moveTo>
                    <a:pt x="172" y="1"/>
                  </a:moveTo>
                  <a:cubicBezTo>
                    <a:pt x="166" y="1"/>
                    <a:pt x="159" y="1"/>
                    <a:pt x="152" y="3"/>
                  </a:cubicBezTo>
                  <a:cubicBezTo>
                    <a:pt x="98" y="16"/>
                    <a:pt x="63" y="79"/>
                    <a:pt x="50" y="195"/>
                  </a:cubicBezTo>
                  <a:cubicBezTo>
                    <a:pt x="1" y="529"/>
                    <a:pt x="143" y="587"/>
                    <a:pt x="152" y="591"/>
                  </a:cubicBezTo>
                  <a:lnTo>
                    <a:pt x="170" y="542"/>
                  </a:lnTo>
                  <a:cubicBezTo>
                    <a:pt x="170" y="542"/>
                    <a:pt x="59" y="493"/>
                    <a:pt x="98" y="203"/>
                  </a:cubicBezTo>
                  <a:cubicBezTo>
                    <a:pt x="112" y="83"/>
                    <a:pt x="147" y="57"/>
                    <a:pt x="166" y="52"/>
                  </a:cubicBezTo>
                  <a:cubicBezTo>
                    <a:pt x="169" y="51"/>
                    <a:pt x="172" y="50"/>
                    <a:pt x="176" y="50"/>
                  </a:cubicBezTo>
                  <a:cubicBezTo>
                    <a:pt x="208" y="50"/>
                    <a:pt x="256" y="98"/>
                    <a:pt x="268" y="114"/>
                  </a:cubicBezTo>
                  <a:lnTo>
                    <a:pt x="308" y="83"/>
                  </a:lnTo>
                  <a:cubicBezTo>
                    <a:pt x="300" y="76"/>
                    <a:pt x="240" y="1"/>
                    <a:pt x="172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54"/>
            <p:cNvSpPr/>
            <p:nvPr/>
          </p:nvSpPr>
          <p:spPr>
            <a:xfrm>
              <a:off x="6799250" y="1666925"/>
              <a:ext cx="13050" cy="7800"/>
            </a:xfrm>
            <a:custGeom>
              <a:rect b="b" l="l" r="r" t="t"/>
              <a:pathLst>
                <a:path extrusionOk="0" h="312" w="522">
                  <a:moveTo>
                    <a:pt x="203" y="1"/>
                  </a:moveTo>
                  <a:cubicBezTo>
                    <a:pt x="59" y="1"/>
                    <a:pt x="1" y="141"/>
                    <a:pt x="1" y="141"/>
                  </a:cubicBezTo>
                  <a:cubicBezTo>
                    <a:pt x="74" y="76"/>
                    <a:pt x="142" y="51"/>
                    <a:pt x="201" y="51"/>
                  </a:cubicBezTo>
                  <a:cubicBezTo>
                    <a:pt x="394" y="51"/>
                    <a:pt x="509" y="311"/>
                    <a:pt x="509" y="311"/>
                  </a:cubicBezTo>
                  <a:cubicBezTo>
                    <a:pt x="509" y="311"/>
                    <a:pt x="521" y="106"/>
                    <a:pt x="303" y="21"/>
                  </a:cubicBezTo>
                  <a:cubicBezTo>
                    <a:pt x="266" y="7"/>
                    <a:pt x="232" y="1"/>
                    <a:pt x="20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54"/>
            <p:cNvSpPr/>
            <p:nvPr/>
          </p:nvSpPr>
          <p:spPr>
            <a:xfrm>
              <a:off x="6825325" y="1671175"/>
              <a:ext cx="20075" cy="5400"/>
            </a:xfrm>
            <a:custGeom>
              <a:rect b="b" l="l" r="r" t="t"/>
              <a:pathLst>
                <a:path extrusionOk="0" h="216" w="803">
                  <a:moveTo>
                    <a:pt x="380" y="1"/>
                  </a:moveTo>
                  <a:cubicBezTo>
                    <a:pt x="139" y="1"/>
                    <a:pt x="0" y="185"/>
                    <a:pt x="0" y="185"/>
                  </a:cubicBezTo>
                  <a:cubicBezTo>
                    <a:pt x="149" y="99"/>
                    <a:pt x="283" y="70"/>
                    <a:pt x="397" y="70"/>
                  </a:cubicBezTo>
                  <a:cubicBezTo>
                    <a:pt x="650" y="70"/>
                    <a:pt x="802" y="216"/>
                    <a:pt x="802" y="216"/>
                  </a:cubicBezTo>
                  <a:cubicBezTo>
                    <a:pt x="802" y="216"/>
                    <a:pt x="780" y="74"/>
                    <a:pt x="481" y="12"/>
                  </a:cubicBezTo>
                  <a:cubicBezTo>
                    <a:pt x="446" y="4"/>
                    <a:pt x="412" y="1"/>
                    <a:pt x="380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54"/>
            <p:cNvSpPr/>
            <p:nvPr/>
          </p:nvSpPr>
          <p:spPr>
            <a:xfrm>
              <a:off x="6809600" y="1641125"/>
              <a:ext cx="77125" cy="101300"/>
            </a:xfrm>
            <a:custGeom>
              <a:rect b="b" l="l" r="r" t="t"/>
              <a:pathLst>
                <a:path extrusionOk="0" h="4052" w="3085">
                  <a:moveTo>
                    <a:pt x="2153" y="1940"/>
                  </a:moveTo>
                  <a:cubicBezTo>
                    <a:pt x="2185" y="1940"/>
                    <a:pt x="2224" y="1949"/>
                    <a:pt x="2269" y="1971"/>
                  </a:cubicBezTo>
                  <a:cubicBezTo>
                    <a:pt x="2470" y="2069"/>
                    <a:pt x="2406" y="2621"/>
                    <a:pt x="2242" y="2737"/>
                  </a:cubicBezTo>
                  <a:cubicBezTo>
                    <a:pt x="2194" y="2771"/>
                    <a:pt x="2146" y="2783"/>
                    <a:pt x="2102" y="2783"/>
                  </a:cubicBezTo>
                  <a:cubicBezTo>
                    <a:pt x="2038" y="2783"/>
                    <a:pt x="1983" y="2758"/>
                    <a:pt x="1947" y="2737"/>
                  </a:cubicBezTo>
                  <a:lnTo>
                    <a:pt x="1947" y="2737"/>
                  </a:lnTo>
                  <a:lnTo>
                    <a:pt x="1997" y="2042"/>
                  </a:lnTo>
                  <a:cubicBezTo>
                    <a:pt x="1997" y="2042"/>
                    <a:pt x="2040" y="1940"/>
                    <a:pt x="2153" y="1940"/>
                  </a:cubicBezTo>
                  <a:close/>
                  <a:moveTo>
                    <a:pt x="1202" y="1"/>
                  </a:moveTo>
                  <a:cubicBezTo>
                    <a:pt x="595" y="1"/>
                    <a:pt x="40" y="134"/>
                    <a:pt x="0" y="318"/>
                  </a:cubicBezTo>
                  <a:cubicBezTo>
                    <a:pt x="0" y="318"/>
                    <a:pt x="121" y="1627"/>
                    <a:pt x="1935" y="1971"/>
                  </a:cubicBezTo>
                  <a:lnTo>
                    <a:pt x="1645" y="3976"/>
                  </a:lnTo>
                  <a:lnTo>
                    <a:pt x="1859" y="3976"/>
                  </a:lnTo>
                  <a:lnTo>
                    <a:pt x="1930" y="2982"/>
                  </a:lnTo>
                  <a:lnTo>
                    <a:pt x="2015" y="4052"/>
                  </a:lnTo>
                  <a:cubicBezTo>
                    <a:pt x="2634" y="3949"/>
                    <a:pt x="3084" y="3414"/>
                    <a:pt x="3080" y="2791"/>
                  </a:cubicBezTo>
                  <a:cubicBezTo>
                    <a:pt x="3070" y="1926"/>
                    <a:pt x="2990" y="803"/>
                    <a:pt x="2665" y="429"/>
                  </a:cubicBezTo>
                  <a:cubicBezTo>
                    <a:pt x="2393" y="120"/>
                    <a:pt x="1774" y="1"/>
                    <a:pt x="1202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54"/>
            <p:cNvSpPr/>
            <p:nvPr/>
          </p:nvSpPr>
          <p:spPr>
            <a:xfrm>
              <a:off x="6748450" y="1988250"/>
              <a:ext cx="188825" cy="169725"/>
            </a:xfrm>
            <a:custGeom>
              <a:rect b="b" l="l" r="r" t="t"/>
              <a:pathLst>
                <a:path extrusionOk="0" h="6789" w="7553">
                  <a:moveTo>
                    <a:pt x="1926" y="0"/>
                  </a:moveTo>
                  <a:cubicBezTo>
                    <a:pt x="1926" y="0"/>
                    <a:pt x="1350" y="677"/>
                    <a:pt x="1035" y="1925"/>
                  </a:cubicBezTo>
                  <a:cubicBezTo>
                    <a:pt x="687" y="3284"/>
                    <a:pt x="1" y="4526"/>
                    <a:pt x="1908" y="6153"/>
                  </a:cubicBezTo>
                  <a:cubicBezTo>
                    <a:pt x="2424" y="6593"/>
                    <a:pt x="3177" y="6789"/>
                    <a:pt x="3958" y="6789"/>
                  </a:cubicBezTo>
                  <a:cubicBezTo>
                    <a:pt x="5685" y="6789"/>
                    <a:pt x="7553" y="5834"/>
                    <a:pt x="7326" y="4451"/>
                  </a:cubicBezTo>
                  <a:cubicBezTo>
                    <a:pt x="6996" y="2437"/>
                    <a:pt x="5352" y="0"/>
                    <a:pt x="5352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54"/>
            <p:cNvSpPr/>
            <p:nvPr/>
          </p:nvSpPr>
          <p:spPr>
            <a:xfrm>
              <a:off x="6796600" y="2075125"/>
              <a:ext cx="136550" cy="305025"/>
            </a:xfrm>
            <a:custGeom>
              <a:rect b="b" l="l" r="r" t="t"/>
              <a:pathLst>
                <a:path extrusionOk="0" h="12201" w="5462">
                  <a:moveTo>
                    <a:pt x="3282" y="0"/>
                  </a:moveTo>
                  <a:cubicBezTo>
                    <a:pt x="2774" y="0"/>
                    <a:pt x="2335" y="215"/>
                    <a:pt x="2081" y="531"/>
                  </a:cubicBezTo>
                  <a:cubicBezTo>
                    <a:pt x="1483" y="1265"/>
                    <a:pt x="160" y="8751"/>
                    <a:pt x="76" y="10252"/>
                  </a:cubicBezTo>
                  <a:cubicBezTo>
                    <a:pt x="0" y="11588"/>
                    <a:pt x="323" y="12200"/>
                    <a:pt x="1102" y="12200"/>
                  </a:cubicBezTo>
                  <a:cubicBezTo>
                    <a:pt x="1198" y="12200"/>
                    <a:pt x="1302" y="12191"/>
                    <a:pt x="1412" y="12172"/>
                  </a:cubicBezTo>
                  <a:cubicBezTo>
                    <a:pt x="2410" y="12008"/>
                    <a:pt x="2745" y="9472"/>
                    <a:pt x="4103" y="6171"/>
                  </a:cubicBezTo>
                  <a:cubicBezTo>
                    <a:pt x="5462" y="2874"/>
                    <a:pt x="5404" y="1408"/>
                    <a:pt x="5404" y="1408"/>
                  </a:cubicBezTo>
                  <a:cubicBezTo>
                    <a:pt x="4756" y="380"/>
                    <a:pt x="3958" y="0"/>
                    <a:pt x="328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54"/>
            <p:cNvSpPr/>
            <p:nvPr/>
          </p:nvSpPr>
          <p:spPr>
            <a:xfrm>
              <a:off x="6853500" y="2649525"/>
              <a:ext cx="48925" cy="118700"/>
            </a:xfrm>
            <a:custGeom>
              <a:rect b="b" l="l" r="r" t="t"/>
              <a:pathLst>
                <a:path extrusionOk="0" h="4748" w="1957">
                  <a:moveTo>
                    <a:pt x="0" y="1"/>
                  </a:moveTo>
                  <a:cubicBezTo>
                    <a:pt x="432" y="2234"/>
                    <a:pt x="776" y="3967"/>
                    <a:pt x="851" y="4256"/>
                  </a:cubicBezTo>
                  <a:cubicBezTo>
                    <a:pt x="949" y="4617"/>
                    <a:pt x="1095" y="4747"/>
                    <a:pt x="1242" y="4747"/>
                  </a:cubicBezTo>
                  <a:cubicBezTo>
                    <a:pt x="1456" y="4747"/>
                    <a:pt x="1671" y="4469"/>
                    <a:pt x="1742" y="4220"/>
                  </a:cubicBezTo>
                  <a:cubicBezTo>
                    <a:pt x="1859" y="3819"/>
                    <a:pt x="1952" y="2069"/>
                    <a:pt x="1956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54"/>
            <p:cNvSpPr/>
            <p:nvPr/>
          </p:nvSpPr>
          <p:spPr>
            <a:xfrm>
              <a:off x="6797325" y="2322450"/>
              <a:ext cx="105200" cy="327100"/>
            </a:xfrm>
            <a:custGeom>
              <a:rect b="b" l="l" r="r" t="t"/>
              <a:pathLst>
                <a:path extrusionOk="0" h="13084" w="4208">
                  <a:moveTo>
                    <a:pt x="1096" y="0"/>
                  </a:moveTo>
                  <a:cubicBezTo>
                    <a:pt x="530" y="0"/>
                    <a:pt x="0" y="476"/>
                    <a:pt x="51" y="1072"/>
                  </a:cubicBezTo>
                  <a:cubicBezTo>
                    <a:pt x="109" y="1771"/>
                    <a:pt x="1361" y="8490"/>
                    <a:pt x="2247" y="13084"/>
                  </a:cubicBezTo>
                  <a:lnTo>
                    <a:pt x="4203" y="13084"/>
                  </a:lnTo>
                  <a:cubicBezTo>
                    <a:pt x="4207" y="10575"/>
                    <a:pt x="4088" y="7604"/>
                    <a:pt x="3726" y="6031"/>
                  </a:cubicBezTo>
                  <a:cubicBezTo>
                    <a:pt x="3067" y="3162"/>
                    <a:pt x="2202" y="947"/>
                    <a:pt x="2202" y="947"/>
                  </a:cubicBezTo>
                  <a:cubicBezTo>
                    <a:pt x="1964" y="266"/>
                    <a:pt x="1520" y="0"/>
                    <a:pt x="109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54"/>
            <p:cNvSpPr/>
            <p:nvPr/>
          </p:nvSpPr>
          <p:spPr>
            <a:xfrm>
              <a:off x="6898175" y="26980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54"/>
            <p:cNvSpPr/>
            <p:nvPr/>
          </p:nvSpPr>
          <p:spPr>
            <a:xfrm>
              <a:off x="6739550" y="2774200"/>
              <a:ext cx="162200" cy="20725"/>
            </a:xfrm>
            <a:custGeom>
              <a:rect b="b" l="l" r="r" t="t"/>
              <a:pathLst>
                <a:path extrusionOk="0" h="829" w="6488">
                  <a:moveTo>
                    <a:pt x="156" y="0"/>
                  </a:moveTo>
                  <a:cubicBezTo>
                    <a:pt x="28" y="744"/>
                    <a:pt x="1" y="829"/>
                    <a:pt x="1" y="829"/>
                  </a:cubicBezTo>
                  <a:lnTo>
                    <a:pt x="6487" y="829"/>
                  </a:lnTo>
                  <a:lnTo>
                    <a:pt x="6487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54"/>
            <p:cNvSpPr/>
            <p:nvPr/>
          </p:nvSpPr>
          <p:spPr>
            <a:xfrm>
              <a:off x="6743425" y="2699000"/>
              <a:ext cx="158325" cy="75225"/>
            </a:xfrm>
            <a:custGeom>
              <a:rect b="b" l="l" r="r" t="t"/>
              <a:pathLst>
                <a:path extrusionOk="0" h="3009" w="6333">
                  <a:moveTo>
                    <a:pt x="4738" y="0"/>
                  </a:moveTo>
                  <a:cubicBezTo>
                    <a:pt x="4738" y="0"/>
                    <a:pt x="4925" y="1742"/>
                    <a:pt x="3610" y="1871"/>
                  </a:cubicBezTo>
                  <a:cubicBezTo>
                    <a:pt x="2296" y="1996"/>
                    <a:pt x="144" y="2170"/>
                    <a:pt x="6" y="2959"/>
                  </a:cubicBezTo>
                  <a:cubicBezTo>
                    <a:pt x="6" y="2977"/>
                    <a:pt x="1" y="2990"/>
                    <a:pt x="1" y="3008"/>
                  </a:cubicBezTo>
                  <a:lnTo>
                    <a:pt x="6332" y="3008"/>
                  </a:lnTo>
                  <a:lnTo>
                    <a:pt x="6332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54"/>
            <p:cNvSpPr/>
            <p:nvPr/>
          </p:nvSpPr>
          <p:spPr>
            <a:xfrm>
              <a:off x="6755600" y="2757300"/>
              <a:ext cx="72525" cy="17025"/>
            </a:xfrm>
            <a:custGeom>
              <a:rect b="b" l="l" r="r" t="t"/>
              <a:pathLst>
                <a:path extrusionOk="0" h="681" w="2901">
                  <a:moveTo>
                    <a:pt x="1044" y="1"/>
                  </a:moveTo>
                  <a:cubicBezTo>
                    <a:pt x="495" y="1"/>
                    <a:pt x="9" y="16"/>
                    <a:pt x="0" y="16"/>
                  </a:cubicBezTo>
                  <a:lnTo>
                    <a:pt x="5" y="57"/>
                  </a:lnTo>
                  <a:cubicBezTo>
                    <a:pt x="10" y="57"/>
                    <a:pt x="496" y="41"/>
                    <a:pt x="1044" y="41"/>
                  </a:cubicBezTo>
                  <a:cubicBezTo>
                    <a:pt x="1318" y="41"/>
                    <a:pt x="1608" y="45"/>
                    <a:pt x="1862" y="57"/>
                  </a:cubicBezTo>
                  <a:cubicBezTo>
                    <a:pt x="2611" y="96"/>
                    <a:pt x="2861" y="676"/>
                    <a:pt x="2861" y="680"/>
                  </a:cubicBezTo>
                  <a:lnTo>
                    <a:pt x="2900" y="666"/>
                  </a:lnTo>
                  <a:cubicBezTo>
                    <a:pt x="2896" y="658"/>
                    <a:pt x="2637" y="57"/>
                    <a:pt x="1862" y="16"/>
                  </a:cubicBezTo>
                  <a:cubicBezTo>
                    <a:pt x="1608" y="4"/>
                    <a:pt x="1318" y="1"/>
                    <a:pt x="1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54"/>
            <p:cNvSpPr/>
            <p:nvPr/>
          </p:nvSpPr>
          <p:spPr>
            <a:xfrm>
              <a:off x="6827425" y="2699000"/>
              <a:ext cx="54950" cy="52600"/>
            </a:xfrm>
            <a:custGeom>
              <a:rect b="b" l="l" r="r" t="t"/>
              <a:pathLst>
                <a:path extrusionOk="0" h="2104" w="2198">
                  <a:moveTo>
                    <a:pt x="2144" y="0"/>
                  </a:moveTo>
                  <a:cubicBezTo>
                    <a:pt x="2144" y="18"/>
                    <a:pt x="2158" y="1760"/>
                    <a:pt x="1524" y="1983"/>
                  </a:cubicBezTo>
                  <a:cubicBezTo>
                    <a:pt x="1363" y="2040"/>
                    <a:pt x="1187" y="2062"/>
                    <a:pt x="1014" y="2062"/>
                  </a:cubicBezTo>
                  <a:cubicBezTo>
                    <a:pt x="504" y="2062"/>
                    <a:pt x="21" y="1875"/>
                    <a:pt x="15" y="1871"/>
                  </a:cubicBezTo>
                  <a:lnTo>
                    <a:pt x="1" y="1912"/>
                  </a:lnTo>
                  <a:cubicBezTo>
                    <a:pt x="5" y="1916"/>
                    <a:pt x="496" y="2103"/>
                    <a:pt x="1017" y="2103"/>
                  </a:cubicBezTo>
                  <a:cubicBezTo>
                    <a:pt x="1191" y="2103"/>
                    <a:pt x="1373" y="2081"/>
                    <a:pt x="1538" y="2023"/>
                  </a:cubicBezTo>
                  <a:cubicBezTo>
                    <a:pt x="2197" y="1791"/>
                    <a:pt x="2189" y="76"/>
                    <a:pt x="2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54"/>
            <p:cNvSpPr/>
            <p:nvPr/>
          </p:nvSpPr>
          <p:spPr>
            <a:xfrm>
              <a:off x="6860400" y="2704325"/>
              <a:ext cx="21525" cy="14725"/>
            </a:xfrm>
            <a:custGeom>
              <a:rect b="b" l="l" r="r" t="t"/>
              <a:pathLst>
                <a:path extrusionOk="0" h="589" w="861">
                  <a:moveTo>
                    <a:pt x="839" y="1"/>
                  </a:moveTo>
                  <a:lnTo>
                    <a:pt x="0" y="554"/>
                  </a:lnTo>
                  <a:lnTo>
                    <a:pt x="23" y="589"/>
                  </a:lnTo>
                  <a:lnTo>
                    <a:pt x="861" y="32"/>
                  </a:lnTo>
                  <a:lnTo>
                    <a:pt x="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54"/>
            <p:cNvSpPr/>
            <p:nvPr/>
          </p:nvSpPr>
          <p:spPr>
            <a:xfrm>
              <a:off x="6861725" y="2708125"/>
              <a:ext cx="18875" cy="10925"/>
            </a:xfrm>
            <a:custGeom>
              <a:rect b="b" l="l" r="r" t="t"/>
              <a:pathLst>
                <a:path extrusionOk="0" h="437" w="755">
                  <a:moveTo>
                    <a:pt x="19" y="1"/>
                  </a:moveTo>
                  <a:lnTo>
                    <a:pt x="1" y="36"/>
                  </a:lnTo>
                  <a:lnTo>
                    <a:pt x="732" y="437"/>
                  </a:lnTo>
                  <a:lnTo>
                    <a:pt x="755" y="402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54"/>
            <p:cNvSpPr/>
            <p:nvPr/>
          </p:nvSpPr>
          <p:spPr>
            <a:xfrm>
              <a:off x="6854375" y="2724625"/>
              <a:ext cx="25000" cy="9600"/>
            </a:xfrm>
            <a:custGeom>
              <a:rect b="b" l="l" r="r" t="t"/>
              <a:pathLst>
                <a:path extrusionOk="0" h="384" w="1000">
                  <a:moveTo>
                    <a:pt x="985" y="0"/>
                  </a:moveTo>
                  <a:lnTo>
                    <a:pt x="1" y="343"/>
                  </a:lnTo>
                  <a:lnTo>
                    <a:pt x="14" y="383"/>
                  </a:lnTo>
                  <a:lnTo>
                    <a:pt x="999" y="36"/>
                  </a:lnTo>
                  <a:lnTo>
                    <a:pt x="9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54"/>
            <p:cNvSpPr/>
            <p:nvPr/>
          </p:nvSpPr>
          <p:spPr>
            <a:xfrm>
              <a:off x="6858625" y="2724625"/>
              <a:ext cx="17725" cy="12375"/>
            </a:xfrm>
            <a:custGeom>
              <a:rect b="b" l="l" r="r" t="t"/>
              <a:pathLst>
                <a:path extrusionOk="0" h="495" w="709">
                  <a:moveTo>
                    <a:pt x="23" y="0"/>
                  </a:moveTo>
                  <a:lnTo>
                    <a:pt x="1" y="36"/>
                  </a:lnTo>
                  <a:lnTo>
                    <a:pt x="686" y="495"/>
                  </a:lnTo>
                  <a:lnTo>
                    <a:pt x="708" y="46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54"/>
            <p:cNvSpPr/>
            <p:nvPr/>
          </p:nvSpPr>
          <p:spPr>
            <a:xfrm>
              <a:off x="6893375" y="1827600"/>
              <a:ext cx="104200" cy="217350"/>
            </a:xfrm>
            <a:custGeom>
              <a:rect b="b" l="l" r="r" t="t"/>
              <a:pathLst>
                <a:path extrusionOk="0" h="8694" w="4168">
                  <a:moveTo>
                    <a:pt x="883" y="1"/>
                  </a:moveTo>
                  <a:cubicBezTo>
                    <a:pt x="18" y="1"/>
                    <a:pt x="1" y="1204"/>
                    <a:pt x="89" y="1489"/>
                  </a:cubicBezTo>
                  <a:cubicBezTo>
                    <a:pt x="89" y="1489"/>
                    <a:pt x="1885" y="7535"/>
                    <a:pt x="2616" y="8378"/>
                  </a:cubicBezTo>
                  <a:cubicBezTo>
                    <a:pt x="2810" y="8601"/>
                    <a:pt x="3013" y="8694"/>
                    <a:pt x="3203" y="8694"/>
                  </a:cubicBezTo>
                  <a:cubicBezTo>
                    <a:pt x="3730" y="8694"/>
                    <a:pt x="4167" y="7985"/>
                    <a:pt x="4095" y="7370"/>
                  </a:cubicBezTo>
                  <a:cubicBezTo>
                    <a:pt x="3997" y="6533"/>
                    <a:pt x="2491" y="1440"/>
                    <a:pt x="2277" y="1123"/>
                  </a:cubicBezTo>
                  <a:cubicBezTo>
                    <a:pt x="2063" y="812"/>
                    <a:pt x="1751" y="6"/>
                    <a:pt x="883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54"/>
            <p:cNvSpPr/>
            <p:nvPr/>
          </p:nvSpPr>
          <p:spPr>
            <a:xfrm>
              <a:off x="6896050" y="1837350"/>
              <a:ext cx="67750" cy="64350"/>
            </a:xfrm>
            <a:custGeom>
              <a:rect b="b" l="l" r="r" t="t"/>
              <a:pathLst>
                <a:path extrusionOk="0" h="2574" w="2710">
                  <a:moveTo>
                    <a:pt x="1112" y="1"/>
                  </a:moveTo>
                  <a:cubicBezTo>
                    <a:pt x="298" y="1"/>
                    <a:pt x="1" y="739"/>
                    <a:pt x="103" y="1264"/>
                  </a:cubicBezTo>
                  <a:cubicBezTo>
                    <a:pt x="215" y="1839"/>
                    <a:pt x="548" y="2574"/>
                    <a:pt x="548" y="2574"/>
                  </a:cubicBezTo>
                  <a:lnTo>
                    <a:pt x="2709" y="2289"/>
                  </a:lnTo>
                  <a:lnTo>
                    <a:pt x="2491" y="1251"/>
                  </a:lnTo>
                  <a:cubicBezTo>
                    <a:pt x="2491" y="1251"/>
                    <a:pt x="2353" y="186"/>
                    <a:pt x="1354" y="21"/>
                  </a:cubicBezTo>
                  <a:cubicBezTo>
                    <a:pt x="1269" y="7"/>
                    <a:pt x="1188" y="1"/>
                    <a:pt x="1112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54"/>
            <p:cNvSpPr/>
            <p:nvPr/>
          </p:nvSpPr>
          <p:spPr>
            <a:xfrm>
              <a:off x="6873750" y="1801600"/>
              <a:ext cx="86800" cy="128725"/>
            </a:xfrm>
            <a:custGeom>
              <a:rect b="b" l="l" r="r" t="t"/>
              <a:pathLst>
                <a:path extrusionOk="0" h="5149" w="3472">
                  <a:moveTo>
                    <a:pt x="1471" y="0"/>
                  </a:moveTo>
                  <a:cubicBezTo>
                    <a:pt x="1358" y="0"/>
                    <a:pt x="1237" y="7"/>
                    <a:pt x="1107" y="20"/>
                  </a:cubicBezTo>
                  <a:cubicBezTo>
                    <a:pt x="1107" y="20"/>
                    <a:pt x="1" y="756"/>
                    <a:pt x="144" y="1807"/>
                  </a:cubicBezTo>
                  <a:cubicBezTo>
                    <a:pt x="286" y="2858"/>
                    <a:pt x="905" y="5149"/>
                    <a:pt x="905" y="5149"/>
                  </a:cubicBezTo>
                  <a:lnTo>
                    <a:pt x="3472" y="2159"/>
                  </a:lnTo>
                  <a:cubicBezTo>
                    <a:pt x="3472" y="2159"/>
                    <a:pt x="3406" y="1731"/>
                    <a:pt x="3040" y="1041"/>
                  </a:cubicBezTo>
                  <a:cubicBezTo>
                    <a:pt x="2715" y="427"/>
                    <a:pt x="2373" y="0"/>
                    <a:pt x="1471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54"/>
            <p:cNvSpPr/>
            <p:nvPr/>
          </p:nvSpPr>
          <p:spPr>
            <a:xfrm>
              <a:off x="6947525" y="1989025"/>
              <a:ext cx="64075" cy="233125"/>
            </a:xfrm>
            <a:custGeom>
              <a:rect b="b" l="l" r="r" t="t"/>
              <a:pathLst>
                <a:path extrusionOk="0" h="9325" w="2563">
                  <a:moveTo>
                    <a:pt x="1007" y="1"/>
                  </a:moveTo>
                  <a:cubicBezTo>
                    <a:pt x="505" y="1"/>
                    <a:pt x="157" y="638"/>
                    <a:pt x="93" y="1199"/>
                  </a:cubicBezTo>
                  <a:cubicBezTo>
                    <a:pt x="0" y="1996"/>
                    <a:pt x="1506" y="8951"/>
                    <a:pt x="1506" y="8951"/>
                  </a:cubicBezTo>
                  <a:cubicBezTo>
                    <a:pt x="1549" y="9155"/>
                    <a:pt x="1683" y="9325"/>
                    <a:pt x="1828" y="9325"/>
                  </a:cubicBezTo>
                  <a:cubicBezTo>
                    <a:pt x="1965" y="9325"/>
                    <a:pt x="2112" y="9173"/>
                    <a:pt x="2201" y="8755"/>
                  </a:cubicBezTo>
                  <a:cubicBezTo>
                    <a:pt x="2379" y="7899"/>
                    <a:pt x="2562" y="1292"/>
                    <a:pt x="1701" y="379"/>
                  </a:cubicBezTo>
                  <a:cubicBezTo>
                    <a:pt x="1450" y="110"/>
                    <a:pt x="1215" y="1"/>
                    <a:pt x="1007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54"/>
            <p:cNvSpPr/>
            <p:nvPr/>
          </p:nvSpPr>
          <p:spPr>
            <a:xfrm>
              <a:off x="6962775" y="2189650"/>
              <a:ext cx="44800" cy="101375"/>
            </a:xfrm>
            <a:custGeom>
              <a:rect b="b" l="l" r="r" t="t"/>
              <a:pathLst>
                <a:path extrusionOk="0" h="4055" w="1792">
                  <a:moveTo>
                    <a:pt x="1344" y="1"/>
                  </a:moveTo>
                  <a:cubicBezTo>
                    <a:pt x="997" y="1"/>
                    <a:pt x="671" y="1099"/>
                    <a:pt x="455" y="1470"/>
                  </a:cubicBezTo>
                  <a:cubicBezTo>
                    <a:pt x="223" y="1862"/>
                    <a:pt x="1" y="3055"/>
                    <a:pt x="215" y="3069"/>
                  </a:cubicBezTo>
                  <a:cubicBezTo>
                    <a:pt x="216" y="3069"/>
                    <a:pt x="218" y="3069"/>
                    <a:pt x="220" y="3069"/>
                  </a:cubicBezTo>
                  <a:cubicBezTo>
                    <a:pt x="429" y="3069"/>
                    <a:pt x="465" y="2297"/>
                    <a:pt x="589" y="2138"/>
                  </a:cubicBezTo>
                  <a:cubicBezTo>
                    <a:pt x="654" y="2048"/>
                    <a:pt x="717" y="2013"/>
                    <a:pt x="763" y="2013"/>
                  </a:cubicBezTo>
                  <a:cubicBezTo>
                    <a:pt x="801" y="2013"/>
                    <a:pt x="827" y="2037"/>
                    <a:pt x="834" y="2076"/>
                  </a:cubicBezTo>
                  <a:cubicBezTo>
                    <a:pt x="834" y="2076"/>
                    <a:pt x="900" y="2446"/>
                    <a:pt x="793" y="2767"/>
                  </a:cubicBezTo>
                  <a:cubicBezTo>
                    <a:pt x="682" y="3081"/>
                    <a:pt x="262" y="4054"/>
                    <a:pt x="457" y="4054"/>
                  </a:cubicBezTo>
                  <a:cubicBezTo>
                    <a:pt x="458" y="4054"/>
                    <a:pt x="459" y="4054"/>
                    <a:pt x="459" y="4054"/>
                  </a:cubicBezTo>
                  <a:cubicBezTo>
                    <a:pt x="655" y="4040"/>
                    <a:pt x="1208" y="3065"/>
                    <a:pt x="1457" y="2423"/>
                  </a:cubicBezTo>
                  <a:cubicBezTo>
                    <a:pt x="1712" y="1778"/>
                    <a:pt x="1792" y="195"/>
                    <a:pt x="1418" y="17"/>
                  </a:cubicBezTo>
                  <a:cubicBezTo>
                    <a:pt x="1393" y="6"/>
                    <a:pt x="1369" y="1"/>
                    <a:pt x="1344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54"/>
            <p:cNvSpPr/>
            <p:nvPr/>
          </p:nvSpPr>
          <p:spPr>
            <a:xfrm>
              <a:off x="6737200" y="1988250"/>
              <a:ext cx="201550" cy="189375"/>
            </a:xfrm>
            <a:custGeom>
              <a:rect b="b" l="l" r="r" t="t"/>
              <a:pathLst>
                <a:path extrusionOk="0" h="7575" w="8062">
                  <a:moveTo>
                    <a:pt x="2376" y="0"/>
                  </a:moveTo>
                  <a:cubicBezTo>
                    <a:pt x="2376" y="0"/>
                    <a:pt x="1306" y="619"/>
                    <a:pt x="669" y="3916"/>
                  </a:cubicBezTo>
                  <a:cubicBezTo>
                    <a:pt x="469" y="4946"/>
                    <a:pt x="233" y="6260"/>
                    <a:pt x="1" y="7574"/>
                  </a:cubicBezTo>
                  <a:lnTo>
                    <a:pt x="7990" y="7574"/>
                  </a:lnTo>
                  <a:cubicBezTo>
                    <a:pt x="8061" y="4728"/>
                    <a:pt x="7651" y="1577"/>
                    <a:pt x="5802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54"/>
            <p:cNvSpPr/>
            <p:nvPr/>
          </p:nvSpPr>
          <p:spPr>
            <a:xfrm>
              <a:off x="6836475" y="1972750"/>
              <a:ext cx="40900" cy="40900"/>
            </a:xfrm>
            <a:custGeom>
              <a:rect b="b" l="l" r="r" t="t"/>
              <a:pathLst>
                <a:path extrusionOk="0" h="1636" w="1636">
                  <a:moveTo>
                    <a:pt x="1465" y="1"/>
                  </a:moveTo>
                  <a:lnTo>
                    <a:pt x="0" y="1466"/>
                  </a:lnTo>
                  <a:lnTo>
                    <a:pt x="173" y="1636"/>
                  </a:lnTo>
                  <a:lnTo>
                    <a:pt x="1635" y="174"/>
                  </a:lnTo>
                  <a:lnTo>
                    <a:pt x="14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54"/>
            <p:cNvSpPr/>
            <p:nvPr/>
          </p:nvSpPr>
          <p:spPr>
            <a:xfrm>
              <a:off x="6865200" y="2027225"/>
              <a:ext cx="44150" cy="37125"/>
            </a:xfrm>
            <a:custGeom>
              <a:rect b="b" l="l" r="r" t="t"/>
              <a:pathLst>
                <a:path extrusionOk="0" h="1485" w="1766">
                  <a:moveTo>
                    <a:pt x="151" y="0"/>
                  </a:moveTo>
                  <a:lnTo>
                    <a:pt x="1" y="187"/>
                  </a:lnTo>
                  <a:lnTo>
                    <a:pt x="1613" y="1484"/>
                  </a:lnTo>
                  <a:lnTo>
                    <a:pt x="1765" y="1292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54"/>
            <p:cNvSpPr/>
            <p:nvPr/>
          </p:nvSpPr>
          <p:spPr>
            <a:xfrm>
              <a:off x="6805375" y="2085150"/>
              <a:ext cx="31650" cy="47575"/>
            </a:xfrm>
            <a:custGeom>
              <a:rect b="b" l="l" r="r" t="t"/>
              <a:pathLst>
                <a:path extrusionOk="0" h="1903" w="1266">
                  <a:moveTo>
                    <a:pt x="1057" y="0"/>
                  </a:moveTo>
                  <a:lnTo>
                    <a:pt x="1" y="1782"/>
                  </a:lnTo>
                  <a:lnTo>
                    <a:pt x="206" y="1903"/>
                  </a:lnTo>
                  <a:lnTo>
                    <a:pt x="1266" y="124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54"/>
            <p:cNvSpPr/>
            <p:nvPr/>
          </p:nvSpPr>
          <p:spPr>
            <a:xfrm>
              <a:off x="6803725" y="1924300"/>
              <a:ext cx="20175" cy="51475"/>
            </a:xfrm>
            <a:custGeom>
              <a:rect b="b" l="l" r="r" t="t"/>
              <a:pathLst>
                <a:path extrusionOk="0" h="2059" w="807">
                  <a:moveTo>
                    <a:pt x="574" y="0"/>
                  </a:moveTo>
                  <a:lnTo>
                    <a:pt x="0" y="1992"/>
                  </a:lnTo>
                  <a:lnTo>
                    <a:pt x="235" y="2059"/>
                  </a:lnTo>
                  <a:lnTo>
                    <a:pt x="806" y="68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54"/>
            <p:cNvSpPr/>
            <p:nvPr/>
          </p:nvSpPr>
          <p:spPr>
            <a:xfrm>
              <a:off x="6736425" y="1808100"/>
              <a:ext cx="42600" cy="39150"/>
            </a:xfrm>
            <a:custGeom>
              <a:rect b="b" l="l" r="r" t="t"/>
              <a:pathLst>
                <a:path extrusionOk="0" h="1566" w="1704">
                  <a:moveTo>
                    <a:pt x="165" y="1"/>
                  </a:moveTo>
                  <a:lnTo>
                    <a:pt x="1" y="180"/>
                  </a:lnTo>
                  <a:lnTo>
                    <a:pt x="1543" y="1565"/>
                  </a:lnTo>
                  <a:lnTo>
                    <a:pt x="1703" y="1387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54"/>
            <p:cNvSpPr/>
            <p:nvPr/>
          </p:nvSpPr>
          <p:spPr>
            <a:xfrm>
              <a:off x="6830450" y="1890200"/>
              <a:ext cx="28775" cy="49025"/>
            </a:xfrm>
            <a:custGeom>
              <a:rect b="b" l="l" r="r" t="t"/>
              <a:pathLst>
                <a:path extrusionOk="0" h="1961" w="1151">
                  <a:moveTo>
                    <a:pt x="219" y="1"/>
                  </a:moveTo>
                  <a:lnTo>
                    <a:pt x="1" y="108"/>
                  </a:lnTo>
                  <a:lnTo>
                    <a:pt x="931" y="1961"/>
                  </a:lnTo>
                  <a:lnTo>
                    <a:pt x="1150" y="185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54"/>
            <p:cNvSpPr/>
            <p:nvPr/>
          </p:nvSpPr>
          <p:spPr>
            <a:xfrm>
              <a:off x="6906300" y="1809025"/>
              <a:ext cx="34775" cy="45800"/>
            </a:xfrm>
            <a:custGeom>
              <a:rect b="b" l="l" r="r" t="t"/>
              <a:pathLst>
                <a:path extrusionOk="0" h="1832" w="1391">
                  <a:moveTo>
                    <a:pt x="1195" y="0"/>
                  </a:moveTo>
                  <a:lnTo>
                    <a:pt x="0" y="1693"/>
                  </a:lnTo>
                  <a:lnTo>
                    <a:pt x="196" y="1831"/>
                  </a:lnTo>
                  <a:lnTo>
                    <a:pt x="1390" y="138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54"/>
            <p:cNvSpPr/>
            <p:nvPr/>
          </p:nvSpPr>
          <p:spPr>
            <a:xfrm>
              <a:off x="6783525" y="1839775"/>
              <a:ext cx="29325" cy="48675"/>
            </a:xfrm>
            <a:custGeom>
              <a:rect b="b" l="l" r="r" t="t"/>
              <a:pathLst>
                <a:path extrusionOk="0" h="1947" w="1173">
                  <a:moveTo>
                    <a:pt x="959" y="0"/>
                  </a:moveTo>
                  <a:lnTo>
                    <a:pt x="1" y="1835"/>
                  </a:lnTo>
                  <a:lnTo>
                    <a:pt x="215" y="1946"/>
                  </a:lnTo>
                  <a:lnTo>
                    <a:pt x="1173" y="111"/>
                  </a:lnTo>
                  <a:lnTo>
                    <a:pt x="9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54"/>
            <p:cNvSpPr/>
            <p:nvPr/>
          </p:nvSpPr>
          <p:spPr>
            <a:xfrm>
              <a:off x="6879900" y="1855250"/>
              <a:ext cx="36550" cy="44550"/>
            </a:xfrm>
            <a:custGeom>
              <a:rect b="b" l="l" r="r" t="t"/>
              <a:pathLst>
                <a:path extrusionOk="0" h="1782" w="1462">
                  <a:moveTo>
                    <a:pt x="188" y="0"/>
                  </a:moveTo>
                  <a:lnTo>
                    <a:pt x="1" y="151"/>
                  </a:lnTo>
                  <a:lnTo>
                    <a:pt x="1270" y="1782"/>
                  </a:lnTo>
                  <a:lnTo>
                    <a:pt x="1461" y="1635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54"/>
            <p:cNvSpPr/>
            <p:nvPr/>
          </p:nvSpPr>
          <p:spPr>
            <a:xfrm>
              <a:off x="6770725" y="2022650"/>
              <a:ext cx="36675" cy="44575"/>
            </a:xfrm>
            <a:custGeom>
              <a:rect b="b" l="l" r="r" t="t"/>
              <a:pathLst>
                <a:path extrusionOk="0" h="1783" w="1467">
                  <a:moveTo>
                    <a:pt x="192" y="0"/>
                  </a:moveTo>
                  <a:lnTo>
                    <a:pt x="1" y="148"/>
                  </a:lnTo>
                  <a:lnTo>
                    <a:pt x="1275" y="1783"/>
                  </a:lnTo>
                  <a:lnTo>
                    <a:pt x="1467" y="163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54"/>
            <p:cNvSpPr/>
            <p:nvPr/>
          </p:nvSpPr>
          <p:spPr>
            <a:xfrm>
              <a:off x="6882900" y="2083250"/>
              <a:ext cx="36675" cy="44575"/>
            </a:xfrm>
            <a:custGeom>
              <a:rect b="b" l="l" r="r" t="t"/>
              <a:pathLst>
                <a:path extrusionOk="0" h="1783" w="1467">
                  <a:moveTo>
                    <a:pt x="192" y="0"/>
                  </a:moveTo>
                  <a:lnTo>
                    <a:pt x="1" y="152"/>
                  </a:lnTo>
                  <a:lnTo>
                    <a:pt x="1275" y="1783"/>
                  </a:lnTo>
                  <a:lnTo>
                    <a:pt x="1467" y="163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54"/>
            <p:cNvSpPr/>
            <p:nvPr/>
          </p:nvSpPr>
          <p:spPr>
            <a:xfrm>
              <a:off x="6819100" y="1668675"/>
              <a:ext cx="24075" cy="24075"/>
            </a:xfrm>
            <a:custGeom>
              <a:rect b="b" l="l" r="r" t="t"/>
              <a:pathLst>
                <a:path extrusionOk="0" h="963" w="963">
                  <a:moveTo>
                    <a:pt x="481" y="49"/>
                  </a:moveTo>
                  <a:cubicBezTo>
                    <a:pt x="722" y="49"/>
                    <a:pt x="913" y="245"/>
                    <a:pt x="913" y="482"/>
                  </a:cubicBezTo>
                  <a:cubicBezTo>
                    <a:pt x="913" y="722"/>
                    <a:pt x="722" y="914"/>
                    <a:pt x="481" y="914"/>
                  </a:cubicBezTo>
                  <a:cubicBezTo>
                    <a:pt x="245" y="914"/>
                    <a:pt x="48" y="722"/>
                    <a:pt x="48" y="482"/>
                  </a:cubicBezTo>
                  <a:cubicBezTo>
                    <a:pt x="48" y="245"/>
                    <a:pt x="245" y="49"/>
                    <a:pt x="481" y="49"/>
                  </a:cubicBezTo>
                  <a:close/>
                  <a:moveTo>
                    <a:pt x="481" y="0"/>
                  </a:moveTo>
                  <a:cubicBezTo>
                    <a:pt x="214" y="0"/>
                    <a:pt x="0" y="219"/>
                    <a:pt x="0" y="482"/>
                  </a:cubicBezTo>
                  <a:cubicBezTo>
                    <a:pt x="0" y="749"/>
                    <a:pt x="214" y="963"/>
                    <a:pt x="481" y="963"/>
                  </a:cubicBezTo>
                  <a:cubicBezTo>
                    <a:pt x="749" y="963"/>
                    <a:pt x="962" y="749"/>
                    <a:pt x="962" y="482"/>
                  </a:cubicBezTo>
                  <a:cubicBezTo>
                    <a:pt x="962" y="219"/>
                    <a:pt x="749" y="0"/>
                    <a:pt x="48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54"/>
            <p:cNvSpPr/>
            <p:nvPr/>
          </p:nvSpPr>
          <p:spPr>
            <a:xfrm>
              <a:off x="6791350" y="1668675"/>
              <a:ext cx="24075" cy="24075"/>
            </a:xfrm>
            <a:custGeom>
              <a:rect b="b" l="l" r="r" t="t"/>
              <a:pathLst>
                <a:path extrusionOk="0" h="963" w="963">
                  <a:moveTo>
                    <a:pt x="481" y="49"/>
                  </a:moveTo>
                  <a:cubicBezTo>
                    <a:pt x="722" y="49"/>
                    <a:pt x="913" y="245"/>
                    <a:pt x="913" y="482"/>
                  </a:cubicBezTo>
                  <a:cubicBezTo>
                    <a:pt x="913" y="722"/>
                    <a:pt x="722" y="914"/>
                    <a:pt x="481" y="914"/>
                  </a:cubicBezTo>
                  <a:cubicBezTo>
                    <a:pt x="245" y="914"/>
                    <a:pt x="49" y="722"/>
                    <a:pt x="49" y="482"/>
                  </a:cubicBezTo>
                  <a:cubicBezTo>
                    <a:pt x="49" y="245"/>
                    <a:pt x="245" y="49"/>
                    <a:pt x="481" y="49"/>
                  </a:cubicBezTo>
                  <a:close/>
                  <a:moveTo>
                    <a:pt x="481" y="0"/>
                  </a:moveTo>
                  <a:cubicBezTo>
                    <a:pt x="214" y="0"/>
                    <a:pt x="0" y="219"/>
                    <a:pt x="0" y="482"/>
                  </a:cubicBezTo>
                  <a:cubicBezTo>
                    <a:pt x="0" y="749"/>
                    <a:pt x="214" y="963"/>
                    <a:pt x="481" y="963"/>
                  </a:cubicBezTo>
                  <a:cubicBezTo>
                    <a:pt x="749" y="963"/>
                    <a:pt x="963" y="749"/>
                    <a:pt x="963" y="482"/>
                  </a:cubicBezTo>
                  <a:cubicBezTo>
                    <a:pt x="963" y="219"/>
                    <a:pt x="749" y="0"/>
                    <a:pt x="48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54"/>
            <p:cNvSpPr/>
            <p:nvPr/>
          </p:nvSpPr>
          <p:spPr>
            <a:xfrm>
              <a:off x="6814850" y="1680150"/>
              <a:ext cx="4800" cy="1250"/>
            </a:xfrm>
            <a:custGeom>
              <a:rect b="b" l="l" r="r" t="t"/>
              <a:pathLst>
                <a:path extrusionOk="0" h="50" w="192">
                  <a:moveTo>
                    <a:pt x="0" y="0"/>
                  </a:moveTo>
                  <a:lnTo>
                    <a:pt x="0" y="49"/>
                  </a:lnTo>
                  <a:lnTo>
                    <a:pt x="191" y="49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7" name="Google Shape;3557;p54"/>
          <p:cNvSpPr txBox="1"/>
          <p:nvPr>
            <p:ph type="ctrTitle"/>
          </p:nvPr>
        </p:nvSpPr>
        <p:spPr>
          <a:xfrm flipH="1">
            <a:off x="1373325" y="799350"/>
            <a:ext cx="1171200" cy="947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</a:t>
            </a:r>
            <a:r>
              <a:rPr lang="en"/>
              <a:t>designer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2" name="Shape 3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" name="Google Shape;3563;p55"/>
          <p:cNvSpPr/>
          <p:nvPr/>
        </p:nvSpPr>
        <p:spPr>
          <a:xfrm>
            <a:off x="5150369" y="81445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4" name="Google Shape;3564;p55"/>
          <p:cNvSpPr/>
          <p:nvPr/>
        </p:nvSpPr>
        <p:spPr>
          <a:xfrm>
            <a:off x="7071350" y="81445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5" name="Google Shape;3565;p55"/>
          <p:cNvSpPr txBox="1"/>
          <p:nvPr>
            <p:ph type="ctrTitle"/>
          </p:nvPr>
        </p:nvSpPr>
        <p:spPr>
          <a:xfrm flipH="1">
            <a:off x="722325" y="1951175"/>
            <a:ext cx="18093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PRINCIPLES FOR </a:t>
            </a:r>
            <a:br>
              <a:rPr lang="en" sz="2000"/>
            </a:br>
            <a:r>
              <a:rPr lang="en" sz="2000"/>
              <a:t>UX DESIGN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6" name="Google Shape;3566;p55"/>
          <p:cNvSpPr/>
          <p:nvPr/>
        </p:nvSpPr>
        <p:spPr>
          <a:xfrm>
            <a:off x="3229406" y="81445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7" name="Google Shape;3567;p55"/>
          <p:cNvSpPr/>
          <p:nvPr/>
        </p:nvSpPr>
        <p:spPr>
          <a:xfrm>
            <a:off x="5150369" y="2779675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8" name="Google Shape;3568;p55"/>
          <p:cNvSpPr/>
          <p:nvPr/>
        </p:nvSpPr>
        <p:spPr>
          <a:xfrm>
            <a:off x="7071350" y="2779675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9" name="Google Shape;3569;p55"/>
          <p:cNvSpPr/>
          <p:nvPr/>
        </p:nvSpPr>
        <p:spPr>
          <a:xfrm>
            <a:off x="3229406" y="2779675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0" name="Google Shape;3570;p55"/>
          <p:cNvSpPr txBox="1"/>
          <p:nvPr>
            <p:ph idx="3" type="subTitle"/>
          </p:nvPr>
        </p:nvSpPr>
        <p:spPr>
          <a:xfrm flipH="1">
            <a:off x="6612050" y="1334824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Hierarchy</a:t>
            </a:r>
            <a:endParaRPr sz="2000"/>
          </a:p>
        </p:txBody>
      </p:sp>
      <p:sp>
        <p:nvSpPr>
          <p:cNvPr id="3571" name="Google Shape;3571;p55"/>
          <p:cNvSpPr txBox="1"/>
          <p:nvPr>
            <p:ph idx="1" type="subTitle"/>
          </p:nvPr>
        </p:nvSpPr>
        <p:spPr>
          <a:xfrm flipH="1">
            <a:off x="2348400" y="1334825"/>
            <a:ext cx="22698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User-centered design</a:t>
            </a:r>
            <a:endParaRPr sz="2000"/>
          </a:p>
        </p:txBody>
      </p:sp>
      <p:sp>
        <p:nvSpPr>
          <p:cNvPr id="3572" name="Google Shape;3572;p55"/>
          <p:cNvSpPr txBox="1"/>
          <p:nvPr>
            <p:ph idx="2" type="subTitle"/>
          </p:nvPr>
        </p:nvSpPr>
        <p:spPr>
          <a:xfrm flipH="1">
            <a:off x="4691069" y="1334837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Context</a:t>
            </a:r>
            <a:endParaRPr sz="2000"/>
          </a:p>
        </p:txBody>
      </p:sp>
      <p:sp>
        <p:nvSpPr>
          <p:cNvPr id="3573" name="Google Shape;3573;p55"/>
          <p:cNvSpPr txBox="1"/>
          <p:nvPr>
            <p:ph idx="4" type="subTitle"/>
          </p:nvPr>
        </p:nvSpPr>
        <p:spPr>
          <a:xfrm flipH="1">
            <a:off x="2770106" y="330861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Accessibility</a:t>
            </a:r>
            <a:endParaRPr sz="2000"/>
          </a:p>
        </p:txBody>
      </p:sp>
      <p:sp>
        <p:nvSpPr>
          <p:cNvPr id="3574" name="Google Shape;3574;p55"/>
          <p:cNvSpPr txBox="1"/>
          <p:nvPr>
            <p:ph idx="5" type="subTitle"/>
          </p:nvPr>
        </p:nvSpPr>
        <p:spPr>
          <a:xfrm flipH="1">
            <a:off x="4691069" y="330861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Confirmation</a:t>
            </a:r>
            <a:endParaRPr sz="2000"/>
          </a:p>
        </p:txBody>
      </p:sp>
      <p:sp>
        <p:nvSpPr>
          <p:cNvPr id="3575" name="Google Shape;3575;p55"/>
          <p:cNvSpPr txBox="1"/>
          <p:nvPr>
            <p:ph idx="6" type="subTitle"/>
          </p:nvPr>
        </p:nvSpPr>
        <p:spPr>
          <a:xfrm flipH="1">
            <a:off x="6612050" y="330861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Consistency</a:t>
            </a:r>
            <a:endParaRPr sz="2000"/>
          </a:p>
        </p:txBody>
      </p:sp>
      <p:sp>
        <p:nvSpPr>
          <p:cNvPr id="3576" name="Google Shape;3576;p55"/>
          <p:cNvSpPr txBox="1"/>
          <p:nvPr>
            <p:ph idx="4294967295" type="title"/>
          </p:nvPr>
        </p:nvSpPr>
        <p:spPr>
          <a:xfrm>
            <a:off x="-554475" y="2013125"/>
            <a:ext cx="12768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02</a:t>
            </a:r>
            <a:endParaRPr>
              <a:solidFill>
                <a:srgbClr val="F3F3F3"/>
              </a:solidFill>
            </a:endParaRPr>
          </a:p>
        </p:txBody>
      </p:sp>
      <p:grpSp>
        <p:nvGrpSpPr>
          <p:cNvPr id="3577" name="Google Shape;3577;p55"/>
          <p:cNvGrpSpPr/>
          <p:nvPr/>
        </p:nvGrpSpPr>
        <p:grpSpPr>
          <a:xfrm>
            <a:off x="3333846" y="916072"/>
            <a:ext cx="299019" cy="297905"/>
            <a:chOff x="5355784" y="3834547"/>
            <a:chExt cx="299019" cy="297905"/>
          </a:xfrm>
        </p:grpSpPr>
        <p:sp>
          <p:nvSpPr>
            <p:cNvPr id="3578" name="Google Shape;3578;p55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55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55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55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2" name="Google Shape;3582;p55"/>
          <p:cNvGrpSpPr/>
          <p:nvPr/>
        </p:nvGrpSpPr>
        <p:grpSpPr>
          <a:xfrm>
            <a:off x="5229217" y="889760"/>
            <a:ext cx="350198" cy="350548"/>
            <a:chOff x="3094217" y="1976585"/>
            <a:chExt cx="350198" cy="350548"/>
          </a:xfrm>
        </p:grpSpPr>
        <p:sp>
          <p:nvSpPr>
            <p:cNvPr id="3583" name="Google Shape;3583;p55"/>
            <p:cNvSpPr/>
            <p:nvPr/>
          </p:nvSpPr>
          <p:spPr>
            <a:xfrm>
              <a:off x="3094217" y="2129039"/>
              <a:ext cx="131543" cy="197362"/>
            </a:xfrm>
            <a:custGeom>
              <a:rect b="b" l="l" r="r" t="t"/>
              <a:pathLst>
                <a:path extrusionOk="0" h="6201" w="4133">
                  <a:moveTo>
                    <a:pt x="2072" y="345"/>
                  </a:moveTo>
                  <a:cubicBezTo>
                    <a:pt x="2117" y="345"/>
                    <a:pt x="2162" y="348"/>
                    <a:pt x="2203" y="354"/>
                  </a:cubicBezTo>
                  <a:cubicBezTo>
                    <a:pt x="2906" y="414"/>
                    <a:pt x="3454" y="1045"/>
                    <a:pt x="3454" y="1759"/>
                  </a:cubicBezTo>
                  <a:cubicBezTo>
                    <a:pt x="3454" y="2438"/>
                    <a:pt x="3620" y="3069"/>
                    <a:pt x="3751" y="3402"/>
                  </a:cubicBezTo>
                  <a:lnTo>
                    <a:pt x="3751" y="3426"/>
                  </a:lnTo>
                  <a:cubicBezTo>
                    <a:pt x="3608" y="3509"/>
                    <a:pt x="3299" y="3688"/>
                    <a:pt x="2763" y="3807"/>
                  </a:cubicBezTo>
                  <a:lnTo>
                    <a:pt x="2763" y="3759"/>
                  </a:lnTo>
                  <a:lnTo>
                    <a:pt x="2763" y="3438"/>
                  </a:lnTo>
                  <a:cubicBezTo>
                    <a:pt x="2965" y="3319"/>
                    <a:pt x="3144" y="3140"/>
                    <a:pt x="3263" y="2926"/>
                  </a:cubicBezTo>
                  <a:cubicBezTo>
                    <a:pt x="3489" y="2533"/>
                    <a:pt x="3418" y="2021"/>
                    <a:pt x="3073" y="1712"/>
                  </a:cubicBezTo>
                  <a:cubicBezTo>
                    <a:pt x="2834" y="1485"/>
                    <a:pt x="2418" y="1235"/>
                    <a:pt x="1727" y="1235"/>
                  </a:cubicBezTo>
                  <a:cubicBezTo>
                    <a:pt x="1691" y="1235"/>
                    <a:pt x="1644" y="1247"/>
                    <a:pt x="1608" y="1283"/>
                  </a:cubicBezTo>
                  <a:lnTo>
                    <a:pt x="1275" y="1616"/>
                  </a:lnTo>
                  <a:cubicBezTo>
                    <a:pt x="1215" y="1676"/>
                    <a:pt x="1215" y="1783"/>
                    <a:pt x="1275" y="1843"/>
                  </a:cubicBezTo>
                  <a:cubicBezTo>
                    <a:pt x="1304" y="1872"/>
                    <a:pt x="1343" y="1887"/>
                    <a:pt x="1382" y="1887"/>
                  </a:cubicBezTo>
                  <a:cubicBezTo>
                    <a:pt x="1421" y="1887"/>
                    <a:pt x="1459" y="1872"/>
                    <a:pt x="1489" y="1843"/>
                  </a:cubicBezTo>
                  <a:lnTo>
                    <a:pt x="1787" y="1545"/>
                  </a:lnTo>
                  <a:cubicBezTo>
                    <a:pt x="2227" y="1557"/>
                    <a:pt x="2584" y="1700"/>
                    <a:pt x="2846" y="1938"/>
                  </a:cubicBezTo>
                  <a:cubicBezTo>
                    <a:pt x="3073" y="2140"/>
                    <a:pt x="3132" y="2485"/>
                    <a:pt x="2977" y="2747"/>
                  </a:cubicBezTo>
                  <a:cubicBezTo>
                    <a:pt x="2799" y="3081"/>
                    <a:pt x="2441" y="3283"/>
                    <a:pt x="2072" y="3283"/>
                  </a:cubicBezTo>
                  <a:cubicBezTo>
                    <a:pt x="1489" y="3283"/>
                    <a:pt x="1037" y="2831"/>
                    <a:pt x="1037" y="2247"/>
                  </a:cubicBezTo>
                  <a:cubicBezTo>
                    <a:pt x="1037" y="2152"/>
                    <a:pt x="953" y="2081"/>
                    <a:pt x="870" y="2081"/>
                  </a:cubicBezTo>
                  <a:cubicBezTo>
                    <a:pt x="775" y="2081"/>
                    <a:pt x="703" y="2152"/>
                    <a:pt x="703" y="2247"/>
                  </a:cubicBezTo>
                  <a:cubicBezTo>
                    <a:pt x="703" y="2747"/>
                    <a:pt x="989" y="3200"/>
                    <a:pt x="1394" y="3438"/>
                  </a:cubicBezTo>
                  <a:lnTo>
                    <a:pt x="1394" y="3759"/>
                  </a:lnTo>
                  <a:lnTo>
                    <a:pt x="1394" y="3807"/>
                  </a:lnTo>
                  <a:cubicBezTo>
                    <a:pt x="858" y="3688"/>
                    <a:pt x="525" y="3509"/>
                    <a:pt x="394" y="3426"/>
                  </a:cubicBezTo>
                  <a:cubicBezTo>
                    <a:pt x="394" y="3426"/>
                    <a:pt x="382" y="3426"/>
                    <a:pt x="394" y="3402"/>
                  </a:cubicBezTo>
                  <a:cubicBezTo>
                    <a:pt x="525" y="3081"/>
                    <a:pt x="691" y="2438"/>
                    <a:pt x="691" y="1759"/>
                  </a:cubicBezTo>
                  <a:cubicBezTo>
                    <a:pt x="691" y="1045"/>
                    <a:pt x="1239" y="414"/>
                    <a:pt x="1941" y="354"/>
                  </a:cubicBezTo>
                  <a:cubicBezTo>
                    <a:pt x="1983" y="348"/>
                    <a:pt x="2028" y="345"/>
                    <a:pt x="2072" y="345"/>
                  </a:cubicBezTo>
                  <a:close/>
                  <a:moveTo>
                    <a:pt x="2430" y="3581"/>
                  </a:moveTo>
                  <a:lnTo>
                    <a:pt x="2430" y="3783"/>
                  </a:lnTo>
                  <a:cubicBezTo>
                    <a:pt x="2430" y="3974"/>
                    <a:pt x="2537" y="4152"/>
                    <a:pt x="2715" y="4224"/>
                  </a:cubicBezTo>
                  <a:lnTo>
                    <a:pt x="2822" y="4271"/>
                  </a:lnTo>
                  <a:cubicBezTo>
                    <a:pt x="2656" y="4509"/>
                    <a:pt x="2370" y="4676"/>
                    <a:pt x="2072" y="4676"/>
                  </a:cubicBezTo>
                  <a:cubicBezTo>
                    <a:pt x="1775" y="4676"/>
                    <a:pt x="1489" y="4509"/>
                    <a:pt x="1334" y="4271"/>
                  </a:cubicBezTo>
                  <a:lnTo>
                    <a:pt x="1429" y="4224"/>
                  </a:lnTo>
                  <a:cubicBezTo>
                    <a:pt x="1608" y="4140"/>
                    <a:pt x="1715" y="3974"/>
                    <a:pt x="1715" y="3783"/>
                  </a:cubicBezTo>
                  <a:lnTo>
                    <a:pt x="1715" y="3581"/>
                  </a:lnTo>
                  <a:cubicBezTo>
                    <a:pt x="1834" y="3617"/>
                    <a:pt x="1953" y="3628"/>
                    <a:pt x="2072" y="3628"/>
                  </a:cubicBezTo>
                  <a:cubicBezTo>
                    <a:pt x="2191" y="3628"/>
                    <a:pt x="2311" y="3617"/>
                    <a:pt x="2430" y="3581"/>
                  </a:cubicBezTo>
                  <a:close/>
                  <a:moveTo>
                    <a:pt x="2065" y="0"/>
                  </a:moveTo>
                  <a:cubicBezTo>
                    <a:pt x="2010" y="0"/>
                    <a:pt x="1953" y="3"/>
                    <a:pt x="1894" y="9"/>
                  </a:cubicBezTo>
                  <a:cubicBezTo>
                    <a:pt x="1037" y="92"/>
                    <a:pt x="346" y="842"/>
                    <a:pt x="346" y="1735"/>
                  </a:cubicBezTo>
                  <a:cubicBezTo>
                    <a:pt x="346" y="2378"/>
                    <a:pt x="203" y="2962"/>
                    <a:pt x="60" y="3271"/>
                  </a:cubicBezTo>
                  <a:cubicBezTo>
                    <a:pt x="1" y="3426"/>
                    <a:pt x="48" y="3581"/>
                    <a:pt x="179" y="3676"/>
                  </a:cubicBezTo>
                  <a:cubicBezTo>
                    <a:pt x="310" y="3759"/>
                    <a:pt x="584" y="3926"/>
                    <a:pt x="1013" y="4045"/>
                  </a:cubicBezTo>
                  <a:lnTo>
                    <a:pt x="382" y="4379"/>
                  </a:lnTo>
                  <a:cubicBezTo>
                    <a:pt x="144" y="4498"/>
                    <a:pt x="1" y="4712"/>
                    <a:pt x="1" y="4986"/>
                  </a:cubicBezTo>
                  <a:lnTo>
                    <a:pt x="1" y="6045"/>
                  </a:lnTo>
                  <a:cubicBezTo>
                    <a:pt x="1" y="6129"/>
                    <a:pt x="84" y="6200"/>
                    <a:pt x="167" y="6200"/>
                  </a:cubicBezTo>
                  <a:cubicBezTo>
                    <a:pt x="263" y="6200"/>
                    <a:pt x="334" y="6129"/>
                    <a:pt x="334" y="6045"/>
                  </a:cubicBezTo>
                  <a:lnTo>
                    <a:pt x="334" y="4974"/>
                  </a:lnTo>
                  <a:cubicBezTo>
                    <a:pt x="334" y="4831"/>
                    <a:pt x="406" y="4712"/>
                    <a:pt x="525" y="4652"/>
                  </a:cubicBezTo>
                  <a:lnTo>
                    <a:pt x="1037" y="4402"/>
                  </a:lnTo>
                  <a:cubicBezTo>
                    <a:pt x="1239" y="4760"/>
                    <a:pt x="1644" y="4986"/>
                    <a:pt x="2060" y="4986"/>
                  </a:cubicBezTo>
                  <a:cubicBezTo>
                    <a:pt x="2489" y="4986"/>
                    <a:pt x="2882" y="4760"/>
                    <a:pt x="3084" y="4402"/>
                  </a:cubicBezTo>
                  <a:lnTo>
                    <a:pt x="3596" y="4652"/>
                  </a:lnTo>
                  <a:cubicBezTo>
                    <a:pt x="3704" y="4712"/>
                    <a:pt x="3787" y="4831"/>
                    <a:pt x="3787" y="4974"/>
                  </a:cubicBezTo>
                  <a:lnTo>
                    <a:pt x="3787" y="6022"/>
                  </a:lnTo>
                  <a:cubicBezTo>
                    <a:pt x="3787" y="6117"/>
                    <a:pt x="3858" y="6188"/>
                    <a:pt x="3954" y="6188"/>
                  </a:cubicBezTo>
                  <a:cubicBezTo>
                    <a:pt x="4037" y="6188"/>
                    <a:pt x="4108" y="6117"/>
                    <a:pt x="4108" y="6022"/>
                  </a:cubicBezTo>
                  <a:lnTo>
                    <a:pt x="4108" y="4974"/>
                  </a:lnTo>
                  <a:cubicBezTo>
                    <a:pt x="4132" y="4712"/>
                    <a:pt x="3977" y="4474"/>
                    <a:pt x="3739" y="4379"/>
                  </a:cubicBezTo>
                  <a:lnTo>
                    <a:pt x="3096" y="4045"/>
                  </a:lnTo>
                  <a:cubicBezTo>
                    <a:pt x="3537" y="3926"/>
                    <a:pt x="3799" y="3759"/>
                    <a:pt x="3930" y="3676"/>
                  </a:cubicBezTo>
                  <a:cubicBezTo>
                    <a:pt x="4073" y="3581"/>
                    <a:pt x="4108" y="3426"/>
                    <a:pt x="4049" y="3271"/>
                  </a:cubicBezTo>
                  <a:cubicBezTo>
                    <a:pt x="3918" y="2962"/>
                    <a:pt x="3775" y="2378"/>
                    <a:pt x="3775" y="1735"/>
                  </a:cubicBezTo>
                  <a:cubicBezTo>
                    <a:pt x="3775" y="866"/>
                    <a:pt x="3084" y="104"/>
                    <a:pt x="2227" y="9"/>
                  </a:cubicBezTo>
                  <a:cubicBezTo>
                    <a:pt x="2174" y="3"/>
                    <a:pt x="2120" y="0"/>
                    <a:pt x="206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55"/>
            <p:cNvSpPr/>
            <p:nvPr/>
          </p:nvSpPr>
          <p:spPr>
            <a:xfrm>
              <a:off x="3116592" y="2293778"/>
              <a:ext cx="10630" cy="32241"/>
            </a:xfrm>
            <a:custGeom>
              <a:rect b="b" l="l" r="r" t="t"/>
              <a:pathLst>
                <a:path extrusionOk="0" h="1013" w="334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67" y="1012"/>
                  </a:cubicBezTo>
                  <a:cubicBezTo>
                    <a:pt x="250" y="1012"/>
                    <a:pt x="334" y="941"/>
                    <a:pt x="334" y="846"/>
                  </a:cubicBezTo>
                  <a:lnTo>
                    <a:pt x="334" y="167"/>
                  </a:ln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55"/>
            <p:cNvSpPr/>
            <p:nvPr/>
          </p:nvSpPr>
          <p:spPr>
            <a:xfrm>
              <a:off x="3193519" y="2293778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cubicBezTo>
                    <a:pt x="250" y="1012"/>
                    <a:pt x="322" y="941"/>
                    <a:pt x="322" y="846"/>
                  </a:cubicBezTo>
                  <a:lnTo>
                    <a:pt x="322" y="167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55"/>
            <p:cNvSpPr/>
            <p:nvPr/>
          </p:nvSpPr>
          <p:spPr>
            <a:xfrm>
              <a:off x="3346227" y="2166755"/>
              <a:ext cx="54966" cy="18301"/>
            </a:xfrm>
            <a:custGeom>
              <a:rect b="b" l="l" r="r" t="t"/>
              <a:pathLst>
                <a:path extrusionOk="0" h="575" w="1727">
                  <a:moveTo>
                    <a:pt x="646" y="0"/>
                  </a:moveTo>
                  <a:cubicBezTo>
                    <a:pt x="494" y="0"/>
                    <a:pt x="326" y="15"/>
                    <a:pt x="143" y="50"/>
                  </a:cubicBezTo>
                  <a:cubicBezTo>
                    <a:pt x="60" y="62"/>
                    <a:pt x="0" y="122"/>
                    <a:pt x="0" y="217"/>
                  </a:cubicBezTo>
                  <a:lnTo>
                    <a:pt x="0" y="396"/>
                  </a:lnTo>
                  <a:cubicBezTo>
                    <a:pt x="0" y="479"/>
                    <a:pt x="84" y="550"/>
                    <a:pt x="167" y="550"/>
                  </a:cubicBezTo>
                  <a:cubicBezTo>
                    <a:pt x="262" y="550"/>
                    <a:pt x="334" y="479"/>
                    <a:pt x="334" y="396"/>
                  </a:cubicBezTo>
                  <a:lnTo>
                    <a:pt x="334" y="360"/>
                  </a:lnTo>
                  <a:cubicBezTo>
                    <a:pt x="445" y="344"/>
                    <a:pt x="549" y="338"/>
                    <a:pt x="645" y="338"/>
                  </a:cubicBezTo>
                  <a:cubicBezTo>
                    <a:pt x="845" y="338"/>
                    <a:pt x="1007" y="367"/>
                    <a:pt x="1120" y="407"/>
                  </a:cubicBezTo>
                  <a:cubicBezTo>
                    <a:pt x="1334" y="467"/>
                    <a:pt x="1453" y="538"/>
                    <a:pt x="1453" y="538"/>
                  </a:cubicBezTo>
                  <a:cubicBezTo>
                    <a:pt x="1477" y="550"/>
                    <a:pt x="1512" y="574"/>
                    <a:pt x="1536" y="574"/>
                  </a:cubicBezTo>
                  <a:cubicBezTo>
                    <a:pt x="1584" y="574"/>
                    <a:pt x="1643" y="538"/>
                    <a:pt x="1667" y="491"/>
                  </a:cubicBezTo>
                  <a:cubicBezTo>
                    <a:pt x="1727" y="396"/>
                    <a:pt x="1715" y="288"/>
                    <a:pt x="1643" y="241"/>
                  </a:cubicBezTo>
                  <a:cubicBezTo>
                    <a:pt x="1615" y="231"/>
                    <a:pt x="1258" y="0"/>
                    <a:pt x="64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55"/>
            <p:cNvSpPr/>
            <p:nvPr/>
          </p:nvSpPr>
          <p:spPr>
            <a:xfrm>
              <a:off x="3302655" y="2134991"/>
              <a:ext cx="141760" cy="192143"/>
            </a:xfrm>
            <a:custGeom>
              <a:rect b="b" l="l" r="r" t="t"/>
              <a:pathLst>
                <a:path extrusionOk="0" h="6037" w="4454">
                  <a:moveTo>
                    <a:pt x="3453" y="334"/>
                  </a:moveTo>
                  <a:lnTo>
                    <a:pt x="3453" y="1132"/>
                  </a:lnTo>
                  <a:cubicBezTo>
                    <a:pt x="3453" y="1263"/>
                    <a:pt x="3429" y="1405"/>
                    <a:pt x="3370" y="1525"/>
                  </a:cubicBezTo>
                  <a:lnTo>
                    <a:pt x="3310" y="1644"/>
                  </a:lnTo>
                  <a:cubicBezTo>
                    <a:pt x="3298" y="1667"/>
                    <a:pt x="3298" y="1691"/>
                    <a:pt x="3298" y="1715"/>
                  </a:cubicBezTo>
                  <a:lnTo>
                    <a:pt x="3298" y="2060"/>
                  </a:lnTo>
                  <a:cubicBezTo>
                    <a:pt x="3274" y="2346"/>
                    <a:pt x="3155" y="2608"/>
                    <a:pt x="2953" y="2799"/>
                  </a:cubicBezTo>
                  <a:cubicBezTo>
                    <a:pt x="2739" y="3001"/>
                    <a:pt x="2477" y="3096"/>
                    <a:pt x="2191" y="3096"/>
                  </a:cubicBezTo>
                  <a:cubicBezTo>
                    <a:pt x="1643" y="3084"/>
                    <a:pt x="1179" y="2596"/>
                    <a:pt x="1179" y="2013"/>
                  </a:cubicBezTo>
                  <a:lnTo>
                    <a:pt x="1179" y="1715"/>
                  </a:lnTo>
                  <a:cubicBezTo>
                    <a:pt x="1179" y="1691"/>
                    <a:pt x="1179" y="1667"/>
                    <a:pt x="1167" y="1644"/>
                  </a:cubicBezTo>
                  <a:lnTo>
                    <a:pt x="1107" y="1525"/>
                  </a:lnTo>
                  <a:cubicBezTo>
                    <a:pt x="1048" y="1405"/>
                    <a:pt x="1012" y="1275"/>
                    <a:pt x="1012" y="1132"/>
                  </a:cubicBezTo>
                  <a:cubicBezTo>
                    <a:pt x="1012" y="691"/>
                    <a:pt x="1369" y="334"/>
                    <a:pt x="1822" y="334"/>
                  </a:cubicBezTo>
                  <a:close/>
                  <a:moveTo>
                    <a:pt x="2762" y="3310"/>
                  </a:moveTo>
                  <a:lnTo>
                    <a:pt x="2762" y="3537"/>
                  </a:lnTo>
                  <a:cubicBezTo>
                    <a:pt x="2762" y="3572"/>
                    <a:pt x="2774" y="3620"/>
                    <a:pt x="2774" y="3680"/>
                  </a:cubicBezTo>
                  <a:lnTo>
                    <a:pt x="2239" y="4096"/>
                  </a:lnTo>
                  <a:lnTo>
                    <a:pt x="1691" y="3680"/>
                  </a:lnTo>
                  <a:cubicBezTo>
                    <a:pt x="1703" y="3632"/>
                    <a:pt x="1703" y="3584"/>
                    <a:pt x="1703" y="3537"/>
                  </a:cubicBezTo>
                  <a:lnTo>
                    <a:pt x="1703" y="3310"/>
                  </a:lnTo>
                  <a:cubicBezTo>
                    <a:pt x="1846" y="3370"/>
                    <a:pt x="2012" y="3406"/>
                    <a:pt x="2191" y="3406"/>
                  </a:cubicBezTo>
                  <a:lnTo>
                    <a:pt x="2239" y="3406"/>
                  </a:lnTo>
                  <a:cubicBezTo>
                    <a:pt x="2417" y="3406"/>
                    <a:pt x="2596" y="3382"/>
                    <a:pt x="2762" y="3310"/>
                  </a:cubicBezTo>
                  <a:close/>
                  <a:moveTo>
                    <a:pt x="1822" y="1"/>
                  </a:moveTo>
                  <a:cubicBezTo>
                    <a:pt x="1191" y="1"/>
                    <a:pt x="703" y="513"/>
                    <a:pt x="703" y="1120"/>
                  </a:cubicBezTo>
                  <a:cubicBezTo>
                    <a:pt x="703" y="1298"/>
                    <a:pt x="750" y="1489"/>
                    <a:pt x="822" y="1656"/>
                  </a:cubicBezTo>
                  <a:lnTo>
                    <a:pt x="869" y="1751"/>
                  </a:lnTo>
                  <a:lnTo>
                    <a:pt x="869" y="2001"/>
                  </a:lnTo>
                  <a:cubicBezTo>
                    <a:pt x="869" y="2441"/>
                    <a:pt x="1072" y="2846"/>
                    <a:pt x="1381" y="3096"/>
                  </a:cubicBezTo>
                  <a:lnTo>
                    <a:pt x="1381" y="3537"/>
                  </a:lnTo>
                  <a:cubicBezTo>
                    <a:pt x="1381" y="3608"/>
                    <a:pt x="1346" y="3680"/>
                    <a:pt x="1274" y="3703"/>
                  </a:cubicBezTo>
                  <a:lnTo>
                    <a:pt x="453" y="4025"/>
                  </a:lnTo>
                  <a:cubicBezTo>
                    <a:pt x="179" y="4132"/>
                    <a:pt x="0" y="4382"/>
                    <a:pt x="0" y="4668"/>
                  </a:cubicBezTo>
                  <a:lnTo>
                    <a:pt x="0" y="5858"/>
                  </a:lnTo>
                  <a:cubicBezTo>
                    <a:pt x="0" y="5942"/>
                    <a:pt x="83" y="6013"/>
                    <a:pt x="167" y="6013"/>
                  </a:cubicBezTo>
                  <a:cubicBezTo>
                    <a:pt x="262" y="6013"/>
                    <a:pt x="334" y="5942"/>
                    <a:pt x="334" y="5858"/>
                  </a:cubicBezTo>
                  <a:lnTo>
                    <a:pt x="334" y="4668"/>
                  </a:lnTo>
                  <a:cubicBezTo>
                    <a:pt x="334" y="4513"/>
                    <a:pt x="417" y="4382"/>
                    <a:pt x="560" y="4334"/>
                  </a:cubicBezTo>
                  <a:lnTo>
                    <a:pt x="1369" y="4025"/>
                  </a:lnTo>
                  <a:cubicBezTo>
                    <a:pt x="1417" y="4001"/>
                    <a:pt x="1465" y="3977"/>
                    <a:pt x="1488" y="3965"/>
                  </a:cubicBezTo>
                  <a:lnTo>
                    <a:pt x="2060" y="4394"/>
                  </a:lnTo>
                  <a:lnTo>
                    <a:pt x="2060" y="5870"/>
                  </a:lnTo>
                  <a:cubicBezTo>
                    <a:pt x="2060" y="5954"/>
                    <a:pt x="2131" y="6037"/>
                    <a:pt x="2215" y="6037"/>
                  </a:cubicBezTo>
                  <a:cubicBezTo>
                    <a:pt x="2310" y="6037"/>
                    <a:pt x="2381" y="5954"/>
                    <a:pt x="2381" y="5870"/>
                  </a:cubicBezTo>
                  <a:lnTo>
                    <a:pt x="2381" y="4394"/>
                  </a:lnTo>
                  <a:lnTo>
                    <a:pt x="2953" y="3965"/>
                  </a:lnTo>
                  <a:cubicBezTo>
                    <a:pt x="2977" y="3989"/>
                    <a:pt x="3024" y="4013"/>
                    <a:pt x="3072" y="4025"/>
                  </a:cubicBezTo>
                  <a:lnTo>
                    <a:pt x="3882" y="4334"/>
                  </a:lnTo>
                  <a:cubicBezTo>
                    <a:pt x="4024" y="4382"/>
                    <a:pt x="4108" y="4513"/>
                    <a:pt x="4108" y="4668"/>
                  </a:cubicBezTo>
                  <a:lnTo>
                    <a:pt x="4108" y="5858"/>
                  </a:lnTo>
                  <a:cubicBezTo>
                    <a:pt x="4108" y="5942"/>
                    <a:pt x="4179" y="6013"/>
                    <a:pt x="4274" y="6013"/>
                  </a:cubicBezTo>
                  <a:cubicBezTo>
                    <a:pt x="4358" y="6013"/>
                    <a:pt x="4441" y="5942"/>
                    <a:pt x="4441" y="5858"/>
                  </a:cubicBezTo>
                  <a:lnTo>
                    <a:pt x="4441" y="4668"/>
                  </a:lnTo>
                  <a:cubicBezTo>
                    <a:pt x="4453" y="4382"/>
                    <a:pt x="4274" y="4108"/>
                    <a:pt x="4024" y="4025"/>
                  </a:cubicBezTo>
                  <a:lnTo>
                    <a:pt x="3203" y="3703"/>
                  </a:lnTo>
                  <a:cubicBezTo>
                    <a:pt x="3131" y="3680"/>
                    <a:pt x="3084" y="3620"/>
                    <a:pt x="3084" y="3537"/>
                  </a:cubicBezTo>
                  <a:lnTo>
                    <a:pt x="3084" y="3108"/>
                  </a:lnTo>
                  <a:cubicBezTo>
                    <a:pt x="3120" y="3084"/>
                    <a:pt x="3155" y="3060"/>
                    <a:pt x="3191" y="3025"/>
                  </a:cubicBezTo>
                  <a:cubicBezTo>
                    <a:pt x="3453" y="2775"/>
                    <a:pt x="3608" y="2418"/>
                    <a:pt x="3608" y="2037"/>
                  </a:cubicBezTo>
                  <a:lnTo>
                    <a:pt x="3608" y="1727"/>
                  </a:lnTo>
                  <a:lnTo>
                    <a:pt x="3655" y="1644"/>
                  </a:lnTo>
                  <a:cubicBezTo>
                    <a:pt x="3739" y="1477"/>
                    <a:pt x="3774" y="1298"/>
                    <a:pt x="3774" y="1108"/>
                  </a:cubicBezTo>
                  <a:lnTo>
                    <a:pt x="3774" y="167"/>
                  </a:lnTo>
                  <a:cubicBezTo>
                    <a:pt x="3774" y="84"/>
                    <a:pt x="3691" y="1"/>
                    <a:pt x="360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55"/>
            <p:cNvSpPr/>
            <p:nvPr/>
          </p:nvSpPr>
          <p:spPr>
            <a:xfrm>
              <a:off x="3330313" y="2288463"/>
              <a:ext cx="10248" cy="37938"/>
            </a:xfrm>
            <a:custGeom>
              <a:rect b="b" l="l" r="r" t="t"/>
              <a:pathLst>
                <a:path extrusionOk="0" h="1192" w="322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72" y="1191"/>
                    <a:pt x="167" y="1191"/>
                  </a:cubicBezTo>
                  <a:cubicBezTo>
                    <a:pt x="250" y="1191"/>
                    <a:pt x="322" y="1120"/>
                    <a:pt x="322" y="1036"/>
                  </a:cubicBezTo>
                  <a:lnTo>
                    <a:pt x="322" y="167"/>
                  </a:lnTo>
                  <a:cubicBezTo>
                    <a:pt x="310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55"/>
            <p:cNvSpPr/>
            <p:nvPr/>
          </p:nvSpPr>
          <p:spPr>
            <a:xfrm>
              <a:off x="3406859" y="2288463"/>
              <a:ext cx="10630" cy="37938"/>
            </a:xfrm>
            <a:custGeom>
              <a:rect b="b" l="l" r="r" t="t"/>
              <a:pathLst>
                <a:path extrusionOk="0" h="1192" w="334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84" y="1191"/>
                    <a:pt x="167" y="1191"/>
                  </a:cubicBezTo>
                  <a:cubicBezTo>
                    <a:pt x="262" y="1191"/>
                    <a:pt x="334" y="1120"/>
                    <a:pt x="334" y="1036"/>
                  </a:cubicBezTo>
                  <a:lnTo>
                    <a:pt x="334" y="167"/>
                  </a:lnTo>
                  <a:cubicBezTo>
                    <a:pt x="322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55"/>
            <p:cNvSpPr/>
            <p:nvPr/>
          </p:nvSpPr>
          <p:spPr>
            <a:xfrm>
              <a:off x="3149183" y="1976585"/>
              <a:ext cx="219419" cy="183072"/>
            </a:xfrm>
            <a:custGeom>
              <a:rect b="b" l="l" r="r" t="t"/>
              <a:pathLst>
                <a:path extrusionOk="0" h="5752" w="6894">
                  <a:moveTo>
                    <a:pt x="2369" y="4108"/>
                  </a:moveTo>
                  <a:lnTo>
                    <a:pt x="2286" y="4466"/>
                  </a:lnTo>
                  <a:lnTo>
                    <a:pt x="2060" y="4466"/>
                  </a:lnTo>
                  <a:cubicBezTo>
                    <a:pt x="1869" y="4466"/>
                    <a:pt x="1703" y="4299"/>
                    <a:pt x="1703" y="4108"/>
                  </a:cubicBezTo>
                  <a:close/>
                  <a:moveTo>
                    <a:pt x="5513" y="310"/>
                  </a:moveTo>
                  <a:cubicBezTo>
                    <a:pt x="5703" y="310"/>
                    <a:pt x="5870" y="477"/>
                    <a:pt x="5870" y="667"/>
                  </a:cubicBezTo>
                  <a:lnTo>
                    <a:pt x="5870" y="3418"/>
                  </a:lnTo>
                  <a:cubicBezTo>
                    <a:pt x="5870" y="3608"/>
                    <a:pt x="5703" y="3775"/>
                    <a:pt x="5513" y="3775"/>
                  </a:cubicBezTo>
                  <a:lnTo>
                    <a:pt x="4132" y="3775"/>
                  </a:lnTo>
                  <a:cubicBezTo>
                    <a:pt x="4096" y="3775"/>
                    <a:pt x="4048" y="3787"/>
                    <a:pt x="4036" y="3811"/>
                  </a:cubicBezTo>
                  <a:lnTo>
                    <a:pt x="2500" y="4918"/>
                  </a:lnTo>
                  <a:lnTo>
                    <a:pt x="2739" y="3966"/>
                  </a:lnTo>
                  <a:cubicBezTo>
                    <a:pt x="2762" y="3930"/>
                    <a:pt x="2739" y="3870"/>
                    <a:pt x="2715" y="3835"/>
                  </a:cubicBezTo>
                  <a:cubicBezTo>
                    <a:pt x="2679" y="3787"/>
                    <a:pt x="2643" y="3775"/>
                    <a:pt x="2584" y="3775"/>
                  </a:cubicBezTo>
                  <a:lnTo>
                    <a:pt x="691" y="3775"/>
                  </a:lnTo>
                  <a:cubicBezTo>
                    <a:pt x="500" y="3775"/>
                    <a:pt x="333" y="3608"/>
                    <a:pt x="333" y="3418"/>
                  </a:cubicBezTo>
                  <a:lnTo>
                    <a:pt x="333" y="667"/>
                  </a:lnTo>
                  <a:cubicBezTo>
                    <a:pt x="333" y="477"/>
                    <a:pt x="500" y="310"/>
                    <a:pt x="691" y="310"/>
                  </a:cubicBezTo>
                  <a:close/>
                  <a:moveTo>
                    <a:pt x="6215" y="989"/>
                  </a:moveTo>
                  <a:cubicBezTo>
                    <a:pt x="6406" y="989"/>
                    <a:pt x="6572" y="1156"/>
                    <a:pt x="6572" y="1346"/>
                  </a:cubicBezTo>
                  <a:lnTo>
                    <a:pt x="6572" y="4108"/>
                  </a:lnTo>
                  <a:lnTo>
                    <a:pt x="6549" y="4108"/>
                  </a:lnTo>
                  <a:cubicBezTo>
                    <a:pt x="6549" y="4299"/>
                    <a:pt x="6394" y="4466"/>
                    <a:pt x="6191" y="4466"/>
                  </a:cubicBezTo>
                  <a:lnTo>
                    <a:pt x="4810" y="4466"/>
                  </a:lnTo>
                  <a:cubicBezTo>
                    <a:pt x="4763" y="4466"/>
                    <a:pt x="4727" y="4477"/>
                    <a:pt x="4691" y="4513"/>
                  </a:cubicBezTo>
                  <a:cubicBezTo>
                    <a:pt x="4667" y="4549"/>
                    <a:pt x="4644" y="4608"/>
                    <a:pt x="4667" y="4656"/>
                  </a:cubicBezTo>
                  <a:lnTo>
                    <a:pt x="4763" y="5323"/>
                  </a:lnTo>
                  <a:lnTo>
                    <a:pt x="3596" y="4537"/>
                  </a:lnTo>
                  <a:lnTo>
                    <a:pt x="4191" y="4096"/>
                  </a:lnTo>
                  <a:lnTo>
                    <a:pt x="5513" y="4096"/>
                  </a:lnTo>
                  <a:cubicBezTo>
                    <a:pt x="5882" y="4096"/>
                    <a:pt x="6191" y="3799"/>
                    <a:pt x="6191" y="3418"/>
                  </a:cubicBezTo>
                  <a:lnTo>
                    <a:pt x="6191" y="989"/>
                  </a:lnTo>
                  <a:close/>
                  <a:moveTo>
                    <a:pt x="691" y="1"/>
                  </a:moveTo>
                  <a:cubicBezTo>
                    <a:pt x="322" y="1"/>
                    <a:pt x="0" y="298"/>
                    <a:pt x="0" y="679"/>
                  </a:cubicBezTo>
                  <a:lnTo>
                    <a:pt x="0" y="3430"/>
                  </a:lnTo>
                  <a:cubicBezTo>
                    <a:pt x="0" y="3811"/>
                    <a:pt x="298" y="4120"/>
                    <a:pt x="691" y="4120"/>
                  </a:cubicBezTo>
                  <a:lnTo>
                    <a:pt x="1393" y="4120"/>
                  </a:lnTo>
                  <a:lnTo>
                    <a:pt x="1393" y="4132"/>
                  </a:lnTo>
                  <a:cubicBezTo>
                    <a:pt x="1393" y="4501"/>
                    <a:pt x="1691" y="4823"/>
                    <a:pt x="2072" y="4823"/>
                  </a:cubicBezTo>
                  <a:lnTo>
                    <a:pt x="2203" y="4823"/>
                  </a:lnTo>
                  <a:lnTo>
                    <a:pt x="2143" y="5073"/>
                  </a:lnTo>
                  <a:cubicBezTo>
                    <a:pt x="2119" y="5180"/>
                    <a:pt x="2167" y="5275"/>
                    <a:pt x="2250" y="5335"/>
                  </a:cubicBezTo>
                  <a:cubicBezTo>
                    <a:pt x="2298" y="5370"/>
                    <a:pt x="2346" y="5382"/>
                    <a:pt x="2381" y="5382"/>
                  </a:cubicBezTo>
                  <a:cubicBezTo>
                    <a:pt x="2429" y="5382"/>
                    <a:pt x="2489" y="5370"/>
                    <a:pt x="2536" y="5335"/>
                  </a:cubicBezTo>
                  <a:lnTo>
                    <a:pt x="3251" y="4823"/>
                  </a:lnTo>
                  <a:lnTo>
                    <a:pt x="3417" y="4823"/>
                  </a:lnTo>
                  <a:lnTo>
                    <a:pt x="4751" y="5716"/>
                  </a:lnTo>
                  <a:cubicBezTo>
                    <a:pt x="4798" y="5740"/>
                    <a:pt x="4846" y="5751"/>
                    <a:pt x="4882" y="5751"/>
                  </a:cubicBezTo>
                  <a:cubicBezTo>
                    <a:pt x="4929" y="5751"/>
                    <a:pt x="4977" y="5740"/>
                    <a:pt x="5025" y="5716"/>
                  </a:cubicBezTo>
                  <a:cubicBezTo>
                    <a:pt x="5108" y="5656"/>
                    <a:pt x="5144" y="5561"/>
                    <a:pt x="5120" y="5454"/>
                  </a:cubicBezTo>
                  <a:lnTo>
                    <a:pt x="5025" y="4799"/>
                  </a:lnTo>
                  <a:lnTo>
                    <a:pt x="6215" y="4799"/>
                  </a:lnTo>
                  <a:cubicBezTo>
                    <a:pt x="6584" y="4799"/>
                    <a:pt x="6894" y="4501"/>
                    <a:pt x="6894" y="4120"/>
                  </a:cubicBezTo>
                  <a:lnTo>
                    <a:pt x="6894" y="1370"/>
                  </a:lnTo>
                  <a:cubicBezTo>
                    <a:pt x="6870" y="977"/>
                    <a:pt x="6572" y="679"/>
                    <a:pt x="6191" y="679"/>
                  </a:cubicBezTo>
                  <a:cubicBezTo>
                    <a:pt x="6179" y="298"/>
                    <a:pt x="5882" y="1"/>
                    <a:pt x="551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55"/>
            <p:cNvSpPr/>
            <p:nvPr/>
          </p:nvSpPr>
          <p:spPr>
            <a:xfrm>
              <a:off x="3187822" y="2009177"/>
              <a:ext cx="26926" cy="10280"/>
            </a:xfrm>
            <a:custGeom>
              <a:rect b="b" l="l" r="r" t="t"/>
              <a:pathLst>
                <a:path extrusionOk="0" h="323" w="846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1"/>
                    <a:pt x="846" y="167"/>
                  </a:cubicBezTo>
                  <a:cubicBezTo>
                    <a:pt x="846" y="72"/>
                    <a:pt x="774" y="1"/>
                    <a:pt x="67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55"/>
            <p:cNvSpPr/>
            <p:nvPr/>
          </p:nvSpPr>
          <p:spPr>
            <a:xfrm>
              <a:off x="3226110" y="2009177"/>
              <a:ext cx="81478" cy="10280"/>
            </a:xfrm>
            <a:custGeom>
              <a:rect b="b" l="l" r="r" t="t"/>
              <a:pathLst>
                <a:path extrusionOk="0" h="323" w="256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2393" y="322"/>
                  </a:lnTo>
                  <a:cubicBezTo>
                    <a:pt x="2488" y="322"/>
                    <a:pt x="2560" y="251"/>
                    <a:pt x="2560" y="167"/>
                  </a:cubicBezTo>
                  <a:cubicBezTo>
                    <a:pt x="2560" y="72"/>
                    <a:pt x="2488" y="1"/>
                    <a:pt x="239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55"/>
            <p:cNvSpPr/>
            <p:nvPr/>
          </p:nvSpPr>
          <p:spPr>
            <a:xfrm>
              <a:off x="3187822" y="2036453"/>
              <a:ext cx="119767" cy="10662"/>
            </a:xfrm>
            <a:custGeom>
              <a:rect b="b" l="l" r="r" t="t"/>
              <a:pathLst>
                <a:path extrusionOk="0" h="335" w="3763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3596" y="334"/>
                  </a:lnTo>
                  <a:cubicBezTo>
                    <a:pt x="3691" y="334"/>
                    <a:pt x="3763" y="263"/>
                    <a:pt x="3763" y="168"/>
                  </a:cubicBezTo>
                  <a:cubicBezTo>
                    <a:pt x="3763" y="84"/>
                    <a:pt x="3691" y="1"/>
                    <a:pt x="359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55"/>
            <p:cNvSpPr/>
            <p:nvPr/>
          </p:nvSpPr>
          <p:spPr>
            <a:xfrm>
              <a:off x="3187822" y="2064143"/>
              <a:ext cx="81510" cy="10248"/>
            </a:xfrm>
            <a:custGeom>
              <a:rect b="b" l="l" r="r" t="t"/>
              <a:pathLst>
                <a:path extrusionOk="0" h="322" w="2561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2394" y="322"/>
                  </a:lnTo>
                  <a:cubicBezTo>
                    <a:pt x="2477" y="322"/>
                    <a:pt x="2560" y="250"/>
                    <a:pt x="2560" y="167"/>
                  </a:cubicBezTo>
                  <a:cubicBezTo>
                    <a:pt x="2560" y="72"/>
                    <a:pt x="2477" y="0"/>
                    <a:pt x="239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55"/>
            <p:cNvSpPr/>
            <p:nvPr/>
          </p:nvSpPr>
          <p:spPr>
            <a:xfrm>
              <a:off x="3280663" y="2064143"/>
              <a:ext cx="26926" cy="10248"/>
            </a:xfrm>
            <a:custGeom>
              <a:rect b="b" l="l" r="r" t="t"/>
              <a:pathLst>
                <a:path extrusionOk="0" h="322" w="846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6" name="Google Shape;3596;p55"/>
          <p:cNvGrpSpPr/>
          <p:nvPr/>
        </p:nvGrpSpPr>
        <p:grpSpPr>
          <a:xfrm>
            <a:off x="7144728" y="887992"/>
            <a:ext cx="361147" cy="360797"/>
            <a:chOff x="7978465" y="1969392"/>
            <a:chExt cx="361147" cy="360797"/>
          </a:xfrm>
        </p:grpSpPr>
        <p:sp>
          <p:nvSpPr>
            <p:cNvPr id="3597" name="Google Shape;3597;p55"/>
            <p:cNvSpPr/>
            <p:nvPr/>
          </p:nvSpPr>
          <p:spPr>
            <a:xfrm>
              <a:off x="8136871" y="2285821"/>
              <a:ext cx="44368" cy="44368"/>
            </a:xfrm>
            <a:custGeom>
              <a:rect b="b" l="l" r="r" t="t"/>
              <a:pathLst>
                <a:path extrusionOk="0" h="1394" w="1394">
                  <a:moveTo>
                    <a:pt x="691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691" y="1072"/>
                  </a:cubicBezTo>
                  <a:cubicBezTo>
                    <a:pt x="488" y="1072"/>
                    <a:pt x="322" y="905"/>
                    <a:pt x="322" y="703"/>
                  </a:cubicBezTo>
                  <a:cubicBezTo>
                    <a:pt x="322" y="488"/>
                    <a:pt x="488" y="322"/>
                    <a:pt x="691" y="322"/>
                  </a:cubicBezTo>
                  <a:close/>
                  <a:moveTo>
                    <a:pt x="691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691" y="1393"/>
                  </a:cubicBezTo>
                  <a:cubicBezTo>
                    <a:pt x="1084" y="1393"/>
                    <a:pt x="1393" y="1084"/>
                    <a:pt x="1393" y="703"/>
                  </a:cubicBezTo>
                  <a:cubicBezTo>
                    <a:pt x="1393" y="310"/>
                    <a:pt x="1084" y="0"/>
                    <a:pt x="69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55"/>
            <p:cNvSpPr/>
            <p:nvPr/>
          </p:nvSpPr>
          <p:spPr>
            <a:xfrm>
              <a:off x="8210010" y="2121719"/>
              <a:ext cx="56112" cy="56112"/>
            </a:xfrm>
            <a:custGeom>
              <a:rect b="b" l="l" r="r" t="t"/>
              <a:pathLst>
                <a:path extrusionOk="0" h="1763" w="1763">
                  <a:moveTo>
                    <a:pt x="881" y="334"/>
                  </a:moveTo>
                  <a:cubicBezTo>
                    <a:pt x="1191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3" y="1430"/>
                    <a:pt x="333" y="1191"/>
                    <a:pt x="333" y="882"/>
                  </a:cubicBezTo>
                  <a:cubicBezTo>
                    <a:pt x="333" y="584"/>
                    <a:pt x="572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93" y="1763"/>
                    <a:pt x="881" y="1763"/>
                  </a:cubicBezTo>
                  <a:cubicBezTo>
                    <a:pt x="1357" y="1763"/>
                    <a:pt x="1762" y="1370"/>
                    <a:pt x="1762" y="882"/>
                  </a:cubicBezTo>
                  <a:cubicBezTo>
                    <a:pt x="1762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55"/>
            <p:cNvSpPr/>
            <p:nvPr/>
          </p:nvSpPr>
          <p:spPr>
            <a:xfrm>
              <a:off x="8051987" y="2121719"/>
              <a:ext cx="55730" cy="56112"/>
            </a:xfrm>
            <a:custGeom>
              <a:rect b="b" l="l" r="r" t="t"/>
              <a:pathLst>
                <a:path extrusionOk="0" h="1763" w="1751">
                  <a:moveTo>
                    <a:pt x="881" y="334"/>
                  </a:moveTo>
                  <a:cubicBezTo>
                    <a:pt x="1179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4" y="1430"/>
                    <a:pt x="322" y="1191"/>
                    <a:pt x="322" y="882"/>
                  </a:cubicBezTo>
                  <a:cubicBezTo>
                    <a:pt x="322" y="572"/>
                    <a:pt x="560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81" y="1763"/>
                    <a:pt x="881" y="1763"/>
                  </a:cubicBezTo>
                  <a:cubicBezTo>
                    <a:pt x="1357" y="1763"/>
                    <a:pt x="1750" y="1370"/>
                    <a:pt x="1750" y="882"/>
                  </a:cubicBezTo>
                  <a:cubicBezTo>
                    <a:pt x="1750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55"/>
            <p:cNvSpPr/>
            <p:nvPr/>
          </p:nvSpPr>
          <p:spPr>
            <a:xfrm>
              <a:off x="7978465" y="2285821"/>
              <a:ext cx="44749" cy="44368"/>
            </a:xfrm>
            <a:custGeom>
              <a:rect b="b" l="l" r="r" t="t"/>
              <a:pathLst>
                <a:path extrusionOk="0" h="1394" w="1406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9" y="1072"/>
                    <a:pt x="334" y="905"/>
                    <a:pt x="334" y="703"/>
                  </a:cubicBezTo>
                  <a:cubicBezTo>
                    <a:pt x="334" y="488"/>
                    <a:pt x="489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55"/>
            <p:cNvSpPr/>
            <p:nvPr/>
          </p:nvSpPr>
          <p:spPr>
            <a:xfrm>
              <a:off x="8294894" y="2285821"/>
              <a:ext cx="44718" cy="44368"/>
            </a:xfrm>
            <a:custGeom>
              <a:rect b="b" l="l" r="r" t="t"/>
              <a:pathLst>
                <a:path extrusionOk="0" h="1394" w="1405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8" y="1072"/>
                    <a:pt x="333" y="905"/>
                    <a:pt x="333" y="703"/>
                  </a:cubicBezTo>
                  <a:cubicBezTo>
                    <a:pt x="333" y="488"/>
                    <a:pt x="488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55"/>
            <p:cNvSpPr/>
            <p:nvPr/>
          </p:nvSpPr>
          <p:spPr>
            <a:xfrm>
              <a:off x="8119811" y="1969392"/>
              <a:ext cx="78455" cy="78487"/>
            </a:xfrm>
            <a:custGeom>
              <a:rect b="b" l="l" r="r" t="t"/>
              <a:pathLst>
                <a:path extrusionOk="0" h="2466" w="2465">
                  <a:moveTo>
                    <a:pt x="1227" y="346"/>
                  </a:moveTo>
                  <a:cubicBezTo>
                    <a:pt x="1727" y="346"/>
                    <a:pt x="2120" y="739"/>
                    <a:pt x="2120" y="1239"/>
                  </a:cubicBezTo>
                  <a:cubicBezTo>
                    <a:pt x="2120" y="1727"/>
                    <a:pt x="1727" y="2132"/>
                    <a:pt x="1227" y="2132"/>
                  </a:cubicBezTo>
                  <a:cubicBezTo>
                    <a:pt x="739" y="2132"/>
                    <a:pt x="334" y="1727"/>
                    <a:pt x="334" y="1239"/>
                  </a:cubicBezTo>
                  <a:cubicBezTo>
                    <a:pt x="334" y="739"/>
                    <a:pt x="739" y="346"/>
                    <a:pt x="1227" y="346"/>
                  </a:cubicBezTo>
                  <a:close/>
                  <a:moveTo>
                    <a:pt x="1227" y="1"/>
                  </a:moveTo>
                  <a:cubicBezTo>
                    <a:pt x="548" y="1"/>
                    <a:pt x="0" y="548"/>
                    <a:pt x="0" y="1239"/>
                  </a:cubicBezTo>
                  <a:cubicBezTo>
                    <a:pt x="0" y="1917"/>
                    <a:pt x="548" y="2465"/>
                    <a:pt x="1227" y="2465"/>
                  </a:cubicBezTo>
                  <a:cubicBezTo>
                    <a:pt x="1917" y="2465"/>
                    <a:pt x="2465" y="1917"/>
                    <a:pt x="2465" y="1239"/>
                  </a:cubicBezTo>
                  <a:cubicBezTo>
                    <a:pt x="2465" y="548"/>
                    <a:pt x="1905" y="1"/>
                    <a:pt x="122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55"/>
            <p:cNvSpPr/>
            <p:nvPr/>
          </p:nvSpPr>
          <p:spPr>
            <a:xfrm>
              <a:off x="8012202" y="2189575"/>
              <a:ext cx="134917" cy="89690"/>
            </a:xfrm>
            <a:custGeom>
              <a:rect b="b" l="l" r="r" t="t"/>
              <a:pathLst>
                <a:path extrusionOk="0" h="2818" w="4239">
                  <a:moveTo>
                    <a:pt x="2107" y="0"/>
                  </a:moveTo>
                  <a:cubicBezTo>
                    <a:pt x="2024" y="0"/>
                    <a:pt x="1953" y="71"/>
                    <a:pt x="1953" y="167"/>
                  </a:cubicBezTo>
                  <a:lnTo>
                    <a:pt x="1953" y="1417"/>
                  </a:lnTo>
                  <a:lnTo>
                    <a:pt x="1072" y="1417"/>
                  </a:lnTo>
                  <a:cubicBezTo>
                    <a:pt x="822" y="1417"/>
                    <a:pt x="583" y="1560"/>
                    <a:pt x="464" y="1786"/>
                  </a:cubicBezTo>
                  <a:lnTo>
                    <a:pt x="48" y="2560"/>
                  </a:lnTo>
                  <a:cubicBezTo>
                    <a:pt x="0" y="2631"/>
                    <a:pt x="24" y="2738"/>
                    <a:pt x="119" y="2786"/>
                  </a:cubicBezTo>
                  <a:cubicBezTo>
                    <a:pt x="143" y="2798"/>
                    <a:pt x="167" y="2798"/>
                    <a:pt x="191" y="2798"/>
                  </a:cubicBezTo>
                  <a:cubicBezTo>
                    <a:pt x="250" y="2798"/>
                    <a:pt x="310" y="2774"/>
                    <a:pt x="345" y="2715"/>
                  </a:cubicBezTo>
                  <a:lnTo>
                    <a:pt x="762" y="1941"/>
                  </a:lnTo>
                  <a:cubicBezTo>
                    <a:pt x="822" y="1822"/>
                    <a:pt x="953" y="1738"/>
                    <a:pt x="1083" y="1738"/>
                  </a:cubicBezTo>
                  <a:lnTo>
                    <a:pt x="3167" y="1738"/>
                  </a:lnTo>
                  <a:cubicBezTo>
                    <a:pt x="3298" y="1738"/>
                    <a:pt x="3417" y="1822"/>
                    <a:pt x="3500" y="1941"/>
                  </a:cubicBezTo>
                  <a:lnTo>
                    <a:pt x="3917" y="2727"/>
                  </a:lnTo>
                  <a:cubicBezTo>
                    <a:pt x="3943" y="2778"/>
                    <a:pt x="4006" y="2817"/>
                    <a:pt x="4066" y="2817"/>
                  </a:cubicBezTo>
                  <a:cubicBezTo>
                    <a:pt x="4089" y="2817"/>
                    <a:pt x="4112" y="2811"/>
                    <a:pt x="4131" y="2798"/>
                  </a:cubicBezTo>
                  <a:cubicBezTo>
                    <a:pt x="4215" y="2774"/>
                    <a:pt x="4239" y="2667"/>
                    <a:pt x="4191" y="2572"/>
                  </a:cubicBezTo>
                  <a:lnTo>
                    <a:pt x="3774" y="1786"/>
                  </a:lnTo>
                  <a:cubicBezTo>
                    <a:pt x="3655" y="1560"/>
                    <a:pt x="3417" y="1417"/>
                    <a:pt x="3155" y="1417"/>
                  </a:cubicBezTo>
                  <a:lnTo>
                    <a:pt x="2274" y="1417"/>
                  </a:lnTo>
                  <a:lnTo>
                    <a:pt x="2274" y="167"/>
                  </a:lnTo>
                  <a:cubicBezTo>
                    <a:pt x="2274" y="71"/>
                    <a:pt x="2203" y="0"/>
                    <a:pt x="210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55"/>
            <p:cNvSpPr/>
            <p:nvPr/>
          </p:nvSpPr>
          <p:spPr>
            <a:xfrm>
              <a:off x="8099346" y="2059973"/>
              <a:ext cx="119385" cy="56016"/>
            </a:xfrm>
            <a:custGeom>
              <a:rect b="b" l="l" r="r" t="t"/>
              <a:pathLst>
                <a:path extrusionOk="0" h="1760" w="3751">
                  <a:moveTo>
                    <a:pt x="1870" y="0"/>
                  </a:moveTo>
                  <a:cubicBezTo>
                    <a:pt x="1786" y="0"/>
                    <a:pt x="1715" y="72"/>
                    <a:pt x="1715" y="155"/>
                  </a:cubicBezTo>
                  <a:lnTo>
                    <a:pt x="1715" y="714"/>
                  </a:lnTo>
                  <a:lnTo>
                    <a:pt x="774" y="714"/>
                  </a:lnTo>
                  <a:cubicBezTo>
                    <a:pt x="584" y="714"/>
                    <a:pt x="405" y="810"/>
                    <a:pt x="310" y="988"/>
                  </a:cubicBezTo>
                  <a:lnTo>
                    <a:pt x="48" y="1512"/>
                  </a:lnTo>
                  <a:cubicBezTo>
                    <a:pt x="0" y="1584"/>
                    <a:pt x="24" y="1691"/>
                    <a:pt x="120" y="1738"/>
                  </a:cubicBezTo>
                  <a:cubicBezTo>
                    <a:pt x="141" y="1753"/>
                    <a:pt x="167" y="1760"/>
                    <a:pt x="192" y="1760"/>
                  </a:cubicBezTo>
                  <a:cubicBezTo>
                    <a:pt x="251" y="1760"/>
                    <a:pt x="313" y="1725"/>
                    <a:pt x="346" y="1667"/>
                  </a:cubicBezTo>
                  <a:lnTo>
                    <a:pt x="608" y="1143"/>
                  </a:lnTo>
                  <a:cubicBezTo>
                    <a:pt x="643" y="1084"/>
                    <a:pt x="715" y="1036"/>
                    <a:pt x="774" y="1036"/>
                  </a:cubicBezTo>
                  <a:lnTo>
                    <a:pt x="2977" y="1036"/>
                  </a:lnTo>
                  <a:cubicBezTo>
                    <a:pt x="3048" y="1036"/>
                    <a:pt x="3108" y="1084"/>
                    <a:pt x="3144" y="1143"/>
                  </a:cubicBezTo>
                  <a:lnTo>
                    <a:pt x="3406" y="1667"/>
                  </a:lnTo>
                  <a:cubicBezTo>
                    <a:pt x="3441" y="1727"/>
                    <a:pt x="3501" y="1750"/>
                    <a:pt x="3560" y="1750"/>
                  </a:cubicBezTo>
                  <a:cubicBezTo>
                    <a:pt x="3584" y="1750"/>
                    <a:pt x="3620" y="1750"/>
                    <a:pt x="3632" y="1738"/>
                  </a:cubicBezTo>
                  <a:cubicBezTo>
                    <a:pt x="3715" y="1691"/>
                    <a:pt x="3751" y="1584"/>
                    <a:pt x="3703" y="1512"/>
                  </a:cubicBezTo>
                  <a:lnTo>
                    <a:pt x="3441" y="988"/>
                  </a:lnTo>
                  <a:cubicBezTo>
                    <a:pt x="3346" y="810"/>
                    <a:pt x="3168" y="714"/>
                    <a:pt x="2977" y="714"/>
                  </a:cubicBezTo>
                  <a:lnTo>
                    <a:pt x="2036" y="714"/>
                  </a:lnTo>
                  <a:lnTo>
                    <a:pt x="2036" y="155"/>
                  </a:lnTo>
                  <a:cubicBezTo>
                    <a:pt x="2036" y="72"/>
                    <a:pt x="1965" y="0"/>
                    <a:pt x="187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55"/>
            <p:cNvSpPr/>
            <p:nvPr/>
          </p:nvSpPr>
          <p:spPr>
            <a:xfrm>
              <a:off x="8170194" y="2189925"/>
              <a:ext cx="135331" cy="89849"/>
            </a:xfrm>
            <a:custGeom>
              <a:rect b="b" l="l" r="r" t="t"/>
              <a:pathLst>
                <a:path extrusionOk="0" h="2823" w="4252">
                  <a:moveTo>
                    <a:pt x="2132" y="1"/>
                  </a:moveTo>
                  <a:cubicBezTo>
                    <a:pt x="2049" y="1"/>
                    <a:pt x="1965" y="84"/>
                    <a:pt x="1965" y="168"/>
                  </a:cubicBezTo>
                  <a:lnTo>
                    <a:pt x="1965" y="1418"/>
                  </a:lnTo>
                  <a:lnTo>
                    <a:pt x="1096" y="1418"/>
                  </a:lnTo>
                  <a:cubicBezTo>
                    <a:pt x="834" y="1418"/>
                    <a:pt x="596" y="1573"/>
                    <a:pt x="465" y="1787"/>
                  </a:cubicBezTo>
                  <a:lnTo>
                    <a:pt x="49" y="2585"/>
                  </a:lnTo>
                  <a:cubicBezTo>
                    <a:pt x="1" y="2656"/>
                    <a:pt x="37" y="2763"/>
                    <a:pt x="120" y="2799"/>
                  </a:cubicBezTo>
                  <a:cubicBezTo>
                    <a:pt x="148" y="2815"/>
                    <a:pt x="177" y="2823"/>
                    <a:pt x="205" y="2823"/>
                  </a:cubicBezTo>
                  <a:cubicBezTo>
                    <a:pt x="262" y="2823"/>
                    <a:pt x="314" y="2791"/>
                    <a:pt x="346" y="2727"/>
                  </a:cubicBezTo>
                  <a:lnTo>
                    <a:pt x="763" y="1942"/>
                  </a:lnTo>
                  <a:cubicBezTo>
                    <a:pt x="822" y="1823"/>
                    <a:pt x="953" y="1751"/>
                    <a:pt x="1096" y="1751"/>
                  </a:cubicBezTo>
                  <a:lnTo>
                    <a:pt x="3180" y="1751"/>
                  </a:lnTo>
                  <a:cubicBezTo>
                    <a:pt x="3311" y="1751"/>
                    <a:pt x="3430" y="1823"/>
                    <a:pt x="3501" y="1942"/>
                  </a:cubicBezTo>
                  <a:lnTo>
                    <a:pt x="3918" y="2716"/>
                  </a:lnTo>
                  <a:cubicBezTo>
                    <a:pt x="3954" y="2775"/>
                    <a:pt x="4013" y="2799"/>
                    <a:pt x="4073" y="2799"/>
                  </a:cubicBezTo>
                  <a:cubicBezTo>
                    <a:pt x="4097" y="2799"/>
                    <a:pt x="4132" y="2799"/>
                    <a:pt x="4144" y="2787"/>
                  </a:cubicBezTo>
                  <a:cubicBezTo>
                    <a:pt x="4216" y="2763"/>
                    <a:pt x="4251" y="2656"/>
                    <a:pt x="4204" y="2561"/>
                  </a:cubicBezTo>
                  <a:lnTo>
                    <a:pt x="3787" y="1787"/>
                  </a:lnTo>
                  <a:cubicBezTo>
                    <a:pt x="3668" y="1573"/>
                    <a:pt x="3430" y="1418"/>
                    <a:pt x="3180" y="1418"/>
                  </a:cubicBezTo>
                  <a:lnTo>
                    <a:pt x="2299" y="1418"/>
                  </a:lnTo>
                  <a:lnTo>
                    <a:pt x="2299" y="168"/>
                  </a:lnTo>
                  <a:cubicBezTo>
                    <a:pt x="2299" y="84"/>
                    <a:pt x="2227" y="1"/>
                    <a:pt x="2132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6" name="Google Shape;3606;p55"/>
          <p:cNvGrpSpPr/>
          <p:nvPr/>
        </p:nvGrpSpPr>
        <p:grpSpPr>
          <a:xfrm>
            <a:off x="3279467" y="2749327"/>
            <a:ext cx="407774" cy="356627"/>
            <a:chOff x="4876780" y="2418064"/>
            <a:chExt cx="407774" cy="356627"/>
          </a:xfrm>
        </p:grpSpPr>
        <p:sp>
          <p:nvSpPr>
            <p:cNvPr id="3607" name="Google Shape;3607;p55"/>
            <p:cNvSpPr/>
            <p:nvPr/>
          </p:nvSpPr>
          <p:spPr>
            <a:xfrm>
              <a:off x="4876780" y="2455589"/>
              <a:ext cx="407774" cy="319103"/>
            </a:xfrm>
            <a:custGeom>
              <a:rect b="b" l="l" r="r" t="t"/>
              <a:pathLst>
                <a:path extrusionOk="0" h="10026" w="12812">
                  <a:moveTo>
                    <a:pt x="3608" y="393"/>
                  </a:moveTo>
                  <a:cubicBezTo>
                    <a:pt x="3942" y="393"/>
                    <a:pt x="4216" y="619"/>
                    <a:pt x="4216" y="905"/>
                  </a:cubicBezTo>
                  <a:lnTo>
                    <a:pt x="4216" y="929"/>
                  </a:lnTo>
                  <a:cubicBezTo>
                    <a:pt x="4025" y="857"/>
                    <a:pt x="3811" y="810"/>
                    <a:pt x="3608" y="810"/>
                  </a:cubicBezTo>
                  <a:cubicBezTo>
                    <a:pt x="3382" y="810"/>
                    <a:pt x="3192" y="857"/>
                    <a:pt x="2989" y="929"/>
                  </a:cubicBezTo>
                  <a:lnTo>
                    <a:pt x="2989" y="905"/>
                  </a:lnTo>
                  <a:cubicBezTo>
                    <a:pt x="2989" y="619"/>
                    <a:pt x="3275" y="393"/>
                    <a:pt x="3608" y="393"/>
                  </a:cubicBezTo>
                  <a:close/>
                  <a:moveTo>
                    <a:pt x="3620" y="1179"/>
                  </a:moveTo>
                  <a:cubicBezTo>
                    <a:pt x="4287" y="1179"/>
                    <a:pt x="4835" y="1739"/>
                    <a:pt x="4835" y="2405"/>
                  </a:cubicBezTo>
                  <a:cubicBezTo>
                    <a:pt x="4835" y="2536"/>
                    <a:pt x="4823" y="2655"/>
                    <a:pt x="4775" y="2774"/>
                  </a:cubicBezTo>
                  <a:cubicBezTo>
                    <a:pt x="4239" y="2239"/>
                    <a:pt x="3299" y="2012"/>
                    <a:pt x="3263" y="2012"/>
                  </a:cubicBezTo>
                  <a:cubicBezTo>
                    <a:pt x="3248" y="2009"/>
                    <a:pt x="3233" y="2008"/>
                    <a:pt x="3219" y="2008"/>
                  </a:cubicBezTo>
                  <a:cubicBezTo>
                    <a:pt x="3174" y="2008"/>
                    <a:pt x="3132" y="2021"/>
                    <a:pt x="3096" y="2048"/>
                  </a:cubicBezTo>
                  <a:cubicBezTo>
                    <a:pt x="3049" y="2072"/>
                    <a:pt x="3025" y="2131"/>
                    <a:pt x="3037" y="2191"/>
                  </a:cubicBezTo>
                  <a:cubicBezTo>
                    <a:pt x="3037" y="2215"/>
                    <a:pt x="3025" y="2322"/>
                    <a:pt x="2882" y="2465"/>
                  </a:cubicBezTo>
                  <a:cubicBezTo>
                    <a:pt x="2811" y="2536"/>
                    <a:pt x="2811" y="2655"/>
                    <a:pt x="2882" y="2727"/>
                  </a:cubicBezTo>
                  <a:cubicBezTo>
                    <a:pt x="2924" y="2768"/>
                    <a:pt x="2974" y="2789"/>
                    <a:pt x="3023" y="2789"/>
                  </a:cubicBezTo>
                  <a:cubicBezTo>
                    <a:pt x="3073" y="2789"/>
                    <a:pt x="3120" y="2768"/>
                    <a:pt x="3156" y="2727"/>
                  </a:cubicBezTo>
                  <a:cubicBezTo>
                    <a:pt x="3263" y="2631"/>
                    <a:pt x="3323" y="2524"/>
                    <a:pt x="3358" y="2429"/>
                  </a:cubicBezTo>
                  <a:cubicBezTo>
                    <a:pt x="3680" y="2524"/>
                    <a:pt x="4335" y="2762"/>
                    <a:pt x="4632" y="3179"/>
                  </a:cubicBezTo>
                  <a:cubicBezTo>
                    <a:pt x="4537" y="3655"/>
                    <a:pt x="4120" y="4013"/>
                    <a:pt x="3632" y="4013"/>
                  </a:cubicBezTo>
                  <a:cubicBezTo>
                    <a:pt x="3624" y="4013"/>
                    <a:pt x="3616" y="4013"/>
                    <a:pt x="3608" y="4013"/>
                  </a:cubicBezTo>
                  <a:cubicBezTo>
                    <a:pt x="3083" y="4013"/>
                    <a:pt x="2655" y="3636"/>
                    <a:pt x="2608" y="3120"/>
                  </a:cubicBezTo>
                  <a:cubicBezTo>
                    <a:pt x="2608" y="3084"/>
                    <a:pt x="2596" y="3060"/>
                    <a:pt x="2572" y="3048"/>
                  </a:cubicBezTo>
                  <a:cubicBezTo>
                    <a:pt x="2453" y="2846"/>
                    <a:pt x="2394" y="2631"/>
                    <a:pt x="2394" y="2405"/>
                  </a:cubicBezTo>
                  <a:cubicBezTo>
                    <a:pt x="2394" y="1739"/>
                    <a:pt x="2953" y="1179"/>
                    <a:pt x="3620" y="1179"/>
                  </a:cubicBezTo>
                  <a:close/>
                  <a:moveTo>
                    <a:pt x="4013" y="4334"/>
                  </a:moveTo>
                  <a:lnTo>
                    <a:pt x="4013" y="4536"/>
                  </a:lnTo>
                  <a:cubicBezTo>
                    <a:pt x="4025" y="4596"/>
                    <a:pt x="4037" y="4667"/>
                    <a:pt x="4061" y="4715"/>
                  </a:cubicBezTo>
                  <a:lnTo>
                    <a:pt x="3882" y="4870"/>
                  </a:lnTo>
                  <a:cubicBezTo>
                    <a:pt x="3805" y="4947"/>
                    <a:pt x="3701" y="4986"/>
                    <a:pt x="3598" y="4986"/>
                  </a:cubicBezTo>
                  <a:cubicBezTo>
                    <a:pt x="3495" y="4986"/>
                    <a:pt x="3394" y="4947"/>
                    <a:pt x="3323" y="4870"/>
                  </a:cubicBezTo>
                  <a:lnTo>
                    <a:pt x="3144" y="4715"/>
                  </a:lnTo>
                  <a:cubicBezTo>
                    <a:pt x="3168" y="4656"/>
                    <a:pt x="3180" y="4596"/>
                    <a:pt x="3180" y="4536"/>
                  </a:cubicBezTo>
                  <a:lnTo>
                    <a:pt x="3180" y="4334"/>
                  </a:lnTo>
                  <a:cubicBezTo>
                    <a:pt x="3323" y="4382"/>
                    <a:pt x="3454" y="4394"/>
                    <a:pt x="3596" y="4394"/>
                  </a:cubicBezTo>
                  <a:cubicBezTo>
                    <a:pt x="3751" y="4394"/>
                    <a:pt x="3882" y="4382"/>
                    <a:pt x="4013" y="4334"/>
                  </a:cubicBezTo>
                  <a:close/>
                  <a:moveTo>
                    <a:pt x="6013" y="5977"/>
                  </a:moveTo>
                  <a:lnTo>
                    <a:pt x="6013" y="5989"/>
                  </a:lnTo>
                  <a:lnTo>
                    <a:pt x="6025" y="7596"/>
                  </a:lnTo>
                  <a:cubicBezTo>
                    <a:pt x="6025" y="7596"/>
                    <a:pt x="6025" y="7608"/>
                    <a:pt x="6013" y="7608"/>
                  </a:cubicBezTo>
                  <a:lnTo>
                    <a:pt x="3620" y="7608"/>
                  </a:lnTo>
                  <a:cubicBezTo>
                    <a:pt x="3620" y="7608"/>
                    <a:pt x="3608" y="7608"/>
                    <a:pt x="3608" y="7596"/>
                  </a:cubicBezTo>
                  <a:lnTo>
                    <a:pt x="3608" y="5989"/>
                  </a:lnTo>
                  <a:cubicBezTo>
                    <a:pt x="3608" y="5989"/>
                    <a:pt x="3608" y="5977"/>
                    <a:pt x="3620" y="5977"/>
                  </a:cubicBezTo>
                  <a:close/>
                  <a:moveTo>
                    <a:pt x="4358" y="4941"/>
                  </a:moveTo>
                  <a:lnTo>
                    <a:pt x="4989" y="5263"/>
                  </a:lnTo>
                  <a:cubicBezTo>
                    <a:pt x="5120" y="5334"/>
                    <a:pt x="5216" y="5465"/>
                    <a:pt x="5216" y="5620"/>
                  </a:cubicBezTo>
                  <a:lnTo>
                    <a:pt x="3608" y="5620"/>
                  </a:lnTo>
                  <a:cubicBezTo>
                    <a:pt x="3394" y="5620"/>
                    <a:pt x="3215" y="5799"/>
                    <a:pt x="3215" y="6001"/>
                  </a:cubicBezTo>
                  <a:lnTo>
                    <a:pt x="3215" y="6822"/>
                  </a:lnTo>
                  <a:lnTo>
                    <a:pt x="2787" y="6822"/>
                  </a:lnTo>
                  <a:lnTo>
                    <a:pt x="2787" y="6060"/>
                  </a:lnTo>
                  <a:cubicBezTo>
                    <a:pt x="2787" y="5965"/>
                    <a:pt x="2692" y="5870"/>
                    <a:pt x="2596" y="5870"/>
                  </a:cubicBezTo>
                  <a:cubicBezTo>
                    <a:pt x="2489" y="5870"/>
                    <a:pt x="2394" y="5965"/>
                    <a:pt x="2394" y="6060"/>
                  </a:cubicBezTo>
                  <a:lnTo>
                    <a:pt x="2394" y="7013"/>
                  </a:lnTo>
                  <a:cubicBezTo>
                    <a:pt x="2394" y="7120"/>
                    <a:pt x="2489" y="7203"/>
                    <a:pt x="2596" y="7203"/>
                  </a:cubicBezTo>
                  <a:lnTo>
                    <a:pt x="3203" y="7203"/>
                  </a:lnTo>
                  <a:lnTo>
                    <a:pt x="3203" y="7620"/>
                  </a:lnTo>
                  <a:lnTo>
                    <a:pt x="3203" y="7644"/>
                  </a:lnTo>
                  <a:lnTo>
                    <a:pt x="2382" y="7644"/>
                  </a:lnTo>
                  <a:cubicBezTo>
                    <a:pt x="2156" y="7644"/>
                    <a:pt x="1965" y="7465"/>
                    <a:pt x="1965" y="7227"/>
                  </a:cubicBezTo>
                  <a:lnTo>
                    <a:pt x="1965" y="5632"/>
                  </a:lnTo>
                  <a:lnTo>
                    <a:pt x="2001" y="5632"/>
                  </a:lnTo>
                  <a:cubicBezTo>
                    <a:pt x="2001" y="5465"/>
                    <a:pt x="2084" y="5334"/>
                    <a:pt x="2215" y="5263"/>
                  </a:cubicBezTo>
                  <a:lnTo>
                    <a:pt x="2846" y="4941"/>
                  </a:lnTo>
                  <a:lnTo>
                    <a:pt x="3073" y="5156"/>
                  </a:lnTo>
                  <a:cubicBezTo>
                    <a:pt x="3215" y="5298"/>
                    <a:pt x="3406" y="5382"/>
                    <a:pt x="3608" y="5382"/>
                  </a:cubicBezTo>
                  <a:cubicBezTo>
                    <a:pt x="3799" y="5382"/>
                    <a:pt x="3989" y="5298"/>
                    <a:pt x="4144" y="5156"/>
                  </a:cubicBezTo>
                  <a:lnTo>
                    <a:pt x="4358" y="4941"/>
                  </a:lnTo>
                  <a:close/>
                  <a:moveTo>
                    <a:pt x="12026" y="7989"/>
                  </a:moveTo>
                  <a:lnTo>
                    <a:pt x="12026" y="8418"/>
                  </a:lnTo>
                  <a:lnTo>
                    <a:pt x="787" y="8418"/>
                  </a:lnTo>
                  <a:lnTo>
                    <a:pt x="787" y="7989"/>
                  </a:lnTo>
                  <a:close/>
                  <a:moveTo>
                    <a:pt x="3608" y="0"/>
                  </a:moveTo>
                  <a:cubicBezTo>
                    <a:pt x="3049" y="0"/>
                    <a:pt x="2620" y="405"/>
                    <a:pt x="2620" y="893"/>
                  </a:cubicBezTo>
                  <a:cubicBezTo>
                    <a:pt x="2620" y="977"/>
                    <a:pt x="2632" y="1060"/>
                    <a:pt x="2656" y="1131"/>
                  </a:cubicBezTo>
                  <a:cubicBezTo>
                    <a:pt x="2263" y="1417"/>
                    <a:pt x="2013" y="1881"/>
                    <a:pt x="2013" y="2405"/>
                  </a:cubicBezTo>
                  <a:cubicBezTo>
                    <a:pt x="2013" y="2679"/>
                    <a:pt x="2084" y="2953"/>
                    <a:pt x="2215" y="3191"/>
                  </a:cubicBezTo>
                  <a:cubicBezTo>
                    <a:pt x="2275" y="3596"/>
                    <a:pt x="2501" y="3917"/>
                    <a:pt x="2799" y="4144"/>
                  </a:cubicBezTo>
                  <a:lnTo>
                    <a:pt x="2799" y="4525"/>
                  </a:lnTo>
                  <a:lnTo>
                    <a:pt x="2799" y="4548"/>
                  </a:lnTo>
                  <a:lnTo>
                    <a:pt x="2037" y="4917"/>
                  </a:lnTo>
                  <a:cubicBezTo>
                    <a:pt x="1775" y="5048"/>
                    <a:pt x="1608" y="5322"/>
                    <a:pt x="1608" y="5620"/>
                  </a:cubicBezTo>
                  <a:lnTo>
                    <a:pt x="1608" y="7215"/>
                  </a:lnTo>
                  <a:cubicBezTo>
                    <a:pt x="1608" y="7358"/>
                    <a:pt x="1656" y="7513"/>
                    <a:pt x="1727" y="7632"/>
                  </a:cubicBezTo>
                  <a:lnTo>
                    <a:pt x="191" y="7632"/>
                  </a:lnTo>
                  <a:cubicBezTo>
                    <a:pt x="96" y="7632"/>
                    <a:pt x="1" y="7715"/>
                    <a:pt x="1" y="7823"/>
                  </a:cubicBezTo>
                  <a:cubicBezTo>
                    <a:pt x="1" y="7930"/>
                    <a:pt x="96" y="8013"/>
                    <a:pt x="191" y="8013"/>
                  </a:cubicBezTo>
                  <a:lnTo>
                    <a:pt x="406" y="8013"/>
                  </a:lnTo>
                  <a:lnTo>
                    <a:pt x="406" y="9835"/>
                  </a:lnTo>
                  <a:cubicBezTo>
                    <a:pt x="406" y="9930"/>
                    <a:pt x="489" y="10025"/>
                    <a:pt x="596" y="10025"/>
                  </a:cubicBezTo>
                  <a:cubicBezTo>
                    <a:pt x="703" y="10025"/>
                    <a:pt x="787" y="9930"/>
                    <a:pt x="787" y="9835"/>
                  </a:cubicBezTo>
                  <a:lnTo>
                    <a:pt x="787" y="8823"/>
                  </a:lnTo>
                  <a:lnTo>
                    <a:pt x="12026" y="8823"/>
                  </a:lnTo>
                  <a:lnTo>
                    <a:pt x="12026" y="9835"/>
                  </a:lnTo>
                  <a:cubicBezTo>
                    <a:pt x="12026" y="9930"/>
                    <a:pt x="12121" y="10025"/>
                    <a:pt x="12217" y="10025"/>
                  </a:cubicBezTo>
                  <a:cubicBezTo>
                    <a:pt x="12324" y="10025"/>
                    <a:pt x="12419" y="9930"/>
                    <a:pt x="12419" y="9835"/>
                  </a:cubicBezTo>
                  <a:lnTo>
                    <a:pt x="12419" y="8013"/>
                  </a:lnTo>
                  <a:lnTo>
                    <a:pt x="12621" y="8013"/>
                  </a:lnTo>
                  <a:cubicBezTo>
                    <a:pt x="12728" y="8013"/>
                    <a:pt x="12812" y="7930"/>
                    <a:pt x="12812" y="7823"/>
                  </a:cubicBezTo>
                  <a:cubicBezTo>
                    <a:pt x="12800" y="7704"/>
                    <a:pt x="12717" y="7632"/>
                    <a:pt x="12609" y="7632"/>
                  </a:cubicBezTo>
                  <a:lnTo>
                    <a:pt x="6406" y="7632"/>
                  </a:lnTo>
                  <a:lnTo>
                    <a:pt x="6406" y="7608"/>
                  </a:lnTo>
                  <a:lnTo>
                    <a:pt x="6406" y="6001"/>
                  </a:lnTo>
                  <a:cubicBezTo>
                    <a:pt x="6406" y="5799"/>
                    <a:pt x="6228" y="5620"/>
                    <a:pt x="6013" y="5620"/>
                  </a:cubicBezTo>
                  <a:lnTo>
                    <a:pt x="5597" y="5620"/>
                  </a:lnTo>
                  <a:cubicBezTo>
                    <a:pt x="5597" y="5322"/>
                    <a:pt x="5430" y="5048"/>
                    <a:pt x="5168" y="4917"/>
                  </a:cubicBezTo>
                  <a:lnTo>
                    <a:pt x="4406" y="4548"/>
                  </a:lnTo>
                  <a:lnTo>
                    <a:pt x="4406" y="4525"/>
                  </a:lnTo>
                  <a:lnTo>
                    <a:pt x="4406" y="4144"/>
                  </a:lnTo>
                  <a:cubicBezTo>
                    <a:pt x="4716" y="3929"/>
                    <a:pt x="4942" y="3596"/>
                    <a:pt x="4989" y="3191"/>
                  </a:cubicBezTo>
                  <a:cubicBezTo>
                    <a:pt x="5120" y="2953"/>
                    <a:pt x="5192" y="2667"/>
                    <a:pt x="5192" y="2405"/>
                  </a:cubicBezTo>
                  <a:cubicBezTo>
                    <a:pt x="5192" y="1881"/>
                    <a:pt x="4942" y="1417"/>
                    <a:pt x="4561" y="1131"/>
                  </a:cubicBezTo>
                  <a:cubicBezTo>
                    <a:pt x="4585" y="1060"/>
                    <a:pt x="4585" y="988"/>
                    <a:pt x="4585" y="893"/>
                  </a:cubicBezTo>
                  <a:cubicBezTo>
                    <a:pt x="4585" y="405"/>
                    <a:pt x="4144" y="0"/>
                    <a:pt x="360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55"/>
            <p:cNvSpPr/>
            <p:nvPr/>
          </p:nvSpPr>
          <p:spPr>
            <a:xfrm>
              <a:off x="5017012" y="2666287"/>
              <a:ext cx="25016" cy="12158"/>
            </a:xfrm>
            <a:custGeom>
              <a:rect b="b" l="l" r="r" t="t"/>
              <a:pathLst>
                <a:path extrusionOk="0" h="382" w="786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cubicBezTo>
                    <a:pt x="0" y="298"/>
                    <a:pt x="83" y="381"/>
                    <a:pt x="191" y="381"/>
                  </a:cubicBezTo>
                  <a:lnTo>
                    <a:pt x="595" y="381"/>
                  </a:lnTo>
                  <a:cubicBezTo>
                    <a:pt x="702" y="381"/>
                    <a:pt x="786" y="298"/>
                    <a:pt x="786" y="191"/>
                  </a:cubicBezTo>
                  <a:cubicBezTo>
                    <a:pt x="786" y="83"/>
                    <a:pt x="702" y="0"/>
                    <a:pt x="59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55"/>
            <p:cNvSpPr/>
            <p:nvPr/>
          </p:nvSpPr>
          <p:spPr>
            <a:xfrm>
              <a:off x="5068159" y="2418064"/>
              <a:ext cx="203155" cy="198222"/>
            </a:xfrm>
            <a:custGeom>
              <a:rect b="b" l="l" r="r" t="t"/>
              <a:pathLst>
                <a:path extrusionOk="0" h="6228" w="6383">
                  <a:moveTo>
                    <a:pt x="5608" y="346"/>
                  </a:moveTo>
                  <a:cubicBezTo>
                    <a:pt x="5834" y="346"/>
                    <a:pt x="6025" y="524"/>
                    <a:pt x="6025" y="762"/>
                  </a:cubicBezTo>
                  <a:lnTo>
                    <a:pt x="6025" y="3989"/>
                  </a:lnTo>
                  <a:lnTo>
                    <a:pt x="6013" y="3989"/>
                  </a:lnTo>
                  <a:cubicBezTo>
                    <a:pt x="6013" y="4203"/>
                    <a:pt x="5834" y="4406"/>
                    <a:pt x="5596" y="4406"/>
                  </a:cubicBezTo>
                  <a:lnTo>
                    <a:pt x="3203" y="4406"/>
                  </a:lnTo>
                  <a:cubicBezTo>
                    <a:pt x="3156" y="4406"/>
                    <a:pt x="3132" y="4418"/>
                    <a:pt x="3096" y="4430"/>
                  </a:cubicBezTo>
                  <a:lnTo>
                    <a:pt x="1310" y="5727"/>
                  </a:lnTo>
                  <a:lnTo>
                    <a:pt x="1584" y="4620"/>
                  </a:lnTo>
                  <a:cubicBezTo>
                    <a:pt x="1596" y="4561"/>
                    <a:pt x="1584" y="4501"/>
                    <a:pt x="1548" y="4465"/>
                  </a:cubicBezTo>
                  <a:cubicBezTo>
                    <a:pt x="1512" y="4418"/>
                    <a:pt x="1465" y="4382"/>
                    <a:pt x="1405" y="4382"/>
                  </a:cubicBezTo>
                  <a:lnTo>
                    <a:pt x="810" y="4382"/>
                  </a:lnTo>
                  <a:cubicBezTo>
                    <a:pt x="584" y="4382"/>
                    <a:pt x="393" y="4203"/>
                    <a:pt x="393" y="3965"/>
                  </a:cubicBezTo>
                  <a:lnTo>
                    <a:pt x="393" y="762"/>
                  </a:lnTo>
                  <a:cubicBezTo>
                    <a:pt x="393" y="548"/>
                    <a:pt x="572" y="346"/>
                    <a:pt x="810" y="346"/>
                  </a:cubicBezTo>
                  <a:close/>
                  <a:moveTo>
                    <a:pt x="786" y="0"/>
                  </a:moveTo>
                  <a:cubicBezTo>
                    <a:pt x="358" y="0"/>
                    <a:pt x="0" y="358"/>
                    <a:pt x="0" y="786"/>
                  </a:cubicBezTo>
                  <a:lnTo>
                    <a:pt x="0" y="3989"/>
                  </a:lnTo>
                  <a:cubicBezTo>
                    <a:pt x="0" y="4418"/>
                    <a:pt x="358" y="4775"/>
                    <a:pt x="786" y="4775"/>
                  </a:cubicBezTo>
                  <a:lnTo>
                    <a:pt x="1143" y="4775"/>
                  </a:lnTo>
                  <a:lnTo>
                    <a:pt x="881" y="5870"/>
                  </a:lnTo>
                  <a:cubicBezTo>
                    <a:pt x="846" y="5989"/>
                    <a:pt x="893" y="6108"/>
                    <a:pt x="1000" y="6192"/>
                  </a:cubicBezTo>
                  <a:cubicBezTo>
                    <a:pt x="1048" y="6216"/>
                    <a:pt x="1108" y="6227"/>
                    <a:pt x="1167" y="6227"/>
                  </a:cubicBezTo>
                  <a:cubicBezTo>
                    <a:pt x="1227" y="6227"/>
                    <a:pt x="1286" y="6216"/>
                    <a:pt x="1322" y="6168"/>
                  </a:cubicBezTo>
                  <a:lnTo>
                    <a:pt x="3263" y="4775"/>
                  </a:lnTo>
                  <a:lnTo>
                    <a:pt x="5596" y="4775"/>
                  </a:lnTo>
                  <a:cubicBezTo>
                    <a:pt x="6025" y="4775"/>
                    <a:pt x="6382" y="4418"/>
                    <a:pt x="6382" y="3989"/>
                  </a:cubicBezTo>
                  <a:lnTo>
                    <a:pt x="6382" y="786"/>
                  </a:lnTo>
                  <a:cubicBezTo>
                    <a:pt x="6382" y="358"/>
                    <a:pt x="6025" y="0"/>
                    <a:pt x="559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55"/>
            <p:cNvSpPr/>
            <p:nvPr/>
          </p:nvSpPr>
          <p:spPr>
            <a:xfrm>
              <a:off x="5106415" y="2456353"/>
              <a:ext cx="31509" cy="12158"/>
            </a:xfrm>
            <a:custGeom>
              <a:rect b="b" l="l" r="r" t="t"/>
              <a:pathLst>
                <a:path extrusionOk="0" h="382" w="99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cubicBezTo>
                    <a:pt x="1" y="298"/>
                    <a:pt x="96" y="381"/>
                    <a:pt x="203" y="381"/>
                  </a:cubicBezTo>
                  <a:lnTo>
                    <a:pt x="799" y="381"/>
                  </a:lnTo>
                  <a:cubicBezTo>
                    <a:pt x="894" y="381"/>
                    <a:pt x="989" y="298"/>
                    <a:pt x="989" y="191"/>
                  </a:cubicBezTo>
                  <a:cubicBezTo>
                    <a:pt x="989" y="83"/>
                    <a:pt x="894" y="0"/>
                    <a:pt x="79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55"/>
            <p:cNvSpPr/>
            <p:nvPr/>
          </p:nvSpPr>
          <p:spPr>
            <a:xfrm>
              <a:off x="5151133" y="2456353"/>
              <a:ext cx="82274" cy="12158"/>
            </a:xfrm>
            <a:custGeom>
              <a:rect b="b" l="l" r="r" t="t"/>
              <a:pathLst>
                <a:path extrusionOk="0" h="382" w="2585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2394" y="381"/>
                  </a:lnTo>
                  <a:cubicBezTo>
                    <a:pt x="2501" y="381"/>
                    <a:pt x="2584" y="298"/>
                    <a:pt x="2584" y="191"/>
                  </a:cubicBezTo>
                  <a:cubicBezTo>
                    <a:pt x="2584" y="83"/>
                    <a:pt x="2501" y="0"/>
                    <a:pt x="239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55"/>
            <p:cNvSpPr/>
            <p:nvPr/>
          </p:nvSpPr>
          <p:spPr>
            <a:xfrm>
              <a:off x="5106415" y="2488180"/>
              <a:ext cx="126992" cy="12158"/>
            </a:xfrm>
            <a:custGeom>
              <a:rect b="b" l="l" r="r" t="t"/>
              <a:pathLst>
                <a:path extrusionOk="0" h="382" w="399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cubicBezTo>
                    <a:pt x="1" y="298"/>
                    <a:pt x="96" y="381"/>
                    <a:pt x="203" y="381"/>
                  </a:cubicBezTo>
                  <a:lnTo>
                    <a:pt x="3799" y="381"/>
                  </a:lnTo>
                  <a:cubicBezTo>
                    <a:pt x="3906" y="381"/>
                    <a:pt x="3989" y="298"/>
                    <a:pt x="3989" y="191"/>
                  </a:cubicBezTo>
                  <a:cubicBezTo>
                    <a:pt x="3978" y="83"/>
                    <a:pt x="3906" y="0"/>
                    <a:pt x="379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55"/>
            <p:cNvSpPr/>
            <p:nvPr/>
          </p:nvSpPr>
          <p:spPr>
            <a:xfrm>
              <a:off x="5106415" y="2519626"/>
              <a:ext cx="82656" cy="12540"/>
            </a:xfrm>
            <a:custGeom>
              <a:rect b="b" l="l" r="r" t="t"/>
              <a:pathLst>
                <a:path extrusionOk="0" h="394" w="2597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cubicBezTo>
                    <a:pt x="1" y="298"/>
                    <a:pt x="96" y="393"/>
                    <a:pt x="203" y="393"/>
                  </a:cubicBezTo>
                  <a:lnTo>
                    <a:pt x="2394" y="393"/>
                  </a:lnTo>
                  <a:cubicBezTo>
                    <a:pt x="2501" y="393"/>
                    <a:pt x="2596" y="298"/>
                    <a:pt x="2596" y="203"/>
                  </a:cubicBezTo>
                  <a:cubicBezTo>
                    <a:pt x="2585" y="96"/>
                    <a:pt x="2501" y="0"/>
                    <a:pt x="239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55"/>
            <p:cNvSpPr/>
            <p:nvPr/>
          </p:nvSpPr>
          <p:spPr>
            <a:xfrm>
              <a:off x="5202312" y="2519626"/>
              <a:ext cx="31095" cy="12540"/>
            </a:xfrm>
            <a:custGeom>
              <a:rect b="b" l="l" r="r" t="t"/>
              <a:pathLst>
                <a:path extrusionOk="0" h="394" w="977">
                  <a:moveTo>
                    <a:pt x="191" y="0"/>
                  </a:moveTo>
                  <a:cubicBezTo>
                    <a:pt x="84" y="0"/>
                    <a:pt x="0" y="96"/>
                    <a:pt x="0" y="203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786" y="393"/>
                  </a:lnTo>
                  <a:cubicBezTo>
                    <a:pt x="893" y="393"/>
                    <a:pt x="976" y="298"/>
                    <a:pt x="976" y="203"/>
                  </a:cubicBezTo>
                  <a:cubicBezTo>
                    <a:pt x="965" y="96"/>
                    <a:pt x="893" y="0"/>
                    <a:pt x="78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5" name="Google Shape;3615;p55"/>
          <p:cNvGrpSpPr/>
          <p:nvPr/>
        </p:nvGrpSpPr>
        <p:grpSpPr>
          <a:xfrm>
            <a:off x="5218426" y="2863189"/>
            <a:ext cx="371777" cy="349434"/>
            <a:chOff x="6630539" y="2917502"/>
            <a:chExt cx="371777" cy="349434"/>
          </a:xfrm>
        </p:grpSpPr>
        <p:sp>
          <p:nvSpPr>
            <p:cNvPr id="3616" name="Google Shape;3616;p55"/>
            <p:cNvSpPr/>
            <p:nvPr/>
          </p:nvSpPr>
          <p:spPr>
            <a:xfrm>
              <a:off x="6689292" y="3043093"/>
              <a:ext cx="92109" cy="30586"/>
            </a:xfrm>
            <a:custGeom>
              <a:rect b="b" l="l" r="r" t="t"/>
              <a:pathLst>
                <a:path extrusionOk="0" h="961" w="2894">
                  <a:moveTo>
                    <a:pt x="1164" y="1"/>
                  </a:moveTo>
                  <a:cubicBezTo>
                    <a:pt x="816" y="1"/>
                    <a:pt x="501" y="36"/>
                    <a:pt x="298" y="67"/>
                  </a:cubicBezTo>
                  <a:cubicBezTo>
                    <a:pt x="119" y="91"/>
                    <a:pt x="0" y="246"/>
                    <a:pt x="0" y="401"/>
                  </a:cubicBezTo>
                  <a:lnTo>
                    <a:pt x="0" y="794"/>
                  </a:lnTo>
                  <a:cubicBezTo>
                    <a:pt x="0" y="877"/>
                    <a:pt x="72" y="960"/>
                    <a:pt x="155" y="960"/>
                  </a:cubicBezTo>
                  <a:cubicBezTo>
                    <a:pt x="250" y="960"/>
                    <a:pt x="322" y="877"/>
                    <a:pt x="322" y="794"/>
                  </a:cubicBezTo>
                  <a:lnTo>
                    <a:pt x="322" y="401"/>
                  </a:lnTo>
                  <a:cubicBezTo>
                    <a:pt x="322" y="401"/>
                    <a:pt x="322" y="389"/>
                    <a:pt x="334" y="389"/>
                  </a:cubicBezTo>
                  <a:cubicBezTo>
                    <a:pt x="511" y="361"/>
                    <a:pt x="812" y="318"/>
                    <a:pt x="1157" y="318"/>
                  </a:cubicBezTo>
                  <a:cubicBezTo>
                    <a:pt x="1253" y="318"/>
                    <a:pt x="1352" y="321"/>
                    <a:pt x="1453" y="329"/>
                  </a:cubicBezTo>
                  <a:cubicBezTo>
                    <a:pt x="1989" y="365"/>
                    <a:pt x="2382" y="496"/>
                    <a:pt x="2596" y="734"/>
                  </a:cubicBezTo>
                  <a:cubicBezTo>
                    <a:pt x="2626" y="764"/>
                    <a:pt x="2670" y="779"/>
                    <a:pt x="2715" y="779"/>
                  </a:cubicBezTo>
                  <a:cubicBezTo>
                    <a:pt x="2760" y="779"/>
                    <a:pt x="2804" y="764"/>
                    <a:pt x="2834" y="734"/>
                  </a:cubicBezTo>
                  <a:cubicBezTo>
                    <a:pt x="2894" y="675"/>
                    <a:pt x="2894" y="567"/>
                    <a:pt x="2834" y="508"/>
                  </a:cubicBezTo>
                  <a:cubicBezTo>
                    <a:pt x="2437" y="103"/>
                    <a:pt x="1753" y="1"/>
                    <a:pt x="1164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55"/>
            <p:cNvSpPr/>
            <p:nvPr/>
          </p:nvSpPr>
          <p:spPr>
            <a:xfrm>
              <a:off x="6630539" y="2993315"/>
              <a:ext cx="208852" cy="273621"/>
            </a:xfrm>
            <a:custGeom>
              <a:rect b="b" l="l" r="r" t="t"/>
              <a:pathLst>
                <a:path extrusionOk="0" h="8597" w="6562">
                  <a:moveTo>
                    <a:pt x="5132" y="334"/>
                  </a:moveTo>
                  <a:lnTo>
                    <a:pt x="5132" y="1988"/>
                  </a:lnTo>
                  <a:cubicBezTo>
                    <a:pt x="5132" y="2239"/>
                    <a:pt x="5073" y="2477"/>
                    <a:pt x="4966" y="2703"/>
                  </a:cubicBezTo>
                  <a:cubicBezTo>
                    <a:pt x="4954" y="2727"/>
                    <a:pt x="4954" y="2739"/>
                    <a:pt x="4954" y="2774"/>
                  </a:cubicBezTo>
                  <a:lnTo>
                    <a:pt x="4954" y="3262"/>
                  </a:lnTo>
                  <a:cubicBezTo>
                    <a:pt x="4954" y="3727"/>
                    <a:pt x="4763" y="4155"/>
                    <a:pt x="4430" y="4465"/>
                  </a:cubicBezTo>
                  <a:cubicBezTo>
                    <a:pt x="4108" y="4765"/>
                    <a:pt x="3713" y="4920"/>
                    <a:pt x="3275" y="4920"/>
                  </a:cubicBezTo>
                  <a:cubicBezTo>
                    <a:pt x="3243" y="4920"/>
                    <a:pt x="3212" y="4919"/>
                    <a:pt x="3180" y="4917"/>
                  </a:cubicBezTo>
                  <a:cubicBezTo>
                    <a:pt x="2299" y="4882"/>
                    <a:pt x="1620" y="4120"/>
                    <a:pt x="1620" y="3215"/>
                  </a:cubicBezTo>
                  <a:lnTo>
                    <a:pt x="1620" y="2786"/>
                  </a:lnTo>
                  <a:cubicBezTo>
                    <a:pt x="1620" y="2762"/>
                    <a:pt x="1620" y="2739"/>
                    <a:pt x="1608" y="2715"/>
                  </a:cubicBezTo>
                  <a:cubicBezTo>
                    <a:pt x="1501" y="2489"/>
                    <a:pt x="1441" y="2239"/>
                    <a:pt x="1441" y="2000"/>
                  </a:cubicBezTo>
                  <a:lnTo>
                    <a:pt x="1441" y="1631"/>
                  </a:lnTo>
                  <a:cubicBezTo>
                    <a:pt x="1441" y="917"/>
                    <a:pt x="2025" y="334"/>
                    <a:pt x="2739" y="334"/>
                  </a:cubicBezTo>
                  <a:close/>
                  <a:moveTo>
                    <a:pt x="4204" y="5048"/>
                  </a:moveTo>
                  <a:lnTo>
                    <a:pt x="4204" y="5358"/>
                  </a:lnTo>
                  <a:lnTo>
                    <a:pt x="3287" y="6001"/>
                  </a:lnTo>
                  <a:lnTo>
                    <a:pt x="2358" y="5358"/>
                  </a:lnTo>
                  <a:lnTo>
                    <a:pt x="2358" y="5048"/>
                  </a:lnTo>
                  <a:cubicBezTo>
                    <a:pt x="2596" y="5179"/>
                    <a:pt x="2870" y="5263"/>
                    <a:pt x="3156" y="5275"/>
                  </a:cubicBezTo>
                  <a:lnTo>
                    <a:pt x="3287" y="5275"/>
                  </a:lnTo>
                  <a:cubicBezTo>
                    <a:pt x="3608" y="5275"/>
                    <a:pt x="3930" y="5203"/>
                    <a:pt x="4204" y="5048"/>
                  </a:cubicBezTo>
                  <a:close/>
                  <a:moveTo>
                    <a:pt x="2203" y="5668"/>
                  </a:moveTo>
                  <a:lnTo>
                    <a:pt x="3001" y="6227"/>
                  </a:lnTo>
                  <a:lnTo>
                    <a:pt x="2584" y="6656"/>
                  </a:lnTo>
                  <a:lnTo>
                    <a:pt x="2573" y="6656"/>
                  </a:lnTo>
                  <a:lnTo>
                    <a:pt x="2037" y="5858"/>
                  </a:lnTo>
                  <a:lnTo>
                    <a:pt x="2203" y="5668"/>
                  </a:lnTo>
                  <a:close/>
                  <a:moveTo>
                    <a:pt x="4359" y="5668"/>
                  </a:moveTo>
                  <a:lnTo>
                    <a:pt x="4525" y="5858"/>
                  </a:lnTo>
                  <a:lnTo>
                    <a:pt x="4001" y="6656"/>
                  </a:lnTo>
                  <a:lnTo>
                    <a:pt x="3989" y="6656"/>
                  </a:lnTo>
                  <a:lnTo>
                    <a:pt x="3549" y="6227"/>
                  </a:lnTo>
                  <a:lnTo>
                    <a:pt x="4359" y="5668"/>
                  </a:lnTo>
                  <a:close/>
                  <a:moveTo>
                    <a:pt x="2739" y="0"/>
                  </a:moveTo>
                  <a:cubicBezTo>
                    <a:pt x="1822" y="0"/>
                    <a:pt x="1096" y="738"/>
                    <a:pt x="1096" y="1643"/>
                  </a:cubicBezTo>
                  <a:lnTo>
                    <a:pt x="1096" y="2012"/>
                  </a:lnTo>
                  <a:cubicBezTo>
                    <a:pt x="1096" y="2298"/>
                    <a:pt x="1156" y="2584"/>
                    <a:pt x="1275" y="2846"/>
                  </a:cubicBezTo>
                  <a:lnTo>
                    <a:pt x="1275" y="3239"/>
                  </a:lnTo>
                  <a:cubicBezTo>
                    <a:pt x="1275" y="3870"/>
                    <a:pt x="1561" y="4453"/>
                    <a:pt x="2001" y="4822"/>
                  </a:cubicBezTo>
                  <a:lnTo>
                    <a:pt x="2001" y="5406"/>
                  </a:lnTo>
                  <a:lnTo>
                    <a:pt x="1692" y="5739"/>
                  </a:lnTo>
                  <a:cubicBezTo>
                    <a:pt x="1668" y="5763"/>
                    <a:pt x="1644" y="5822"/>
                    <a:pt x="1644" y="5870"/>
                  </a:cubicBezTo>
                  <a:lnTo>
                    <a:pt x="596" y="6251"/>
                  </a:lnTo>
                  <a:cubicBezTo>
                    <a:pt x="239" y="6394"/>
                    <a:pt x="1" y="6727"/>
                    <a:pt x="1" y="7108"/>
                  </a:cubicBezTo>
                  <a:lnTo>
                    <a:pt x="1" y="8418"/>
                  </a:lnTo>
                  <a:cubicBezTo>
                    <a:pt x="1" y="8501"/>
                    <a:pt x="72" y="8573"/>
                    <a:pt x="156" y="8573"/>
                  </a:cubicBezTo>
                  <a:cubicBezTo>
                    <a:pt x="251" y="8573"/>
                    <a:pt x="322" y="8501"/>
                    <a:pt x="322" y="8418"/>
                  </a:cubicBezTo>
                  <a:lnTo>
                    <a:pt x="322" y="7108"/>
                  </a:lnTo>
                  <a:cubicBezTo>
                    <a:pt x="322" y="6870"/>
                    <a:pt x="477" y="6656"/>
                    <a:pt x="691" y="6584"/>
                  </a:cubicBezTo>
                  <a:lnTo>
                    <a:pt x="1811" y="6179"/>
                  </a:lnTo>
                  <a:lnTo>
                    <a:pt x="2275" y="6882"/>
                  </a:lnTo>
                  <a:cubicBezTo>
                    <a:pt x="2334" y="6965"/>
                    <a:pt x="2418" y="7025"/>
                    <a:pt x="2525" y="7025"/>
                  </a:cubicBezTo>
                  <a:lnTo>
                    <a:pt x="2561" y="7025"/>
                  </a:lnTo>
                  <a:cubicBezTo>
                    <a:pt x="2644" y="7025"/>
                    <a:pt x="2739" y="7001"/>
                    <a:pt x="2811" y="6930"/>
                  </a:cubicBezTo>
                  <a:lnTo>
                    <a:pt x="3096" y="6644"/>
                  </a:lnTo>
                  <a:lnTo>
                    <a:pt x="3096" y="8430"/>
                  </a:lnTo>
                  <a:cubicBezTo>
                    <a:pt x="3096" y="8513"/>
                    <a:pt x="3168" y="8596"/>
                    <a:pt x="3251" y="8596"/>
                  </a:cubicBezTo>
                  <a:cubicBezTo>
                    <a:pt x="3346" y="8596"/>
                    <a:pt x="3418" y="8513"/>
                    <a:pt x="3418" y="8430"/>
                  </a:cubicBezTo>
                  <a:lnTo>
                    <a:pt x="3418" y="6644"/>
                  </a:lnTo>
                  <a:lnTo>
                    <a:pt x="3704" y="6930"/>
                  </a:lnTo>
                  <a:cubicBezTo>
                    <a:pt x="3763" y="6989"/>
                    <a:pt x="3870" y="7025"/>
                    <a:pt x="3954" y="7025"/>
                  </a:cubicBezTo>
                  <a:lnTo>
                    <a:pt x="3989" y="7025"/>
                  </a:lnTo>
                  <a:cubicBezTo>
                    <a:pt x="4085" y="7013"/>
                    <a:pt x="4180" y="6953"/>
                    <a:pt x="4239" y="6882"/>
                  </a:cubicBezTo>
                  <a:lnTo>
                    <a:pt x="4704" y="6179"/>
                  </a:lnTo>
                  <a:lnTo>
                    <a:pt x="5811" y="6584"/>
                  </a:lnTo>
                  <a:cubicBezTo>
                    <a:pt x="6037" y="6656"/>
                    <a:pt x="6192" y="6882"/>
                    <a:pt x="6192" y="7108"/>
                  </a:cubicBezTo>
                  <a:lnTo>
                    <a:pt x="6192" y="8418"/>
                  </a:lnTo>
                  <a:cubicBezTo>
                    <a:pt x="6192" y="8501"/>
                    <a:pt x="6264" y="8573"/>
                    <a:pt x="6347" y="8573"/>
                  </a:cubicBezTo>
                  <a:cubicBezTo>
                    <a:pt x="6442" y="8573"/>
                    <a:pt x="6514" y="8501"/>
                    <a:pt x="6514" y="8418"/>
                  </a:cubicBezTo>
                  <a:lnTo>
                    <a:pt x="6514" y="7108"/>
                  </a:lnTo>
                  <a:cubicBezTo>
                    <a:pt x="6561" y="6703"/>
                    <a:pt x="6323" y="6370"/>
                    <a:pt x="5966" y="6239"/>
                  </a:cubicBezTo>
                  <a:lnTo>
                    <a:pt x="4906" y="5858"/>
                  </a:lnTo>
                  <a:cubicBezTo>
                    <a:pt x="4906" y="5810"/>
                    <a:pt x="4894" y="5763"/>
                    <a:pt x="4859" y="5715"/>
                  </a:cubicBezTo>
                  <a:lnTo>
                    <a:pt x="4549" y="5394"/>
                  </a:lnTo>
                  <a:lnTo>
                    <a:pt x="4549" y="4822"/>
                  </a:lnTo>
                  <a:cubicBezTo>
                    <a:pt x="4585" y="4798"/>
                    <a:pt x="4609" y="4763"/>
                    <a:pt x="4656" y="4739"/>
                  </a:cubicBezTo>
                  <a:cubicBezTo>
                    <a:pt x="5061" y="4370"/>
                    <a:pt x="5275" y="3822"/>
                    <a:pt x="5275" y="3274"/>
                  </a:cubicBezTo>
                  <a:lnTo>
                    <a:pt x="5275" y="2834"/>
                  </a:lnTo>
                  <a:cubicBezTo>
                    <a:pt x="5394" y="2560"/>
                    <a:pt x="5454" y="2286"/>
                    <a:pt x="5454" y="2000"/>
                  </a:cubicBezTo>
                  <a:lnTo>
                    <a:pt x="5454" y="167"/>
                  </a:lnTo>
                  <a:cubicBezTo>
                    <a:pt x="5454" y="83"/>
                    <a:pt x="5382" y="0"/>
                    <a:pt x="529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55"/>
            <p:cNvSpPr/>
            <p:nvPr/>
          </p:nvSpPr>
          <p:spPr>
            <a:xfrm>
              <a:off x="6665804" y="3232053"/>
              <a:ext cx="10630" cy="33737"/>
            </a:xfrm>
            <a:custGeom>
              <a:rect b="b" l="l" r="r" t="t"/>
              <a:pathLst>
                <a:path extrusionOk="0" h="1060" w="334">
                  <a:moveTo>
                    <a:pt x="167" y="0"/>
                  </a:moveTo>
                  <a:cubicBezTo>
                    <a:pt x="83" y="0"/>
                    <a:pt x="0" y="83"/>
                    <a:pt x="0" y="167"/>
                  </a:cubicBezTo>
                  <a:lnTo>
                    <a:pt x="0" y="893"/>
                  </a:lnTo>
                  <a:cubicBezTo>
                    <a:pt x="0" y="988"/>
                    <a:pt x="83" y="1060"/>
                    <a:pt x="167" y="1060"/>
                  </a:cubicBezTo>
                  <a:cubicBezTo>
                    <a:pt x="262" y="1060"/>
                    <a:pt x="333" y="988"/>
                    <a:pt x="333" y="893"/>
                  </a:cubicBezTo>
                  <a:lnTo>
                    <a:pt x="333" y="167"/>
                  </a:lnTo>
                  <a:cubicBezTo>
                    <a:pt x="333" y="83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55"/>
            <p:cNvSpPr/>
            <p:nvPr/>
          </p:nvSpPr>
          <p:spPr>
            <a:xfrm>
              <a:off x="6793877" y="3232053"/>
              <a:ext cx="10248" cy="33737"/>
            </a:xfrm>
            <a:custGeom>
              <a:rect b="b" l="l" r="r" t="t"/>
              <a:pathLst>
                <a:path extrusionOk="0" h="1060" w="322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893"/>
                  </a:lnTo>
                  <a:cubicBezTo>
                    <a:pt x="0" y="988"/>
                    <a:pt x="72" y="1060"/>
                    <a:pt x="167" y="1060"/>
                  </a:cubicBezTo>
                  <a:cubicBezTo>
                    <a:pt x="250" y="1060"/>
                    <a:pt x="322" y="988"/>
                    <a:pt x="322" y="893"/>
                  </a:cubicBezTo>
                  <a:lnTo>
                    <a:pt x="322" y="167"/>
                  </a:lnTo>
                  <a:cubicBezTo>
                    <a:pt x="322" y="83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55"/>
            <p:cNvSpPr/>
            <p:nvPr/>
          </p:nvSpPr>
          <p:spPr>
            <a:xfrm>
              <a:off x="6828347" y="2952766"/>
              <a:ext cx="173969" cy="181162"/>
            </a:xfrm>
            <a:custGeom>
              <a:rect b="b" l="l" r="r" t="t"/>
              <a:pathLst>
                <a:path extrusionOk="0" h="5692" w="5466">
                  <a:moveTo>
                    <a:pt x="3847" y="0"/>
                  </a:moveTo>
                  <a:cubicBezTo>
                    <a:pt x="3751" y="0"/>
                    <a:pt x="3680" y="72"/>
                    <a:pt x="3680" y="167"/>
                  </a:cubicBezTo>
                  <a:cubicBezTo>
                    <a:pt x="3680" y="250"/>
                    <a:pt x="3751" y="322"/>
                    <a:pt x="3847" y="322"/>
                  </a:cubicBezTo>
                  <a:lnTo>
                    <a:pt x="4751" y="322"/>
                  </a:lnTo>
                  <a:cubicBezTo>
                    <a:pt x="4954" y="322"/>
                    <a:pt x="5121" y="488"/>
                    <a:pt x="5121" y="703"/>
                  </a:cubicBezTo>
                  <a:lnTo>
                    <a:pt x="5121" y="3643"/>
                  </a:lnTo>
                  <a:cubicBezTo>
                    <a:pt x="5121" y="3858"/>
                    <a:pt x="4954" y="4013"/>
                    <a:pt x="4751" y="4013"/>
                  </a:cubicBezTo>
                  <a:lnTo>
                    <a:pt x="2918" y="4013"/>
                  </a:lnTo>
                  <a:cubicBezTo>
                    <a:pt x="2894" y="4013"/>
                    <a:pt x="2846" y="4036"/>
                    <a:pt x="2811" y="4048"/>
                  </a:cubicBezTo>
                  <a:lnTo>
                    <a:pt x="1180" y="5239"/>
                  </a:lnTo>
                  <a:lnTo>
                    <a:pt x="1180" y="5239"/>
                  </a:lnTo>
                  <a:lnTo>
                    <a:pt x="1430" y="4227"/>
                  </a:lnTo>
                  <a:cubicBezTo>
                    <a:pt x="1442" y="4179"/>
                    <a:pt x="1430" y="4120"/>
                    <a:pt x="1406" y="4072"/>
                  </a:cubicBezTo>
                  <a:cubicBezTo>
                    <a:pt x="1370" y="4036"/>
                    <a:pt x="1311" y="4013"/>
                    <a:pt x="1263" y="4013"/>
                  </a:cubicBezTo>
                  <a:lnTo>
                    <a:pt x="715" y="4013"/>
                  </a:lnTo>
                  <a:cubicBezTo>
                    <a:pt x="513" y="4013"/>
                    <a:pt x="346" y="3858"/>
                    <a:pt x="346" y="3643"/>
                  </a:cubicBezTo>
                  <a:lnTo>
                    <a:pt x="346" y="715"/>
                  </a:lnTo>
                  <a:cubicBezTo>
                    <a:pt x="346" y="500"/>
                    <a:pt x="513" y="345"/>
                    <a:pt x="715" y="345"/>
                  </a:cubicBezTo>
                  <a:lnTo>
                    <a:pt x="1620" y="345"/>
                  </a:lnTo>
                  <a:cubicBezTo>
                    <a:pt x="1715" y="345"/>
                    <a:pt x="1787" y="262"/>
                    <a:pt x="1787" y="179"/>
                  </a:cubicBezTo>
                  <a:cubicBezTo>
                    <a:pt x="1787" y="84"/>
                    <a:pt x="1715" y="12"/>
                    <a:pt x="1620" y="12"/>
                  </a:cubicBezTo>
                  <a:lnTo>
                    <a:pt x="715" y="12"/>
                  </a:lnTo>
                  <a:cubicBezTo>
                    <a:pt x="310" y="12"/>
                    <a:pt x="1" y="345"/>
                    <a:pt x="1" y="726"/>
                  </a:cubicBezTo>
                  <a:lnTo>
                    <a:pt x="1" y="3643"/>
                  </a:lnTo>
                  <a:cubicBezTo>
                    <a:pt x="1" y="4048"/>
                    <a:pt x="334" y="4358"/>
                    <a:pt x="715" y="4358"/>
                  </a:cubicBezTo>
                  <a:lnTo>
                    <a:pt x="1049" y="4358"/>
                  </a:lnTo>
                  <a:lnTo>
                    <a:pt x="787" y="5370"/>
                  </a:lnTo>
                  <a:cubicBezTo>
                    <a:pt x="763" y="5477"/>
                    <a:pt x="811" y="5596"/>
                    <a:pt x="894" y="5656"/>
                  </a:cubicBezTo>
                  <a:cubicBezTo>
                    <a:pt x="941" y="5679"/>
                    <a:pt x="989" y="5691"/>
                    <a:pt x="1049" y="5691"/>
                  </a:cubicBezTo>
                  <a:cubicBezTo>
                    <a:pt x="1108" y="5691"/>
                    <a:pt x="1144" y="5679"/>
                    <a:pt x="1192" y="5656"/>
                  </a:cubicBezTo>
                  <a:lnTo>
                    <a:pt x="2954" y="4370"/>
                  </a:lnTo>
                  <a:lnTo>
                    <a:pt x="4716" y="4370"/>
                  </a:lnTo>
                  <a:cubicBezTo>
                    <a:pt x="5121" y="4370"/>
                    <a:pt x="5430" y="4048"/>
                    <a:pt x="5430" y="3655"/>
                  </a:cubicBezTo>
                  <a:lnTo>
                    <a:pt x="5430" y="726"/>
                  </a:lnTo>
                  <a:cubicBezTo>
                    <a:pt x="5466" y="322"/>
                    <a:pt x="5132" y="0"/>
                    <a:pt x="475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55"/>
            <p:cNvSpPr/>
            <p:nvPr/>
          </p:nvSpPr>
          <p:spPr>
            <a:xfrm>
              <a:off x="6898463" y="2917502"/>
              <a:ext cx="34151" cy="104999"/>
            </a:xfrm>
            <a:custGeom>
              <a:rect b="b" l="l" r="r" t="t"/>
              <a:pathLst>
                <a:path extrusionOk="0" h="3299" w="1073">
                  <a:moveTo>
                    <a:pt x="715" y="346"/>
                  </a:moveTo>
                  <a:lnTo>
                    <a:pt x="548" y="2930"/>
                  </a:lnTo>
                  <a:lnTo>
                    <a:pt x="513" y="2930"/>
                  </a:lnTo>
                  <a:lnTo>
                    <a:pt x="346" y="346"/>
                  </a:lnTo>
                  <a:close/>
                  <a:moveTo>
                    <a:pt x="167" y="1"/>
                  </a:moveTo>
                  <a:cubicBezTo>
                    <a:pt x="120" y="1"/>
                    <a:pt x="72" y="25"/>
                    <a:pt x="48" y="60"/>
                  </a:cubicBezTo>
                  <a:cubicBezTo>
                    <a:pt x="12" y="96"/>
                    <a:pt x="1" y="144"/>
                    <a:pt x="1" y="203"/>
                  </a:cubicBezTo>
                  <a:lnTo>
                    <a:pt x="179" y="3132"/>
                  </a:lnTo>
                  <a:cubicBezTo>
                    <a:pt x="179" y="3216"/>
                    <a:pt x="251" y="3299"/>
                    <a:pt x="346" y="3299"/>
                  </a:cubicBezTo>
                  <a:lnTo>
                    <a:pt x="715" y="3299"/>
                  </a:lnTo>
                  <a:cubicBezTo>
                    <a:pt x="798" y="3299"/>
                    <a:pt x="882" y="3216"/>
                    <a:pt x="882" y="3132"/>
                  </a:cubicBezTo>
                  <a:lnTo>
                    <a:pt x="1060" y="203"/>
                  </a:lnTo>
                  <a:cubicBezTo>
                    <a:pt x="1072" y="144"/>
                    <a:pt x="1048" y="96"/>
                    <a:pt x="1013" y="60"/>
                  </a:cubicBezTo>
                  <a:cubicBezTo>
                    <a:pt x="989" y="37"/>
                    <a:pt x="941" y="1"/>
                    <a:pt x="894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55"/>
            <p:cNvSpPr/>
            <p:nvPr/>
          </p:nvSpPr>
          <p:spPr>
            <a:xfrm>
              <a:off x="6898081" y="3028548"/>
              <a:ext cx="34151" cy="34119"/>
            </a:xfrm>
            <a:custGeom>
              <a:rect b="b" l="l" r="r" t="t"/>
              <a:pathLst>
                <a:path extrusionOk="0" h="1072" w="1073">
                  <a:moveTo>
                    <a:pt x="536" y="346"/>
                  </a:moveTo>
                  <a:cubicBezTo>
                    <a:pt x="644" y="346"/>
                    <a:pt x="727" y="429"/>
                    <a:pt x="727" y="536"/>
                  </a:cubicBezTo>
                  <a:cubicBezTo>
                    <a:pt x="727" y="631"/>
                    <a:pt x="655" y="727"/>
                    <a:pt x="536" y="727"/>
                  </a:cubicBezTo>
                  <a:cubicBezTo>
                    <a:pt x="429" y="727"/>
                    <a:pt x="346" y="631"/>
                    <a:pt x="346" y="536"/>
                  </a:cubicBezTo>
                  <a:cubicBezTo>
                    <a:pt x="346" y="429"/>
                    <a:pt x="429" y="346"/>
                    <a:pt x="536" y="346"/>
                  </a:cubicBezTo>
                  <a:close/>
                  <a:moveTo>
                    <a:pt x="536" y="0"/>
                  </a:moveTo>
                  <a:cubicBezTo>
                    <a:pt x="239" y="0"/>
                    <a:pt x="1" y="239"/>
                    <a:pt x="1" y="536"/>
                  </a:cubicBezTo>
                  <a:cubicBezTo>
                    <a:pt x="1" y="834"/>
                    <a:pt x="239" y="1072"/>
                    <a:pt x="536" y="1072"/>
                  </a:cubicBezTo>
                  <a:cubicBezTo>
                    <a:pt x="834" y="1072"/>
                    <a:pt x="1072" y="834"/>
                    <a:pt x="1072" y="536"/>
                  </a:cubicBezTo>
                  <a:cubicBezTo>
                    <a:pt x="1072" y="239"/>
                    <a:pt x="834" y="0"/>
                    <a:pt x="53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3" name="Google Shape;3623;p55"/>
          <p:cNvSpPr/>
          <p:nvPr/>
        </p:nvSpPr>
        <p:spPr>
          <a:xfrm>
            <a:off x="7144727" y="2857492"/>
            <a:ext cx="361147" cy="360797"/>
          </a:xfrm>
          <a:custGeom>
            <a:rect b="b" l="l" r="r" t="t"/>
            <a:pathLst>
              <a:path extrusionOk="0" h="11336" w="11347">
                <a:moveTo>
                  <a:pt x="2948" y="2991"/>
                </a:moveTo>
                <a:cubicBezTo>
                  <a:pt x="2993" y="2991"/>
                  <a:pt x="3039" y="2994"/>
                  <a:pt x="3084" y="3001"/>
                </a:cubicBezTo>
                <a:cubicBezTo>
                  <a:pt x="3394" y="3060"/>
                  <a:pt x="3656" y="3334"/>
                  <a:pt x="3715" y="3644"/>
                </a:cubicBezTo>
                <a:cubicBezTo>
                  <a:pt x="3775" y="3941"/>
                  <a:pt x="3667" y="4227"/>
                  <a:pt x="3441" y="4418"/>
                </a:cubicBezTo>
                <a:cubicBezTo>
                  <a:pt x="3298" y="4549"/>
                  <a:pt x="3203" y="4739"/>
                  <a:pt x="3203" y="4954"/>
                </a:cubicBezTo>
                <a:lnTo>
                  <a:pt x="3203" y="5311"/>
                </a:lnTo>
                <a:cubicBezTo>
                  <a:pt x="3203" y="5596"/>
                  <a:pt x="3441" y="5835"/>
                  <a:pt x="3727" y="5835"/>
                </a:cubicBezTo>
                <a:lnTo>
                  <a:pt x="5513" y="5835"/>
                </a:lnTo>
                <a:lnTo>
                  <a:pt x="5513" y="7621"/>
                </a:lnTo>
                <a:cubicBezTo>
                  <a:pt x="5513" y="7716"/>
                  <a:pt x="5430" y="7811"/>
                  <a:pt x="5322" y="7811"/>
                </a:cubicBezTo>
                <a:lnTo>
                  <a:pt x="4965" y="7811"/>
                </a:lnTo>
                <a:cubicBezTo>
                  <a:pt x="4858" y="7811"/>
                  <a:pt x="4751" y="7763"/>
                  <a:pt x="4691" y="7692"/>
                </a:cubicBezTo>
                <a:cubicBezTo>
                  <a:pt x="4472" y="7433"/>
                  <a:pt x="4152" y="7282"/>
                  <a:pt x="3809" y="7282"/>
                </a:cubicBezTo>
                <a:cubicBezTo>
                  <a:pt x="3743" y="7282"/>
                  <a:pt x="3675" y="7287"/>
                  <a:pt x="3608" y="7299"/>
                </a:cubicBezTo>
                <a:cubicBezTo>
                  <a:pt x="3167" y="7394"/>
                  <a:pt x="2810" y="7740"/>
                  <a:pt x="2715" y="8180"/>
                </a:cubicBezTo>
                <a:cubicBezTo>
                  <a:pt x="2644" y="8525"/>
                  <a:pt x="2727" y="8883"/>
                  <a:pt x="2941" y="9144"/>
                </a:cubicBezTo>
                <a:cubicBezTo>
                  <a:pt x="3167" y="9418"/>
                  <a:pt x="3477" y="9561"/>
                  <a:pt x="3834" y="9561"/>
                </a:cubicBezTo>
                <a:cubicBezTo>
                  <a:pt x="4179" y="9561"/>
                  <a:pt x="4501" y="9418"/>
                  <a:pt x="4715" y="9144"/>
                </a:cubicBezTo>
                <a:cubicBezTo>
                  <a:pt x="4775" y="9073"/>
                  <a:pt x="4870" y="9025"/>
                  <a:pt x="4977" y="9025"/>
                </a:cubicBezTo>
                <a:lnTo>
                  <a:pt x="5334" y="9025"/>
                </a:lnTo>
                <a:cubicBezTo>
                  <a:pt x="5441" y="9025"/>
                  <a:pt x="5525" y="9121"/>
                  <a:pt x="5525" y="9228"/>
                </a:cubicBezTo>
                <a:lnTo>
                  <a:pt x="5525" y="11014"/>
                </a:lnTo>
                <a:lnTo>
                  <a:pt x="881" y="11014"/>
                </a:lnTo>
                <a:cubicBezTo>
                  <a:pt x="584" y="11014"/>
                  <a:pt x="334" y="10776"/>
                  <a:pt x="334" y="10466"/>
                </a:cubicBezTo>
                <a:lnTo>
                  <a:pt x="334" y="5835"/>
                </a:lnTo>
                <a:lnTo>
                  <a:pt x="2120" y="5835"/>
                </a:lnTo>
                <a:cubicBezTo>
                  <a:pt x="2405" y="5835"/>
                  <a:pt x="2644" y="5596"/>
                  <a:pt x="2644" y="5311"/>
                </a:cubicBezTo>
                <a:lnTo>
                  <a:pt x="2644" y="4954"/>
                </a:lnTo>
                <a:cubicBezTo>
                  <a:pt x="2644" y="4751"/>
                  <a:pt x="2548" y="4549"/>
                  <a:pt x="2405" y="4418"/>
                </a:cubicBezTo>
                <a:cubicBezTo>
                  <a:pt x="2215" y="4275"/>
                  <a:pt x="2108" y="4025"/>
                  <a:pt x="2108" y="3799"/>
                </a:cubicBezTo>
                <a:cubicBezTo>
                  <a:pt x="2108" y="3549"/>
                  <a:pt x="2215" y="3322"/>
                  <a:pt x="2405" y="3168"/>
                </a:cubicBezTo>
                <a:cubicBezTo>
                  <a:pt x="2560" y="3052"/>
                  <a:pt x="2753" y="2991"/>
                  <a:pt x="2948" y="2991"/>
                </a:cubicBezTo>
                <a:close/>
                <a:moveTo>
                  <a:pt x="10418" y="322"/>
                </a:moveTo>
                <a:cubicBezTo>
                  <a:pt x="10716" y="322"/>
                  <a:pt x="10978" y="560"/>
                  <a:pt x="10978" y="882"/>
                </a:cubicBezTo>
                <a:lnTo>
                  <a:pt x="10978" y="5501"/>
                </a:lnTo>
                <a:lnTo>
                  <a:pt x="10811" y="5501"/>
                </a:lnTo>
                <a:cubicBezTo>
                  <a:pt x="10728" y="5501"/>
                  <a:pt x="10645" y="5585"/>
                  <a:pt x="10645" y="5668"/>
                </a:cubicBezTo>
                <a:cubicBezTo>
                  <a:pt x="10645" y="5763"/>
                  <a:pt x="10728" y="5835"/>
                  <a:pt x="10811" y="5835"/>
                </a:cubicBezTo>
                <a:lnTo>
                  <a:pt x="11002" y="5835"/>
                </a:lnTo>
                <a:lnTo>
                  <a:pt x="11002" y="10466"/>
                </a:lnTo>
                <a:cubicBezTo>
                  <a:pt x="11002" y="10764"/>
                  <a:pt x="10764" y="11014"/>
                  <a:pt x="10454" y="11014"/>
                </a:cubicBezTo>
                <a:lnTo>
                  <a:pt x="5846" y="11014"/>
                </a:lnTo>
                <a:lnTo>
                  <a:pt x="5846" y="9228"/>
                </a:lnTo>
                <a:cubicBezTo>
                  <a:pt x="5846" y="8942"/>
                  <a:pt x="5608" y="8704"/>
                  <a:pt x="5322" y="8704"/>
                </a:cubicBezTo>
                <a:lnTo>
                  <a:pt x="4965" y="8704"/>
                </a:lnTo>
                <a:cubicBezTo>
                  <a:pt x="4751" y="8704"/>
                  <a:pt x="4560" y="8799"/>
                  <a:pt x="4429" y="8942"/>
                </a:cubicBezTo>
                <a:cubicBezTo>
                  <a:pt x="4275" y="9133"/>
                  <a:pt x="4037" y="9240"/>
                  <a:pt x="3798" y="9240"/>
                </a:cubicBezTo>
                <a:cubicBezTo>
                  <a:pt x="3560" y="9240"/>
                  <a:pt x="3322" y="9133"/>
                  <a:pt x="3179" y="8942"/>
                </a:cubicBezTo>
                <a:cubicBezTo>
                  <a:pt x="3025" y="8752"/>
                  <a:pt x="2965" y="8502"/>
                  <a:pt x="3013" y="8263"/>
                </a:cubicBezTo>
                <a:cubicBezTo>
                  <a:pt x="3072" y="7942"/>
                  <a:pt x="3346" y="7692"/>
                  <a:pt x="3656" y="7632"/>
                </a:cubicBezTo>
                <a:cubicBezTo>
                  <a:pt x="3710" y="7621"/>
                  <a:pt x="3764" y="7616"/>
                  <a:pt x="3818" y="7616"/>
                </a:cubicBezTo>
                <a:cubicBezTo>
                  <a:pt x="4055" y="7616"/>
                  <a:pt x="4274" y="7722"/>
                  <a:pt x="4429" y="7906"/>
                </a:cubicBezTo>
                <a:cubicBezTo>
                  <a:pt x="4560" y="8049"/>
                  <a:pt x="4751" y="8144"/>
                  <a:pt x="4953" y="8144"/>
                </a:cubicBezTo>
                <a:lnTo>
                  <a:pt x="5311" y="8144"/>
                </a:lnTo>
                <a:cubicBezTo>
                  <a:pt x="5584" y="8144"/>
                  <a:pt x="5822" y="7906"/>
                  <a:pt x="5822" y="7621"/>
                </a:cubicBezTo>
                <a:lnTo>
                  <a:pt x="5822" y="5835"/>
                </a:lnTo>
                <a:lnTo>
                  <a:pt x="7608" y="5835"/>
                </a:lnTo>
                <a:cubicBezTo>
                  <a:pt x="7716" y="5835"/>
                  <a:pt x="7811" y="5918"/>
                  <a:pt x="7811" y="6025"/>
                </a:cubicBezTo>
                <a:lnTo>
                  <a:pt x="7811" y="6382"/>
                </a:lnTo>
                <a:cubicBezTo>
                  <a:pt x="7811" y="6489"/>
                  <a:pt x="7763" y="6597"/>
                  <a:pt x="7692" y="6656"/>
                </a:cubicBezTo>
                <a:cubicBezTo>
                  <a:pt x="7370" y="6918"/>
                  <a:pt x="7227" y="7323"/>
                  <a:pt x="7299" y="7740"/>
                </a:cubicBezTo>
                <a:cubicBezTo>
                  <a:pt x="7394" y="8180"/>
                  <a:pt x="7727" y="8537"/>
                  <a:pt x="8180" y="8633"/>
                </a:cubicBezTo>
                <a:cubicBezTo>
                  <a:pt x="8251" y="8644"/>
                  <a:pt x="8347" y="8656"/>
                  <a:pt x="8418" y="8656"/>
                </a:cubicBezTo>
                <a:cubicBezTo>
                  <a:pt x="8680" y="8656"/>
                  <a:pt x="8942" y="8573"/>
                  <a:pt x="9132" y="8406"/>
                </a:cubicBezTo>
                <a:cubicBezTo>
                  <a:pt x="9394" y="8180"/>
                  <a:pt x="9549" y="7871"/>
                  <a:pt x="9549" y="7513"/>
                </a:cubicBezTo>
                <a:cubicBezTo>
                  <a:pt x="9549" y="7168"/>
                  <a:pt x="9394" y="6847"/>
                  <a:pt x="9132" y="6632"/>
                </a:cubicBezTo>
                <a:cubicBezTo>
                  <a:pt x="9061" y="6573"/>
                  <a:pt x="9013" y="6478"/>
                  <a:pt x="9013" y="6370"/>
                </a:cubicBezTo>
                <a:lnTo>
                  <a:pt x="9013" y="6013"/>
                </a:lnTo>
                <a:cubicBezTo>
                  <a:pt x="9013" y="5906"/>
                  <a:pt x="9097" y="5823"/>
                  <a:pt x="9204" y="5823"/>
                </a:cubicBezTo>
                <a:lnTo>
                  <a:pt x="10097" y="5823"/>
                </a:lnTo>
                <a:cubicBezTo>
                  <a:pt x="10192" y="5823"/>
                  <a:pt x="10264" y="5739"/>
                  <a:pt x="10264" y="5656"/>
                </a:cubicBezTo>
                <a:cubicBezTo>
                  <a:pt x="10264" y="5561"/>
                  <a:pt x="10192" y="5489"/>
                  <a:pt x="10097" y="5489"/>
                </a:cubicBezTo>
                <a:lnTo>
                  <a:pt x="9204" y="5489"/>
                </a:lnTo>
                <a:cubicBezTo>
                  <a:pt x="8918" y="5489"/>
                  <a:pt x="8680" y="5727"/>
                  <a:pt x="8680" y="6013"/>
                </a:cubicBezTo>
                <a:lnTo>
                  <a:pt x="8680" y="6370"/>
                </a:lnTo>
                <a:cubicBezTo>
                  <a:pt x="8680" y="6573"/>
                  <a:pt x="8775" y="6775"/>
                  <a:pt x="8918" y="6906"/>
                </a:cubicBezTo>
                <a:cubicBezTo>
                  <a:pt x="9121" y="7049"/>
                  <a:pt x="9216" y="7287"/>
                  <a:pt x="9216" y="7525"/>
                </a:cubicBezTo>
                <a:cubicBezTo>
                  <a:pt x="9216" y="7763"/>
                  <a:pt x="9121" y="8002"/>
                  <a:pt x="8918" y="8156"/>
                </a:cubicBezTo>
                <a:cubicBezTo>
                  <a:pt x="8764" y="8272"/>
                  <a:pt x="8570" y="8333"/>
                  <a:pt x="8376" y="8333"/>
                </a:cubicBezTo>
                <a:cubicBezTo>
                  <a:pt x="8330" y="8333"/>
                  <a:pt x="8285" y="8330"/>
                  <a:pt x="8239" y="8323"/>
                </a:cubicBezTo>
                <a:cubicBezTo>
                  <a:pt x="7930" y="8263"/>
                  <a:pt x="7668" y="7990"/>
                  <a:pt x="7608" y="7680"/>
                </a:cubicBezTo>
                <a:cubicBezTo>
                  <a:pt x="7549" y="7382"/>
                  <a:pt x="7656" y="7097"/>
                  <a:pt x="7882" y="6906"/>
                </a:cubicBezTo>
                <a:cubicBezTo>
                  <a:pt x="8025" y="6775"/>
                  <a:pt x="8120" y="6573"/>
                  <a:pt x="8120" y="6370"/>
                </a:cubicBezTo>
                <a:lnTo>
                  <a:pt x="8120" y="6013"/>
                </a:lnTo>
                <a:cubicBezTo>
                  <a:pt x="8120" y="5727"/>
                  <a:pt x="7882" y="5489"/>
                  <a:pt x="7597" y="5489"/>
                </a:cubicBezTo>
                <a:lnTo>
                  <a:pt x="5811" y="5489"/>
                </a:lnTo>
                <a:lnTo>
                  <a:pt x="5811" y="3703"/>
                </a:lnTo>
                <a:cubicBezTo>
                  <a:pt x="5811" y="3596"/>
                  <a:pt x="5894" y="3513"/>
                  <a:pt x="6001" y="3513"/>
                </a:cubicBezTo>
                <a:lnTo>
                  <a:pt x="6358" y="3513"/>
                </a:lnTo>
                <a:cubicBezTo>
                  <a:pt x="6465" y="3513"/>
                  <a:pt x="6573" y="3560"/>
                  <a:pt x="6632" y="3632"/>
                </a:cubicBezTo>
                <a:cubicBezTo>
                  <a:pt x="6847" y="3886"/>
                  <a:pt x="7157" y="4035"/>
                  <a:pt x="7492" y="4035"/>
                </a:cubicBezTo>
                <a:cubicBezTo>
                  <a:pt x="7565" y="4035"/>
                  <a:pt x="7640" y="4028"/>
                  <a:pt x="7716" y="4013"/>
                </a:cubicBezTo>
                <a:cubicBezTo>
                  <a:pt x="8156" y="3930"/>
                  <a:pt x="8525" y="3584"/>
                  <a:pt x="8609" y="3144"/>
                </a:cubicBezTo>
                <a:cubicBezTo>
                  <a:pt x="8680" y="2798"/>
                  <a:pt x="8597" y="2441"/>
                  <a:pt x="8382" y="2167"/>
                </a:cubicBezTo>
                <a:cubicBezTo>
                  <a:pt x="8156" y="1906"/>
                  <a:pt x="7847" y="1751"/>
                  <a:pt x="7489" y="1751"/>
                </a:cubicBezTo>
                <a:cubicBezTo>
                  <a:pt x="7156" y="1751"/>
                  <a:pt x="6823" y="1906"/>
                  <a:pt x="6608" y="2167"/>
                </a:cubicBezTo>
                <a:cubicBezTo>
                  <a:pt x="6549" y="2251"/>
                  <a:pt x="6454" y="2287"/>
                  <a:pt x="6346" y="2287"/>
                </a:cubicBezTo>
                <a:lnTo>
                  <a:pt x="5989" y="2287"/>
                </a:lnTo>
                <a:cubicBezTo>
                  <a:pt x="5882" y="2287"/>
                  <a:pt x="5799" y="2203"/>
                  <a:pt x="5799" y="2096"/>
                </a:cubicBezTo>
                <a:lnTo>
                  <a:pt x="5799" y="1203"/>
                </a:lnTo>
                <a:cubicBezTo>
                  <a:pt x="5799" y="1120"/>
                  <a:pt x="5715" y="1036"/>
                  <a:pt x="5632" y="1036"/>
                </a:cubicBezTo>
                <a:cubicBezTo>
                  <a:pt x="5549" y="1036"/>
                  <a:pt x="5465" y="1120"/>
                  <a:pt x="5465" y="1203"/>
                </a:cubicBezTo>
                <a:lnTo>
                  <a:pt x="5465" y="2096"/>
                </a:lnTo>
                <a:cubicBezTo>
                  <a:pt x="5465" y="2382"/>
                  <a:pt x="5703" y="2620"/>
                  <a:pt x="5989" y="2620"/>
                </a:cubicBezTo>
                <a:lnTo>
                  <a:pt x="6346" y="2620"/>
                </a:lnTo>
                <a:cubicBezTo>
                  <a:pt x="6561" y="2620"/>
                  <a:pt x="6751" y="2525"/>
                  <a:pt x="6882" y="2382"/>
                </a:cubicBezTo>
                <a:cubicBezTo>
                  <a:pt x="7037" y="2191"/>
                  <a:pt x="7263" y="2084"/>
                  <a:pt x="7513" y="2084"/>
                </a:cubicBezTo>
                <a:cubicBezTo>
                  <a:pt x="7751" y="2084"/>
                  <a:pt x="7989" y="2191"/>
                  <a:pt x="8132" y="2382"/>
                </a:cubicBezTo>
                <a:cubicBezTo>
                  <a:pt x="8287" y="2572"/>
                  <a:pt x="8347" y="2822"/>
                  <a:pt x="8299" y="3060"/>
                </a:cubicBezTo>
                <a:cubicBezTo>
                  <a:pt x="8239" y="3382"/>
                  <a:pt x="7966" y="3632"/>
                  <a:pt x="7656" y="3691"/>
                </a:cubicBezTo>
                <a:cubicBezTo>
                  <a:pt x="7601" y="3702"/>
                  <a:pt x="7547" y="3708"/>
                  <a:pt x="7494" y="3708"/>
                </a:cubicBezTo>
                <a:cubicBezTo>
                  <a:pt x="7257" y="3708"/>
                  <a:pt x="7038" y="3602"/>
                  <a:pt x="6882" y="3418"/>
                </a:cubicBezTo>
                <a:cubicBezTo>
                  <a:pt x="6751" y="3275"/>
                  <a:pt x="6561" y="3179"/>
                  <a:pt x="6346" y="3179"/>
                </a:cubicBezTo>
                <a:lnTo>
                  <a:pt x="5989" y="3179"/>
                </a:lnTo>
                <a:cubicBezTo>
                  <a:pt x="5703" y="3179"/>
                  <a:pt x="5465" y="3418"/>
                  <a:pt x="5465" y="3703"/>
                </a:cubicBezTo>
                <a:lnTo>
                  <a:pt x="5465" y="5489"/>
                </a:lnTo>
                <a:lnTo>
                  <a:pt x="3679" y="5489"/>
                </a:lnTo>
                <a:cubicBezTo>
                  <a:pt x="3584" y="5489"/>
                  <a:pt x="3489" y="5406"/>
                  <a:pt x="3489" y="5299"/>
                </a:cubicBezTo>
                <a:lnTo>
                  <a:pt x="3489" y="4942"/>
                </a:lnTo>
                <a:cubicBezTo>
                  <a:pt x="3489" y="4834"/>
                  <a:pt x="3536" y="4727"/>
                  <a:pt x="3608" y="4668"/>
                </a:cubicBezTo>
                <a:cubicBezTo>
                  <a:pt x="3917" y="4406"/>
                  <a:pt x="4072" y="4001"/>
                  <a:pt x="3989" y="3584"/>
                </a:cubicBezTo>
                <a:cubicBezTo>
                  <a:pt x="3906" y="3144"/>
                  <a:pt x="3560" y="2787"/>
                  <a:pt x="3120" y="2691"/>
                </a:cubicBezTo>
                <a:cubicBezTo>
                  <a:pt x="3039" y="2675"/>
                  <a:pt x="2957" y="2666"/>
                  <a:pt x="2876" y="2666"/>
                </a:cubicBezTo>
                <a:cubicBezTo>
                  <a:pt x="2611" y="2666"/>
                  <a:pt x="2353" y="2754"/>
                  <a:pt x="2143" y="2918"/>
                </a:cubicBezTo>
                <a:cubicBezTo>
                  <a:pt x="1882" y="3144"/>
                  <a:pt x="1727" y="3453"/>
                  <a:pt x="1727" y="3811"/>
                </a:cubicBezTo>
                <a:cubicBezTo>
                  <a:pt x="1727" y="4156"/>
                  <a:pt x="1882" y="4477"/>
                  <a:pt x="2143" y="4692"/>
                </a:cubicBezTo>
                <a:cubicBezTo>
                  <a:pt x="2227" y="4751"/>
                  <a:pt x="2263" y="4846"/>
                  <a:pt x="2263" y="4954"/>
                </a:cubicBezTo>
                <a:lnTo>
                  <a:pt x="2263" y="5311"/>
                </a:lnTo>
                <a:cubicBezTo>
                  <a:pt x="2263" y="5418"/>
                  <a:pt x="2179" y="5501"/>
                  <a:pt x="2072" y="5501"/>
                </a:cubicBezTo>
                <a:lnTo>
                  <a:pt x="286" y="5501"/>
                </a:lnTo>
                <a:lnTo>
                  <a:pt x="286" y="882"/>
                </a:lnTo>
                <a:cubicBezTo>
                  <a:pt x="286" y="584"/>
                  <a:pt x="524" y="322"/>
                  <a:pt x="834" y="322"/>
                </a:cubicBezTo>
                <a:lnTo>
                  <a:pt x="5465" y="322"/>
                </a:lnTo>
                <a:lnTo>
                  <a:pt x="5465" y="524"/>
                </a:lnTo>
                <a:cubicBezTo>
                  <a:pt x="5465" y="608"/>
                  <a:pt x="5537" y="679"/>
                  <a:pt x="5632" y="679"/>
                </a:cubicBezTo>
                <a:cubicBezTo>
                  <a:pt x="5715" y="679"/>
                  <a:pt x="5799" y="608"/>
                  <a:pt x="5799" y="524"/>
                </a:cubicBezTo>
                <a:lnTo>
                  <a:pt x="5799" y="322"/>
                </a:lnTo>
                <a:close/>
                <a:moveTo>
                  <a:pt x="881" y="1"/>
                </a:moveTo>
                <a:cubicBezTo>
                  <a:pt x="405" y="1"/>
                  <a:pt x="0" y="382"/>
                  <a:pt x="0" y="870"/>
                </a:cubicBezTo>
                <a:lnTo>
                  <a:pt x="0" y="10454"/>
                </a:lnTo>
                <a:cubicBezTo>
                  <a:pt x="0" y="10930"/>
                  <a:pt x="393" y="11335"/>
                  <a:pt x="881" y="11335"/>
                </a:cubicBezTo>
                <a:lnTo>
                  <a:pt x="10466" y="11335"/>
                </a:lnTo>
                <a:cubicBezTo>
                  <a:pt x="10942" y="11335"/>
                  <a:pt x="11347" y="10954"/>
                  <a:pt x="11347" y="10454"/>
                </a:cubicBezTo>
                <a:lnTo>
                  <a:pt x="11347" y="870"/>
                </a:lnTo>
                <a:cubicBezTo>
                  <a:pt x="11347" y="405"/>
                  <a:pt x="10942" y="1"/>
                  <a:pt x="10466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4" name="Google Shape;3624;p55"/>
          <p:cNvSpPr txBox="1"/>
          <p:nvPr>
            <p:ph idx="1" type="subTitle"/>
          </p:nvPr>
        </p:nvSpPr>
        <p:spPr>
          <a:xfrm flipH="1">
            <a:off x="2770106" y="1734787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Empathy Mindset</a:t>
            </a:r>
            <a:br>
              <a:rPr lang="en"/>
            </a:br>
            <a:r>
              <a:rPr lang="en"/>
              <a:t>Eye-tracking</a:t>
            </a:r>
            <a:endParaRPr/>
          </a:p>
        </p:txBody>
      </p:sp>
      <p:sp>
        <p:nvSpPr>
          <p:cNvPr id="3625" name="Google Shape;3625;p55"/>
          <p:cNvSpPr txBox="1"/>
          <p:nvPr>
            <p:ph idx="2" type="subTitle"/>
          </p:nvPr>
        </p:nvSpPr>
        <p:spPr>
          <a:xfrm flipH="1">
            <a:off x="4691069" y="1734799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Storyboard</a:t>
            </a:r>
            <a:br>
              <a:rPr lang="en"/>
            </a:br>
            <a:r>
              <a:rPr lang="en"/>
              <a:t>User stories</a:t>
            </a:r>
            <a:endParaRPr/>
          </a:p>
        </p:txBody>
      </p:sp>
      <p:sp>
        <p:nvSpPr>
          <p:cNvPr id="3626" name="Google Shape;3626;p55"/>
          <p:cNvSpPr txBox="1"/>
          <p:nvPr>
            <p:ph idx="3" type="subTitle"/>
          </p:nvPr>
        </p:nvSpPr>
        <p:spPr>
          <a:xfrm flipH="1">
            <a:off x="6612050" y="1734787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artchitecture</a:t>
            </a:r>
            <a:endParaRPr/>
          </a:p>
        </p:txBody>
      </p:sp>
      <p:sp>
        <p:nvSpPr>
          <p:cNvPr id="3627" name="Google Shape;3627;p55"/>
          <p:cNvSpPr txBox="1"/>
          <p:nvPr>
            <p:ph idx="4" type="subTitle"/>
          </p:nvPr>
        </p:nvSpPr>
        <p:spPr>
          <a:xfrm flipH="1">
            <a:off x="2770094" y="36897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easy access</a:t>
            </a:r>
            <a:br>
              <a:rPr lang="en"/>
            </a:br>
            <a:r>
              <a:rPr lang="en"/>
              <a:t>More good product</a:t>
            </a:r>
            <a:endParaRPr/>
          </a:p>
        </p:txBody>
      </p:sp>
      <p:sp>
        <p:nvSpPr>
          <p:cNvPr id="3628" name="Google Shape;3628;p55"/>
          <p:cNvSpPr txBox="1"/>
          <p:nvPr>
            <p:ph idx="5" type="subTitle"/>
          </p:nvPr>
        </p:nvSpPr>
        <p:spPr>
          <a:xfrm flipH="1">
            <a:off x="4584663" y="3689750"/>
            <a:ext cx="16392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 user’s pain by accidentally click/ press</a:t>
            </a:r>
            <a:endParaRPr/>
          </a:p>
        </p:txBody>
      </p:sp>
      <p:sp>
        <p:nvSpPr>
          <p:cNvPr id="3629" name="Google Shape;3629;p55"/>
          <p:cNvSpPr txBox="1"/>
          <p:nvPr>
            <p:ph idx="6" type="subTitle"/>
          </p:nvPr>
        </p:nvSpPr>
        <p:spPr>
          <a:xfrm flipH="1">
            <a:off x="6612038" y="36897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guidelines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4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56"/>
          <p:cNvSpPr txBox="1"/>
          <p:nvPr>
            <p:ph type="ctrTitle"/>
          </p:nvPr>
        </p:nvSpPr>
        <p:spPr>
          <a:xfrm flipH="1">
            <a:off x="884700" y="1951175"/>
            <a:ext cx="13347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Eye-tracking </a:t>
            </a:r>
            <a:endParaRPr/>
          </a:p>
        </p:txBody>
      </p:sp>
      <p:pic>
        <p:nvPicPr>
          <p:cNvPr id="3636" name="Google Shape;363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800" y="452438"/>
            <a:ext cx="6000750" cy="42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1" name="Shape 3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2" name="Google Shape;364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925" y="663362"/>
            <a:ext cx="3540250" cy="381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3" name="Google Shape;364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100" y="663350"/>
            <a:ext cx="3821456" cy="38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8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58"/>
          <p:cNvSpPr/>
          <p:nvPr/>
        </p:nvSpPr>
        <p:spPr>
          <a:xfrm>
            <a:off x="5150369" y="81445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0" name="Google Shape;3650;p58"/>
          <p:cNvSpPr/>
          <p:nvPr/>
        </p:nvSpPr>
        <p:spPr>
          <a:xfrm>
            <a:off x="7071350" y="81445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1" name="Google Shape;3651;p58"/>
          <p:cNvSpPr txBox="1"/>
          <p:nvPr>
            <p:ph type="ctrTitle"/>
          </p:nvPr>
        </p:nvSpPr>
        <p:spPr>
          <a:xfrm flipH="1">
            <a:off x="722325" y="1951175"/>
            <a:ext cx="18093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PRINCIPLES FOR </a:t>
            </a:r>
            <a:br>
              <a:rPr lang="en" sz="2000"/>
            </a:br>
            <a:r>
              <a:rPr lang="en" sz="2000"/>
              <a:t>UX DESIGN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2" name="Google Shape;3652;p58"/>
          <p:cNvSpPr/>
          <p:nvPr/>
        </p:nvSpPr>
        <p:spPr>
          <a:xfrm>
            <a:off x="3229406" y="81445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3" name="Google Shape;3653;p58"/>
          <p:cNvSpPr/>
          <p:nvPr/>
        </p:nvSpPr>
        <p:spPr>
          <a:xfrm>
            <a:off x="5150369" y="2779675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4" name="Google Shape;3654;p58"/>
          <p:cNvSpPr/>
          <p:nvPr/>
        </p:nvSpPr>
        <p:spPr>
          <a:xfrm>
            <a:off x="7071350" y="2779675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5" name="Google Shape;3655;p58"/>
          <p:cNvSpPr/>
          <p:nvPr/>
        </p:nvSpPr>
        <p:spPr>
          <a:xfrm>
            <a:off x="3229406" y="2779675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6" name="Google Shape;3656;p58"/>
          <p:cNvSpPr txBox="1"/>
          <p:nvPr>
            <p:ph idx="3" type="subTitle"/>
          </p:nvPr>
        </p:nvSpPr>
        <p:spPr>
          <a:xfrm flipH="1">
            <a:off x="6612050" y="1334824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Hierarchy</a:t>
            </a:r>
            <a:endParaRPr sz="2000"/>
          </a:p>
        </p:txBody>
      </p:sp>
      <p:sp>
        <p:nvSpPr>
          <p:cNvPr id="3657" name="Google Shape;3657;p58"/>
          <p:cNvSpPr txBox="1"/>
          <p:nvPr>
            <p:ph idx="1" type="subTitle"/>
          </p:nvPr>
        </p:nvSpPr>
        <p:spPr>
          <a:xfrm flipH="1">
            <a:off x="2348400" y="1334825"/>
            <a:ext cx="22698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User-centered design</a:t>
            </a:r>
            <a:endParaRPr sz="2000"/>
          </a:p>
        </p:txBody>
      </p:sp>
      <p:sp>
        <p:nvSpPr>
          <p:cNvPr id="3658" name="Google Shape;3658;p58"/>
          <p:cNvSpPr txBox="1"/>
          <p:nvPr>
            <p:ph idx="2" type="subTitle"/>
          </p:nvPr>
        </p:nvSpPr>
        <p:spPr>
          <a:xfrm flipH="1">
            <a:off x="4691069" y="1334837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Context</a:t>
            </a:r>
            <a:endParaRPr sz="2000"/>
          </a:p>
        </p:txBody>
      </p:sp>
      <p:sp>
        <p:nvSpPr>
          <p:cNvPr id="3659" name="Google Shape;3659;p58"/>
          <p:cNvSpPr txBox="1"/>
          <p:nvPr>
            <p:ph idx="4" type="subTitle"/>
          </p:nvPr>
        </p:nvSpPr>
        <p:spPr>
          <a:xfrm flipH="1">
            <a:off x="2770106" y="330861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Accessibility</a:t>
            </a:r>
            <a:endParaRPr sz="2000"/>
          </a:p>
        </p:txBody>
      </p:sp>
      <p:sp>
        <p:nvSpPr>
          <p:cNvPr id="3660" name="Google Shape;3660;p58"/>
          <p:cNvSpPr txBox="1"/>
          <p:nvPr>
            <p:ph idx="5" type="subTitle"/>
          </p:nvPr>
        </p:nvSpPr>
        <p:spPr>
          <a:xfrm flipH="1">
            <a:off x="4691069" y="330861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Confirmation</a:t>
            </a:r>
            <a:endParaRPr sz="2000"/>
          </a:p>
        </p:txBody>
      </p:sp>
      <p:sp>
        <p:nvSpPr>
          <p:cNvPr id="3661" name="Google Shape;3661;p58"/>
          <p:cNvSpPr txBox="1"/>
          <p:nvPr>
            <p:ph idx="6" type="subTitle"/>
          </p:nvPr>
        </p:nvSpPr>
        <p:spPr>
          <a:xfrm flipH="1">
            <a:off x="6612050" y="330861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Consistency</a:t>
            </a:r>
            <a:endParaRPr sz="2000"/>
          </a:p>
        </p:txBody>
      </p:sp>
      <p:sp>
        <p:nvSpPr>
          <p:cNvPr id="3662" name="Google Shape;3662;p58"/>
          <p:cNvSpPr txBox="1"/>
          <p:nvPr>
            <p:ph idx="4294967295" type="title"/>
          </p:nvPr>
        </p:nvSpPr>
        <p:spPr>
          <a:xfrm>
            <a:off x="-554475" y="2013125"/>
            <a:ext cx="12768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02</a:t>
            </a:r>
            <a:endParaRPr>
              <a:solidFill>
                <a:srgbClr val="F3F3F3"/>
              </a:solidFill>
            </a:endParaRPr>
          </a:p>
        </p:txBody>
      </p:sp>
      <p:grpSp>
        <p:nvGrpSpPr>
          <p:cNvPr id="3663" name="Google Shape;3663;p58"/>
          <p:cNvGrpSpPr/>
          <p:nvPr/>
        </p:nvGrpSpPr>
        <p:grpSpPr>
          <a:xfrm>
            <a:off x="3333846" y="916072"/>
            <a:ext cx="299019" cy="297905"/>
            <a:chOff x="5355784" y="3834547"/>
            <a:chExt cx="299019" cy="297905"/>
          </a:xfrm>
        </p:grpSpPr>
        <p:sp>
          <p:nvSpPr>
            <p:cNvPr id="3664" name="Google Shape;3664;p58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58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58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58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8" name="Google Shape;3668;p58"/>
          <p:cNvGrpSpPr/>
          <p:nvPr/>
        </p:nvGrpSpPr>
        <p:grpSpPr>
          <a:xfrm>
            <a:off x="5229217" y="889760"/>
            <a:ext cx="350198" cy="350548"/>
            <a:chOff x="3094217" y="1976585"/>
            <a:chExt cx="350198" cy="350548"/>
          </a:xfrm>
        </p:grpSpPr>
        <p:sp>
          <p:nvSpPr>
            <p:cNvPr id="3669" name="Google Shape;3669;p58"/>
            <p:cNvSpPr/>
            <p:nvPr/>
          </p:nvSpPr>
          <p:spPr>
            <a:xfrm>
              <a:off x="3094217" y="2129039"/>
              <a:ext cx="131543" cy="197362"/>
            </a:xfrm>
            <a:custGeom>
              <a:rect b="b" l="l" r="r" t="t"/>
              <a:pathLst>
                <a:path extrusionOk="0" h="6201" w="4133">
                  <a:moveTo>
                    <a:pt x="2072" y="345"/>
                  </a:moveTo>
                  <a:cubicBezTo>
                    <a:pt x="2117" y="345"/>
                    <a:pt x="2162" y="348"/>
                    <a:pt x="2203" y="354"/>
                  </a:cubicBezTo>
                  <a:cubicBezTo>
                    <a:pt x="2906" y="414"/>
                    <a:pt x="3454" y="1045"/>
                    <a:pt x="3454" y="1759"/>
                  </a:cubicBezTo>
                  <a:cubicBezTo>
                    <a:pt x="3454" y="2438"/>
                    <a:pt x="3620" y="3069"/>
                    <a:pt x="3751" y="3402"/>
                  </a:cubicBezTo>
                  <a:lnTo>
                    <a:pt x="3751" y="3426"/>
                  </a:lnTo>
                  <a:cubicBezTo>
                    <a:pt x="3608" y="3509"/>
                    <a:pt x="3299" y="3688"/>
                    <a:pt x="2763" y="3807"/>
                  </a:cubicBezTo>
                  <a:lnTo>
                    <a:pt x="2763" y="3759"/>
                  </a:lnTo>
                  <a:lnTo>
                    <a:pt x="2763" y="3438"/>
                  </a:lnTo>
                  <a:cubicBezTo>
                    <a:pt x="2965" y="3319"/>
                    <a:pt x="3144" y="3140"/>
                    <a:pt x="3263" y="2926"/>
                  </a:cubicBezTo>
                  <a:cubicBezTo>
                    <a:pt x="3489" y="2533"/>
                    <a:pt x="3418" y="2021"/>
                    <a:pt x="3073" y="1712"/>
                  </a:cubicBezTo>
                  <a:cubicBezTo>
                    <a:pt x="2834" y="1485"/>
                    <a:pt x="2418" y="1235"/>
                    <a:pt x="1727" y="1235"/>
                  </a:cubicBezTo>
                  <a:cubicBezTo>
                    <a:pt x="1691" y="1235"/>
                    <a:pt x="1644" y="1247"/>
                    <a:pt x="1608" y="1283"/>
                  </a:cubicBezTo>
                  <a:lnTo>
                    <a:pt x="1275" y="1616"/>
                  </a:lnTo>
                  <a:cubicBezTo>
                    <a:pt x="1215" y="1676"/>
                    <a:pt x="1215" y="1783"/>
                    <a:pt x="1275" y="1843"/>
                  </a:cubicBezTo>
                  <a:cubicBezTo>
                    <a:pt x="1304" y="1872"/>
                    <a:pt x="1343" y="1887"/>
                    <a:pt x="1382" y="1887"/>
                  </a:cubicBezTo>
                  <a:cubicBezTo>
                    <a:pt x="1421" y="1887"/>
                    <a:pt x="1459" y="1872"/>
                    <a:pt x="1489" y="1843"/>
                  </a:cubicBezTo>
                  <a:lnTo>
                    <a:pt x="1787" y="1545"/>
                  </a:lnTo>
                  <a:cubicBezTo>
                    <a:pt x="2227" y="1557"/>
                    <a:pt x="2584" y="1700"/>
                    <a:pt x="2846" y="1938"/>
                  </a:cubicBezTo>
                  <a:cubicBezTo>
                    <a:pt x="3073" y="2140"/>
                    <a:pt x="3132" y="2485"/>
                    <a:pt x="2977" y="2747"/>
                  </a:cubicBezTo>
                  <a:cubicBezTo>
                    <a:pt x="2799" y="3081"/>
                    <a:pt x="2441" y="3283"/>
                    <a:pt x="2072" y="3283"/>
                  </a:cubicBezTo>
                  <a:cubicBezTo>
                    <a:pt x="1489" y="3283"/>
                    <a:pt x="1037" y="2831"/>
                    <a:pt x="1037" y="2247"/>
                  </a:cubicBezTo>
                  <a:cubicBezTo>
                    <a:pt x="1037" y="2152"/>
                    <a:pt x="953" y="2081"/>
                    <a:pt x="870" y="2081"/>
                  </a:cubicBezTo>
                  <a:cubicBezTo>
                    <a:pt x="775" y="2081"/>
                    <a:pt x="703" y="2152"/>
                    <a:pt x="703" y="2247"/>
                  </a:cubicBezTo>
                  <a:cubicBezTo>
                    <a:pt x="703" y="2747"/>
                    <a:pt x="989" y="3200"/>
                    <a:pt x="1394" y="3438"/>
                  </a:cubicBezTo>
                  <a:lnTo>
                    <a:pt x="1394" y="3759"/>
                  </a:lnTo>
                  <a:lnTo>
                    <a:pt x="1394" y="3807"/>
                  </a:lnTo>
                  <a:cubicBezTo>
                    <a:pt x="858" y="3688"/>
                    <a:pt x="525" y="3509"/>
                    <a:pt x="394" y="3426"/>
                  </a:cubicBezTo>
                  <a:cubicBezTo>
                    <a:pt x="394" y="3426"/>
                    <a:pt x="382" y="3426"/>
                    <a:pt x="394" y="3402"/>
                  </a:cubicBezTo>
                  <a:cubicBezTo>
                    <a:pt x="525" y="3081"/>
                    <a:pt x="691" y="2438"/>
                    <a:pt x="691" y="1759"/>
                  </a:cubicBezTo>
                  <a:cubicBezTo>
                    <a:pt x="691" y="1045"/>
                    <a:pt x="1239" y="414"/>
                    <a:pt x="1941" y="354"/>
                  </a:cubicBezTo>
                  <a:cubicBezTo>
                    <a:pt x="1983" y="348"/>
                    <a:pt x="2028" y="345"/>
                    <a:pt x="2072" y="345"/>
                  </a:cubicBezTo>
                  <a:close/>
                  <a:moveTo>
                    <a:pt x="2430" y="3581"/>
                  </a:moveTo>
                  <a:lnTo>
                    <a:pt x="2430" y="3783"/>
                  </a:lnTo>
                  <a:cubicBezTo>
                    <a:pt x="2430" y="3974"/>
                    <a:pt x="2537" y="4152"/>
                    <a:pt x="2715" y="4224"/>
                  </a:cubicBezTo>
                  <a:lnTo>
                    <a:pt x="2822" y="4271"/>
                  </a:lnTo>
                  <a:cubicBezTo>
                    <a:pt x="2656" y="4509"/>
                    <a:pt x="2370" y="4676"/>
                    <a:pt x="2072" y="4676"/>
                  </a:cubicBezTo>
                  <a:cubicBezTo>
                    <a:pt x="1775" y="4676"/>
                    <a:pt x="1489" y="4509"/>
                    <a:pt x="1334" y="4271"/>
                  </a:cubicBezTo>
                  <a:lnTo>
                    <a:pt x="1429" y="4224"/>
                  </a:lnTo>
                  <a:cubicBezTo>
                    <a:pt x="1608" y="4140"/>
                    <a:pt x="1715" y="3974"/>
                    <a:pt x="1715" y="3783"/>
                  </a:cubicBezTo>
                  <a:lnTo>
                    <a:pt x="1715" y="3581"/>
                  </a:lnTo>
                  <a:cubicBezTo>
                    <a:pt x="1834" y="3617"/>
                    <a:pt x="1953" y="3628"/>
                    <a:pt x="2072" y="3628"/>
                  </a:cubicBezTo>
                  <a:cubicBezTo>
                    <a:pt x="2191" y="3628"/>
                    <a:pt x="2311" y="3617"/>
                    <a:pt x="2430" y="3581"/>
                  </a:cubicBezTo>
                  <a:close/>
                  <a:moveTo>
                    <a:pt x="2065" y="0"/>
                  </a:moveTo>
                  <a:cubicBezTo>
                    <a:pt x="2010" y="0"/>
                    <a:pt x="1953" y="3"/>
                    <a:pt x="1894" y="9"/>
                  </a:cubicBezTo>
                  <a:cubicBezTo>
                    <a:pt x="1037" y="92"/>
                    <a:pt x="346" y="842"/>
                    <a:pt x="346" y="1735"/>
                  </a:cubicBezTo>
                  <a:cubicBezTo>
                    <a:pt x="346" y="2378"/>
                    <a:pt x="203" y="2962"/>
                    <a:pt x="60" y="3271"/>
                  </a:cubicBezTo>
                  <a:cubicBezTo>
                    <a:pt x="1" y="3426"/>
                    <a:pt x="48" y="3581"/>
                    <a:pt x="179" y="3676"/>
                  </a:cubicBezTo>
                  <a:cubicBezTo>
                    <a:pt x="310" y="3759"/>
                    <a:pt x="584" y="3926"/>
                    <a:pt x="1013" y="4045"/>
                  </a:cubicBezTo>
                  <a:lnTo>
                    <a:pt x="382" y="4379"/>
                  </a:lnTo>
                  <a:cubicBezTo>
                    <a:pt x="144" y="4498"/>
                    <a:pt x="1" y="4712"/>
                    <a:pt x="1" y="4986"/>
                  </a:cubicBezTo>
                  <a:lnTo>
                    <a:pt x="1" y="6045"/>
                  </a:lnTo>
                  <a:cubicBezTo>
                    <a:pt x="1" y="6129"/>
                    <a:pt x="84" y="6200"/>
                    <a:pt x="167" y="6200"/>
                  </a:cubicBezTo>
                  <a:cubicBezTo>
                    <a:pt x="263" y="6200"/>
                    <a:pt x="334" y="6129"/>
                    <a:pt x="334" y="6045"/>
                  </a:cubicBezTo>
                  <a:lnTo>
                    <a:pt x="334" y="4974"/>
                  </a:lnTo>
                  <a:cubicBezTo>
                    <a:pt x="334" y="4831"/>
                    <a:pt x="406" y="4712"/>
                    <a:pt x="525" y="4652"/>
                  </a:cubicBezTo>
                  <a:lnTo>
                    <a:pt x="1037" y="4402"/>
                  </a:lnTo>
                  <a:cubicBezTo>
                    <a:pt x="1239" y="4760"/>
                    <a:pt x="1644" y="4986"/>
                    <a:pt x="2060" y="4986"/>
                  </a:cubicBezTo>
                  <a:cubicBezTo>
                    <a:pt x="2489" y="4986"/>
                    <a:pt x="2882" y="4760"/>
                    <a:pt x="3084" y="4402"/>
                  </a:cubicBezTo>
                  <a:lnTo>
                    <a:pt x="3596" y="4652"/>
                  </a:lnTo>
                  <a:cubicBezTo>
                    <a:pt x="3704" y="4712"/>
                    <a:pt x="3787" y="4831"/>
                    <a:pt x="3787" y="4974"/>
                  </a:cubicBezTo>
                  <a:lnTo>
                    <a:pt x="3787" y="6022"/>
                  </a:lnTo>
                  <a:cubicBezTo>
                    <a:pt x="3787" y="6117"/>
                    <a:pt x="3858" y="6188"/>
                    <a:pt x="3954" y="6188"/>
                  </a:cubicBezTo>
                  <a:cubicBezTo>
                    <a:pt x="4037" y="6188"/>
                    <a:pt x="4108" y="6117"/>
                    <a:pt x="4108" y="6022"/>
                  </a:cubicBezTo>
                  <a:lnTo>
                    <a:pt x="4108" y="4974"/>
                  </a:lnTo>
                  <a:cubicBezTo>
                    <a:pt x="4132" y="4712"/>
                    <a:pt x="3977" y="4474"/>
                    <a:pt x="3739" y="4379"/>
                  </a:cubicBezTo>
                  <a:lnTo>
                    <a:pt x="3096" y="4045"/>
                  </a:lnTo>
                  <a:cubicBezTo>
                    <a:pt x="3537" y="3926"/>
                    <a:pt x="3799" y="3759"/>
                    <a:pt x="3930" y="3676"/>
                  </a:cubicBezTo>
                  <a:cubicBezTo>
                    <a:pt x="4073" y="3581"/>
                    <a:pt x="4108" y="3426"/>
                    <a:pt x="4049" y="3271"/>
                  </a:cubicBezTo>
                  <a:cubicBezTo>
                    <a:pt x="3918" y="2962"/>
                    <a:pt x="3775" y="2378"/>
                    <a:pt x="3775" y="1735"/>
                  </a:cubicBezTo>
                  <a:cubicBezTo>
                    <a:pt x="3775" y="866"/>
                    <a:pt x="3084" y="104"/>
                    <a:pt x="2227" y="9"/>
                  </a:cubicBezTo>
                  <a:cubicBezTo>
                    <a:pt x="2174" y="3"/>
                    <a:pt x="2120" y="0"/>
                    <a:pt x="206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58"/>
            <p:cNvSpPr/>
            <p:nvPr/>
          </p:nvSpPr>
          <p:spPr>
            <a:xfrm>
              <a:off x="3116592" y="2293778"/>
              <a:ext cx="10630" cy="32241"/>
            </a:xfrm>
            <a:custGeom>
              <a:rect b="b" l="l" r="r" t="t"/>
              <a:pathLst>
                <a:path extrusionOk="0" h="1013" w="334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67" y="1012"/>
                  </a:cubicBezTo>
                  <a:cubicBezTo>
                    <a:pt x="250" y="1012"/>
                    <a:pt x="334" y="941"/>
                    <a:pt x="334" y="846"/>
                  </a:cubicBezTo>
                  <a:lnTo>
                    <a:pt x="334" y="167"/>
                  </a:ln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58"/>
            <p:cNvSpPr/>
            <p:nvPr/>
          </p:nvSpPr>
          <p:spPr>
            <a:xfrm>
              <a:off x="3193519" y="2293778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cubicBezTo>
                    <a:pt x="250" y="1012"/>
                    <a:pt x="322" y="941"/>
                    <a:pt x="322" y="846"/>
                  </a:cubicBezTo>
                  <a:lnTo>
                    <a:pt x="322" y="167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58"/>
            <p:cNvSpPr/>
            <p:nvPr/>
          </p:nvSpPr>
          <p:spPr>
            <a:xfrm>
              <a:off x="3346227" y="2166755"/>
              <a:ext cx="54966" cy="18301"/>
            </a:xfrm>
            <a:custGeom>
              <a:rect b="b" l="l" r="r" t="t"/>
              <a:pathLst>
                <a:path extrusionOk="0" h="575" w="1727">
                  <a:moveTo>
                    <a:pt x="646" y="0"/>
                  </a:moveTo>
                  <a:cubicBezTo>
                    <a:pt x="494" y="0"/>
                    <a:pt x="326" y="15"/>
                    <a:pt x="143" y="50"/>
                  </a:cubicBezTo>
                  <a:cubicBezTo>
                    <a:pt x="60" y="62"/>
                    <a:pt x="0" y="122"/>
                    <a:pt x="0" y="217"/>
                  </a:cubicBezTo>
                  <a:lnTo>
                    <a:pt x="0" y="396"/>
                  </a:lnTo>
                  <a:cubicBezTo>
                    <a:pt x="0" y="479"/>
                    <a:pt x="84" y="550"/>
                    <a:pt x="167" y="550"/>
                  </a:cubicBezTo>
                  <a:cubicBezTo>
                    <a:pt x="262" y="550"/>
                    <a:pt x="334" y="479"/>
                    <a:pt x="334" y="396"/>
                  </a:cubicBezTo>
                  <a:lnTo>
                    <a:pt x="334" y="360"/>
                  </a:lnTo>
                  <a:cubicBezTo>
                    <a:pt x="445" y="344"/>
                    <a:pt x="549" y="338"/>
                    <a:pt x="645" y="338"/>
                  </a:cubicBezTo>
                  <a:cubicBezTo>
                    <a:pt x="845" y="338"/>
                    <a:pt x="1007" y="367"/>
                    <a:pt x="1120" y="407"/>
                  </a:cubicBezTo>
                  <a:cubicBezTo>
                    <a:pt x="1334" y="467"/>
                    <a:pt x="1453" y="538"/>
                    <a:pt x="1453" y="538"/>
                  </a:cubicBezTo>
                  <a:cubicBezTo>
                    <a:pt x="1477" y="550"/>
                    <a:pt x="1512" y="574"/>
                    <a:pt x="1536" y="574"/>
                  </a:cubicBezTo>
                  <a:cubicBezTo>
                    <a:pt x="1584" y="574"/>
                    <a:pt x="1643" y="538"/>
                    <a:pt x="1667" y="491"/>
                  </a:cubicBezTo>
                  <a:cubicBezTo>
                    <a:pt x="1727" y="396"/>
                    <a:pt x="1715" y="288"/>
                    <a:pt x="1643" y="241"/>
                  </a:cubicBezTo>
                  <a:cubicBezTo>
                    <a:pt x="1615" y="231"/>
                    <a:pt x="1258" y="0"/>
                    <a:pt x="64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58"/>
            <p:cNvSpPr/>
            <p:nvPr/>
          </p:nvSpPr>
          <p:spPr>
            <a:xfrm>
              <a:off x="3302655" y="2134991"/>
              <a:ext cx="141760" cy="192143"/>
            </a:xfrm>
            <a:custGeom>
              <a:rect b="b" l="l" r="r" t="t"/>
              <a:pathLst>
                <a:path extrusionOk="0" h="6037" w="4454">
                  <a:moveTo>
                    <a:pt x="3453" y="334"/>
                  </a:moveTo>
                  <a:lnTo>
                    <a:pt x="3453" y="1132"/>
                  </a:lnTo>
                  <a:cubicBezTo>
                    <a:pt x="3453" y="1263"/>
                    <a:pt x="3429" y="1405"/>
                    <a:pt x="3370" y="1525"/>
                  </a:cubicBezTo>
                  <a:lnTo>
                    <a:pt x="3310" y="1644"/>
                  </a:lnTo>
                  <a:cubicBezTo>
                    <a:pt x="3298" y="1667"/>
                    <a:pt x="3298" y="1691"/>
                    <a:pt x="3298" y="1715"/>
                  </a:cubicBezTo>
                  <a:lnTo>
                    <a:pt x="3298" y="2060"/>
                  </a:lnTo>
                  <a:cubicBezTo>
                    <a:pt x="3274" y="2346"/>
                    <a:pt x="3155" y="2608"/>
                    <a:pt x="2953" y="2799"/>
                  </a:cubicBezTo>
                  <a:cubicBezTo>
                    <a:pt x="2739" y="3001"/>
                    <a:pt x="2477" y="3096"/>
                    <a:pt x="2191" y="3096"/>
                  </a:cubicBezTo>
                  <a:cubicBezTo>
                    <a:pt x="1643" y="3084"/>
                    <a:pt x="1179" y="2596"/>
                    <a:pt x="1179" y="2013"/>
                  </a:cubicBezTo>
                  <a:lnTo>
                    <a:pt x="1179" y="1715"/>
                  </a:lnTo>
                  <a:cubicBezTo>
                    <a:pt x="1179" y="1691"/>
                    <a:pt x="1179" y="1667"/>
                    <a:pt x="1167" y="1644"/>
                  </a:cubicBezTo>
                  <a:lnTo>
                    <a:pt x="1107" y="1525"/>
                  </a:lnTo>
                  <a:cubicBezTo>
                    <a:pt x="1048" y="1405"/>
                    <a:pt x="1012" y="1275"/>
                    <a:pt x="1012" y="1132"/>
                  </a:cubicBezTo>
                  <a:cubicBezTo>
                    <a:pt x="1012" y="691"/>
                    <a:pt x="1369" y="334"/>
                    <a:pt x="1822" y="334"/>
                  </a:cubicBezTo>
                  <a:close/>
                  <a:moveTo>
                    <a:pt x="2762" y="3310"/>
                  </a:moveTo>
                  <a:lnTo>
                    <a:pt x="2762" y="3537"/>
                  </a:lnTo>
                  <a:cubicBezTo>
                    <a:pt x="2762" y="3572"/>
                    <a:pt x="2774" y="3620"/>
                    <a:pt x="2774" y="3680"/>
                  </a:cubicBezTo>
                  <a:lnTo>
                    <a:pt x="2239" y="4096"/>
                  </a:lnTo>
                  <a:lnTo>
                    <a:pt x="1691" y="3680"/>
                  </a:lnTo>
                  <a:cubicBezTo>
                    <a:pt x="1703" y="3632"/>
                    <a:pt x="1703" y="3584"/>
                    <a:pt x="1703" y="3537"/>
                  </a:cubicBezTo>
                  <a:lnTo>
                    <a:pt x="1703" y="3310"/>
                  </a:lnTo>
                  <a:cubicBezTo>
                    <a:pt x="1846" y="3370"/>
                    <a:pt x="2012" y="3406"/>
                    <a:pt x="2191" y="3406"/>
                  </a:cubicBezTo>
                  <a:lnTo>
                    <a:pt x="2239" y="3406"/>
                  </a:lnTo>
                  <a:cubicBezTo>
                    <a:pt x="2417" y="3406"/>
                    <a:pt x="2596" y="3382"/>
                    <a:pt x="2762" y="3310"/>
                  </a:cubicBezTo>
                  <a:close/>
                  <a:moveTo>
                    <a:pt x="1822" y="1"/>
                  </a:moveTo>
                  <a:cubicBezTo>
                    <a:pt x="1191" y="1"/>
                    <a:pt x="703" y="513"/>
                    <a:pt x="703" y="1120"/>
                  </a:cubicBezTo>
                  <a:cubicBezTo>
                    <a:pt x="703" y="1298"/>
                    <a:pt x="750" y="1489"/>
                    <a:pt x="822" y="1656"/>
                  </a:cubicBezTo>
                  <a:lnTo>
                    <a:pt x="869" y="1751"/>
                  </a:lnTo>
                  <a:lnTo>
                    <a:pt x="869" y="2001"/>
                  </a:lnTo>
                  <a:cubicBezTo>
                    <a:pt x="869" y="2441"/>
                    <a:pt x="1072" y="2846"/>
                    <a:pt x="1381" y="3096"/>
                  </a:cubicBezTo>
                  <a:lnTo>
                    <a:pt x="1381" y="3537"/>
                  </a:lnTo>
                  <a:cubicBezTo>
                    <a:pt x="1381" y="3608"/>
                    <a:pt x="1346" y="3680"/>
                    <a:pt x="1274" y="3703"/>
                  </a:cubicBezTo>
                  <a:lnTo>
                    <a:pt x="453" y="4025"/>
                  </a:lnTo>
                  <a:cubicBezTo>
                    <a:pt x="179" y="4132"/>
                    <a:pt x="0" y="4382"/>
                    <a:pt x="0" y="4668"/>
                  </a:cubicBezTo>
                  <a:lnTo>
                    <a:pt x="0" y="5858"/>
                  </a:lnTo>
                  <a:cubicBezTo>
                    <a:pt x="0" y="5942"/>
                    <a:pt x="83" y="6013"/>
                    <a:pt x="167" y="6013"/>
                  </a:cubicBezTo>
                  <a:cubicBezTo>
                    <a:pt x="262" y="6013"/>
                    <a:pt x="334" y="5942"/>
                    <a:pt x="334" y="5858"/>
                  </a:cubicBezTo>
                  <a:lnTo>
                    <a:pt x="334" y="4668"/>
                  </a:lnTo>
                  <a:cubicBezTo>
                    <a:pt x="334" y="4513"/>
                    <a:pt x="417" y="4382"/>
                    <a:pt x="560" y="4334"/>
                  </a:cubicBezTo>
                  <a:lnTo>
                    <a:pt x="1369" y="4025"/>
                  </a:lnTo>
                  <a:cubicBezTo>
                    <a:pt x="1417" y="4001"/>
                    <a:pt x="1465" y="3977"/>
                    <a:pt x="1488" y="3965"/>
                  </a:cubicBezTo>
                  <a:lnTo>
                    <a:pt x="2060" y="4394"/>
                  </a:lnTo>
                  <a:lnTo>
                    <a:pt x="2060" y="5870"/>
                  </a:lnTo>
                  <a:cubicBezTo>
                    <a:pt x="2060" y="5954"/>
                    <a:pt x="2131" y="6037"/>
                    <a:pt x="2215" y="6037"/>
                  </a:cubicBezTo>
                  <a:cubicBezTo>
                    <a:pt x="2310" y="6037"/>
                    <a:pt x="2381" y="5954"/>
                    <a:pt x="2381" y="5870"/>
                  </a:cubicBezTo>
                  <a:lnTo>
                    <a:pt x="2381" y="4394"/>
                  </a:lnTo>
                  <a:lnTo>
                    <a:pt x="2953" y="3965"/>
                  </a:lnTo>
                  <a:cubicBezTo>
                    <a:pt x="2977" y="3989"/>
                    <a:pt x="3024" y="4013"/>
                    <a:pt x="3072" y="4025"/>
                  </a:cubicBezTo>
                  <a:lnTo>
                    <a:pt x="3882" y="4334"/>
                  </a:lnTo>
                  <a:cubicBezTo>
                    <a:pt x="4024" y="4382"/>
                    <a:pt x="4108" y="4513"/>
                    <a:pt x="4108" y="4668"/>
                  </a:cubicBezTo>
                  <a:lnTo>
                    <a:pt x="4108" y="5858"/>
                  </a:lnTo>
                  <a:cubicBezTo>
                    <a:pt x="4108" y="5942"/>
                    <a:pt x="4179" y="6013"/>
                    <a:pt x="4274" y="6013"/>
                  </a:cubicBezTo>
                  <a:cubicBezTo>
                    <a:pt x="4358" y="6013"/>
                    <a:pt x="4441" y="5942"/>
                    <a:pt x="4441" y="5858"/>
                  </a:cubicBezTo>
                  <a:lnTo>
                    <a:pt x="4441" y="4668"/>
                  </a:lnTo>
                  <a:cubicBezTo>
                    <a:pt x="4453" y="4382"/>
                    <a:pt x="4274" y="4108"/>
                    <a:pt x="4024" y="4025"/>
                  </a:cubicBezTo>
                  <a:lnTo>
                    <a:pt x="3203" y="3703"/>
                  </a:lnTo>
                  <a:cubicBezTo>
                    <a:pt x="3131" y="3680"/>
                    <a:pt x="3084" y="3620"/>
                    <a:pt x="3084" y="3537"/>
                  </a:cubicBezTo>
                  <a:lnTo>
                    <a:pt x="3084" y="3108"/>
                  </a:lnTo>
                  <a:cubicBezTo>
                    <a:pt x="3120" y="3084"/>
                    <a:pt x="3155" y="3060"/>
                    <a:pt x="3191" y="3025"/>
                  </a:cubicBezTo>
                  <a:cubicBezTo>
                    <a:pt x="3453" y="2775"/>
                    <a:pt x="3608" y="2418"/>
                    <a:pt x="3608" y="2037"/>
                  </a:cubicBezTo>
                  <a:lnTo>
                    <a:pt x="3608" y="1727"/>
                  </a:lnTo>
                  <a:lnTo>
                    <a:pt x="3655" y="1644"/>
                  </a:lnTo>
                  <a:cubicBezTo>
                    <a:pt x="3739" y="1477"/>
                    <a:pt x="3774" y="1298"/>
                    <a:pt x="3774" y="1108"/>
                  </a:cubicBezTo>
                  <a:lnTo>
                    <a:pt x="3774" y="167"/>
                  </a:lnTo>
                  <a:cubicBezTo>
                    <a:pt x="3774" y="84"/>
                    <a:pt x="3691" y="1"/>
                    <a:pt x="360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58"/>
            <p:cNvSpPr/>
            <p:nvPr/>
          </p:nvSpPr>
          <p:spPr>
            <a:xfrm>
              <a:off x="3330313" y="2288463"/>
              <a:ext cx="10248" cy="37938"/>
            </a:xfrm>
            <a:custGeom>
              <a:rect b="b" l="l" r="r" t="t"/>
              <a:pathLst>
                <a:path extrusionOk="0" h="1192" w="322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72" y="1191"/>
                    <a:pt x="167" y="1191"/>
                  </a:cubicBezTo>
                  <a:cubicBezTo>
                    <a:pt x="250" y="1191"/>
                    <a:pt x="322" y="1120"/>
                    <a:pt x="322" y="1036"/>
                  </a:cubicBezTo>
                  <a:lnTo>
                    <a:pt x="322" y="167"/>
                  </a:lnTo>
                  <a:cubicBezTo>
                    <a:pt x="310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58"/>
            <p:cNvSpPr/>
            <p:nvPr/>
          </p:nvSpPr>
          <p:spPr>
            <a:xfrm>
              <a:off x="3406859" y="2288463"/>
              <a:ext cx="10630" cy="37938"/>
            </a:xfrm>
            <a:custGeom>
              <a:rect b="b" l="l" r="r" t="t"/>
              <a:pathLst>
                <a:path extrusionOk="0" h="1192" w="334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84" y="1191"/>
                    <a:pt x="167" y="1191"/>
                  </a:cubicBezTo>
                  <a:cubicBezTo>
                    <a:pt x="262" y="1191"/>
                    <a:pt x="334" y="1120"/>
                    <a:pt x="334" y="1036"/>
                  </a:cubicBezTo>
                  <a:lnTo>
                    <a:pt x="334" y="167"/>
                  </a:lnTo>
                  <a:cubicBezTo>
                    <a:pt x="322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58"/>
            <p:cNvSpPr/>
            <p:nvPr/>
          </p:nvSpPr>
          <p:spPr>
            <a:xfrm>
              <a:off x="3149183" y="1976585"/>
              <a:ext cx="219419" cy="183072"/>
            </a:xfrm>
            <a:custGeom>
              <a:rect b="b" l="l" r="r" t="t"/>
              <a:pathLst>
                <a:path extrusionOk="0" h="5752" w="6894">
                  <a:moveTo>
                    <a:pt x="2369" y="4108"/>
                  </a:moveTo>
                  <a:lnTo>
                    <a:pt x="2286" y="4466"/>
                  </a:lnTo>
                  <a:lnTo>
                    <a:pt x="2060" y="4466"/>
                  </a:lnTo>
                  <a:cubicBezTo>
                    <a:pt x="1869" y="4466"/>
                    <a:pt x="1703" y="4299"/>
                    <a:pt x="1703" y="4108"/>
                  </a:cubicBezTo>
                  <a:close/>
                  <a:moveTo>
                    <a:pt x="5513" y="310"/>
                  </a:moveTo>
                  <a:cubicBezTo>
                    <a:pt x="5703" y="310"/>
                    <a:pt x="5870" y="477"/>
                    <a:pt x="5870" y="667"/>
                  </a:cubicBezTo>
                  <a:lnTo>
                    <a:pt x="5870" y="3418"/>
                  </a:lnTo>
                  <a:cubicBezTo>
                    <a:pt x="5870" y="3608"/>
                    <a:pt x="5703" y="3775"/>
                    <a:pt x="5513" y="3775"/>
                  </a:cubicBezTo>
                  <a:lnTo>
                    <a:pt x="4132" y="3775"/>
                  </a:lnTo>
                  <a:cubicBezTo>
                    <a:pt x="4096" y="3775"/>
                    <a:pt x="4048" y="3787"/>
                    <a:pt x="4036" y="3811"/>
                  </a:cubicBezTo>
                  <a:lnTo>
                    <a:pt x="2500" y="4918"/>
                  </a:lnTo>
                  <a:lnTo>
                    <a:pt x="2739" y="3966"/>
                  </a:lnTo>
                  <a:cubicBezTo>
                    <a:pt x="2762" y="3930"/>
                    <a:pt x="2739" y="3870"/>
                    <a:pt x="2715" y="3835"/>
                  </a:cubicBezTo>
                  <a:cubicBezTo>
                    <a:pt x="2679" y="3787"/>
                    <a:pt x="2643" y="3775"/>
                    <a:pt x="2584" y="3775"/>
                  </a:cubicBezTo>
                  <a:lnTo>
                    <a:pt x="691" y="3775"/>
                  </a:lnTo>
                  <a:cubicBezTo>
                    <a:pt x="500" y="3775"/>
                    <a:pt x="333" y="3608"/>
                    <a:pt x="333" y="3418"/>
                  </a:cubicBezTo>
                  <a:lnTo>
                    <a:pt x="333" y="667"/>
                  </a:lnTo>
                  <a:cubicBezTo>
                    <a:pt x="333" y="477"/>
                    <a:pt x="500" y="310"/>
                    <a:pt x="691" y="310"/>
                  </a:cubicBezTo>
                  <a:close/>
                  <a:moveTo>
                    <a:pt x="6215" y="989"/>
                  </a:moveTo>
                  <a:cubicBezTo>
                    <a:pt x="6406" y="989"/>
                    <a:pt x="6572" y="1156"/>
                    <a:pt x="6572" y="1346"/>
                  </a:cubicBezTo>
                  <a:lnTo>
                    <a:pt x="6572" y="4108"/>
                  </a:lnTo>
                  <a:lnTo>
                    <a:pt x="6549" y="4108"/>
                  </a:lnTo>
                  <a:cubicBezTo>
                    <a:pt x="6549" y="4299"/>
                    <a:pt x="6394" y="4466"/>
                    <a:pt x="6191" y="4466"/>
                  </a:cubicBezTo>
                  <a:lnTo>
                    <a:pt x="4810" y="4466"/>
                  </a:lnTo>
                  <a:cubicBezTo>
                    <a:pt x="4763" y="4466"/>
                    <a:pt x="4727" y="4477"/>
                    <a:pt x="4691" y="4513"/>
                  </a:cubicBezTo>
                  <a:cubicBezTo>
                    <a:pt x="4667" y="4549"/>
                    <a:pt x="4644" y="4608"/>
                    <a:pt x="4667" y="4656"/>
                  </a:cubicBezTo>
                  <a:lnTo>
                    <a:pt x="4763" y="5323"/>
                  </a:lnTo>
                  <a:lnTo>
                    <a:pt x="3596" y="4537"/>
                  </a:lnTo>
                  <a:lnTo>
                    <a:pt x="4191" y="4096"/>
                  </a:lnTo>
                  <a:lnTo>
                    <a:pt x="5513" y="4096"/>
                  </a:lnTo>
                  <a:cubicBezTo>
                    <a:pt x="5882" y="4096"/>
                    <a:pt x="6191" y="3799"/>
                    <a:pt x="6191" y="3418"/>
                  </a:cubicBezTo>
                  <a:lnTo>
                    <a:pt x="6191" y="989"/>
                  </a:lnTo>
                  <a:close/>
                  <a:moveTo>
                    <a:pt x="691" y="1"/>
                  </a:moveTo>
                  <a:cubicBezTo>
                    <a:pt x="322" y="1"/>
                    <a:pt x="0" y="298"/>
                    <a:pt x="0" y="679"/>
                  </a:cubicBezTo>
                  <a:lnTo>
                    <a:pt x="0" y="3430"/>
                  </a:lnTo>
                  <a:cubicBezTo>
                    <a:pt x="0" y="3811"/>
                    <a:pt x="298" y="4120"/>
                    <a:pt x="691" y="4120"/>
                  </a:cubicBezTo>
                  <a:lnTo>
                    <a:pt x="1393" y="4120"/>
                  </a:lnTo>
                  <a:lnTo>
                    <a:pt x="1393" y="4132"/>
                  </a:lnTo>
                  <a:cubicBezTo>
                    <a:pt x="1393" y="4501"/>
                    <a:pt x="1691" y="4823"/>
                    <a:pt x="2072" y="4823"/>
                  </a:cubicBezTo>
                  <a:lnTo>
                    <a:pt x="2203" y="4823"/>
                  </a:lnTo>
                  <a:lnTo>
                    <a:pt x="2143" y="5073"/>
                  </a:lnTo>
                  <a:cubicBezTo>
                    <a:pt x="2119" y="5180"/>
                    <a:pt x="2167" y="5275"/>
                    <a:pt x="2250" y="5335"/>
                  </a:cubicBezTo>
                  <a:cubicBezTo>
                    <a:pt x="2298" y="5370"/>
                    <a:pt x="2346" y="5382"/>
                    <a:pt x="2381" y="5382"/>
                  </a:cubicBezTo>
                  <a:cubicBezTo>
                    <a:pt x="2429" y="5382"/>
                    <a:pt x="2489" y="5370"/>
                    <a:pt x="2536" y="5335"/>
                  </a:cubicBezTo>
                  <a:lnTo>
                    <a:pt x="3251" y="4823"/>
                  </a:lnTo>
                  <a:lnTo>
                    <a:pt x="3417" y="4823"/>
                  </a:lnTo>
                  <a:lnTo>
                    <a:pt x="4751" y="5716"/>
                  </a:lnTo>
                  <a:cubicBezTo>
                    <a:pt x="4798" y="5740"/>
                    <a:pt x="4846" y="5751"/>
                    <a:pt x="4882" y="5751"/>
                  </a:cubicBezTo>
                  <a:cubicBezTo>
                    <a:pt x="4929" y="5751"/>
                    <a:pt x="4977" y="5740"/>
                    <a:pt x="5025" y="5716"/>
                  </a:cubicBezTo>
                  <a:cubicBezTo>
                    <a:pt x="5108" y="5656"/>
                    <a:pt x="5144" y="5561"/>
                    <a:pt x="5120" y="5454"/>
                  </a:cubicBezTo>
                  <a:lnTo>
                    <a:pt x="5025" y="4799"/>
                  </a:lnTo>
                  <a:lnTo>
                    <a:pt x="6215" y="4799"/>
                  </a:lnTo>
                  <a:cubicBezTo>
                    <a:pt x="6584" y="4799"/>
                    <a:pt x="6894" y="4501"/>
                    <a:pt x="6894" y="4120"/>
                  </a:cubicBezTo>
                  <a:lnTo>
                    <a:pt x="6894" y="1370"/>
                  </a:lnTo>
                  <a:cubicBezTo>
                    <a:pt x="6870" y="977"/>
                    <a:pt x="6572" y="679"/>
                    <a:pt x="6191" y="679"/>
                  </a:cubicBezTo>
                  <a:cubicBezTo>
                    <a:pt x="6179" y="298"/>
                    <a:pt x="5882" y="1"/>
                    <a:pt x="551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58"/>
            <p:cNvSpPr/>
            <p:nvPr/>
          </p:nvSpPr>
          <p:spPr>
            <a:xfrm>
              <a:off x="3187822" y="2009177"/>
              <a:ext cx="26926" cy="10280"/>
            </a:xfrm>
            <a:custGeom>
              <a:rect b="b" l="l" r="r" t="t"/>
              <a:pathLst>
                <a:path extrusionOk="0" h="323" w="846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1"/>
                    <a:pt x="846" y="167"/>
                  </a:cubicBezTo>
                  <a:cubicBezTo>
                    <a:pt x="846" y="72"/>
                    <a:pt x="774" y="1"/>
                    <a:pt x="67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58"/>
            <p:cNvSpPr/>
            <p:nvPr/>
          </p:nvSpPr>
          <p:spPr>
            <a:xfrm>
              <a:off x="3226110" y="2009177"/>
              <a:ext cx="81478" cy="10280"/>
            </a:xfrm>
            <a:custGeom>
              <a:rect b="b" l="l" r="r" t="t"/>
              <a:pathLst>
                <a:path extrusionOk="0" h="323" w="256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2393" y="322"/>
                  </a:lnTo>
                  <a:cubicBezTo>
                    <a:pt x="2488" y="322"/>
                    <a:pt x="2560" y="251"/>
                    <a:pt x="2560" y="167"/>
                  </a:cubicBezTo>
                  <a:cubicBezTo>
                    <a:pt x="2560" y="72"/>
                    <a:pt x="2488" y="1"/>
                    <a:pt x="239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58"/>
            <p:cNvSpPr/>
            <p:nvPr/>
          </p:nvSpPr>
          <p:spPr>
            <a:xfrm>
              <a:off x="3187822" y="2036453"/>
              <a:ext cx="119767" cy="10662"/>
            </a:xfrm>
            <a:custGeom>
              <a:rect b="b" l="l" r="r" t="t"/>
              <a:pathLst>
                <a:path extrusionOk="0" h="335" w="3763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3596" y="334"/>
                  </a:lnTo>
                  <a:cubicBezTo>
                    <a:pt x="3691" y="334"/>
                    <a:pt x="3763" y="263"/>
                    <a:pt x="3763" y="168"/>
                  </a:cubicBezTo>
                  <a:cubicBezTo>
                    <a:pt x="3763" y="84"/>
                    <a:pt x="3691" y="1"/>
                    <a:pt x="359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58"/>
            <p:cNvSpPr/>
            <p:nvPr/>
          </p:nvSpPr>
          <p:spPr>
            <a:xfrm>
              <a:off x="3187822" y="2064143"/>
              <a:ext cx="81510" cy="10248"/>
            </a:xfrm>
            <a:custGeom>
              <a:rect b="b" l="l" r="r" t="t"/>
              <a:pathLst>
                <a:path extrusionOk="0" h="322" w="2561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2394" y="322"/>
                  </a:lnTo>
                  <a:cubicBezTo>
                    <a:pt x="2477" y="322"/>
                    <a:pt x="2560" y="250"/>
                    <a:pt x="2560" y="167"/>
                  </a:cubicBezTo>
                  <a:cubicBezTo>
                    <a:pt x="2560" y="72"/>
                    <a:pt x="2477" y="0"/>
                    <a:pt x="239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58"/>
            <p:cNvSpPr/>
            <p:nvPr/>
          </p:nvSpPr>
          <p:spPr>
            <a:xfrm>
              <a:off x="3280663" y="2064143"/>
              <a:ext cx="26926" cy="10248"/>
            </a:xfrm>
            <a:custGeom>
              <a:rect b="b" l="l" r="r" t="t"/>
              <a:pathLst>
                <a:path extrusionOk="0" h="322" w="846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2" name="Google Shape;3682;p58"/>
          <p:cNvGrpSpPr/>
          <p:nvPr/>
        </p:nvGrpSpPr>
        <p:grpSpPr>
          <a:xfrm>
            <a:off x="7144728" y="887992"/>
            <a:ext cx="361147" cy="360797"/>
            <a:chOff x="7978465" y="1969392"/>
            <a:chExt cx="361147" cy="360797"/>
          </a:xfrm>
        </p:grpSpPr>
        <p:sp>
          <p:nvSpPr>
            <p:cNvPr id="3683" name="Google Shape;3683;p58"/>
            <p:cNvSpPr/>
            <p:nvPr/>
          </p:nvSpPr>
          <p:spPr>
            <a:xfrm>
              <a:off x="8136871" y="2285821"/>
              <a:ext cx="44368" cy="44368"/>
            </a:xfrm>
            <a:custGeom>
              <a:rect b="b" l="l" r="r" t="t"/>
              <a:pathLst>
                <a:path extrusionOk="0" h="1394" w="1394">
                  <a:moveTo>
                    <a:pt x="691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691" y="1072"/>
                  </a:cubicBezTo>
                  <a:cubicBezTo>
                    <a:pt x="488" y="1072"/>
                    <a:pt x="322" y="905"/>
                    <a:pt x="322" y="703"/>
                  </a:cubicBezTo>
                  <a:cubicBezTo>
                    <a:pt x="322" y="488"/>
                    <a:pt x="488" y="322"/>
                    <a:pt x="691" y="322"/>
                  </a:cubicBezTo>
                  <a:close/>
                  <a:moveTo>
                    <a:pt x="691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691" y="1393"/>
                  </a:cubicBezTo>
                  <a:cubicBezTo>
                    <a:pt x="1084" y="1393"/>
                    <a:pt x="1393" y="1084"/>
                    <a:pt x="1393" y="703"/>
                  </a:cubicBezTo>
                  <a:cubicBezTo>
                    <a:pt x="1393" y="310"/>
                    <a:pt x="1084" y="0"/>
                    <a:pt x="69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58"/>
            <p:cNvSpPr/>
            <p:nvPr/>
          </p:nvSpPr>
          <p:spPr>
            <a:xfrm>
              <a:off x="8210010" y="2121719"/>
              <a:ext cx="56112" cy="56112"/>
            </a:xfrm>
            <a:custGeom>
              <a:rect b="b" l="l" r="r" t="t"/>
              <a:pathLst>
                <a:path extrusionOk="0" h="1763" w="1763">
                  <a:moveTo>
                    <a:pt x="881" y="334"/>
                  </a:moveTo>
                  <a:cubicBezTo>
                    <a:pt x="1191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3" y="1430"/>
                    <a:pt x="333" y="1191"/>
                    <a:pt x="333" y="882"/>
                  </a:cubicBezTo>
                  <a:cubicBezTo>
                    <a:pt x="333" y="584"/>
                    <a:pt x="572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93" y="1763"/>
                    <a:pt x="881" y="1763"/>
                  </a:cubicBezTo>
                  <a:cubicBezTo>
                    <a:pt x="1357" y="1763"/>
                    <a:pt x="1762" y="1370"/>
                    <a:pt x="1762" y="882"/>
                  </a:cubicBezTo>
                  <a:cubicBezTo>
                    <a:pt x="1762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58"/>
            <p:cNvSpPr/>
            <p:nvPr/>
          </p:nvSpPr>
          <p:spPr>
            <a:xfrm>
              <a:off x="8051987" y="2121719"/>
              <a:ext cx="55730" cy="56112"/>
            </a:xfrm>
            <a:custGeom>
              <a:rect b="b" l="l" r="r" t="t"/>
              <a:pathLst>
                <a:path extrusionOk="0" h="1763" w="1751">
                  <a:moveTo>
                    <a:pt x="881" y="334"/>
                  </a:moveTo>
                  <a:cubicBezTo>
                    <a:pt x="1179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4" y="1430"/>
                    <a:pt x="322" y="1191"/>
                    <a:pt x="322" y="882"/>
                  </a:cubicBezTo>
                  <a:cubicBezTo>
                    <a:pt x="322" y="572"/>
                    <a:pt x="560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81" y="1763"/>
                    <a:pt x="881" y="1763"/>
                  </a:cubicBezTo>
                  <a:cubicBezTo>
                    <a:pt x="1357" y="1763"/>
                    <a:pt x="1750" y="1370"/>
                    <a:pt x="1750" y="882"/>
                  </a:cubicBezTo>
                  <a:cubicBezTo>
                    <a:pt x="1750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58"/>
            <p:cNvSpPr/>
            <p:nvPr/>
          </p:nvSpPr>
          <p:spPr>
            <a:xfrm>
              <a:off x="7978465" y="2285821"/>
              <a:ext cx="44749" cy="44368"/>
            </a:xfrm>
            <a:custGeom>
              <a:rect b="b" l="l" r="r" t="t"/>
              <a:pathLst>
                <a:path extrusionOk="0" h="1394" w="1406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9" y="1072"/>
                    <a:pt x="334" y="905"/>
                    <a:pt x="334" y="703"/>
                  </a:cubicBezTo>
                  <a:cubicBezTo>
                    <a:pt x="334" y="488"/>
                    <a:pt x="489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58"/>
            <p:cNvSpPr/>
            <p:nvPr/>
          </p:nvSpPr>
          <p:spPr>
            <a:xfrm>
              <a:off x="8294894" y="2285821"/>
              <a:ext cx="44718" cy="44368"/>
            </a:xfrm>
            <a:custGeom>
              <a:rect b="b" l="l" r="r" t="t"/>
              <a:pathLst>
                <a:path extrusionOk="0" h="1394" w="1405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8" y="1072"/>
                    <a:pt x="333" y="905"/>
                    <a:pt x="333" y="703"/>
                  </a:cubicBezTo>
                  <a:cubicBezTo>
                    <a:pt x="333" y="488"/>
                    <a:pt x="488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58"/>
            <p:cNvSpPr/>
            <p:nvPr/>
          </p:nvSpPr>
          <p:spPr>
            <a:xfrm>
              <a:off x="8119811" y="1969392"/>
              <a:ext cx="78455" cy="78487"/>
            </a:xfrm>
            <a:custGeom>
              <a:rect b="b" l="l" r="r" t="t"/>
              <a:pathLst>
                <a:path extrusionOk="0" h="2466" w="2465">
                  <a:moveTo>
                    <a:pt x="1227" y="346"/>
                  </a:moveTo>
                  <a:cubicBezTo>
                    <a:pt x="1727" y="346"/>
                    <a:pt x="2120" y="739"/>
                    <a:pt x="2120" y="1239"/>
                  </a:cubicBezTo>
                  <a:cubicBezTo>
                    <a:pt x="2120" y="1727"/>
                    <a:pt x="1727" y="2132"/>
                    <a:pt x="1227" y="2132"/>
                  </a:cubicBezTo>
                  <a:cubicBezTo>
                    <a:pt x="739" y="2132"/>
                    <a:pt x="334" y="1727"/>
                    <a:pt x="334" y="1239"/>
                  </a:cubicBezTo>
                  <a:cubicBezTo>
                    <a:pt x="334" y="739"/>
                    <a:pt x="739" y="346"/>
                    <a:pt x="1227" y="346"/>
                  </a:cubicBezTo>
                  <a:close/>
                  <a:moveTo>
                    <a:pt x="1227" y="1"/>
                  </a:moveTo>
                  <a:cubicBezTo>
                    <a:pt x="548" y="1"/>
                    <a:pt x="0" y="548"/>
                    <a:pt x="0" y="1239"/>
                  </a:cubicBezTo>
                  <a:cubicBezTo>
                    <a:pt x="0" y="1917"/>
                    <a:pt x="548" y="2465"/>
                    <a:pt x="1227" y="2465"/>
                  </a:cubicBezTo>
                  <a:cubicBezTo>
                    <a:pt x="1917" y="2465"/>
                    <a:pt x="2465" y="1917"/>
                    <a:pt x="2465" y="1239"/>
                  </a:cubicBezTo>
                  <a:cubicBezTo>
                    <a:pt x="2465" y="548"/>
                    <a:pt x="1905" y="1"/>
                    <a:pt x="122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58"/>
            <p:cNvSpPr/>
            <p:nvPr/>
          </p:nvSpPr>
          <p:spPr>
            <a:xfrm>
              <a:off x="8012202" y="2189575"/>
              <a:ext cx="134917" cy="89690"/>
            </a:xfrm>
            <a:custGeom>
              <a:rect b="b" l="l" r="r" t="t"/>
              <a:pathLst>
                <a:path extrusionOk="0" h="2818" w="4239">
                  <a:moveTo>
                    <a:pt x="2107" y="0"/>
                  </a:moveTo>
                  <a:cubicBezTo>
                    <a:pt x="2024" y="0"/>
                    <a:pt x="1953" y="71"/>
                    <a:pt x="1953" y="167"/>
                  </a:cubicBezTo>
                  <a:lnTo>
                    <a:pt x="1953" y="1417"/>
                  </a:lnTo>
                  <a:lnTo>
                    <a:pt x="1072" y="1417"/>
                  </a:lnTo>
                  <a:cubicBezTo>
                    <a:pt x="822" y="1417"/>
                    <a:pt x="583" y="1560"/>
                    <a:pt x="464" y="1786"/>
                  </a:cubicBezTo>
                  <a:lnTo>
                    <a:pt x="48" y="2560"/>
                  </a:lnTo>
                  <a:cubicBezTo>
                    <a:pt x="0" y="2631"/>
                    <a:pt x="24" y="2738"/>
                    <a:pt x="119" y="2786"/>
                  </a:cubicBezTo>
                  <a:cubicBezTo>
                    <a:pt x="143" y="2798"/>
                    <a:pt x="167" y="2798"/>
                    <a:pt x="191" y="2798"/>
                  </a:cubicBezTo>
                  <a:cubicBezTo>
                    <a:pt x="250" y="2798"/>
                    <a:pt x="310" y="2774"/>
                    <a:pt x="345" y="2715"/>
                  </a:cubicBezTo>
                  <a:lnTo>
                    <a:pt x="762" y="1941"/>
                  </a:lnTo>
                  <a:cubicBezTo>
                    <a:pt x="822" y="1822"/>
                    <a:pt x="953" y="1738"/>
                    <a:pt x="1083" y="1738"/>
                  </a:cubicBezTo>
                  <a:lnTo>
                    <a:pt x="3167" y="1738"/>
                  </a:lnTo>
                  <a:cubicBezTo>
                    <a:pt x="3298" y="1738"/>
                    <a:pt x="3417" y="1822"/>
                    <a:pt x="3500" y="1941"/>
                  </a:cubicBezTo>
                  <a:lnTo>
                    <a:pt x="3917" y="2727"/>
                  </a:lnTo>
                  <a:cubicBezTo>
                    <a:pt x="3943" y="2778"/>
                    <a:pt x="4006" y="2817"/>
                    <a:pt x="4066" y="2817"/>
                  </a:cubicBezTo>
                  <a:cubicBezTo>
                    <a:pt x="4089" y="2817"/>
                    <a:pt x="4112" y="2811"/>
                    <a:pt x="4131" y="2798"/>
                  </a:cubicBezTo>
                  <a:cubicBezTo>
                    <a:pt x="4215" y="2774"/>
                    <a:pt x="4239" y="2667"/>
                    <a:pt x="4191" y="2572"/>
                  </a:cubicBezTo>
                  <a:lnTo>
                    <a:pt x="3774" y="1786"/>
                  </a:lnTo>
                  <a:cubicBezTo>
                    <a:pt x="3655" y="1560"/>
                    <a:pt x="3417" y="1417"/>
                    <a:pt x="3155" y="1417"/>
                  </a:cubicBezTo>
                  <a:lnTo>
                    <a:pt x="2274" y="1417"/>
                  </a:lnTo>
                  <a:lnTo>
                    <a:pt x="2274" y="167"/>
                  </a:lnTo>
                  <a:cubicBezTo>
                    <a:pt x="2274" y="71"/>
                    <a:pt x="2203" y="0"/>
                    <a:pt x="210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58"/>
            <p:cNvSpPr/>
            <p:nvPr/>
          </p:nvSpPr>
          <p:spPr>
            <a:xfrm>
              <a:off x="8099346" y="2059973"/>
              <a:ext cx="119385" cy="56016"/>
            </a:xfrm>
            <a:custGeom>
              <a:rect b="b" l="l" r="r" t="t"/>
              <a:pathLst>
                <a:path extrusionOk="0" h="1760" w="3751">
                  <a:moveTo>
                    <a:pt x="1870" y="0"/>
                  </a:moveTo>
                  <a:cubicBezTo>
                    <a:pt x="1786" y="0"/>
                    <a:pt x="1715" y="72"/>
                    <a:pt x="1715" y="155"/>
                  </a:cubicBezTo>
                  <a:lnTo>
                    <a:pt x="1715" y="714"/>
                  </a:lnTo>
                  <a:lnTo>
                    <a:pt x="774" y="714"/>
                  </a:lnTo>
                  <a:cubicBezTo>
                    <a:pt x="584" y="714"/>
                    <a:pt x="405" y="810"/>
                    <a:pt x="310" y="988"/>
                  </a:cubicBezTo>
                  <a:lnTo>
                    <a:pt x="48" y="1512"/>
                  </a:lnTo>
                  <a:cubicBezTo>
                    <a:pt x="0" y="1584"/>
                    <a:pt x="24" y="1691"/>
                    <a:pt x="120" y="1738"/>
                  </a:cubicBezTo>
                  <a:cubicBezTo>
                    <a:pt x="141" y="1753"/>
                    <a:pt x="167" y="1760"/>
                    <a:pt x="192" y="1760"/>
                  </a:cubicBezTo>
                  <a:cubicBezTo>
                    <a:pt x="251" y="1760"/>
                    <a:pt x="313" y="1725"/>
                    <a:pt x="346" y="1667"/>
                  </a:cubicBezTo>
                  <a:lnTo>
                    <a:pt x="608" y="1143"/>
                  </a:lnTo>
                  <a:cubicBezTo>
                    <a:pt x="643" y="1084"/>
                    <a:pt x="715" y="1036"/>
                    <a:pt x="774" y="1036"/>
                  </a:cubicBezTo>
                  <a:lnTo>
                    <a:pt x="2977" y="1036"/>
                  </a:lnTo>
                  <a:cubicBezTo>
                    <a:pt x="3048" y="1036"/>
                    <a:pt x="3108" y="1084"/>
                    <a:pt x="3144" y="1143"/>
                  </a:cubicBezTo>
                  <a:lnTo>
                    <a:pt x="3406" y="1667"/>
                  </a:lnTo>
                  <a:cubicBezTo>
                    <a:pt x="3441" y="1727"/>
                    <a:pt x="3501" y="1750"/>
                    <a:pt x="3560" y="1750"/>
                  </a:cubicBezTo>
                  <a:cubicBezTo>
                    <a:pt x="3584" y="1750"/>
                    <a:pt x="3620" y="1750"/>
                    <a:pt x="3632" y="1738"/>
                  </a:cubicBezTo>
                  <a:cubicBezTo>
                    <a:pt x="3715" y="1691"/>
                    <a:pt x="3751" y="1584"/>
                    <a:pt x="3703" y="1512"/>
                  </a:cubicBezTo>
                  <a:lnTo>
                    <a:pt x="3441" y="988"/>
                  </a:lnTo>
                  <a:cubicBezTo>
                    <a:pt x="3346" y="810"/>
                    <a:pt x="3168" y="714"/>
                    <a:pt x="2977" y="714"/>
                  </a:cubicBezTo>
                  <a:lnTo>
                    <a:pt x="2036" y="714"/>
                  </a:lnTo>
                  <a:lnTo>
                    <a:pt x="2036" y="155"/>
                  </a:lnTo>
                  <a:cubicBezTo>
                    <a:pt x="2036" y="72"/>
                    <a:pt x="1965" y="0"/>
                    <a:pt x="187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58"/>
            <p:cNvSpPr/>
            <p:nvPr/>
          </p:nvSpPr>
          <p:spPr>
            <a:xfrm>
              <a:off x="8170194" y="2189925"/>
              <a:ext cx="135331" cy="89849"/>
            </a:xfrm>
            <a:custGeom>
              <a:rect b="b" l="l" r="r" t="t"/>
              <a:pathLst>
                <a:path extrusionOk="0" h="2823" w="4252">
                  <a:moveTo>
                    <a:pt x="2132" y="1"/>
                  </a:moveTo>
                  <a:cubicBezTo>
                    <a:pt x="2049" y="1"/>
                    <a:pt x="1965" y="84"/>
                    <a:pt x="1965" y="168"/>
                  </a:cubicBezTo>
                  <a:lnTo>
                    <a:pt x="1965" y="1418"/>
                  </a:lnTo>
                  <a:lnTo>
                    <a:pt x="1096" y="1418"/>
                  </a:lnTo>
                  <a:cubicBezTo>
                    <a:pt x="834" y="1418"/>
                    <a:pt x="596" y="1573"/>
                    <a:pt x="465" y="1787"/>
                  </a:cubicBezTo>
                  <a:lnTo>
                    <a:pt x="49" y="2585"/>
                  </a:lnTo>
                  <a:cubicBezTo>
                    <a:pt x="1" y="2656"/>
                    <a:pt x="37" y="2763"/>
                    <a:pt x="120" y="2799"/>
                  </a:cubicBezTo>
                  <a:cubicBezTo>
                    <a:pt x="148" y="2815"/>
                    <a:pt x="177" y="2823"/>
                    <a:pt x="205" y="2823"/>
                  </a:cubicBezTo>
                  <a:cubicBezTo>
                    <a:pt x="262" y="2823"/>
                    <a:pt x="314" y="2791"/>
                    <a:pt x="346" y="2727"/>
                  </a:cubicBezTo>
                  <a:lnTo>
                    <a:pt x="763" y="1942"/>
                  </a:lnTo>
                  <a:cubicBezTo>
                    <a:pt x="822" y="1823"/>
                    <a:pt x="953" y="1751"/>
                    <a:pt x="1096" y="1751"/>
                  </a:cubicBezTo>
                  <a:lnTo>
                    <a:pt x="3180" y="1751"/>
                  </a:lnTo>
                  <a:cubicBezTo>
                    <a:pt x="3311" y="1751"/>
                    <a:pt x="3430" y="1823"/>
                    <a:pt x="3501" y="1942"/>
                  </a:cubicBezTo>
                  <a:lnTo>
                    <a:pt x="3918" y="2716"/>
                  </a:lnTo>
                  <a:cubicBezTo>
                    <a:pt x="3954" y="2775"/>
                    <a:pt x="4013" y="2799"/>
                    <a:pt x="4073" y="2799"/>
                  </a:cubicBezTo>
                  <a:cubicBezTo>
                    <a:pt x="4097" y="2799"/>
                    <a:pt x="4132" y="2799"/>
                    <a:pt x="4144" y="2787"/>
                  </a:cubicBezTo>
                  <a:cubicBezTo>
                    <a:pt x="4216" y="2763"/>
                    <a:pt x="4251" y="2656"/>
                    <a:pt x="4204" y="2561"/>
                  </a:cubicBezTo>
                  <a:lnTo>
                    <a:pt x="3787" y="1787"/>
                  </a:lnTo>
                  <a:cubicBezTo>
                    <a:pt x="3668" y="1573"/>
                    <a:pt x="3430" y="1418"/>
                    <a:pt x="3180" y="1418"/>
                  </a:cubicBezTo>
                  <a:lnTo>
                    <a:pt x="2299" y="1418"/>
                  </a:lnTo>
                  <a:lnTo>
                    <a:pt x="2299" y="168"/>
                  </a:lnTo>
                  <a:cubicBezTo>
                    <a:pt x="2299" y="84"/>
                    <a:pt x="2227" y="1"/>
                    <a:pt x="2132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2" name="Google Shape;3692;p58"/>
          <p:cNvGrpSpPr/>
          <p:nvPr/>
        </p:nvGrpSpPr>
        <p:grpSpPr>
          <a:xfrm>
            <a:off x="3279467" y="2749327"/>
            <a:ext cx="407774" cy="356627"/>
            <a:chOff x="4876780" y="2418064"/>
            <a:chExt cx="407774" cy="356627"/>
          </a:xfrm>
        </p:grpSpPr>
        <p:sp>
          <p:nvSpPr>
            <p:cNvPr id="3693" name="Google Shape;3693;p58"/>
            <p:cNvSpPr/>
            <p:nvPr/>
          </p:nvSpPr>
          <p:spPr>
            <a:xfrm>
              <a:off x="4876780" y="2455589"/>
              <a:ext cx="407774" cy="319103"/>
            </a:xfrm>
            <a:custGeom>
              <a:rect b="b" l="l" r="r" t="t"/>
              <a:pathLst>
                <a:path extrusionOk="0" h="10026" w="12812">
                  <a:moveTo>
                    <a:pt x="3608" y="393"/>
                  </a:moveTo>
                  <a:cubicBezTo>
                    <a:pt x="3942" y="393"/>
                    <a:pt x="4216" y="619"/>
                    <a:pt x="4216" y="905"/>
                  </a:cubicBezTo>
                  <a:lnTo>
                    <a:pt x="4216" y="929"/>
                  </a:lnTo>
                  <a:cubicBezTo>
                    <a:pt x="4025" y="857"/>
                    <a:pt x="3811" y="810"/>
                    <a:pt x="3608" y="810"/>
                  </a:cubicBezTo>
                  <a:cubicBezTo>
                    <a:pt x="3382" y="810"/>
                    <a:pt x="3192" y="857"/>
                    <a:pt x="2989" y="929"/>
                  </a:cubicBezTo>
                  <a:lnTo>
                    <a:pt x="2989" y="905"/>
                  </a:lnTo>
                  <a:cubicBezTo>
                    <a:pt x="2989" y="619"/>
                    <a:pt x="3275" y="393"/>
                    <a:pt x="3608" y="393"/>
                  </a:cubicBezTo>
                  <a:close/>
                  <a:moveTo>
                    <a:pt x="3620" y="1179"/>
                  </a:moveTo>
                  <a:cubicBezTo>
                    <a:pt x="4287" y="1179"/>
                    <a:pt x="4835" y="1739"/>
                    <a:pt x="4835" y="2405"/>
                  </a:cubicBezTo>
                  <a:cubicBezTo>
                    <a:pt x="4835" y="2536"/>
                    <a:pt x="4823" y="2655"/>
                    <a:pt x="4775" y="2774"/>
                  </a:cubicBezTo>
                  <a:cubicBezTo>
                    <a:pt x="4239" y="2239"/>
                    <a:pt x="3299" y="2012"/>
                    <a:pt x="3263" y="2012"/>
                  </a:cubicBezTo>
                  <a:cubicBezTo>
                    <a:pt x="3248" y="2009"/>
                    <a:pt x="3233" y="2008"/>
                    <a:pt x="3219" y="2008"/>
                  </a:cubicBezTo>
                  <a:cubicBezTo>
                    <a:pt x="3174" y="2008"/>
                    <a:pt x="3132" y="2021"/>
                    <a:pt x="3096" y="2048"/>
                  </a:cubicBezTo>
                  <a:cubicBezTo>
                    <a:pt x="3049" y="2072"/>
                    <a:pt x="3025" y="2131"/>
                    <a:pt x="3037" y="2191"/>
                  </a:cubicBezTo>
                  <a:cubicBezTo>
                    <a:pt x="3037" y="2215"/>
                    <a:pt x="3025" y="2322"/>
                    <a:pt x="2882" y="2465"/>
                  </a:cubicBezTo>
                  <a:cubicBezTo>
                    <a:pt x="2811" y="2536"/>
                    <a:pt x="2811" y="2655"/>
                    <a:pt x="2882" y="2727"/>
                  </a:cubicBezTo>
                  <a:cubicBezTo>
                    <a:pt x="2924" y="2768"/>
                    <a:pt x="2974" y="2789"/>
                    <a:pt x="3023" y="2789"/>
                  </a:cubicBezTo>
                  <a:cubicBezTo>
                    <a:pt x="3073" y="2789"/>
                    <a:pt x="3120" y="2768"/>
                    <a:pt x="3156" y="2727"/>
                  </a:cubicBezTo>
                  <a:cubicBezTo>
                    <a:pt x="3263" y="2631"/>
                    <a:pt x="3323" y="2524"/>
                    <a:pt x="3358" y="2429"/>
                  </a:cubicBezTo>
                  <a:cubicBezTo>
                    <a:pt x="3680" y="2524"/>
                    <a:pt x="4335" y="2762"/>
                    <a:pt x="4632" y="3179"/>
                  </a:cubicBezTo>
                  <a:cubicBezTo>
                    <a:pt x="4537" y="3655"/>
                    <a:pt x="4120" y="4013"/>
                    <a:pt x="3632" y="4013"/>
                  </a:cubicBezTo>
                  <a:cubicBezTo>
                    <a:pt x="3624" y="4013"/>
                    <a:pt x="3616" y="4013"/>
                    <a:pt x="3608" y="4013"/>
                  </a:cubicBezTo>
                  <a:cubicBezTo>
                    <a:pt x="3083" y="4013"/>
                    <a:pt x="2655" y="3636"/>
                    <a:pt x="2608" y="3120"/>
                  </a:cubicBezTo>
                  <a:cubicBezTo>
                    <a:pt x="2608" y="3084"/>
                    <a:pt x="2596" y="3060"/>
                    <a:pt x="2572" y="3048"/>
                  </a:cubicBezTo>
                  <a:cubicBezTo>
                    <a:pt x="2453" y="2846"/>
                    <a:pt x="2394" y="2631"/>
                    <a:pt x="2394" y="2405"/>
                  </a:cubicBezTo>
                  <a:cubicBezTo>
                    <a:pt x="2394" y="1739"/>
                    <a:pt x="2953" y="1179"/>
                    <a:pt x="3620" y="1179"/>
                  </a:cubicBezTo>
                  <a:close/>
                  <a:moveTo>
                    <a:pt x="4013" y="4334"/>
                  </a:moveTo>
                  <a:lnTo>
                    <a:pt x="4013" y="4536"/>
                  </a:lnTo>
                  <a:cubicBezTo>
                    <a:pt x="4025" y="4596"/>
                    <a:pt x="4037" y="4667"/>
                    <a:pt x="4061" y="4715"/>
                  </a:cubicBezTo>
                  <a:lnTo>
                    <a:pt x="3882" y="4870"/>
                  </a:lnTo>
                  <a:cubicBezTo>
                    <a:pt x="3805" y="4947"/>
                    <a:pt x="3701" y="4986"/>
                    <a:pt x="3598" y="4986"/>
                  </a:cubicBezTo>
                  <a:cubicBezTo>
                    <a:pt x="3495" y="4986"/>
                    <a:pt x="3394" y="4947"/>
                    <a:pt x="3323" y="4870"/>
                  </a:cubicBezTo>
                  <a:lnTo>
                    <a:pt x="3144" y="4715"/>
                  </a:lnTo>
                  <a:cubicBezTo>
                    <a:pt x="3168" y="4656"/>
                    <a:pt x="3180" y="4596"/>
                    <a:pt x="3180" y="4536"/>
                  </a:cubicBezTo>
                  <a:lnTo>
                    <a:pt x="3180" y="4334"/>
                  </a:lnTo>
                  <a:cubicBezTo>
                    <a:pt x="3323" y="4382"/>
                    <a:pt x="3454" y="4394"/>
                    <a:pt x="3596" y="4394"/>
                  </a:cubicBezTo>
                  <a:cubicBezTo>
                    <a:pt x="3751" y="4394"/>
                    <a:pt x="3882" y="4382"/>
                    <a:pt x="4013" y="4334"/>
                  </a:cubicBezTo>
                  <a:close/>
                  <a:moveTo>
                    <a:pt x="6013" y="5977"/>
                  </a:moveTo>
                  <a:lnTo>
                    <a:pt x="6013" y="5989"/>
                  </a:lnTo>
                  <a:lnTo>
                    <a:pt x="6025" y="7596"/>
                  </a:lnTo>
                  <a:cubicBezTo>
                    <a:pt x="6025" y="7596"/>
                    <a:pt x="6025" y="7608"/>
                    <a:pt x="6013" y="7608"/>
                  </a:cubicBezTo>
                  <a:lnTo>
                    <a:pt x="3620" y="7608"/>
                  </a:lnTo>
                  <a:cubicBezTo>
                    <a:pt x="3620" y="7608"/>
                    <a:pt x="3608" y="7608"/>
                    <a:pt x="3608" y="7596"/>
                  </a:cubicBezTo>
                  <a:lnTo>
                    <a:pt x="3608" y="5989"/>
                  </a:lnTo>
                  <a:cubicBezTo>
                    <a:pt x="3608" y="5989"/>
                    <a:pt x="3608" y="5977"/>
                    <a:pt x="3620" y="5977"/>
                  </a:cubicBezTo>
                  <a:close/>
                  <a:moveTo>
                    <a:pt x="4358" y="4941"/>
                  </a:moveTo>
                  <a:lnTo>
                    <a:pt x="4989" y="5263"/>
                  </a:lnTo>
                  <a:cubicBezTo>
                    <a:pt x="5120" y="5334"/>
                    <a:pt x="5216" y="5465"/>
                    <a:pt x="5216" y="5620"/>
                  </a:cubicBezTo>
                  <a:lnTo>
                    <a:pt x="3608" y="5620"/>
                  </a:lnTo>
                  <a:cubicBezTo>
                    <a:pt x="3394" y="5620"/>
                    <a:pt x="3215" y="5799"/>
                    <a:pt x="3215" y="6001"/>
                  </a:cubicBezTo>
                  <a:lnTo>
                    <a:pt x="3215" y="6822"/>
                  </a:lnTo>
                  <a:lnTo>
                    <a:pt x="2787" y="6822"/>
                  </a:lnTo>
                  <a:lnTo>
                    <a:pt x="2787" y="6060"/>
                  </a:lnTo>
                  <a:cubicBezTo>
                    <a:pt x="2787" y="5965"/>
                    <a:pt x="2692" y="5870"/>
                    <a:pt x="2596" y="5870"/>
                  </a:cubicBezTo>
                  <a:cubicBezTo>
                    <a:pt x="2489" y="5870"/>
                    <a:pt x="2394" y="5965"/>
                    <a:pt x="2394" y="6060"/>
                  </a:cubicBezTo>
                  <a:lnTo>
                    <a:pt x="2394" y="7013"/>
                  </a:lnTo>
                  <a:cubicBezTo>
                    <a:pt x="2394" y="7120"/>
                    <a:pt x="2489" y="7203"/>
                    <a:pt x="2596" y="7203"/>
                  </a:cubicBezTo>
                  <a:lnTo>
                    <a:pt x="3203" y="7203"/>
                  </a:lnTo>
                  <a:lnTo>
                    <a:pt x="3203" y="7620"/>
                  </a:lnTo>
                  <a:lnTo>
                    <a:pt x="3203" y="7644"/>
                  </a:lnTo>
                  <a:lnTo>
                    <a:pt x="2382" y="7644"/>
                  </a:lnTo>
                  <a:cubicBezTo>
                    <a:pt x="2156" y="7644"/>
                    <a:pt x="1965" y="7465"/>
                    <a:pt x="1965" y="7227"/>
                  </a:cubicBezTo>
                  <a:lnTo>
                    <a:pt x="1965" y="5632"/>
                  </a:lnTo>
                  <a:lnTo>
                    <a:pt x="2001" y="5632"/>
                  </a:lnTo>
                  <a:cubicBezTo>
                    <a:pt x="2001" y="5465"/>
                    <a:pt x="2084" y="5334"/>
                    <a:pt x="2215" y="5263"/>
                  </a:cubicBezTo>
                  <a:lnTo>
                    <a:pt x="2846" y="4941"/>
                  </a:lnTo>
                  <a:lnTo>
                    <a:pt x="3073" y="5156"/>
                  </a:lnTo>
                  <a:cubicBezTo>
                    <a:pt x="3215" y="5298"/>
                    <a:pt x="3406" y="5382"/>
                    <a:pt x="3608" y="5382"/>
                  </a:cubicBezTo>
                  <a:cubicBezTo>
                    <a:pt x="3799" y="5382"/>
                    <a:pt x="3989" y="5298"/>
                    <a:pt x="4144" y="5156"/>
                  </a:cubicBezTo>
                  <a:lnTo>
                    <a:pt x="4358" y="4941"/>
                  </a:lnTo>
                  <a:close/>
                  <a:moveTo>
                    <a:pt x="12026" y="7989"/>
                  </a:moveTo>
                  <a:lnTo>
                    <a:pt x="12026" y="8418"/>
                  </a:lnTo>
                  <a:lnTo>
                    <a:pt x="787" y="8418"/>
                  </a:lnTo>
                  <a:lnTo>
                    <a:pt x="787" y="7989"/>
                  </a:lnTo>
                  <a:close/>
                  <a:moveTo>
                    <a:pt x="3608" y="0"/>
                  </a:moveTo>
                  <a:cubicBezTo>
                    <a:pt x="3049" y="0"/>
                    <a:pt x="2620" y="405"/>
                    <a:pt x="2620" y="893"/>
                  </a:cubicBezTo>
                  <a:cubicBezTo>
                    <a:pt x="2620" y="977"/>
                    <a:pt x="2632" y="1060"/>
                    <a:pt x="2656" y="1131"/>
                  </a:cubicBezTo>
                  <a:cubicBezTo>
                    <a:pt x="2263" y="1417"/>
                    <a:pt x="2013" y="1881"/>
                    <a:pt x="2013" y="2405"/>
                  </a:cubicBezTo>
                  <a:cubicBezTo>
                    <a:pt x="2013" y="2679"/>
                    <a:pt x="2084" y="2953"/>
                    <a:pt x="2215" y="3191"/>
                  </a:cubicBezTo>
                  <a:cubicBezTo>
                    <a:pt x="2275" y="3596"/>
                    <a:pt x="2501" y="3917"/>
                    <a:pt x="2799" y="4144"/>
                  </a:cubicBezTo>
                  <a:lnTo>
                    <a:pt x="2799" y="4525"/>
                  </a:lnTo>
                  <a:lnTo>
                    <a:pt x="2799" y="4548"/>
                  </a:lnTo>
                  <a:lnTo>
                    <a:pt x="2037" y="4917"/>
                  </a:lnTo>
                  <a:cubicBezTo>
                    <a:pt x="1775" y="5048"/>
                    <a:pt x="1608" y="5322"/>
                    <a:pt x="1608" y="5620"/>
                  </a:cubicBezTo>
                  <a:lnTo>
                    <a:pt x="1608" y="7215"/>
                  </a:lnTo>
                  <a:cubicBezTo>
                    <a:pt x="1608" y="7358"/>
                    <a:pt x="1656" y="7513"/>
                    <a:pt x="1727" y="7632"/>
                  </a:cubicBezTo>
                  <a:lnTo>
                    <a:pt x="191" y="7632"/>
                  </a:lnTo>
                  <a:cubicBezTo>
                    <a:pt x="96" y="7632"/>
                    <a:pt x="1" y="7715"/>
                    <a:pt x="1" y="7823"/>
                  </a:cubicBezTo>
                  <a:cubicBezTo>
                    <a:pt x="1" y="7930"/>
                    <a:pt x="96" y="8013"/>
                    <a:pt x="191" y="8013"/>
                  </a:cubicBezTo>
                  <a:lnTo>
                    <a:pt x="406" y="8013"/>
                  </a:lnTo>
                  <a:lnTo>
                    <a:pt x="406" y="9835"/>
                  </a:lnTo>
                  <a:cubicBezTo>
                    <a:pt x="406" y="9930"/>
                    <a:pt x="489" y="10025"/>
                    <a:pt x="596" y="10025"/>
                  </a:cubicBezTo>
                  <a:cubicBezTo>
                    <a:pt x="703" y="10025"/>
                    <a:pt x="787" y="9930"/>
                    <a:pt x="787" y="9835"/>
                  </a:cubicBezTo>
                  <a:lnTo>
                    <a:pt x="787" y="8823"/>
                  </a:lnTo>
                  <a:lnTo>
                    <a:pt x="12026" y="8823"/>
                  </a:lnTo>
                  <a:lnTo>
                    <a:pt x="12026" y="9835"/>
                  </a:lnTo>
                  <a:cubicBezTo>
                    <a:pt x="12026" y="9930"/>
                    <a:pt x="12121" y="10025"/>
                    <a:pt x="12217" y="10025"/>
                  </a:cubicBezTo>
                  <a:cubicBezTo>
                    <a:pt x="12324" y="10025"/>
                    <a:pt x="12419" y="9930"/>
                    <a:pt x="12419" y="9835"/>
                  </a:cubicBezTo>
                  <a:lnTo>
                    <a:pt x="12419" y="8013"/>
                  </a:lnTo>
                  <a:lnTo>
                    <a:pt x="12621" y="8013"/>
                  </a:lnTo>
                  <a:cubicBezTo>
                    <a:pt x="12728" y="8013"/>
                    <a:pt x="12812" y="7930"/>
                    <a:pt x="12812" y="7823"/>
                  </a:cubicBezTo>
                  <a:cubicBezTo>
                    <a:pt x="12800" y="7704"/>
                    <a:pt x="12717" y="7632"/>
                    <a:pt x="12609" y="7632"/>
                  </a:cubicBezTo>
                  <a:lnTo>
                    <a:pt x="6406" y="7632"/>
                  </a:lnTo>
                  <a:lnTo>
                    <a:pt x="6406" y="7608"/>
                  </a:lnTo>
                  <a:lnTo>
                    <a:pt x="6406" y="6001"/>
                  </a:lnTo>
                  <a:cubicBezTo>
                    <a:pt x="6406" y="5799"/>
                    <a:pt x="6228" y="5620"/>
                    <a:pt x="6013" y="5620"/>
                  </a:cubicBezTo>
                  <a:lnTo>
                    <a:pt x="5597" y="5620"/>
                  </a:lnTo>
                  <a:cubicBezTo>
                    <a:pt x="5597" y="5322"/>
                    <a:pt x="5430" y="5048"/>
                    <a:pt x="5168" y="4917"/>
                  </a:cubicBezTo>
                  <a:lnTo>
                    <a:pt x="4406" y="4548"/>
                  </a:lnTo>
                  <a:lnTo>
                    <a:pt x="4406" y="4525"/>
                  </a:lnTo>
                  <a:lnTo>
                    <a:pt x="4406" y="4144"/>
                  </a:lnTo>
                  <a:cubicBezTo>
                    <a:pt x="4716" y="3929"/>
                    <a:pt x="4942" y="3596"/>
                    <a:pt x="4989" y="3191"/>
                  </a:cubicBezTo>
                  <a:cubicBezTo>
                    <a:pt x="5120" y="2953"/>
                    <a:pt x="5192" y="2667"/>
                    <a:pt x="5192" y="2405"/>
                  </a:cubicBezTo>
                  <a:cubicBezTo>
                    <a:pt x="5192" y="1881"/>
                    <a:pt x="4942" y="1417"/>
                    <a:pt x="4561" y="1131"/>
                  </a:cubicBezTo>
                  <a:cubicBezTo>
                    <a:pt x="4585" y="1060"/>
                    <a:pt x="4585" y="988"/>
                    <a:pt x="4585" y="893"/>
                  </a:cubicBezTo>
                  <a:cubicBezTo>
                    <a:pt x="4585" y="405"/>
                    <a:pt x="4144" y="0"/>
                    <a:pt x="360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58"/>
            <p:cNvSpPr/>
            <p:nvPr/>
          </p:nvSpPr>
          <p:spPr>
            <a:xfrm>
              <a:off x="5017012" y="2666287"/>
              <a:ext cx="25016" cy="12158"/>
            </a:xfrm>
            <a:custGeom>
              <a:rect b="b" l="l" r="r" t="t"/>
              <a:pathLst>
                <a:path extrusionOk="0" h="382" w="786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cubicBezTo>
                    <a:pt x="0" y="298"/>
                    <a:pt x="83" y="381"/>
                    <a:pt x="191" y="381"/>
                  </a:cubicBezTo>
                  <a:lnTo>
                    <a:pt x="595" y="381"/>
                  </a:lnTo>
                  <a:cubicBezTo>
                    <a:pt x="702" y="381"/>
                    <a:pt x="786" y="298"/>
                    <a:pt x="786" y="191"/>
                  </a:cubicBezTo>
                  <a:cubicBezTo>
                    <a:pt x="786" y="83"/>
                    <a:pt x="702" y="0"/>
                    <a:pt x="59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58"/>
            <p:cNvSpPr/>
            <p:nvPr/>
          </p:nvSpPr>
          <p:spPr>
            <a:xfrm>
              <a:off x="5068159" y="2418064"/>
              <a:ext cx="203155" cy="198222"/>
            </a:xfrm>
            <a:custGeom>
              <a:rect b="b" l="l" r="r" t="t"/>
              <a:pathLst>
                <a:path extrusionOk="0" h="6228" w="6383">
                  <a:moveTo>
                    <a:pt x="5608" y="346"/>
                  </a:moveTo>
                  <a:cubicBezTo>
                    <a:pt x="5834" y="346"/>
                    <a:pt x="6025" y="524"/>
                    <a:pt x="6025" y="762"/>
                  </a:cubicBezTo>
                  <a:lnTo>
                    <a:pt x="6025" y="3989"/>
                  </a:lnTo>
                  <a:lnTo>
                    <a:pt x="6013" y="3989"/>
                  </a:lnTo>
                  <a:cubicBezTo>
                    <a:pt x="6013" y="4203"/>
                    <a:pt x="5834" y="4406"/>
                    <a:pt x="5596" y="4406"/>
                  </a:cubicBezTo>
                  <a:lnTo>
                    <a:pt x="3203" y="4406"/>
                  </a:lnTo>
                  <a:cubicBezTo>
                    <a:pt x="3156" y="4406"/>
                    <a:pt x="3132" y="4418"/>
                    <a:pt x="3096" y="4430"/>
                  </a:cubicBezTo>
                  <a:lnTo>
                    <a:pt x="1310" y="5727"/>
                  </a:lnTo>
                  <a:lnTo>
                    <a:pt x="1584" y="4620"/>
                  </a:lnTo>
                  <a:cubicBezTo>
                    <a:pt x="1596" y="4561"/>
                    <a:pt x="1584" y="4501"/>
                    <a:pt x="1548" y="4465"/>
                  </a:cubicBezTo>
                  <a:cubicBezTo>
                    <a:pt x="1512" y="4418"/>
                    <a:pt x="1465" y="4382"/>
                    <a:pt x="1405" y="4382"/>
                  </a:cubicBezTo>
                  <a:lnTo>
                    <a:pt x="810" y="4382"/>
                  </a:lnTo>
                  <a:cubicBezTo>
                    <a:pt x="584" y="4382"/>
                    <a:pt x="393" y="4203"/>
                    <a:pt x="393" y="3965"/>
                  </a:cubicBezTo>
                  <a:lnTo>
                    <a:pt x="393" y="762"/>
                  </a:lnTo>
                  <a:cubicBezTo>
                    <a:pt x="393" y="548"/>
                    <a:pt x="572" y="346"/>
                    <a:pt x="810" y="346"/>
                  </a:cubicBezTo>
                  <a:close/>
                  <a:moveTo>
                    <a:pt x="786" y="0"/>
                  </a:moveTo>
                  <a:cubicBezTo>
                    <a:pt x="358" y="0"/>
                    <a:pt x="0" y="358"/>
                    <a:pt x="0" y="786"/>
                  </a:cubicBezTo>
                  <a:lnTo>
                    <a:pt x="0" y="3989"/>
                  </a:lnTo>
                  <a:cubicBezTo>
                    <a:pt x="0" y="4418"/>
                    <a:pt x="358" y="4775"/>
                    <a:pt x="786" y="4775"/>
                  </a:cubicBezTo>
                  <a:lnTo>
                    <a:pt x="1143" y="4775"/>
                  </a:lnTo>
                  <a:lnTo>
                    <a:pt x="881" y="5870"/>
                  </a:lnTo>
                  <a:cubicBezTo>
                    <a:pt x="846" y="5989"/>
                    <a:pt x="893" y="6108"/>
                    <a:pt x="1000" y="6192"/>
                  </a:cubicBezTo>
                  <a:cubicBezTo>
                    <a:pt x="1048" y="6216"/>
                    <a:pt x="1108" y="6227"/>
                    <a:pt x="1167" y="6227"/>
                  </a:cubicBezTo>
                  <a:cubicBezTo>
                    <a:pt x="1227" y="6227"/>
                    <a:pt x="1286" y="6216"/>
                    <a:pt x="1322" y="6168"/>
                  </a:cubicBezTo>
                  <a:lnTo>
                    <a:pt x="3263" y="4775"/>
                  </a:lnTo>
                  <a:lnTo>
                    <a:pt x="5596" y="4775"/>
                  </a:lnTo>
                  <a:cubicBezTo>
                    <a:pt x="6025" y="4775"/>
                    <a:pt x="6382" y="4418"/>
                    <a:pt x="6382" y="3989"/>
                  </a:cubicBezTo>
                  <a:lnTo>
                    <a:pt x="6382" y="786"/>
                  </a:lnTo>
                  <a:cubicBezTo>
                    <a:pt x="6382" y="358"/>
                    <a:pt x="6025" y="0"/>
                    <a:pt x="559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58"/>
            <p:cNvSpPr/>
            <p:nvPr/>
          </p:nvSpPr>
          <p:spPr>
            <a:xfrm>
              <a:off x="5106415" y="2456353"/>
              <a:ext cx="31509" cy="12158"/>
            </a:xfrm>
            <a:custGeom>
              <a:rect b="b" l="l" r="r" t="t"/>
              <a:pathLst>
                <a:path extrusionOk="0" h="382" w="99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cubicBezTo>
                    <a:pt x="1" y="298"/>
                    <a:pt x="96" y="381"/>
                    <a:pt x="203" y="381"/>
                  </a:cubicBezTo>
                  <a:lnTo>
                    <a:pt x="799" y="381"/>
                  </a:lnTo>
                  <a:cubicBezTo>
                    <a:pt x="894" y="381"/>
                    <a:pt x="989" y="298"/>
                    <a:pt x="989" y="191"/>
                  </a:cubicBezTo>
                  <a:cubicBezTo>
                    <a:pt x="989" y="83"/>
                    <a:pt x="894" y="0"/>
                    <a:pt x="79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58"/>
            <p:cNvSpPr/>
            <p:nvPr/>
          </p:nvSpPr>
          <p:spPr>
            <a:xfrm>
              <a:off x="5151133" y="2456353"/>
              <a:ext cx="82274" cy="12158"/>
            </a:xfrm>
            <a:custGeom>
              <a:rect b="b" l="l" r="r" t="t"/>
              <a:pathLst>
                <a:path extrusionOk="0" h="382" w="2585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2394" y="381"/>
                  </a:lnTo>
                  <a:cubicBezTo>
                    <a:pt x="2501" y="381"/>
                    <a:pt x="2584" y="298"/>
                    <a:pt x="2584" y="191"/>
                  </a:cubicBezTo>
                  <a:cubicBezTo>
                    <a:pt x="2584" y="83"/>
                    <a:pt x="2501" y="0"/>
                    <a:pt x="239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58"/>
            <p:cNvSpPr/>
            <p:nvPr/>
          </p:nvSpPr>
          <p:spPr>
            <a:xfrm>
              <a:off x="5106415" y="2488180"/>
              <a:ext cx="126992" cy="12158"/>
            </a:xfrm>
            <a:custGeom>
              <a:rect b="b" l="l" r="r" t="t"/>
              <a:pathLst>
                <a:path extrusionOk="0" h="382" w="399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cubicBezTo>
                    <a:pt x="1" y="298"/>
                    <a:pt x="96" y="381"/>
                    <a:pt x="203" y="381"/>
                  </a:cubicBezTo>
                  <a:lnTo>
                    <a:pt x="3799" y="381"/>
                  </a:lnTo>
                  <a:cubicBezTo>
                    <a:pt x="3906" y="381"/>
                    <a:pt x="3989" y="298"/>
                    <a:pt x="3989" y="191"/>
                  </a:cubicBezTo>
                  <a:cubicBezTo>
                    <a:pt x="3978" y="83"/>
                    <a:pt x="3906" y="0"/>
                    <a:pt x="379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58"/>
            <p:cNvSpPr/>
            <p:nvPr/>
          </p:nvSpPr>
          <p:spPr>
            <a:xfrm>
              <a:off x="5106415" y="2519626"/>
              <a:ext cx="82656" cy="12540"/>
            </a:xfrm>
            <a:custGeom>
              <a:rect b="b" l="l" r="r" t="t"/>
              <a:pathLst>
                <a:path extrusionOk="0" h="394" w="2597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cubicBezTo>
                    <a:pt x="1" y="298"/>
                    <a:pt x="96" y="393"/>
                    <a:pt x="203" y="393"/>
                  </a:cubicBezTo>
                  <a:lnTo>
                    <a:pt x="2394" y="393"/>
                  </a:lnTo>
                  <a:cubicBezTo>
                    <a:pt x="2501" y="393"/>
                    <a:pt x="2596" y="298"/>
                    <a:pt x="2596" y="203"/>
                  </a:cubicBezTo>
                  <a:cubicBezTo>
                    <a:pt x="2585" y="96"/>
                    <a:pt x="2501" y="0"/>
                    <a:pt x="239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58"/>
            <p:cNvSpPr/>
            <p:nvPr/>
          </p:nvSpPr>
          <p:spPr>
            <a:xfrm>
              <a:off x="5202312" y="2519626"/>
              <a:ext cx="31095" cy="12540"/>
            </a:xfrm>
            <a:custGeom>
              <a:rect b="b" l="l" r="r" t="t"/>
              <a:pathLst>
                <a:path extrusionOk="0" h="394" w="977">
                  <a:moveTo>
                    <a:pt x="191" y="0"/>
                  </a:moveTo>
                  <a:cubicBezTo>
                    <a:pt x="84" y="0"/>
                    <a:pt x="0" y="96"/>
                    <a:pt x="0" y="203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786" y="393"/>
                  </a:lnTo>
                  <a:cubicBezTo>
                    <a:pt x="893" y="393"/>
                    <a:pt x="976" y="298"/>
                    <a:pt x="976" y="203"/>
                  </a:cubicBezTo>
                  <a:cubicBezTo>
                    <a:pt x="965" y="96"/>
                    <a:pt x="893" y="0"/>
                    <a:pt x="78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1" name="Google Shape;3701;p58"/>
          <p:cNvGrpSpPr/>
          <p:nvPr/>
        </p:nvGrpSpPr>
        <p:grpSpPr>
          <a:xfrm>
            <a:off x="5218426" y="2863189"/>
            <a:ext cx="371777" cy="349434"/>
            <a:chOff x="6630539" y="2917502"/>
            <a:chExt cx="371777" cy="349434"/>
          </a:xfrm>
        </p:grpSpPr>
        <p:sp>
          <p:nvSpPr>
            <p:cNvPr id="3702" name="Google Shape;3702;p58"/>
            <p:cNvSpPr/>
            <p:nvPr/>
          </p:nvSpPr>
          <p:spPr>
            <a:xfrm>
              <a:off x="6689292" y="3043093"/>
              <a:ext cx="92109" cy="30586"/>
            </a:xfrm>
            <a:custGeom>
              <a:rect b="b" l="l" r="r" t="t"/>
              <a:pathLst>
                <a:path extrusionOk="0" h="961" w="2894">
                  <a:moveTo>
                    <a:pt x="1164" y="1"/>
                  </a:moveTo>
                  <a:cubicBezTo>
                    <a:pt x="816" y="1"/>
                    <a:pt x="501" y="36"/>
                    <a:pt x="298" y="67"/>
                  </a:cubicBezTo>
                  <a:cubicBezTo>
                    <a:pt x="119" y="91"/>
                    <a:pt x="0" y="246"/>
                    <a:pt x="0" y="401"/>
                  </a:cubicBezTo>
                  <a:lnTo>
                    <a:pt x="0" y="794"/>
                  </a:lnTo>
                  <a:cubicBezTo>
                    <a:pt x="0" y="877"/>
                    <a:pt x="72" y="960"/>
                    <a:pt x="155" y="960"/>
                  </a:cubicBezTo>
                  <a:cubicBezTo>
                    <a:pt x="250" y="960"/>
                    <a:pt x="322" y="877"/>
                    <a:pt x="322" y="794"/>
                  </a:cubicBezTo>
                  <a:lnTo>
                    <a:pt x="322" y="401"/>
                  </a:lnTo>
                  <a:cubicBezTo>
                    <a:pt x="322" y="401"/>
                    <a:pt x="322" y="389"/>
                    <a:pt x="334" y="389"/>
                  </a:cubicBezTo>
                  <a:cubicBezTo>
                    <a:pt x="511" y="361"/>
                    <a:pt x="812" y="318"/>
                    <a:pt x="1157" y="318"/>
                  </a:cubicBezTo>
                  <a:cubicBezTo>
                    <a:pt x="1253" y="318"/>
                    <a:pt x="1352" y="321"/>
                    <a:pt x="1453" y="329"/>
                  </a:cubicBezTo>
                  <a:cubicBezTo>
                    <a:pt x="1989" y="365"/>
                    <a:pt x="2382" y="496"/>
                    <a:pt x="2596" y="734"/>
                  </a:cubicBezTo>
                  <a:cubicBezTo>
                    <a:pt x="2626" y="764"/>
                    <a:pt x="2670" y="779"/>
                    <a:pt x="2715" y="779"/>
                  </a:cubicBezTo>
                  <a:cubicBezTo>
                    <a:pt x="2760" y="779"/>
                    <a:pt x="2804" y="764"/>
                    <a:pt x="2834" y="734"/>
                  </a:cubicBezTo>
                  <a:cubicBezTo>
                    <a:pt x="2894" y="675"/>
                    <a:pt x="2894" y="567"/>
                    <a:pt x="2834" y="508"/>
                  </a:cubicBezTo>
                  <a:cubicBezTo>
                    <a:pt x="2437" y="103"/>
                    <a:pt x="1753" y="1"/>
                    <a:pt x="1164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58"/>
            <p:cNvSpPr/>
            <p:nvPr/>
          </p:nvSpPr>
          <p:spPr>
            <a:xfrm>
              <a:off x="6630539" y="2993315"/>
              <a:ext cx="208852" cy="273621"/>
            </a:xfrm>
            <a:custGeom>
              <a:rect b="b" l="l" r="r" t="t"/>
              <a:pathLst>
                <a:path extrusionOk="0" h="8597" w="6562">
                  <a:moveTo>
                    <a:pt x="5132" y="334"/>
                  </a:moveTo>
                  <a:lnTo>
                    <a:pt x="5132" y="1988"/>
                  </a:lnTo>
                  <a:cubicBezTo>
                    <a:pt x="5132" y="2239"/>
                    <a:pt x="5073" y="2477"/>
                    <a:pt x="4966" y="2703"/>
                  </a:cubicBezTo>
                  <a:cubicBezTo>
                    <a:pt x="4954" y="2727"/>
                    <a:pt x="4954" y="2739"/>
                    <a:pt x="4954" y="2774"/>
                  </a:cubicBezTo>
                  <a:lnTo>
                    <a:pt x="4954" y="3262"/>
                  </a:lnTo>
                  <a:cubicBezTo>
                    <a:pt x="4954" y="3727"/>
                    <a:pt x="4763" y="4155"/>
                    <a:pt x="4430" y="4465"/>
                  </a:cubicBezTo>
                  <a:cubicBezTo>
                    <a:pt x="4108" y="4765"/>
                    <a:pt x="3713" y="4920"/>
                    <a:pt x="3275" y="4920"/>
                  </a:cubicBezTo>
                  <a:cubicBezTo>
                    <a:pt x="3243" y="4920"/>
                    <a:pt x="3212" y="4919"/>
                    <a:pt x="3180" y="4917"/>
                  </a:cubicBezTo>
                  <a:cubicBezTo>
                    <a:pt x="2299" y="4882"/>
                    <a:pt x="1620" y="4120"/>
                    <a:pt x="1620" y="3215"/>
                  </a:cubicBezTo>
                  <a:lnTo>
                    <a:pt x="1620" y="2786"/>
                  </a:lnTo>
                  <a:cubicBezTo>
                    <a:pt x="1620" y="2762"/>
                    <a:pt x="1620" y="2739"/>
                    <a:pt x="1608" y="2715"/>
                  </a:cubicBezTo>
                  <a:cubicBezTo>
                    <a:pt x="1501" y="2489"/>
                    <a:pt x="1441" y="2239"/>
                    <a:pt x="1441" y="2000"/>
                  </a:cubicBezTo>
                  <a:lnTo>
                    <a:pt x="1441" y="1631"/>
                  </a:lnTo>
                  <a:cubicBezTo>
                    <a:pt x="1441" y="917"/>
                    <a:pt x="2025" y="334"/>
                    <a:pt x="2739" y="334"/>
                  </a:cubicBezTo>
                  <a:close/>
                  <a:moveTo>
                    <a:pt x="4204" y="5048"/>
                  </a:moveTo>
                  <a:lnTo>
                    <a:pt x="4204" y="5358"/>
                  </a:lnTo>
                  <a:lnTo>
                    <a:pt x="3287" y="6001"/>
                  </a:lnTo>
                  <a:lnTo>
                    <a:pt x="2358" y="5358"/>
                  </a:lnTo>
                  <a:lnTo>
                    <a:pt x="2358" y="5048"/>
                  </a:lnTo>
                  <a:cubicBezTo>
                    <a:pt x="2596" y="5179"/>
                    <a:pt x="2870" y="5263"/>
                    <a:pt x="3156" y="5275"/>
                  </a:cubicBezTo>
                  <a:lnTo>
                    <a:pt x="3287" y="5275"/>
                  </a:lnTo>
                  <a:cubicBezTo>
                    <a:pt x="3608" y="5275"/>
                    <a:pt x="3930" y="5203"/>
                    <a:pt x="4204" y="5048"/>
                  </a:cubicBezTo>
                  <a:close/>
                  <a:moveTo>
                    <a:pt x="2203" y="5668"/>
                  </a:moveTo>
                  <a:lnTo>
                    <a:pt x="3001" y="6227"/>
                  </a:lnTo>
                  <a:lnTo>
                    <a:pt x="2584" y="6656"/>
                  </a:lnTo>
                  <a:lnTo>
                    <a:pt x="2573" y="6656"/>
                  </a:lnTo>
                  <a:lnTo>
                    <a:pt x="2037" y="5858"/>
                  </a:lnTo>
                  <a:lnTo>
                    <a:pt x="2203" y="5668"/>
                  </a:lnTo>
                  <a:close/>
                  <a:moveTo>
                    <a:pt x="4359" y="5668"/>
                  </a:moveTo>
                  <a:lnTo>
                    <a:pt x="4525" y="5858"/>
                  </a:lnTo>
                  <a:lnTo>
                    <a:pt x="4001" y="6656"/>
                  </a:lnTo>
                  <a:lnTo>
                    <a:pt x="3989" y="6656"/>
                  </a:lnTo>
                  <a:lnTo>
                    <a:pt x="3549" y="6227"/>
                  </a:lnTo>
                  <a:lnTo>
                    <a:pt x="4359" y="5668"/>
                  </a:lnTo>
                  <a:close/>
                  <a:moveTo>
                    <a:pt x="2739" y="0"/>
                  </a:moveTo>
                  <a:cubicBezTo>
                    <a:pt x="1822" y="0"/>
                    <a:pt x="1096" y="738"/>
                    <a:pt x="1096" y="1643"/>
                  </a:cubicBezTo>
                  <a:lnTo>
                    <a:pt x="1096" y="2012"/>
                  </a:lnTo>
                  <a:cubicBezTo>
                    <a:pt x="1096" y="2298"/>
                    <a:pt x="1156" y="2584"/>
                    <a:pt x="1275" y="2846"/>
                  </a:cubicBezTo>
                  <a:lnTo>
                    <a:pt x="1275" y="3239"/>
                  </a:lnTo>
                  <a:cubicBezTo>
                    <a:pt x="1275" y="3870"/>
                    <a:pt x="1561" y="4453"/>
                    <a:pt x="2001" y="4822"/>
                  </a:cubicBezTo>
                  <a:lnTo>
                    <a:pt x="2001" y="5406"/>
                  </a:lnTo>
                  <a:lnTo>
                    <a:pt x="1692" y="5739"/>
                  </a:lnTo>
                  <a:cubicBezTo>
                    <a:pt x="1668" y="5763"/>
                    <a:pt x="1644" y="5822"/>
                    <a:pt x="1644" y="5870"/>
                  </a:cubicBezTo>
                  <a:lnTo>
                    <a:pt x="596" y="6251"/>
                  </a:lnTo>
                  <a:cubicBezTo>
                    <a:pt x="239" y="6394"/>
                    <a:pt x="1" y="6727"/>
                    <a:pt x="1" y="7108"/>
                  </a:cubicBezTo>
                  <a:lnTo>
                    <a:pt x="1" y="8418"/>
                  </a:lnTo>
                  <a:cubicBezTo>
                    <a:pt x="1" y="8501"/>
                    <a:pt x="72" y="8573"/>
                    <a:pt x="156" y="8573"/>
                  </a:cubicBezTo>
                  <a:cubicBezTo>
                    <a:pt x="251" y="8573"/>
                    <a:pt x="322" y="8501"/>
                    <a:pt x="322" y="8418"/>
                  </a:cubicBezTo>
                  <a:lnTo>
                    <a:pt x="322" y="7108"/>
                  </a:lnTo>
                  <a:cubicBezTo>
                    <a:pt x="322" y="6870"/>
                    <a:pt x="477" y="6656"/>
                    <a:pt x="691" y="6584"/>
                  </a:cubicBezTo>
                  <a:lnTo>
                    <a:pt x="1811" y="6179"/>
                  </a:lnTo>
                  <a:lnTo>
                    <a:pt x="2275" y="6882"/>
                  </a:lnTo>
                  <a:cubicBezTo>
                    <a:pt x="2334" y="6965"/>
                    <a:pt x="2418" y="7025"/>
                    <a:pt x="2525" y="7025"/>
                  </a:cubicBezTo>
                  <a:lnTo>
                    <a:pt x="2561" y="7025"/>
                  </a:lnTo>
                  <a:cubicBezTo>
                    <a:pt x="2644" y="7025"/>
                    <a:pt x="2739" y="7001"/>
                    <a:pt x="2811" y="6930"/>
                  </a:cubicBezTo>
                  <a:lnTo>
                    <a:pt x="3096" y="6644"/>
                  </a:lnTo>
                  <a:lnTo>
                    <a:pt x="3096" y="8430"/>
                  </a:lnTo>
                  <a:cubicBezTo>
                    <a:pt x="3096" y="8513"/>
                    <a:pt x="3168" y="8596"/>
                    <a:pt x="3251" y="8596"/>
                  </a:cubicBezTo>
                  <a:cubicBezTo>
                    <a:pt x="3346" y="8596"/>
                    <a:pt x="3418" y="8513"/>
                    <a:pt x="3418" y="8430"/>
                  </a:cubicBezTo>
                  <a:lnTo>
                    <a:pt x="3418" y="6644"/>
                  </a:lnTo>
                  <a:lnTo>
                    <a:pt x="3704" y="6930"/>
                  </a:lnTo>
                  <a:cubicBezTo>
                    <a:pt x="3763" y="6989"/>
                    <a:pt x="3870" y="7025"/>
                    <a:pt x="3954" y="7025"/>
                  </a:cubicBezTo>
                  <a:lnTo>
                    <a:pt x="3989" y="7025"/>
                  </a:lnTo>
                  <a:cubicBezTo>
                    <a:pt x="4085" y="7013"/>
                    <a:pt x="4180" y="6953"/>
                    <a:pt x="4239" y="6882"/>
                  </a:cubicBezTo>
                  <a:lnTo>
                    <a:pt x="4704" y="6179"/>
                  </a:lnTo>
                  <a:lnTo>
                    <a:pt x="5811" y="6584"/>
                  </a:lnTo>
                  <a:cubicBezTo>
                    <a:pt x="6037" y="6656"/>
                    <a:pt x="6192" y="6882"/>
                    <a:pt x="6192" y="7108"/>
                  </a:cubicBezTo>
                  <a:lnTo>
                    <a:pt x="6192" y="8418"/>
                  </a:lnTo>
                  <a:cubicBezTo>
                    <a:pt x="6192" y="8501"/>
                    <a:pt x="6264" y="8573"/>
                    <a:pt x="6347" y="8573"/>
                  </a:cubicBezTo>
                  <a:cubicBezTo>
                    <a:pt x="6442" y="8573"/>
                    <a:pt x="6514" y="8501"/>
                    <a:pt x="6514" y="8418"/>
                  </a:cubicBezTo>
                  <a:lnTo>
                    <a:pt x="6514" y="7108"/>
                  </a:lnTo>
                  <a:cubicBezTo>
                    <a:pt x="6561" y="6703"/>
                    <a:pt x="6323" y="6370"/>
                    <a:pt x="5966" y="6239"/>
                  </a:cubicBezTo>
                  <a:lnTo>
                    <a:pt x="4906" y="5858"/>
                  </a:lnTo>
                  <a:cubicBezTo>
                    <a:pt x="4906" y="5810"/>
                    <a:pt x="4894" y="5763"/>
                    <a:pt x="4859" y="5715"/>
                  </a:cubicBezTo>
                  <a:lnTo>
                    <a:pt x="4549" y="5394"/>
                  </a:lnTo>
                  <a:lnTo>
                    <a:pt x="4549" y="4822"/>
                  </a:lnTo>
                  <a:cubicBezTo>
                    <a:pt x="4585" y="4798"/>
                    <a:pt x="4609" y="4763"/>
                    <a:pt x="4656" y="4739"/>
                  </a:cubicBezTo>
                  <a:cubicBezTo>
                    <a:pt x="5061" y="4370"/>
                    <a:pt x="5275" y="3822"/>
                    <a:pt x="5275" y="3274"/>
                  </a:cubicBezTo>
                  <a:lnTo>
                    <a:pt x="5275" y="2834"/>
                  </a:lnTo>
                  <a:cubicBezTo>
                    <a:pt x="5394" y="2560"/>
                    <a:pt x="5454" y="2286"/>
                    <a:pt x="5454" y="2000"/>
                  </a:cubicBezTo>
                  <a:lnTo>
                    <a:pt x="5454" y="167"/>
                  </a:lnTo>
                  <a:cubicBezTo>
                    <a:pt x="5454" y="83"/>
                    <a:pt x="5382" y="0"/>
                    <a:pt x="529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58"/>
            <p:cNvSpPr/>
            <p:nvPr/>
          </p:nvSpPr>
          <p:spPr>
            <a:xfrm>
              <a:off x="6665804" y="3232053"/>
              <a:ext cx="10630" cy="33737"/>
            </a:xfrm>
            <a:custGeom>
              <a:rect b="b" l="l" r="r" t="t"/>
              <a:pathLst>
                <a:path extrusionOk="0" h="1060" w="334">
                  <a:moveTo>
                    <a:pt x="167" y="0"/>
                  </a:moveTo>
                  <a:cubicBezTo>
                    <a:pt x="83" y="0"/>
                    <a:pt x="0" y="83"/>
                    <a:pt x="0" y="167"/>
                  </a:cubicBezTo>
                  <a:lnTo>
                    <a:pt x="0" y="893"/>
                  </a:lnTo>
                  <a:cubicBezTo>
                    <a:pt x="0" y="988"/>
                    <a:pt x="83" y="1060"/>
                    <a:pt x="167" y="1060"/>
                  </a:cubicBezTo>
                  <a:cubicBezTo>
                    <a:pt x="262" y="1060"/>
                    <a:pt x="333" y="988"/>
                    <a:pt x="333" y="893"/>
                  </a:cubicBezTo>
                  <a:lnTo>
                    <a:pt x="333" y="167"/>
                  </a:lnTo>
                  <a:cubicBezTo>
                    <a:pt x="333" y="83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58"/>
            <p:cNvSpPr/>
            <p:nvPr/>
          </p:nvSpPr>
          <p:spPr>
            <a:xfrm>
              <a:off x="6793877" y="3232053"/>
              <a:ext cx="10248" cy="33737"/>
            </a:xfrm>
            <a:custGeom>
              <a:rect b="b" l="l" r="r" t="t"/>
              <a:pathLst>
                <a:path extrusionOk="0" h="1060" w="322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893"/>
                  </a:lnTo>
                  <a:cubicBezTo>
                    <a:pt x="0" y="988"/>
                    <a:pt x="72" y="1060"/>
                    <a:pt x="167" y="1060"/>
                  </a:cubicBezTo>
                  <a:cubicBezTo>
                    <a:pt x="250" y="1060"/>
                    <a:pt x="322" y="988"/>
                    <a:pt x="322" y="893"/>
                  </a:cubicBezTo>
                  <a:lnTo>
                    <a:pt x="322" y="167"/>
                  </a:lnTo>
                  <a:cubicBezTo>
                    <a:pt x="322" y="83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58"/>
            <p:cNvSpPr/>
            <p:nvPr/>
          </p:nvSpPr>
          <p:spPr>
            <a:xfrm>
              <a:off x="6828347" y="2952766"/>
              <a:ext cx="173969" cy="181162"/>
            </a:xfrm>
            <a:custGeom>
              <a:rect b="b" l="l" r="r" t="t"/>
              <a:pathLst>
                <a:path extrusionOk="0" h="5692" w="5466">
                  <a:moveTo>
                    <a:pt x="3847" y="0"/>
                  </a:moveTo>
                  <a:cubicBezTo>
                    <a:pt x="3751" y="0"/>
                    <a:pt x="3680" y="72"/>
                    <a:pt x="3680" y="167"/>
                  </a:cubicBezTo>
                  <a:cubicBezTo>
                    <a:pt x="3680" y="250"/>
                    <a:pt x="3751" y="322"/>
                    <a:pt x="3847" y="322"/>
                  </a:cubicBezTo>
                  <a:lnTo>
                    <a:pt x="4751" y="322"/>
                  </a:lnTo>
                  <a:cubicBezTo>
                    <a:pt x="4954" y="322"/>
                    <a:pt x="5121" y="488"/>
                    <a:pt x="5121" y="703"/>
                  </a:cubicBezTo>
                  <a:lnTo>
                    <a:pt x="5121" y="3643"/>
                  </a:lnTo>
                  <a:cubicBezTo>
                    <a:pt x="5121" y="3858"/>
                    <a:pt x="4954" y="4013"/>
                    <a:pt x="4751" y="4013"/>
                  </a:cubicBezTo>
                  <a:lnTo>
                    <a:pt x="2918" y="4013"/>
                  </a:lnTo>
                  <a:cubicBezTo>
                    <a:pt x="2894" y="4013"/>
                    <a:pt x="2846" y="4036"/>
                    <a:pt x="2811" y="4048"/>
                  </a:cubicBezTo>
                  <a:lnTo>
                    <a:pt x="1180" y="5239"/>
                  </a:lnTo>
                  <a:lnTo>
                    <a:pt x="1180" y="5239"/>
                  </a:lnTo>
                  <a:lnTo>
                    <a:pt x="1430" y="4227"/>
                  </a:lnTo>
                  <a:cubicBezTo>
                    <a:pt x="1442" y="4179"/>
                    <a:pt x="1430" y="4120"/>
                    <a:pt x="1406" y="4072"/>
                  </a:cubicBezTo>
                  <a:cubicBezTo>
                    <a:pt x="1370" y="4036"/>
                    <a:pt x="1311" y="4013"/>
                    <a:pt x="1263" y="4013"/>
                  </a:cubicBezTo>
                  <a:lnTo>
                    <a:pt x="715" y="4013"/>
                  </a:lnTo>
                  <a:cubicBezTo>
                    <a:pt x="513" y="4013"/>
                    <a:pt x="346" y="3858"/>
                    <a:pt x="346" y="3643"/>
                  </a:cubicBezTo>
                  <a:lnTo>
                    <a:pt x="346" y="715"/>
                  </a:lnTo>
                  <a:cubicBezTo>
                    <a:pt x="346" y="500"/>
                    <a:pt x="513" y="345"/>
                    <a:pt x="715" y="345"/>
                  </a:cubicBezTo>
                  <a:lnTo>
                    <a:pt x="1620" y="345"/>
                  </a:lnTo>
                  <a:cubicBezTo>
                    <a:pt x="1715" y="345"/>
                    <a:pt x="1787" y="262"/>
                    <a:pt x="1787" y="179"/>
                  </a:cubicBezTo>
                  <a:cubicBezTo>
                    <a:pt x="1787" y="84"/>
                    <a:pt x="1715" y="12"/>
                    <a:pt x="1620" y="12"/>
                  </a:cubicBezTo>
                  <a:lnTo>
                    <a:pt x="715" y="12"/>
                  </a:lnTo>
                  <a:cubicBezTo>
                    <a:pt x="310" y="12"/>
                    <a:pt x="1" y="345"/>
                    <a:pt x="1" y="726"/>
                  </a:cubicBezTo>
                  <a:lnTo>
                    <a:pt x="1" y="3643"/>
                  </a:lnTo>
                  <a:cubicBezTo>
                    <a:pt x="1" y="4048"/>
                    <a:pt x="334" y="4358"/>
                    <a:pt x="715" y="4358"/>
                  </a:cubicBezTo>
                  <a:lnTo>
                    <a:pt x="1049" y="4358"/>
                  </a:lnTo>
                  <a:lnTo>
                    <a:pt x="787" y="5370"/>
                  </a:lnTo>
                  <a:cubicBezTo>
                    <a:pt x="763" y="5477"/>
                    <a:pt x="811" y="5596"/>
                    <a:pt x="894" y="5656"/>
                  </a:cubicBezTo>
                  <a:cubicBezTo>
                    <a:pt x="941" y="5679"/>
                    <a:pt x="989" y="5691"/>
                    <a:pt x="1049" y="5691"/>
                  </a:cubicBezTo>
                  <a:cubicBezTo>
                    <a:pt x="1108" y="5691"/>
                    <a:pt x="1144" y="5679"/>
                    <a:pt x="1192" y="5656"/>
                  </a:cubicBezTo>
                  <a:lnTo>
                    <a:pt x="2954" y="4370"/>
                  </a:lnTo>
                  <a:lnTo>
                    <a:pt x="4716" y="4370"/>
                  </a:lnTo>
                  <a:cubicBezTo>
                    <a:pt x="5121" y="4370"/>
                    <a:pt x="5430" y="4048"/>
                    <a:pt x="5430" y="3655"/>
                  </a:cubicBezTo>
                  <a:lnTo>
                    <a:pt x="5430" y="726"/>
                  </a:lnTo>
                  <a:cubicBezTo>
                    <a:pt x="5466" y="322"/>
                    <a:pt x="5132" y="0"/>
                    <a:pt x="475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58"/>
            <p:cNvSpPr/>
            <p:nvPr/>
          </p:nvSpPr>
          <p:spPr>
            <a:xfrm>
              <a:off x="6898463" y="2917502"/>
              <a:ext cx="34151" cy="104999"/>
            </a:xfrm>
            <a:custGeom>
              <a:rect b="b" l="l" r="r" t="t"/>
              <a:pathLst>
                <a:path extrusionOk="0" h="3299" w="1073">
                  <a:moveTo>
                    <a:pt x="715" y="346"/>
                  </a:moveTo>
                  <a:lnTo>
                    <a:pt x="548" y="2930"/>
                  </a:lnTo>
                  <a:lnTo>
                    <a:pt x="513" y="2930"/>
                  </a:lnTo>
                  <a:lnTo>
                    <a:pt x="346" y="346"/>
                  </a:lnTo>
                  <a:close/>
                  <a:moveTo>
                    <a:pt x="167" y="1"/>
                  </a:moveTo>
                  <a:cubicBezTo>
                    <a:pt x="120" y="1"/>
                    <a:pt x="72" y="25"/>
                    <a:pt x="48" y="60"/>
                  </a:cubicBezTo>
                  <a:cubicBezTo>
                    <a:pt x="12" y="96"/>
                    <a:pt x="1" y="144"/>
                    <a:pt x="1" y="203"/>
                  </a:cubicBezTo>
                  <a:lnTo>
                    <a:pt x="179" y="3132"/>
                  </a:lnTo>
                  <a:cubicBezTo>
                    <a:pt x="179" y="3216"/>
                    <a:pt x="251" y="3299"/>
                    <a:pt x="346" y="3299"/>
                  </a:cubicBezTo>
                  <a:lnTo>
                    <a:pt x="715" y="3299"/>
                  </a:lnTo>
                  <a:cubicBezTo>
                    <a:pt x="798" y="3299"/>
                    <a:pt x="882" y="3216"/>
                    <a:pt x="882" y="3132"/>
                  </a:cubicBezTo>
                  <a:lnTo>
                    <a:pt x="1060" y="203"/>
                  </a:lnTo>
                  <a:cubicBezTo>
                    <a:pt x="1072" y="144"/>
                    <a:pt x="1048" y="96"/>
                    <a:pt x="1013" y="60"/>
                  </a:cubicBezTo>
                  <a:cubicBezTo>
                    <a:pt x="989" y="37"/>
                    <a:pt x="941" y="1"/>
                    <a:pt x="894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58"/>
            <p:cNvSpPr/>
            <p:nvPr/>
          </p:nvSpPr>
          <p:spPr>
            <a:xfrm>
              <a:off x="6898081" y="3028548"/>
              <a:ext cx="34151" cy="34119"/>
            </a:xfrm>
            <a:custGeom>
              <a:rect b="b" l="l" r="r" t="t"/>
              <a:pathLst>
                <a:path extrusionOk="0" h="1072" w="1073">
                  <a:moveTo>
                    <a:pt x="536" y="346"/>
                  </a:moveTo>
                  <a:cubicBezTo>
                    <a:pt x="644" y="346"/>
                    <a:pt x="727" y="429"/>
                    <a:pt x="727" y="536"/>
                  </a:cubicBezTo>
                  <a:cubicBezTo>
                    <a:pt x="727" y="631"/>
                    <a:pt x="655" y="727"/>
                    <a:pt x="536" y="727"/>
                  </a:cubicBezTo>
                  <a:cubicBezTo>
                    <a:pt x="429" y="727"/>
                    <a:pt x="346" y="631"/>
                    <a:pt x="346" y="536"/>
                  </a:cubicBezTo>
                  <a:cubicBezTo>
                    <a:pt x="346" y="429"/>
                    <a:pt x="429" y="346"/>
                    <a:pt x="536" y="346"/>
                  </a:cubicBezTo>
                  <a:close/>
                  <a:moveTo>
                    <a:pt x="536" y="0"/>
                  </a:moveTo>
                  <a:cubicBezTo>
                    <a:pt x="239" y="0"/>
                    <a:pt x="1" y="239"/>
                    <a:pt x="1" y="536"/>
                  </a:cubicBezTo>
                  <a:cubicBezTo>
                    <a:pt x="1" y="834"/>
                    <a:pt x="239" y="1072"/>
                    <a:pt x="536" y="1072"/>
                  </a:cubicBezTo>
                  <a:cubicBezTo>
                    <a:pt x="834" y="1072"/>
                    <a:pt x="1072" y="834"/>
                    <a:pt x="1072" y="536"/>
                  </a:cubicBezTo>
                  <a:cubicBezTo>
                    <a:pt x="1072" y="239"/>
                    <a:pt x="834" y="0"/>
                    <a:pt x="53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9" name="Google Shape;3709;p58"/>
          <p:cNvSpPr/>
          <p:nvPr/>
        </p:nvSpPr>
        <p:spPr>
          <a:xfrm>
            <a:off x="7144727" y="2857492"/>
            <a:ext cx="361147" cy="360797"/>
          </a:xfrm>
          <a:custGeom>
            <a:rect b="b" l="l" r="r" t="t"/>
            <a:pathLst>
              <a:path extrusionOk="0" h="11336" w="11347">
                <a:moveTo>
                  <a:pt x="2948" y="2991"/>
                </a:moveTo>
                <a:cubicBezTo>
                  <a:pt x="2993" y="2991"/>
                  <a:pt x="3039" y="2994"/>
                  <a:pt x="3084" y="3001"/>
                </a:cubicBezTo>
                <a:cubicBezTo>
                  <a:pt x="3394" y="3060"/>
                  <a:pt x="3656" y="3334"/>
                  <a:pt x="3715" y="3644"/>
                </a:cubicBezTo>
                <a:cubicBezTo>
                  <a:pt x="3775" y="3941"/>
                  <a:pt x="3667" y="4227"/>
                  <a:pt x="3441" y="4418"/>
                </a:cubicBezTo>
                <a:cubicBezTo>
                  <a:pt x="3298" y="4549"/>
                  <a:pt x="3203" y="4739"/>
                  <a:pt x="3203" y="4954"/>
                </a:cubicBezTo>
                <a:lnTo>
                  <a:pt x="3203" y="5311"/>
                </a:lnTo>
                <a:cubicBezTo>
                  <a:pt x="3203" y="5596"/>
                  <a:pt x="3441" y="5835"/>
                  <a:pt x="3727" y="5835"/>
                </a:cubicBezTo>
                <a:lnTo>
                  <a:pt x="5513" y="5835"/>
                </a:lnTo>
                <a:lnTo>
                  <a:pt x="5513" y="7621"/>
                </a:lnTo>
                <a:cubicBezTo>
                  <a:pt x="5513" y="7716"/>
                  <a:pt x="5430" y="7811"/>
                  <a:pt x="5322" y="7811"/>
                </a:cubicBezTo>
                <a:lnTo>
                  <a:pt x="4965" y="7811"/>
                </a:lnTo>
                <a:cubicBezTo>
                  <a:pt x="4858" y="7811"/>
                  <a:pt x="4751" y="7763"/>
                  <a:pt x="4691" y="7692"/>
                </a:cubicBezTo>
                <a:cubicBezTo>
                  <a:pt x="4472" y="7433"/>
                  <a:pt x="4152" y="7282"/>
                  <a:pt x="3809" y="7282"/>
                </a:cubicBezTo>
                <a:cubicBezTo>
                  <a:pt x="3743" y="7282"/>
                  <a:pt x="3675" y="7287"/>
                  <a:pt x="3608" y="7299"/>
                </a:cubicBezTo>
                <a:cubicBezTo>
                  <a:pt x="3167" y="7394"/>
                  <a:pt x="2810" y="7740"/>
                  <a:pt x="2715" y="8180"/>
                </a:cubicBezTo>
                <a:cubicBezTo>
                  <a:pt x="2644" y="8525"/>
                  <a:pt x="2727" y="8883"/>
                  <a:pt x="2941" y="9144"/>
                </a:cubicBezTo>
                <a:cubicBezTo>
                  <a:pt x="3167" y="9418"/>
                  <a:pt x="3477" y="9561"/>
                  <a:pt x="3834" y="9561"/>
                </a:cubicBezTo>
                <a:cubicBezTo>
                  <a:pt x="4179" y="9561"/>
                  <a:pt x="4501" y="9418"/>
                  <a:pt x="4715" y="9144"/>
                </a:cubicBezTo>
                <a:cubicBezTo>
                  <a:pt x="4775" y="9073"/>
                  <a:pt x="4870" y="9025"/>
                  <a:pt x="4977" y="9025"/>
                </a:cubicBezTo>
                <a:lnTo>
                  <a:pt x="5334" y="9025"/>
                </a:lnTo>
                <a:cubicBezTo>
                  <a:pt x="5441" y="9025"/>
                  <a:pt x="5525" y="9121"/>
                  <a:pt x="5525" y="9228"/>
                </a:cubicBezTo>
                <a:lnTo>
                  <a:pt x="5525" y="11014"/>
                </a:lnTo>
                <a:lnTo>
                  <a:pt x="881" y="11014"/>
                </a:lnTo>
                <a:cubicBezTo>
                  <a:pt x="584" y="11014"/>
                  <a:pt x="334" y="10776"/>
                  <a:pt x="334" y="10466"/>
                </a:cubicBezTo>
                <a:lnTo>
                  <a:pt x="334" y="5835"/>
                </a:lnTo>
                <a:lnTo>
                  <a:pt x="2120" y="5835"/>
                </a:lnTo>
                <a:cubicBezTo>
                  <a:pt x="2405" y="5835"/>
                  <a:pt x="2644" y="5596"/>
                  <a:pt x="2644" y="5311"/>
                </a:cubicBezTo>
                <a:lnTo>
                  <a:pt x="2644" y="4954"/>
                </a:lnTo>
                <a:cubicBezTo>
                  <a:pt x="2644" y="4751"/>
                  <a:pt x="2548" y="4549"/>
                  <a:pt x="2405" y="4418"/>
                </a:cubicBezTo>
                <a:cubicBezTo>
                  <a:pt x="2215" y="4275"/>
                  <a:pt x="2108" y="4025"/>
                  <a:pt x="2108" y="3799"/>
                </a:cubicBezTo>
                <a:cubicBezTo>
                  <a:pt x="2108" y="3549"/>
                  <a:pt x="2215" y="3322"/>
                  <a:pt x="2405" y="3168"/>
                </a:cubicBezTo>
                <a:cubicBezTo>
                  <a:pt x="2560" y="3052"/>
                  <a:pt x="2753" y="2991"/>
                  <a:pt x="2948" y="2991"/>
                </a:cubicBezTo>
                <a:close/>
                <a:moveTo>
                  <a:pt x="10418" y="322"/>
                </a:moveTo>
                <a:cubicBezTo>
                  <a:pt x="10716" y="322"/>
                  <a:pt x="10978" y="560"/>
                  <a:pt x="10978" y="882"/>
                </a:cubicBezTo>
                <a:lnTo>
                  <a:pt x="10978" y="5501"/>
                </a:lnTo>
                <a:lnTo>
                  <a:pt x="10811" y="5501"/>
                </a:lnTo>
                <a:cubicBezTo>
                  <a:pt x="10728" y="5501"/>
                  <a:pt x="10645" y="5585"/>
                  <a:pt x="10645" y="5668"/>
                </a:cubicBezTo>
                <a:cubicBezTo>
                  <a:pt x="10645" y="5763"/>
                  <a:pt x="10728" y="5835"/>
                  <a:pt x="10811" y="5835"/>
                </a:cubicBezTo>
                <a:lnTo>
                  <a:pt x="11002" y="5835"/>
                </a:lnTo>
                <a:lnTo>
                  <a:pt x="11002" y="10466"/>
                </a:lnTo>
                <a:cubicBezTo>
                  <a:pt x="11002" y="10764"/>
                  <a:pt x="10764" y="11014"/>
                  <a:pt x="10454" y="11014"/>
                </a:cubicBezTo>
                <a:lnTo>
                  <a:pt x="5846" y="11014"/>
                </a:lnTo>
                <a:lnTo>
                  <a:pt x="5846" y="9228"/>
                </a:lnTo>
                <a:cubicBezTo>
                  <a:pt x="5846" y="8942"/>
                  <a:pt x="5608" y="8704"/>
                  <a:pt x="5322" y="8704"/>
                </a:cubicBezTo>
                <a:lnTo>
                  <a:pt x="4965" y="8704"/>
                </a:lnTo>
                <a:cubicBezTo>
                  <a:pt x="4751" y="8704"/>
                  <a:pt x="4560" y="8799"/>
                  <a:pt x="4429" y="8942"/>
                </a:cubicBezTo>
                <a:cubicBezTo>
                  <a:pt x="4275" y="9133"/>
                  <a:pt x="4037" y="9240"/>
                  <a:pt x="3798" y="9240"/>
                </a:cubicBezTo>
                <a:cubicBezTo>
                  <a:pt x="3560" y="9240"/>
                  <a:pt x="3322" y="9133"/>
                  <a:pt x="3179" y="8942"/>
                </a:cubicBezTo>
                <a:cubicBezTo>
                  <a:pt x="3025" y="8752"/>
                  <a:pt x="2965" y="8502"/>
                  <a:pt x="3013" y="8263"/>
                </a:cubicBezTo>
                <a:cubicBezTo>
                  <a:pt x="3072" y="7942"/>
                  <a:pt x="3346" y="7692"/>
                  <a:pt x="3656" y="7632"/>
                </a:cubicBezTo>
                <a:cubicBezTo>
                  <a:pt x="3710" y="7621"/>
                  <a:pt x="3764" y="7616"/>
                  <a:pt x="3818" y="7616"/>
                </a:cubicBezTo>
                <a:cubicBezTo>
                  <a:pt x="4055" y="7616"/>
                  <a:pt x="4274" y="7722"/>
                  <a:pt x="4429" y="7906"/>
                </a:cubicBezTo>
                <a:cubicBezTo>
                  <a:pt x="4560" y="8049"/>
                  <a:pt x="4751" y="8144"/>
                  <a:pt x="4953" y="8144"/>
                </a:cubicBezTo>
                <a:lnTo>
                  <a:pt x="5311" y="8144"/>
                </a:lnTo>
                <a:cubicBezTo>
                  <a:pt x="5584" y="8144"/>
                  <a:pt x="5822" y="7906"/>
                  <a:pt x="5822" y="7621"/>
                </a:cubicBezTo>
                <a:lnTo>
                  <a:pt x="5822" y="5835"/>
                </a:lnTo>
                <a:lnTo>
                  <a:pt x="7608" y="5835"/>
                </a:lnTo>
                <a:cubicBezTo>
                  <a:pt x="7716" y="5835"/>
                  <a:pt x="7811" y="5918"/>
                  <a:pt x="7811" y="6025"/>
                </a:cubicBezTo>
                <a:lnTo>
                  <a:pt x="7811" y="6382"/>
                </a:lnTo>
                <a:cubicBezTo>
                  <a:pt x="7811" y="6489"/>
                  <a:pt x="7763" y="6597"/>
                  <a:pt x="7692" y="6656"/>
                </a:cubicBezTo>
                <a:cubicBezTo>
                  <a:pt x="7370" y="6918"/>
                  <a:pt x="7227" y="7323"/>
                  <a:pt x="7299" y="7740"/>
                </a:cubicBezTo>
                <a:cubicBezTo>
                  <a:pt x="7394" y="8180"/>
                  <a:pt x="7727" y="8537"/>
                  <a:pt x="8180" y="8633"/>
                </a:cubicBezTo>
                <a:cubicBezTo>
                  <a:pt x="8251" y="8644"/>
                  <a:pt x="8347" y="8656"/>
                  <a:pt x="8418" y="8656"/>
                </a:cubicBezTo>
                <a:cubicBezTo>
                  <a:pt x="8680" y="8656"/>
                  <a:pt x="8942" y="8573"/>
                  <a:pt x="9132" y="8406"/>
                </a:cubicBezTo>
                <a:cubicBezTo>
                  <a:pt x="9394" y="8180"/>
                  <a:pt x="9549" y="7871"/>
                  <a:pt x="9549" y="7513"/>
                </a:cubicBezTo>
                <a:cubicBezTo>
                  <a:pt x="9549" y="7168"/>
                  <a:pt x="9394" y="6847"/>
                  <a:pt x="9132" y="6632"/>
                </a:cubicBezTo>
                <a:cubicBezTo>
                  <a:pt x="9061" y="6573"/>
                  <a:pt x="9013" y="6478"/>
                  <a:pt x="9013" y="6370"/>
                </a:cubicBezTo>
                <a:lnTo>
                  <a:pt x="9013" y="6013"/>
                </a:lnTo>
                <a:cubicBezTo>
                  <a:pt x="9013" y="5906"/>
                  <a:pt x="9097" y="5823"/>
                  <a:pt x="9204" y="5823"/>
                </a:cubicBezTo>
                <a:lnTo>
                  <a:pt x="10097" y="5823"/>
                </a:lnTo>
                <a:cubicBezTo>
                  <a:pt x="10192" y="5823"/>
                  <a:pt x="10264" y="5739"/>
                  <a:pt x="10264" y="5656"/>
                </a:cubicBezTo>
                <a:cubicBezTo>
                  <a:pt x="10264" y="5561"/>
                  <a:pt x="10192" y="5489"/>
                  <a:pt x="10097" y="5489"/>
                </a:cubicBezTo>
                <a:lnTo>
                  <a:pt x="9204" y="5489"/>
                </a:lnTo>
                <a:cubicBezTo>
                  <a:pt x="8918" y="5489"/>
                  <a:pt x="8680" y="5727"/>
                  <a:pt x="8680" y="6013"/>
                </a:cubicBezTo>
                <a:lnTo>
                  <a:pt x="8680" y="6370"/>
                </a:lnTo>
                <a:cubicBezTo>
                  <a:pt x="8680" y="6573"/>
                  <a:pt x="8775" y="6775"/>
                  <a:pt x="8918" y="6906"/>
                </a:cubicBezTo>
                <a:cubicBezTo>
                  <a:pt x="9121" y="7049"/>
                  <a:pt x="9216" y="7287"/>
                  <a:pt x="9216" y="7525"/>
                </a:cubicBezTo>
                <a:cubicBezTo>
                  <a:pt x="9216" y="7763"/>
                  <a:pt x="9121" y="8002"/>
                  <a:pt x="8918" y="8156"/>
                </a:cubicBezTo>
                <a:cubicBezTo>
                  <a:pt x="8764" y="8272"/>
                  <a:pt x="8570" y="8333"/>
                  <a:pt x="8376" y="8333"/>
                </a:cubicBezTo>
                <a:cubicBezTo>
                  <a:pt x="8330" y="8333"/>
                  <a:pt x="8285" y="8330"/>
                  <a:pt x="8239" y="8323"/>
                </a:cubicBezTo>
                <a:cubicBezTo>
                  <a:pt x="7930" y="8263"/>
                  <a:pt x="7668" y="7990"/>
                  <a:pt x="7608" y="7680"/>
                </a:cubicBezTo>
                <a:cubicBezTo>
                  <a:pt x="7549" y="7382"/>
                  <a:pt x="7656" y="7097"/>
                  <a:pt x="7882" y="6906"/>
                </a:cubicBezTo>
                <a:cubicBezTo>
                  <a:pt x="8025" y="6775"/>
                  <a:pt x="8120" y="6573"/>
                  <a:pt x="8120" y="6370"/>
                </a:cubicBezTo>
                <a:lnTo>
                  <a:pt x="8120" y="6013"/>
                </a:lnTo>
                <a:cubicBezTo>
                  <a:pt x="8120" y="5727"/>
                  <a:pt x="7882" y="5489"/>
                  <a:pt x="7597" y="5489"/>
                </a:cubicBezTo>
                <a:lnTo>
                  <a:pt x="5811" y="5489"/>
                </a:lnTo>
                <a:lnTo>
                  <a:pt x="5811" y="3703"/>
                </a:lnTo>
                <a:cubicBezTo>
                  <a:pt x="5811" y="3596"/>
                  <a:pt x="5894" y="3513"/>
                  <a:pt x="6001" y="3513"/>
                </a:cubicBezTo>
                <a:lnTo>
                  <a:pt x="6358" y="3513"/>
                </a:lnTo>
                <a:cubicBezTo>
                  <a:pt x="6465" y="3513"/>
                  <a:pt x="6573" y="3560"/>
                  <a:pt x="6632" y="3632"/>
                </a:cubicBezTo>
                <a:cubicBezTo>
                  <a:pt x="6847" y="3886"/>
                  <a:pt x="7157" y="4035"/>
                  <a:pt x="7492" y="4035"/>
                </a:cubicBezTo>
                <a:cubicBezTo>
                  <a:pt x="7565" y="4035"/>
                  <a:pt x="7640" y="4028"/>
                  <a:pt x="7716" y="4013"/>
                </a:cubicBezTo>
                <a:cubicBezTo>
                  <a:pt x="8156" y="3930"/>
                  <a:pt x="8525" y="3584"/>
                  <a:pt x="8609" y="3144"/>
                </a:cubicBezTo>
                <a:cubicBezTo>
                  <a:pt x="8680" y="2798"/>
                  <a:pt x="8597" y="2441"/>
                  <a:pt x="8382" y="2167"/>
                </a:cubicBezTo>
                <a:cubicBezTo>
                  <a:pt x="8156" y="1906"/>
                  <a:pt x="7847" y="1751"/>
                  <a:pt x="7489" y="1751"/>
                </a:cubicBezTo>
                <a:cubicBezTo>
                  <a:pt x="7156" y="1751"/>
                  <a:pt x="6823" y="1906"/>
                  <a:pt x="6608" y="2167"/>
                </a:cubicBezTo>
                <a:cubicBezTo>
                  <a:pt x="6549" y="2251"/>
                  <a:pt x="6454" y="2287"/>
                  <a:pt x="6346" y="2287"/>
                </a:cubicBezTo>
                <a:lnTo>
                  <a:pt x="5989" y="2287"/>
                </a:lnTo>
                <a:cubicBezTo>
                  <a:pt x="5882" y="2287"/>
                  <a:pt x="5799" y="2203"/>
                  <a:pt x="5799" y="2096"/>
                </a:cubicBezTo>
                <a:lnTo>
                  <a:pt x="5799" y="1203"/>
                </a:lnTo>
                <a:cubicBezTo>
                  <a:pt x="5799" y="1120"/>
                  <a:pt x="5715" y="1036"/>
                  <a:pt x="5632" y="1036"/>
                </a:cubicBezTo>
                <a:cubicBezTo>
                  <a:pt x="5549" y="1036"/>
                  <a:pt x="5465" y="1120"/>
                  <a:pt x="5465" y="1203"/>
                </a:cubicBezTo>
                <a:lnTo>
                  <a:pt x="5465" y="2096"/>
                </a:lnTo>
                <a:cubicBezTo>
                  <a:pt x="5465" y="2382"/>
                  <a:pt x="5703" y="2620"/>
                  <a:pt x="5989" y="2620"/>
                </a:cubicBezTo>
                <a:lnTo>
                  <a:pt x="6346" y="2620"/>
                </a:lnTo>
                <a:cubicBezTo>
                  <a:pt x="6561" y="2620"/>
                  <a:pt x="6751" y="2525"/>
                  <a:pt x="6882" y="2382"/>
                </a:cubicBezTo>
                <a:cubicBezTo>
                  <a:pt x="7037" y="2191"/>
                  <a:pt x="7263" y="2084"/>
                  <a:pt x="7513" y="2084"/>
                </a:cubicBezTo>
                <a:cubicBezTo>
                  <a:pt x="7751" y="2084"/>
                  <a:pt x="7989" y="2191"/>
                  <a:pt x="8132" y="2382"/>
                </a:cubicBezTo>
                <a:cubicBezTo>
                  <a:pt x="8287" y="2572"/>
                  <a:pt x="8347" y="2822"/>
                  <a:pt x="8299" y="3060"/>
                </a:cubicBezTo>
                <a:cubicBezTo>
                  <a:pt x="8239" y="3382"/>
                  <a:pt x="7966" y="3632"/>
                  <a:pt x="7656" y="3691"/>
                </a:cubicBezTo>
                <a:cubicBezTo>
                  <a:pt x="7601" y="3702"/>
                  <a:pt x="7547" y="3708"/>
                  <a:pt x="7494" y="3708"/>
                </a:cubicBezTo>
                <a:cubicBezTo>
                  <a:pt x="7257" y="3708"/>
                  <a:pt x="7038" y="3602"/>
                  <a:pt x="6882" y="3418"/>
                </a:cubicBezTo>
                <a:cubicBezTo>
                  <a:pt x="6751" y="3275"/>
                  <a:pt x="6561" y="3179"/>
                  <a:pt x="6346" y="3179"/>
                </a:cubicBezTo>
                <a:lnTo>
                  <a:pt x="5989" y="3179"/>
                </a:lnTo>
                <a:cubicBezTo>
                  <a:pt x="5703" y="3179"/>
                  <a:pt x="5465" y="3418"/>
                  <a:pt x="5465" y="3703"/>
                </a:cubicBezTo>
                <a:lnTo>
                  <a:pt x="5465" y="5489"/>
                </a:lnTo>
                <a:lnTo>
                  <a:pt x="3679" y="5489"/>
                </a:lnTo>
                <a:cubicBezTo>
                  <a:pt x="3584" y="5489"/>
                  <a:pt x="3489" y="5406"/>
                  <a:pt x="3489" y="5299"/>
                </a:cubicBezTo>
                <a:lnTo>
                  <a:pt x="3489" y="4942"/>
                </a:lnTo>
                <a:cubicBezTo>
                  <a:pt x="3489" y="4834"/>
                  <a:pt x="3536" y="4727"/>
                  <a:pt x="3608" y="4668"/>
                </a:cubicBezTo>
                <a:cubicBezTo>
                  <a:pt x="3917" y="4406"/>
                  <a:pt x="4072" y="4001"/>
                  <a:pt x="3989" y="3584"/>
                </a:cubicBezTo>
                <a:cubicBezTo>
                  <a:pt x="3906" y="3144"/>
                  <a:pt x="3560" y="2787"/>
                  <a:pt x="3120" y="2691"/>
                </a:cubicBezTo>
                <a:cubicBezTo>
                  <a:pt x="3039" y="2675"/>
                  <a:pt x="2957" y="2666"/>
                  <a:pt x="2876" y="2666"/>
                </a:cubicBezTo>
                <a:cubicBezTo>
                  <a:pt x="2611" y="2666"/>
                  <a:pt x="2353" y="2754"/>
                  <a:pt x="2143" y="2918"/>
                </a:cubicBezTo>
                <a:cubicBezTo>
                  <a:pt x="1882" y="3144"/>
                  <a:pt x="1727" y="3453"/>
                  <a:pt x="1727" y="3811"/>
                </a:cubicBezTo>
                <a:cubicBezTo>
                  <a:pt x="1727" y="4156"/>
                  <a:pt x="1882" y="4477"/>
                  <a:pt x="2143" y="4692"/>
                </a:cubicBezTo>
                <a:cubicBezTo>
                  <a:pt x="2227" y="4751"/>
                  <a:pt x="2263" y="4846"/>
                  <a:pt x="2263" y="4954"/>
                </a:cubicBezTo>
                <a:lnTo>
                  <a:pt x="2263" y="5311"/>
                </a:lnTo>
                <a:cubicBezTo>
                  <a:pt x="2263" y="5418"/>
                  <a:pt x="2179" y="5501"/>
                  <a:pt x="2072" y="5501"/>
                </a:cubicBezTo>
                <a:lnTo>
                  <a:pt x="286" y="5501"/>
                </a:lnTo>
                <a:lnTo>
                  <a:pt x="286" y="882"/>
                </a:lnTo>
                <a:cubicBezTo>
                  <a:pt x="286" y="584"/>
                  <a:pt x="524" y="322"/>
                  <a:pt x="834" y="322"/>
                </a:cubicBezTo>
                <a:lnTo>
                  <a:pt x="5465" y="322"/>
                </a:lnTo>
                <a:lnTo>
                  <a:pt x="5465" y="524"/>
                </a:lnTo>
                <a:cubicBezTo>
                  <a:pt x="5465" y="608"/>
                  <a:pt x="5537" y="679"/>
                  <a:pt x="5632" y="679"/>
                </a:cubicBezTo>
                <a:cubicBezTo>
                  <a:pt x="5715" y="679"/>
                  <a:pt x="5799" y="608"/>
                  <a:pt x="5799" y="524"/>
                </a:cubicBezTo>
                <a:lnTo>
                  <a:pt x="5799" y="322"/>
                </a:lnTo>
                <a:close/>
                <a:moveTo>
                  <a:pt x="881" y="1"/>
                </a:moveTo>
                <a:cubicBezTo>
                  <a:pt x="405" y="1"/>
                  <a:pt x="0" y="382"/>
                  <a:pt x="0" y="870"/>
                </a:cubicBezTo>
                <a:lnTo>
                  <a:pt x="0" y="10454"/>
                </a:lnTo>
                <a:cubicBezTo>
                  <a:pt x="0" y="10930"/>
                  <a:pt x="393" y="11335"/>
                  <a:pt x="881" y="11335"/>
                </a:cubicBezTo>
                <a:lnTo>
                  <a:pt x="10466" y="11335"/>
                </a:lnTo>
                <a:cubicBezTo>
                  <a:pt x="10942" y="11335"/>
                  <a:pt x="11347" y="10954"/>
                  <a:pt x="11347" y="10454"/>
                </a:cubicBezTo>
                <a:lnTo>
                  <a:pt x="11347" y="870"/>
                </a:lnTo>
                <a:cubicBezTo>
                  <a:pt x="11347" y="405"/>
                  <a:pt x="10942" y="1"/>
                  <a:pt x="10466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0" name="Google Shape;3710;p58"/>
          <p:cNvSpPr txBox="1"/>
          <p:nvPr>
            <p:ph idx="1" type="subTitle"/>
          </p:nvPr>
        </p:nvSpPr>
        <p:spPr>
          <a:xfrm flipH="1">
            <a:off x="2770106" y="1734787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Empathy Mindset</a:t>
            </a:r>
            <a:br>
              <a:rPr lang="en"/>
            </a:br>
            <a:r>
              <a:rPr lang="en"/>
              <a:t>Eye-tracking</a:t>
            </a:r>
            <a:endParaRPr/>
          </a:p>
        </p:txBody>
      </p:sp>
      <p:sp>
        <p:nvSpPr>
          <p:cNvPr id="3711" name="Google Shape;3711;p58"/>
          <p:cNvSpPr txBox="1"/>
          <p:nvPr>
            <p:ph idx="2" type="subTitle"/>
          </p:nvPr>
        </p:nvSpPr>
        <p:spPr>
          <a:xfrm flipH="1">
            <a:off x="4691069" y="1734799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Storyboard</a:t>
            </a:r>
            <a:br>
              <a:rPr lang="en"/>
            </a:br>
            <a:r>
              <a:rPr lang="en"/>
              <a:t>User stories</a:t>
            </a:r>
            <a:endParaRPr/>
          </a:p>
        </p:txBody>
      </p:sp>
      <p:sp>
        <p:nvSpPr>
          <p:cNvPr id="3712" name="Google Shape;3712;p58"/>
          <p:cNvSpPr txBox="1"/>
          <p:nvPr>
            <p:ph idx="3" type="subTitle"/>
          </p:nvPr>
        </p:nvSpPr>
        <p:spPr>
          <a:xfrm flipH="1">
            <a:off x="6612050" y="1734787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artchitecture</a:t>
            </a:r>
            <a:endParaRPr/>
          </a:p>
        </p:txBody>
      </p:sp>
      <p:sp>
        <p:nvSpPr>
          <p:cNvPr id="3713" name="Google Shape;3713;p58"/>
          <p:cNvSpPr txBox="1"/>
          <p:nvPr>
            <p:ph idx="4" type="subTitle"/>
          </p:nvPr>
        </p:nvSpPr>
        <p:spPr>
          <a:xfrm flipH="1">
            <a:off x="2770094" y="36897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easy access</a:t>
            </a:r>
            <a:br>
              <a:rPr lang="en"/>
            </a:br>
            <a:r>
              <a:rPr lang="en"/>
              <a:t>More good product</a:t>
            </a:r>
            <a:endParaRPr/>
          </a:p>
        </p:txBody>
      </p:sp>
      <p:sp>
        <p:nvSpPr>
          <p:cNvPr id="3714" name="Google Shape;3714;p58"/>
          <p:cNvSpPr txBox="1"/>
          <p:nvPr>
            <p:ph idx="5" type="subTitle"/>
          </p:nvPr>
        </p:nvSpPr>
        <p:spPr>
          <a:xfrm flipH="1">
            <a:off x="4584663" y="3689750"/>
            <a:ext cx="16392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 user’s pain by accidentally click/ press</a:t>
            </a:r>
            <a:endParaRPr/>
          </a:p>
        </p:txBody>
      </p:sp>
      <p:sp>
        <p:nvSpPr>
          <p:cNvPr id="3715" name="Google Shape;3715;p58"/>
          <p:cNvSpPr txBox="1"/>
          <p:nvPr>
            <p:ph idx="6" type="subTitle"/>
          </p:nvPr>
        </p:nvSpPr>
        <p:spPr>
          <a:xfrm flipH="1">
            <a:off x="6612038" y="36897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guidelines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719" name="Shape 3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0" name="Google Shape;3720;p59"/>
          <p:cNvSpPr txBox="1"/>
          <p:nvPr>
            <p:ph idx="2" type="ctrTitle"/>
          </p:nvPr>
        </p:nvSpPr>
        <p:spPr>
          <a:xfrm flipH="1">
            <a:off x="5902850" y="2049670"/>
            <a:ext cx="24729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UX/UI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3721" name="Google Shape;3721;p59"/>
          <p:cNvSpPr txBox="1"/>
          <p:nvPr>
            <p:ph type="title"/>
          </p:nvPr>
        </p:nvSpPr>
        <p:spPr>
          <a:xfrm>
            <a:off x="4475975" y="2495925"/>
            <a:ext cx="12768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0</a:t>
            </a:r>
            <a:r>
              <a:rPr lang="en"/>
              <a:t>3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3722" name="Google Shape;3722;p59"/>
          <p:cNvSpPr/>
          <p:nvPr/>
        </p:nvSpPr>
        <p:spPr>
          <a:xfrm>
            <a:off x="4198116" y="2445084"/>
            <a:ext cx="13983" cy="13946"/>
          </a:xfrm>
          <a:custGeom>
            <a:rect b="b" l="l" r="r" t="t"/>
            <a:pathLst>
              <a:path extrusionOk="0" h="379" w="380">
                <a:moveTo>
                  <a:pt x="192" y="0"/>
                </a:moveTo>
                <a:cubicBezTo>
                  <a:pt x="88" y="0"/>
                  <a:pt x="1" y="82"/>
                  <a:pt x="1" y="187"/>
                </a:cubicBezTo>
                <a:cubicBezTo>
                  <a:pt x="1" y="292"/>
                  <a:pt x="88" y="379"/>
                  <a:pt x="192" y="379"/>
                </a:cubicBezTo>
                <a:cubicBezTo>
                  <a:pt x="297" y="379"/>
                  <a:pt x="379" y="292"/>
                  <a:pt x="379" y="187"/>
                </a:cubicBezTo>
                <a:cubicBezTo>
                  <a:pt x="379" y="82"/>
                  <a:pt x="297" y="0"/>
                  <a:pt x="192" y="0"/>
                </a:cubicBezTo>
                <a:close/>
              </a:path>
            </a:pathLst>
          </a:custGeom>
          <a:solidFill>
            <a:srgbClr val="65A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3" name="Google Shape;3723;p59"/>
          <p:cNvGrpSpPr/>
          <p:nvPr/>
        </p:nvGrpSpPr>
        <p:grpSpPr>
          <a:xfrm>
            <a:off x="409625" y="1109924"/>
            <a:ext cx="4554838" cy="3344527"/>
            <a:chOff x="409625" y="1109924"/>
            <a:chExt cx="4554838" cy="3344527"/>
          </a:xfrm>
        </p:grpSpPr>
        <p:sp>
          <p:nvSpPr>
            <p:cNvPr id="3724" name="Google Shape;3724;p59"/>
            <p:cNvSpPr/>
            <p:nvPr/>
          </p:nvSpPr>
          <p:spPr>
            <a:xfrm flipH="1">
              <a:off x="409625" y="4236051"/>
              <a:ext cx="4391100" cy="218400"/>
            </a:xfrm>
            <a:prstGeom prst="ellipse">
              <a:avLst/>
            </a:prstGeom>
            <a:solidFill>
              <a:srgbClr val="21204D">
                <a:alpha val="21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59"/>
            <p:cNvSpPr/>
            <p:nvPr/>
          </p:nvSpPr>
          <p:spPr>
            <a:xfrm>
              <a:off x="1409123" y="3092610"/>
              <a:ext cx="506039" cy="368306"/>
            </a:xfrm>
            <a:custGeom>
              <a:rect b="b" l="l" r="r" t="t"/>
              <a:pathLst>
                <a:path extrusionOk="0" h="10009" w="13752">
                  <a:moveTo>
                    <a:pt x="5005" y="0"/>
                  </a:moveTo>
                  <a:cubicBezTo>
                    <a:pt x="2243" y="0"/>
                    <a:pt x="0" y="2248"/>
                    <a:pt x="0" y="5004"/>
                  </a:cubicBezTo>
                  <a:cubicBezTo>
                    <a:pt x="0" y="7762"/>
                    <a:pt x="2243" y="10009"/>
                    <a:pt x="5005" y="10009"/>
                  </a:cubicBezTo>
                  <a:lnTo>
                    <a:pt x="12702" y="10009"/>
                  </a:lnTo>
                  <a:cubicBezTo>
                    <a:pt x="13281" y="10009"/>
                    <a:pt x="13751" y="9535"/>
                    <a:pt x="13751" y="8956"/>
                  </a:cubicBezTo>
                  <a:cubicBezTo>
                    <a:pt x="13751" y="8378"/>
                    <a:pt x="13281" y="7903"/>
                    <a:pt x="12702" y="7903"/>
                  </a:cubicBezTo>
                  <a:lnTo>
                    <a:pt x="5005" y="7903"/>
                  </a:lnTo>
                  <a:cubicBezTo>
                    <a:pt x="3404" y="7903"/>
                    <a:pt x="2102" y="6605"/>
                    <a:pt x="2102" y="5004"/>
                  </a:cubicBezTo>
                  <a:cubicBezTo>
                    <a:pt x="2102" y="3405"/>
                    <a:pt x="3404" y="2106"/>
                    <a:pt x="5005" y="2106"/>
                  </a:cubicBezTo>
                  <a:lnTo>
                    <a:pt x="8514" y="2106"/>
                  </a:lnTo>
                  <a:cubicBezTo>
                    <a:pt x="9097" y="2106"/>
                    <a:pt x="9567" y="1632"/>
                    <a:pt x="9567" y="1053"/>
                  </a:cubicBezTo>
                  <a:cubicBezTo>
                    <a:pt x="9567" y="475"/>
                    <a:pt x="9097" y="0"/>
                    <a:pt x="851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59"/>
            <p:cNvSpPr/>
            <p:nvPr/>
          </p:nvSpPr>
          <p:spPr>
            <a:xfrm>
              <a:off x="1495966" y="3415618"/>
              <a:ext cx="743530" cy="100016"/>
            </a:xfrm>
            <a:custGeom>
              <a:rect b="b" l="l" r="r" t="t"/>
              <a:pathLst>
                <a:path extrusionOk="0" h="2718" w="20206">
                  <a:moveTo>
                    <a:pt x="106" y="0"/>
                  </a:moveTo>
                  <a:cubicBezTo>
                    <a:pt x="47" y="0"/>
                    <a:pt x="1" y="46"/>
                    <a:pt x="1" y="105"/>
                  </a:cubicBezTo>
                  <a:lnTo>
                    <a:pt x="1" y="2612"/>
                  </a:lnTo>
                  <a:cubicBezTo>
                    <a:pt x="1" y="2671"/>
                    <a:pt x="47" y="2717"/>
                    <a:pt x="106" y="2717"/>
                  </a:cubicBezTo>
                  <a:lnTo>
                    <a:pt x="20105" y="2717"/>
                  </a:lnTo>
                  <a:cubicBezTo>
                    <a:pt x="20159" y="2717"/>
                    <a:pt x="20205" y="2671"/>
                    <a:pt x="20205" y="2612"/>
                  </a:cubicBezTo>
                  <a:lnTo>
                    <a:pt x="20205" y="105"/>
                  </a:lnTo>
                  <a:cubicBezTo>
                    <a:pt x="20205" y="46"/>
                    <a:pt x="20159" y="0"/>
                    <a:pt x="20105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59"/>
            <p:cNvSpPr/>
            <p:nvPr/>
          </p:nvSpPr>
          <p:spPr>
            <a:xfrm>
              <a:off x="1854520" y="3515597"/>
              <a:ext cx="100347" cy="472958"/>
            </a:xfrm>
            <a:custGeom>
              <a:rect b="b" l="l" r="r" t="t"/>
              <a:pathLst>
                <a:path extrusionOk="0" h="12853" w="2727">
                  <a:moveTo>
                    <a:pt x="1" y="0"/>
                  </a:moveTo>
                  <a:lnTo>
                    <a:pt x="1" y="12853"/>
                  </a:lnTo>
                  <a:lnTo>
                    <a:pt x="2727" y="1285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59"/>
            <p:cNvSpPr/>
            <p:nvPr/>
          </p:nvSpPr>
          <p:spPr>
            <a:xfrm>
              <a:off x="1854520" y="3738627"/>
              <a:ext cx="100347" cy="26715"/>
            </a:xfrm>
            <a:custGeom>
              <a:rect b="b" l="l" r="r" t="t"/>
              <a:pathLst>
                <a:path extrusionOk="0" h="726" w="2727">
                  <a:moveTo>
                    <a:pt x="1" y="0"/>
                  </a:moveTo>
                  <a:lnTo>
                    <a:pt x="1" y="726"/>
                  </a:lnTo>
                  <a:lnTo>
                    <a:pt x="2727" y="726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59"/>
            <p:cNvSpPr/>
            <p:nvPr/>
          </p:nvSpPr>
          <p:spPr>
            <a:xfrm>
              <a:off x="1854520" y="3515597"/>
              <a:ext cx="100347" cy="55196"/>
            </a:xfrm>
            <a:custGeom>
              <a:rect b="b" l="l" r="r" t="t"/>
              <a:pathLst>
                <a:path extrusionOk="0" h="1500" w="2727">
                  <a:moveTo>
                    <a:pt x="1" y="0"/>
                  </a:moveTo>
                  <a:lnTo>
                    <a:pt x="1" y="1500"/>
                  </a:lnTo>
                  <a:lnTo>
                    <a:pt x="2727" y="1500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59"/>
            <p:cNvSpPr/>
            <p:nvPr/>
          </p:nvSpPr>
          <p:spPr>
            <a:xfrm>
              <a:off x="1885725" y="3988850"/>
              <a:ext cx="37791" cy="229138"/>
            </a:xfrm>
            <a:custGeom>
              <a:rect b="b" l="l" r="r" t="t"/>
              <a:pathLst>
                <a:path extrusionOk="0" h="6227" w="1027">
                  <a:moveTo>
                    <a:pt x="1" y="1"/>
                  </a:moveTo>
                  <a:lnTo>
                    <a:pt x="1" y="6227"/>
                  </a:lnTo>
                  <a:lnTo>
                    <a:pt x="1027" y="6227"/>
                  </a:lnTo>
                  <a:lnTo>
                    <a:pt x="1027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59"/>
            <p:cNvSpPr/>
            <p:nvPr/>
          </p:nvSpPr>
          <p:spPr>
            <a:xfrm>
              <a:off x="1482571" y="4202202"/>
              <a:ext cx="770319" cy="76833"/>
            </a:xfrm>
            <a:custGeom>
              <a:rect b="b" l="l" r="r" t="t"/>
              <a:pathLst>
                <a:path extrusionOk="0" h="2088" w="20934">
                  <a:moveTo>
                    <a:pt x="1723" y="0"/>
                  </a:moveTo>
                  <a:cubicBezTo>
                    <a:pt x="775" y="0"/>
                    <a:pt x="1" y="770"/>
                    <a:pt x="1" y="1719"/>
                  </a:cubicBezTo>
                  <a:cubicBezTo>
                    <a:pt x="1" y="1923"/>
                    <a:pt x="165" y="2087"/>
                    <a:pt x="365" y="2087"/>
                  </a:cubicBezTo>
                  <a:cubicBezTo>
                    <a:pt x="571" y="2087"/>
                    <a:pt x="729" y="1923"/>
                    <a:pt x="729" y="1719"/>
                  </a:cubicBezTo>
                  <a:cubicBezTo>
                    <a:pt x="729" y="1172"/>
                    <a:pt x="1177" y="730"/>
                    <a:pt x="1723" y="730"/>
                  </a:cubicBezTo>
                  <a:lnTo>
                    <a:pt x="19211" y="730"/>
                  </a:lnTo>
                  <a:cubicBezTo>
                    <a:pt x="19758" y="730"/>
                    <a:pt x="20205" y="1172"/>
                    <a:pt x="20205" y="1719"/>
                  </a:cubicBezTo>
                  <a:cubicBezTo>
                    <a:pt x="20205" y="1923"/>
                    <a:pt x="20369" y="2087"/>
                    <a:pt x="20569" y="2087"/>
                  </a:cubicBezTo>
                  <a:cubicBezTo>
                    <a:pt x="20769" y="2087"/>
                    <a:pt x="20934" y="1923"/>
                    <a:pt x="20934" y="1719"/>
                  </a:cubicBezTo>
                  <a:cubicBezTo>
                    <a:pt x="20934" y="770"/>
                    <a:pt x="20159" y="0"/>
                    <a:pt x="19211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59"/>
            <p:cNvSpPr/>
            <p:nvPr/>
          </p:nvSpPr>
          <p:spPr>
            <a:xfrm>
              <a:off x="1526176" y="4245770"/>
              <a:ext cx="69621" cy="69694"/>
            </a:xfrm>
            <a:custGeom>
              <a:rect b="b" l="l" r="r" t="t"/>
              <a:pathLst>
                <a:path extrusionOk="0" h="1894" w="1892">
                  <a:moveTo>
                    <a:pt x="944" y="1"/>
                  </a:moveTo>
                  <a:cubicBezTo>
                    <a:pt x="425" y="1"/>
                    <a:pt x="0" y="425"/>
                    <a:pt x="0" y="945"/>
                  </a:cubicBezTo>
                  <a:cubicBezTo>
                    <a:pt x="0" y="1469"/>
                    <a:pt x="425" y="1893"/>
                    <a:pt x="944" y="1893"/>
                  </a:cubicBezTo>
                  <a:cubicBezTo>
                    <a:pt x="1468" y="1893"/>
                    <a:pt x="1892" y="1469"/>
                    <a:pt x="1892" y="945"/>
                  </a:cubicBezTo>
                  <a:cubicBezTo>
                    <a:pt x="1892" y="425"/>
                    <a:pt x="1468" y="1"/>
                    <a:pt x="944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59"/>
            <p:cNvSpPr/>
            <p:nvPr/>
          </p:nvSpPr>
          <p:spPr>
            <a:xfrm>
              <a:off x="2133961" y="4245770"/>
              <a:ext cx="69621" cy="69694"/>
            </a:xfrm>
            <a:custGeom>
              <a:rect b="b" l="l" r="r" t="t"/>
              <a:pathLst>
                <a:path extrusionOk="0" h="1894" w="1892">
                  <a:moveTo>
                    <a:pt x="944" y="1"/>
                  </a:moveTo>
                  <a:cubicBezTo>
                    <a:pt x="425" y="1"/>
                    <a:pt x="0" y="425"/>
                    <a:pt x="0" y="945"/>
                  </a:cubicBezTo>
                  <a:cubicBezTo>
                    <a:pt x="0" y="1469"/>
                    <a:pt x="425" y="1893"/>
                    <a:pt x="944" y="1893"/>
                  </a:cubicBezTo>
                  <a:cubicBezTo>
                    <a:pt x="1468" y="1893"/>
                    <a:pt x="1892" y="1469"/>
                    <a:pt x="1892" y="945"/>
                  </a:cubicBezTo>
                  <a:cubicBezTo>
                    <a:pt x="1892" y="425"/>
                    <a:pt x="1468" y="1"/>
                    <a:pt x="944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59"/>
            <p:cNvSpPr/>
            <p:nvPr/>
          </p:nvSpPr>
          <p:spPr>
            <a:xfrm>
              <a:off x="1287213" y="2465212"/>
              <a:ext cx="750007" cy="583976"/>
            </a:xfrm>
            <a:custGeom>
              <a:rect b="b" l="l" r="r" t="t"/>
              <a:pathLst>
                <a:path extrusionOk="0" h="15870" w="20382">
                  <a:moveTo>
                    <a:pt x="346" y="0"/>
                  </a:moveTo>
                  <a:cubicBezTo>
                    <a:pt x="154" y="0"/>
                    <a:pt x="0" y="156"/>
                    <a:pt x="0" y="347"/>
                  </a:cubicBezTo>
                  <a:lnTo>
                    <a:pt x="0" y="15519"/>
                  </a:lnTo>
                  <a:cubicBezTo>
                    <a:pt x="0" y="15716"/>
                    <a:pt x="154" y="15870"/>
                    <a:pt x="346" y="15870"/>
                  </a:cubicBezTo>
                  <a:lnTo>
                    <a:pt x="20031" y="15870"/>
                  </a:lnTo>
                  <a:cubicBezTo>
                    <a:pt x="20226" y="15870"/>
                    <a:pt x="20382" y="15716"/>
                    <a:pt x="20382" y="15519"/>
                  </a:cubicBezTo>
                  <a:lnTo>
                    <a:pt x="20382" y="347"/>
                  </a:lnTo>
                  <a:cubicBezTo>
                    <a:pt x="20382" y="156"/>
                    <a:pt x="20226" y="0"/>
                    <a:pt x="2003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59"/>
            <p:cNvSpPr/>
            <p:nvPr/>
          </p:nvSpPr>
          <p:spPr>
            <a:xfrm>
              <a:off x="1334829" y="2465212"/>
              <a:ext cx="750007" cy="583976"/>
            </a:xfrm>
            <a:custGeom>
              <a:rect b="b" l="l" r="r" t="t"/>
              <a:pathLst>
                <a:path extrusionOk="0" h="15870" w="20382">
                  <a:moveTo>
                    <a:pt x="347" y="0"/>
                  </a:moveTo>
                  <a:cubicBezTo>
                    <a:pt x="155" y="0"/>
                    <a:pt x="0" y="156"/>
                    <a:pt x="0" y="347"/>
                  </a:cubicBezTo>
                  <a:lnTo>
                    <a:pt x="0" y="15519"/>
                  </a:lnTo>
                  <a:cubicBezTo>
                    <a:pt x="0" y="15716"/>
                    <a:pt x="155" y="15870"/>
                    <a:pt x="347" y="15870"/>
                  </a:cubicBezTo>
                  <a:lnTo>
                    <a:pt x="20036" y="15870"/>
                  </a:lnTo>
                  <a:cubicBezTo>
                    <a:pt x="20228" y="15870"/>
                    <a:pt x="20382" y="15716"/>
                    <a:pt x="20382" y="15519"/>
                  </a:cubicBezTo>
                  <a:lnTo>
                    <a:pt x="20382" y="347"/>
                  </a:lnTo>
                  <a:cubicBezTo>
                    <a:pt x="20382" y="156"/>
                    <a:pt x="20228" y="0"/>
                    <a:pt x="20036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59"/>
            <p:cNvSpPr/>
            <p:nvPr/>
          </p:nvSpPr>
          <p:spPr>
            <a:xfrm>
              <a:off x="1621923" y="3049152"/>
              <a:ext cx="95784" cy="42133"/>
            </a:xfrm>
            <a:custGeom>
              <a:rect b="b" l="l" r="r" t="t"/>
              <a:pathLst>
                <a:path extrusionOk="0" h="1145" w="2603">
                  <a:moveTo>
                    <a:pt x="1" y="1"/>
                  </a:moveTo>
                  <a:lnTo>
                    <a:pt x="1" y="1145"/>
                  </a:lnTo>
                  <a:lnTo>
                    <a:pt x="2603" y="1145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59"/>
            <p:cNvSpPr/>
            <p:nvPr/>
          </p:nvSpPr>
          <p:spPr>
            <a:xfrm>
              <a:off x="2251897" y="3241345"/>
              <a:ext cx="878688" cy="867427"/>
            </a:xfrm>
            <a:custGeom>
              <a:rect b="b" l="l" r="r" t="t"/>
              <a:pathLst>
                <a:path extrusionOk="0" h="23573" w="23879">
                  <a:moveTo>
                    <a:pt x="2615" y="0"/>
                  </a:moveTo>
                  <a:cubicBezTo>
                    <a:pt x="1318" y="0"/>
                    <a:pt x="0" y="1402"/>
                    <a:pt x="1240" y="3305"/>
                  </a:cubicBezTo>
                  <a:cubicBezTo>
                    <a:pt x="1240" y="3305"/>
                    <a:pt x="3400" y="6906"/>
                    <a:pt x="6690" y="10922"/>
                  </a:cubicBezTo>
                  <a:cubicBezTo>
                    <a:pt x="9985" y="14936"/>
                    <a:pt x="20623" y="22862"/>
                    <a:pt x="22141" y="23460"/>
                  </a:cubicBezTo>
                  <a:cubicBezTo>
                    <a:pt x="22323" y="23531"/>
                    <a:pt x="22542" y="23573"/>
                    <a:pt x="22750" y="23573"/>
                  </a:cubicBezTo>
                  <a:cubicBezTo>
                    <a:pt x="23358" y="23573"/>
                    <a:pt x="23879" y="23221"/>
                    <a:pt x="23148" y="22256"/>
                  </a:cubicBezTo>
                  <a:cubicBezTo>
                    <a:pt x="22168" y="20962"/>
                    <a:pt x="5095" y="1683"/>
                    <a:pt x="3737" y="430"/>
                  </a:cubicBezTo>
                  <a:cubicBezTo>
                    <a:pt x="3416" y="134"/>
                    <a:pt x="3016" y="0"/>
                    <a:pt x="2615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59"/>
            <p:cNvSpPr/>
            <p:nvPr/>
          </p:nvSpPr>
          <p:spPr>
            <a:xfrm>
              <a:off x="3111192" y="3835588"/>
              <a:ext cx="300452" cy="358408"/>
            </a:xfrm>
            <a:custGeom>
              <a:rect b="b" l="l" r="r" t="t"/>
              <a:pathLst>
                <a:path extrusionOk="0" h="9740" w="8165">
                  <a:moveTo>
                    <a:pt x="6842" y="0"/>
                  </a:moveTo>
                  <a:lnTo>
                    <a:pt x="1" y="8842"/>
                  </a:lnTo>
                  <a:lnTo>
                    <a:pt x="1159" y="9740"/>
                  </a:lnTo>
                  <a:lnTo>
                    <a:pt x="8164" y="684"/>
                  </a:lnTo>
                  <a:cubicBezTo>
                    <a:pt x="8164" y="684"/>
                    <a:pt x="8023" y="625"/>
                    <a:pt x="6842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59"/>
            <p:cNvSpPr/>
            <p:nvPr/>
          </p:nvSpPr>
          <p:spPr>
            <a:xfrm>
              <a:off x="2957084" y="3830584"/>
              <a:ext cx="405876" cy="330368"/>
            </a:xfrm>
            <a:custGeom>
              <a:rect b="b" l="l" r="r" t="t"/>
              <a:pathLst>
                <a:path extrusionOk="0" h="8978" w="11030">
                  <a:moveTo>
                    <a:pt x="10538" y="1"/>
                  </a:moveTo>
                  <a:cubicBezTo>
                    <a:pt x="9199" y="1"/>
                    <a:pt x="6980" y="2424"/>
                    <a:pt x="5547" y="3946"/>
                  </a:cubicBezTo>
                  <a:cubicBezTo>
                    <a:pt x="5094" y="4430"/>
                    <a:pt x="4589" y="4603"/>
                    <a:pt x="4098" y="4603"/>
                  </a:cubicBezTo>
                  <a:cubicBezTo>
                    <a:pt x="2864" y="4603"/>
                    <a:pt x="1723" y="3509"/>
                    <a:pt x="1723" y="3509"/>
                  </a:cubicBezTo>
                  <a:lnTo>
                    <a:pt x="0" y="5732"/>
                  </a:lnTo>
                  <a:lnTo>
                    <a:pt x="4189" y="8978"/>
                  </a:lnTo>
                  <a:lnTo>
                    <a:pt x="11030" y="136"/>
                  </a:lnTo>
                  <a:cubicBezTo>
                    <a:pt x="11008" y="122"/>
                    <a:pt x="10985" y="109"/>
                    <a:pt x="10958" y="99"/>
                  </a:cubicBezTo>
                  <a:cubicBezTo>
                    <a:pt x="10831" y="32"/>
                    <a:pt x="10690" y="1"/>
                    <a:pt x="10538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59"/>
            <p:cNvSpPr/>
            <p:nvPr/>
          </p:nvSpPr>
          <p:spPr>
            <a:xfrm>
              <a:off x="3207160" y="3834595"/>
              <a:ext cx="104836" cy="174751"/>
            </a:xfrm>
            <a:custGeom>
              <a:rect b="b" l="l" r="r" t="t"/>
              <a:pathLst>
                <a:path extrusionOk="0" h="4749" w="2849">
                  <a:moveTo>
                    <a:pt x="2790" y="0"/>
                  </a:moveTo>
                  <a:cubicBezTo>
                    <a:pt x="2780" y="13"/>
                    <a:pt x="1554" y="1490"/>
                    <a:pt x="779" y="2598"/>
                  </a:cubicBezTo>
                  <a:cubicBezTo>
                    <a:pt x="1" y="3723"/>
                    <a:pt x="561" y="4735"/>
                    <a:pt x="565" y="4748"/>
                  </a:cubicBezTo>
                  <a:lnTo>
                    <a:pt x="629" y="4712"/>
                  </a:lnTo>
                  <a:cubicBezTo>
                    <a:pt x="624" y="4699"/>
                    <a:pt x="87" y="3728"/>
                    <a:pt x="843" y="2638"/>
                  </a:cubicBezTo>
                  <a:cubicBezTo>
                    <a:pt x="1608" y="1536"/>
                    <a:pt x="2835" y="63"/>
                    <a:pt x="2849" y="45"/>
                  </a:cubicBezTo>
                  <a:lnTo>
                    <a:pt x="27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59"/>
            <p:cNvSpPr/>
            <p:nvPr/>
          </p:nvSpPr>
          <p:spPr>
            <a:xfrm>
              <a:off x="2988288" y="3964011"/>
              <a:ext cx="185018" cy="89455"/>
            </a:xfrm>
            <a:custGeom>
              <a:rect b="b" l="l" r="r" t="t"/>
              <a:pathLst>
                <a:path extrusionOk="0" h="2431" w="5028">
                  <a:moveTo>
                    <a:pt x="4959" y="1"/>
                  </a:moveTo>
                  <a:cubicBezTo>
                    <a:pt x="4954" y="15"/>
                    <a:pt x="4485" y="1578"/>
                    <a:pt x="3482" y="2226"/>
                  </a:cubicBezTo>
                  <a:cubicBezTo>
                    <a:pt x="3338" y="2319"/>
                    <a:pt x="3165" y="2358"/>
                    <a:pt x="2973" y="2358"/>
                  </a:cubicBezTo>
                  <a:cubicBezTo>
                    <a:pt x="1839" y="2358"/>
                    <a:pt x="66" y="969"/>
                    <a:pt x="46" y="954"/>
                  </a:cubicBezTo>
                  <a:lnTo>
                    <a:pt x="0" y="1008"/>
                  </a:lnTo>
                  <a:cubicBezTo>
                    <a:pt x="87" y="1077"/>
                    <a:pt x="1814" y="2430"/>
                    <a:pt x="2968" y="2430"/>
                  </a:cubicBezTo>
                  <a:cubicBezTo>
                    <a:pt x="3177" y="2430"/>
                    <a:pt x="3364" y="2390"/>
                    <a:pt x="3523" y="2289"/>
                  </a:cubicBezTo>
                  <a:cubicBezTo>
                    <a:pt x="4548" y="1624"/>
                    <a:pt x="5023" y="38"/>
                    <a:pt x="5028" y="19"/>
                  </a:cubicBezTo>
                  <a:lnTo>
                    <a:pt x="49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59"/>
            <p:cNvSpPr/>
            <p:nvPr/>
          </p:nvSpPr>
          <p:spPr>
            <a:xfrm>
              <a:off x="3000358" y="3987010"/>
              <a:ext cx="62593" cy="23550"/>
            </a:xfrm>
            <a:custGeom>
              <a:rect b="b" l="l" r="r" t="t"/>
              <a:pathLst>
                <a:path extrusionOk="0" h="640" w="1701">
                  <a:moveTo>
                    <a:pt x="1677" y="0"/>
                  </a:moveTo>
                  <a:lnTo>
                    <a:pt x="0" y="566"/>
                  </a:lnTo>
                  <a:lnTo>
                    <a:pt x="23" y="639"/>
                  </a:lnTo>
                  <a:lnTo>
                    <a:pt x="1700" y="69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59"/>
            <p:cNvSpPr/>
            <p:nvPr/>
          </p:nvSpPr>
          <p:spPr>
            <a:xfrm>
              <a:off x="3030053" y="3974756"/>
              <a:ext cx="11260" cy="53908"/>
            </a:xfrm>
            <a:custGeom>
              <a:rect b="b" l="l" r="r" t="t"/>
              <a:pathLst>
                <a:path extrusionOk="0" h="1465" w="306">
                  <a:moveTo>
                    <a:pt x="232" y="1"/>
                  </a:moveTo>
                  <a:lnTo>
                    <a:pt x="1" y="1455"/>
                  </a:lnTo>
                  <a:lnTo>
                    <a:pt x="73" y="1464"/>
                  </a:lnTo>
                  <a:lnTo>
                    <a:pt x="306" y="15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59"/>
            <p:cNvSpPr/>
            <p:nvPr/>
          </p:nvSpPr>
          <p:spPr>
            <a:xfrm>
              <a:off x="3045619" y="3998601"/>
              <a:ext cx="58398" cy="39116"/>
            </a:xfrm>
            <a:custGeom>
              <a:rect b="b" l="l" r="r" t="t"/>
              <a:pathLst>
                <a:path extrusionOk="0" h="1063" w="1587">
                  <a:moveTo>
                    <a:pt x="1547" y="0"/>
                  </a:moveTo>
                  <a:lnTo>
                    <a:pt x="1" y="1002"/>
                  </a:lnTo>
                  <a:lnTo>
                    <a:pt x="42" y="1063"/>
                  </a:lnTo>
                  <a:lnTo>
                    <a:pt x="1587" y="64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59"/>
            <p:cNvSpPr/>
            <p:nvPr/>
          </p:nvSpPr>
          <p:spPr>
            <a:xfrm>
              <a:off x="3073806" y="3994737"/>
              <a:ext cx="6256" cy="53688"/>
            </a:xfrm>
            <a:custGeom>
              <a:rect b="b" l="l" r="r" t="t"/>
              <a:pathLst>
                <a:path extrusionOk="0" h="1459" w="170">
                  <a:moveTo>
                    <a:pt x="97" y="0"/>
                  </a:moveTo>
                  <a:lnTo>
                    <a:pt x="1" y="1454"/>
                  </a:lnTo>
                  <a:lnTo>
                    <a:pt x="74" y="1459"/>
                  </a:lnTo>
                  <a:lnTo>
                    <a:pt x="169" y="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59"/>
            <p:cNvSpPr/>
            <p:nvPr/>
          </p:nvSpPr>
          <p:spPr>
            <a:xfrm>
              <a:off x="1590241" y="2939643"/>
              <a:ext cx="849654" cy="441055"/>
            </a:xfrm>
            <a:custGeom>
              <a:rect b="b" l="l" r="r" t="t"/>
              <a:pathLst>
                <a:path extrusionOk="0" h="11986" w="23090">
                  <a:moveTo>
                    <a:pt x="4820" y="0"/>
                  </a:moveTo>
                  <a:cubicBezTo>
                    <a:pt x="4814" y="0"/>
                    <a:pt x="4809" y="0"/>
                    <a:pt x="4804" y="0"/>
                  </a:cubicBezTo>
                  <a:cubicBezTo>
                    <a:pt x="3136" y="42"/>
                    <a:pt x="1" y="520"/>
                    <a:pt x="1486" y="4723"/>
                  </a:cubicBezTo>
                  <a:cubicBezTo>
                    <a:pt x="1486" y="4723"/>
                    <a:pt x="4421" y="7247"/>
                    <a:pt x="10497" y="8921"/>
                  </a:cubicBezTo>
                  <a:cubicBezTo>
                    <a:pt x="15370" y="10260"/>
                    <a:pt x="18841" y="11986"/>
                    <a:pt x="20701" y="11986"/>
                  </a:cubicBezTo>
                  <a:cubicBezTo>
                    <a:pt x="21158" y="11986"/>
                    <a:pt x="21518" y="11882"/>
                    <a:pt x="21777" y="11641"/>
                  </a:cubicBezTo>
                  <a:cubicBezTo>
                    <a:pt x="23090" y="10425"/>
                    <a:pt x="21436" y="8620"/>
                    <a:pt x="19252" y="7120"/>
                  </a:cubicBezTo>
                  <a:cubicBezTo>
                    <a:pt x="17076" y="5621"/>
                    <a:pt x="6535" y="0"/>
                    <a:pt x="4820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59"/>
            <p:cNvSpPr/>
            <p:nvPr/>
          </p:nvSpPr>
          <p:spPr>
            <a:xfrm>
              <a:off x="1611399" y="2921023"/>
              <a:ext cx="772674" cy="499158"/>
            </a:xfrm>
            <a:custGeom>
              <a:rect b="b" l="l" r="r" t="t"/>
              <a:pathLst>
                <a:path extrusionOk="0" h="13565" w="20998">
                  <a:moveTo>
                    <a:pt x="4497" y="1"/>
                  </a:moveTo>
                  <a:cubicBezTo>
                    <a:pt x="3480" y="1"/>
                    <a:pt x="1" y="2049"/>
                    <a:pt x="2320" y="6017"/>
                  </a:cubicBezTo>
                  <a:cubicBezTo>
                    <a:pt x="2320" y="6017"/>
                    <a:pt x="5970" y="9991"/>
                    <a:pt x="11025" y="11655"/>
                  </a:cubicBezTo>
                  <a:cubicBezTo>
                    <a:pt x="13905" y="12603"/>
                    <a:pt x="15533" y="13068"/>
                    <a:pt x="16694" y="13565"/>
                  </a:cubicBezTo>
                  <a:lnTo>
                    <a:pt x="20997" y="7999"/>
                  </a:lnTo>
                  <a:cubicBezTo>
                    <a:pt x="17889" y="5885"/>
                    <a:pt x="5295" y="365"/>
                    <a:pt x="4685" y="37"/>
                  </a:cubicBezTo>
                  <a:cubicBezTo>
                    <a:pt x="4640" y="13"/>
                    <a:pt x="4576" y="1"/>
                    <a:pt x="449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59"/>
            <p:cNvSpPr/>
            <p:nvPr/>
          </p:nvSpPr>
          <p:spPr>
            <a:xfrm>
              <a:off x="1867289" y="2399639"/>
              <a:ext cx="522856" cy="497171"/>
            </a:xfrm>
            <a:custGeom>
              <a:rect b="b" l="l" r="r" t="t"/>
              <a:pathLst>
                <a:path extrusionOk="0" h="13511" w="14209">
                  <a:moveTo>
                    <a:pt x="1883" y="1"/>
                  </a:moveTo>
                  <a:cubicBezTo>
                    <a:pt x="1413" y="1"/>
                    <a:pt x="985" y="162"/>
                    <a:pt x="735" y="615"/>
                  </a:cubicBezTo>
                  <a:cubicBezTo>
                    <a:pt x="1" y="1955"/>
                    <a:pt x="2535" y="4357"/>
                    <a:pt x="2836" y="4954"/>
                  </a:cubicBezTo>
                  <a:cubicBezTo>
                    <a:pt x="3137" y="5552"/>
                    <a:pt x="9731" y="12220"/>
                    <a:pt x="10939" y="13085"/>
                  </a:cubicBezTo>
                  <a:cubicBezTo>
                    <a:pt x="11335" y="13368"/>
                    <a:pt x="11844" y="13511"/>
                    <a:pt x="12327" y="13511"/>
                  </a:cubicBezTo>
                  <a:cubicBezTo>
                    <a:pt x="13324" y="13511"/>
                    <a:pt x="14209" y="12902"/>
                    <a:pt x="13751" y="11659"/>
                  </a:cubicBezTo>
                  <a:cubicBezTo>
                    <a:pt x="13076" y="9818"/>
                    <a:pt x="4111" y="857"/>
                    <a:pt x="4111" y="857"/>
                  </a:cubicBezTo>
                  <a:cubicBezTo>
                    <a:pt x="3871" y="610"/>
                    <a:pt x="2797" y="1"/>
                    <a:pt x="1883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59"/>
            <p:cNvSpPr/>
            <p:nvPr/>
          </p:nvSpPr>
          <p:spPr>
            <a:xfrm>
              <a:off x="2199534" y="2746272"/>
              <a:ext cx="659448" cy="145129"/>
            </a:xfrm>
            <a:custGeom>
              <a:rect b="b" l="l" r="r" t="t"/>
              <a:pathLst>
                <a:path extrusionOk="0" h="3944" w="17921">
                  <a:moveTo>
                    <a:pt x="16605" y="1"/>
                  </a:moveTo>
                  <a:cubicBezTo>
                    <a:pt x="16600" y="1"/>
                    <a:pt x="16595" y="1"/>
                    <a:pt x="16591" y="1"/>
                  </a:cubicBezTo>
                  <a:cubicBezTo>
                    <a:pt x="16591" y="1"/>
                    <a:pt x="4034" y="129"/>
                    <a:pt x="2699" y="598"/>
                  </a:cubicBezTo>
                  <a:cubicBezTo>
                    <a:pt x="1363" y="1063"/>
                    <a:pt x="0" y="2567"/>
                    <a:pt x="1914" y="3688"/>
                  </a:cubicBezTo>
                  <a:cubicBezTo>
                    <a:pt x="2219" y="3867"/>
                    <a:pt x="2762" y="3943"/>
                    <a:pt x="3466" y="3943"/>
                  </a:cubicBezTo>
                  <a:cubicBezTo>
                    <a:pt x="7175" y="3943"/>
                    <a:pt x="15347" y="1812"/>
                    <a:pt x="16527" y="1268"/>
                  </a:cubicBezTo>
                  <a:cubicBezTo>
                    <a:pt x="17921" y="625"/>
                    <a:pt x="17310" y="1"/>
                    <a:pt x="16605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59"/>
            <p:cNvSpPr/>
            <p:nvPr/>
          </p:nvSpPr>
          <p:spPr>
            <a:xfrm>
              <a:off x="2749951" y="2725555"/>
              <a:ext cx="275282" cy="83236"/>
            </a:xfrm>
            <a:custGeom>
              <a:rect b="b" l="l" r="r" t="t"/>
              <a:pathLst>
                <a:path extrusionOk="0" h="2262" w="7481">
                  <a:moveTo>
                    <a:pt x="3844" y="1"/>
                  </a:moveTo>
                  <a:cubicBezTo>
                    <a:pt x="2521" y="1"/>
                    <a:pt x="240" y="563"/>
                    <a:pt x="124" y="1220"/>
                  </a:cubicBezTo>
                  <a:cubicBezTo>
                    <a:pt x="1" y="1935"/>
                    <a:pt x="2262" y="1963"/>
                    <a:pt x="3046" y="2173"/>
                  </a:cubicBezTo>
                  <a:cubicBezTo>
                    <a:pt x="3271" y="2233"/>
                    <a:pt x="3610" y="2261"/>
                    <a:pt x="3976" y="2261"/>
                  </a:cubicBezTo>
                  <a:cubicBezTo>
                    <a:pt x="4874" y="2261"/>
                    <a:pt x="5935" y="2093"/>
                    <a:pt x="5880" y="1831"/>
                  </a:cubicBezTo>
                  <a:cubicBezTo>
                    <a:pt x="5846" y="1678"/>
                    <a:pt x="5589" y="1642"/>
                    <a:pt x="5277" y="1642"/>
                  </a:cubicBezTo>
                  <a:cubicBezTo>
                    <a:pt x="5000" y="1642"/>
                    <a:pt x="4679" y="1671"/>
                    <a:pt x="4434" y="1671"/>
                  </a:cubicBezTo>
                  <a:cubicBezTo>
                    <a:pt x="4298" y="1671"/>
                    <a:pt x="4186" y="1662"/>
                    <a:pt x="4117" y="1635"/>
                  </a:cubicBezTo>
                  <a:cubicBezTo>
                    <a:pt x="3784" y="1503"/>
                    <a:pt x="3757" y="1312"/>
                    <a:pt x="3902" y="1247"/>
                  </a:cubicBezTo>
                  <a:cubicBezTo>
                    <a:pt x="3902" y="1247"/>
                    <a:pt x="4424" y="988"/>
                    <a:pt x="4972" y="988"/>
                  </a:cubicBezTo>
                  <a:cubicBezTo>
                    <a:pt x="5010" y="988"/>
                    <a:pt x="5048" y="990"/>
                    <a:pt x="5087" y="992"/>
                  </a:cubicBezTo>
                  <a:cubicBezTo>
                    <a:pt x="5453" y="1017"/>
                    <a:pt x="6306" y="1125"/>
                    <a:pt x="6878" y="1125"/>
                  </a:cubicBezTo>
                  <a:cubicBezTo>
                    <a:pt x="7233" y="1125"/>
                    <a:pt x="7481" y="1084"/>
                    <a:pt x="7439" y="956"/>
                  </a:cubicBezTo>
                  <a:cubicBezTo>
                    <a:pt x="7325" y="628"/>
                    <a:pt x="5406" y="145"/>
                    <a:pt x="4194" y="17"/>
                  </a:cubicBezTo>
                  <a:cubicBezTo>
                    <a:pt x="4088" y="6"/>
                    <a:pt x="3970" y="1"/>
                    <a:pt x="3844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59"/>
            <p:cNvSpPr/>
            <p:nvPr/>
          </p:nvSpPr>
          <p:spPr>
            <a:xfrm>
              <a:off x="1628952" y="2391949"/>
              <a:ext cx="302475" cy="199332"/>
            </a:xfrm>
            <a:custGeom>
              <a:rect b="b" l="l" r="r" t="t"/>
              <a:pathLst>
                <a:path extrusionOk="0" h="5417" w="8220">
                  <a:moveTo>
                    <a:pt x="7213" y="0"/>
                  </a:moveTo>
                  <a:cubicBezTo>
                    <a:pt x="6384" y="0"/>
                    <a:pt x="5662" y="59"/>
                    <a:pt x="5662" y="59"/>
                  </a:cubicBezTo>
                  <a:lnTo>
                    <a:pt x="3857" y="31"/>
                  </a:lnTo>
                  <a:cubicBezTo>
                    <a:pt x="3857" y="31"/>
                    <a:pt x="1345" y="305"/>
                    <a:pt x="1" y="469"/>
                  </a:cubicBezTo>
                  <a:cubicBezTo>
                    <a:pt x="106" y="1316"/>
                    <a:pt x="312" y="2155"/>
                    <a:pt x="808" y="2934"/>
                  </a:cubicBezTo>
                  <a:cubicBezTo>
                    <a:pt x="1771" y="4259"/>
                    <a:pt x="3532" y="5417"/>
                    <a:pt x="5040" y="5417"/>
                  </a:cubicBezTo>
                  <a:cubicBezTo>
                    <a:pt x="5700" y="5417"/>
                    <a:pt x="6312" y="5194"/>
                    <a:pt x="6787" y="4667"/>
                  </a:cubicBezTo>
                  <a:cubicBezTo>
                    <a:pt x="7887" y="3395"/>
                    <a:pt x="8095" y="1741"/>
                    <a:pt x="8219" y="36"/>
                  </a:cubicBezTo>
                  <a:cubicBezTo>
                    <a:pt x="7893" y="10"/>
                    <a:pt x="7544" y="0"/>
                    <a:pt x="7213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59"/>
            <p:cNvSpPr/>
            <p:nvPr/>
          </p:nvSpPr>
          <p:spPr>
            <a:xfrm>
              <a:off x="1549322" y="2393237"/>
              <a:ext cx="491247" cy="541770"/>
            </a:xfrm>
            <a:custGeom>
              <a:rect b="b" l="l" r="r" t="t"/>
              <a:pathLst>
                <a:path extrusionOk="0" h="14723" w="13350">
                  <a:moveTo>
                    <a:pt x="10383" y="1"/>
                  </a:moveTo>
                  <a:cubicBezTo>
                    <a:pt x="10259" y="1706"/>
                    <a:pt x="10051" y="3360"/>
                    <a:pt x="8951" y="4632"/>
                  </a:cubicBezTo>
                  <a:cubicBezTo>
                    <a:pt x="8476" y="5159"/>
                    <a:pt x="7864" y="5382"/>
                    <a:pt x="7204" y="5382"/>
                  </a:cubicBezTo>
                  <a:cubicBezTo>
                    <a:pt x="5696" y="5382"/>
                    <a:pt x="3935" y="4224"/>
                    <a:pt x="2972" y="2899"/>
                  </a:cubicBezTo>
                  <a:cubicBezTo>
                    <a:pt x="2476" y="2120"/>
                    <a:pt x="2270" y="1281"/>
                    <a:pt x="2165" y="434"/>
                  </a:cubicBezTo>
                  <a:cubicBezTo>
                    <a:pt x="1988" y="457"/>
                    <a:pt x="1832" y="475"/>
                    <a:pt x="1704" y="493"/>
                  </a:cubicBezTo>
                  <a:cubicBezTo>
                    <a:pt x="602" y="639"/>
                    <a:pt x="0" y="1929"/>
                    <a:pt x="133" y="3465"/>
                  </a:cubicBezTo>
                  <a:cubicBezTo>
                    <a:pt x="261" y="5005"/>
                    <a:pt x="1750" y="7827"/>
                    <a:pt x="2220" y="8829"/>
                  </a:cubicBezTo>
                  <a:cubicBezTo>
                    <a:pt x="2685" y="9832"/>
                    <a:pt x="3469" y="14462"/>
                    <a:pt x="3469" y="14462"/>
                  </a:cubicBezTo>
                  <a:lnTo>
                    <a:pt x="9508" y="14723"/>
                  </a:lnTo>
                  <a:cubicBezTo>
                    <a:pt x="9508" y="14723"/>
                    <a:pt x="9672" y="14536"/>
                    <a:pt x="9744" y="13555"/>
                  </a:cubicBezTo>
                  <a:cubicBezTo>
                    <a:pt x="9813" y="12575"/>
                    <a:pt x="10565" y="10215"/>
                    <a:pt x="11955" y="7129"/>
                  </a:cubicBezTo>
                  <a:cubicBezTo>
                    <a:pt x="13350" y="4048"/>
                    <a:pt x="12375" y="885"/>
                    <a:pt x="11696" y="324"/>
                  </a:cubicBezTo>
                  <a:cubicBezTo>
                    <a:pt x="11467" y="137"/>
                    <a:pt x="10957" y="42"/>
                    <a:pt x="1038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59"/>
            <p:cNvSpPr/>
            <p:nvPr/>
          </p:nvSpPr>
          <p:spPr>
            <a:xfrm>
              <a:off x="1598778" y="2401958"/>
              <a:ext cx="202460" cy="227997"/>
            </a:xfrm>
            <a:custGeom>
              <a:rect b="b" l="l" r="r" t="t"/>
              <a:pathLst>
                <a:path extrusionOk="0" h="6196" w="5502">
                  <a:moveTo>
                    <a:pt x="2489" y="1"/>
                  </a:moveTo>
                  <a:lnTo>
                    <a:pt x="1" y="352"/>
                  </a:lnTo>
                  <a:lnTo>
                    <a:pt x="1214" y="6195"/>
                  </a:lnTo>
                  <a:lnTo>
                    <a:pt x="5502" y="5123"/>
                  </a:lnTo>
                  <a:cubicBezTo>
                    <a:pt x="3483" y="4837"/>
                    <a:pt x="2489" y="1"/>
                    <a:pt x="248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59"/>
            <p:cNvSpPr/>
            <p:nvPr/>
          </p:nvSpPr>
          <p:spPr>
            <a:xfrm>
              <a:off x="1727569" y="2172672"/>
              <a:ext cx="112932" cy="263139"/>
            </a:xfrm>
            <a:custGeom>
              <a:rect b="b" l="l" r="r" t="t"/>
              <a:pathLst>
                <a:path extrusionOk="0" h="7151" w="3069">
                  <a:moveTo>
                    <a:pt x="1001" y="1"/>
                  </a:moveTo>
                  <a:cubicBezTo>
                    <a:pt x="857" y="1"/>
                    <a:pt x="697" y="26"/>
                    <a:pt x="520" y="83"/>
                  </a:cubicBezTo>
                  <a:lnTo>
                    <a:pt x="1" y="6474"/>
                  </a:lnTo>
                  <a:cubicBezTo>
                    <a:pt x="1" y="6474"/>
                    <a:pt x="648" y="7057"/>
                    <a:pt x="1537" y="7143"/>
                  </a:cubicBezTo>
                  <a:cubicBezTo>
                    <a:pt x="1592" y="7148"/>
                    <a:pt x="1646" y="7151"/>
                    <a:pt x="1699" y="7151"/>
                  </a:cubicBezTo>
                  <a:cubicBezTo>
                    <a:pt x="2503" y="7151"/>
                    <a:pt x="3068" y="6606"/>
                    <a:pt x="3068" y="6606"/>
                  </a:cubicBezTo>
                  <a:lnTo>
                    <a:pt x="2280" y="1301"/>
                  </a:lnTo>
                  <a:cubicBezTo>
                    <a:pt x="2280" y="1301"/>
                    <a:pt x="2038" y="1"/>
                    <a:pt x="1001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59"/>
            <p:cNvSpPr/>
            <p:nvPr/>
          </p:nvSpPr>
          <p:spPr>
            <a:xfrm>
              <a:off x="1751267" y="2168330"/>
              <a:ext cx="66603" cy="94496"/>
            </a:xfrm>
            <a:custGeom>
              <a:rect b="b" l="l" r="r" t="t"/>
              <a:pathLst>
                <a:path extrusionOk="0" h="2568" w="1810">
                  <a:moveTo>
                    <a:pt x="653" y="0"/>
                  </a:moveTo>
                  <a:cubicBezTo>
                    <a:pt x="0" y="0"/>
                    <a:pt x="82" y="489"/>
                    <a:pt x="82" y="489"/>
                  </a:cubicBezTo>
                  <a:cubicBezTo>
                    <a:pt x="82" y="489"/>
                    <a:pt x="1153" y="2475"/>
                    <a:pt x="1809" y="2567"/>
                  </a:cubicBezTo>
                  <a:lnTo>
                    <a:pt x="1631" y="1150"/>
                  </a:lnTo>
                  <a:cubicBezTo>
                    <a:pt x="1631" y="1150"/>
                    <a:pt x="1418" y="33"/>
                    <a:pt x="707" y="1"/>
                  </a:cubicBezTo>
                  <a:cubicBezTo>
                    <a:pt x="688" y="1"/>
                    <a:pt x="670" y="0"/>
                    <a:pt x="653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59"/>
            <p:cNvSpPr/>
            <p:nvPr/>
          </p:nvSpPr>
          <p:spPr>
            <a:xfrm>
              <a:off x="1539019" y="2901410"/>
              <a:ext cx="490474" cy="441018"/>
            </a:xfrm>
            <a:custGeom>
              <a:rect b="b" l="l" r="r" t="t"/>
              <a:pathLst>
                <a:path extrusionOk="0" h="11985" w="13329">
                  <a:moveTo>
                    <a:pt x="3886" y="0"/>
                  </a:moveTo>
                  <a:cubicBezTo>
                    <a:pt x="3886" y="0"/>
                    <a:pt x="983" y="4304"/>
                    <a:pt x="398" y="7854"/>
                  </a:cubicBezTo>
                  <a:cubicBezTo>
                    <a:pt x="0" y="10298"/>
                    <a:pt x="3298" y="11984"/>
                    <a:pt x="6345" y="11984"/>
                  </a:cubicBezTo>
                  <a:cubicBezTo>
                    <a:pt x="7723" y="11984"/>
                    <a:pt x="9051" y="11639"/>
                    <a:pt x="9961" y="10862"/>
                  </a:cubicBezTo>
                  <a:cubicBezTo>
                    <a:pt x="13329" y="7991"/>
                    <a:pt x="12117" y="5798"/>
                    <a:pt x="11506" y="3397"/>
                  </a:cubicBezTo>
                  <a:cubicBezTo>
                    <a:pt x="10945" y="1199"/>
                    <a:pt x="9929" y="0"/>
                    <a:pt x="992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59"/>
            <p:cNvSpPr/>
            <p:nvPr/>
          </p:nvSpPr>
          <p:spPr>
            <a:xfrm>
              <a:off x="1630350" y="2927573"/>
              <a:ext cx="114367" cy="66272"/>
            </a:xfrm>
            <a:custGeom>
              <a:rect b="b" l="l" r="r" t="t"/>
              <a:pathLst>
                <a:path extrusionOk="0" h="1801" w="3108">
                  <a:moveTo>
                    <a:pt x="3021" y="0"/>
                  </a:moveTo>
                  <a:cubicBezTo>
                    <a:pt x="3021" y="6"/>
                    <a:pt x="2975" y="557"/>
                    <a:pt x="2028" y="1291"/>
                  </a:cubicBezTo>
                  <a:cubicBezTo>
                    <a:pt x="1595" y="1625"/>
                    <a:pt x="1141" y="1716"/>
                    <a:pt x="776" y="1716"/>
                  </a:cubicBezTo>
                  <a:cubicBezTo>
                    <a:pt x="345" y="1716"/>
                    <a:pt x="37" y="1589"/>
                    <a:pt x="32" y="1586"/>
                  </a:cubicBezTo>
                  <a:lnTo>
                    <a:pt x="0" y="1664"/>
                  </a:lnTo>
                  <a:cubicBezTo>
                    <a:pt x="5" y="1668"/>
                    <a:pt x="328" y="1801"/>
                    <a:pt x="779" y="1801"/>
                  </a:cubicBezTo>
                  <a:cubicBezTo>
                    <a:pt x="1162" y="1801"/>
                    <a:pt x="1631" y="1706"/>
                    <a:pt x="2083" y="1359"/>
                  </a:cubicBezTo>
                  <a:cubicBezTo>
                    <a:pt x="3063" y="598"/>
                    <a:pt x="3103" y="28"/>
                    <a:pt x="3108" y="6"/>
                  </a:cubicBezTo>
                  <a:lnTo>
                    <a:pt x="3021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59"/>
            <p:cNvSpPr/>
            <p:nvPr/>
          </p:nvSpPr>
          <p:spPr>
            <a:xfrm>
              <a:off x="1665197" y="2926064"/>
              <a:ext cx="262035" cy="3238"/>
            </a:xfrm>
            <a:custGeom>
              <a:rect b="b" l="l" r="r" t="t"/>
              <a:pathLst>
                <a:path extrusionOk="0" h="88" w="7121">
                  <a:moveTo>
                    <a:pt x="0" y="1"/>
                  </a:moveTo>
                  <a:lnTo>
                    <a:pt x="0" y="87"/>
                  </a:lnTo>
                  <a:lnTo>
                    <a:pt x="7120" y="87"/>
                  </a:lnTo>
                  <a:lnTo>
                    <a:pt x="7120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59"/>
            <p:cNvSpPr/>
            <p:nvPr/>
          </p:nvSpPr>
          <p:spPr>
            <a:xfrm>
              <a:off x="2188237" y="3402408"/>
              <a:ext cx="922329" cy="827465"/>
            </a:xfrm>
            <a:custGeom>
              <a:rect b="b" l="l" r="r" t="t"/>
              <a:pathLst>
                <a:path extrusionOk="0" h="22487" w="25065">
                  <a:moveTo>
                    <a:pt x="2661" y="1"/>
                  </a:moveTo>
                  <a:cubicBezTo>
                    <a:pt x="1333" y="1"/>
                    <a:pt x="1" y="1495"/>
                    <a:pt x="1369" y="3377"/>
                  </a:cubicBezTo>
                  <a:cubicBezTo>
                    <a:pt x="1369" y="3377"/>
                    <a:pt x="3712" y="6854"/>
                    <a:pt x="7213" y="10692"/>
                  </a:cubicBezTo>
                  <a:cubicBezTo>
                    <a:pt x="10713" y="14530"/>
                    <a:pt x="21756" y="21886"/>
                    <a:pt x="23301" y="22406"/>
                  </a:cubicBezTo>
                  <a:cubicBezTo>
                    <a:pt x="23460" y="22458"/>
                    <a:pt x="23644" y="22487"/>
                    <a:pt x="23824" y="22487"/>
                  </a:cubicBezTo>
                  <a:cubicBezTo>
                    <a:pt x="24471" y="22487"/>
                    <a:pt x="25064" y="22117"/>
                    <a:pt x="24245" y="21148"/>
                  </a:cubicBezTo>
                  <a:cubicBezTo>
                    <a:pt x="23196" y="19903"/>
                    <a:pt x="5134" y="1549"/>
                    <a:pt x="3712" y="373"/>
                  </a:cubicBezTo>
                  <a:cubicBezTo>
                    <a:pt x="3401" y="117"/>
                    <a:pt x="3031" y="1"/>
                    <a:pt x="2661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59"/>
            <p:cNvSpPr/>
            <p:nvPr/>
          </p:nvSpPr>
          <p:spPr>
            <a:xfrm>
              <a:off x="3079362" y="3926809"/>
              <a:ext cx="284113" cy="368821"/>
            </a:xfrm>
            <a:custGeom>
              <a:rect b="b" l="l" r="r" t="t"/>
              <a:pathLst>
                <a:path extrusionOk="0" h="10023" w="7721">
                  <a:moveTo>
                    <a:pt x="6367" y="0"/>
                  </a:moveTo>
                  <a:lnTo>
                    <a:pt x="1" y="9194"/>
                  </a:lnTo>
                  <a:lnTo>
                    <a:pt x="1204" y="10023"/>
                  </a:lnTo>
                  <a:lnTo>
                    <a:pt x="7721" y="616"/>
                  </a:lnTo>
                  <a:cubicBezTo>
                    <a:pt x="7721" y="616"/>
                    <a:pt x="7575" y="561"/>
                    <a:pt x="6367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59"/>
            <p:cNvSpPr/>
            <p:nvPr/>
          </p:nvSpPr>
          <p:spPr>
            <a:xfrm>
              <a:off x="2918998" y="3922725"/>
              <a:ext cx="394653" cy="342401"/>
            </a:xfrm>
            <a:custGeom>
              <a:rect b="b" l="l" r="r" t="t"/>
              <a:pathLst>
                <a:path extrusionOk="0" h="9305" w="10725">
                  <a:moveTo>
                    <a:pt x="10278" y="1"/>
                  </a:moveTo>
                  <a:cubicBezTo>
                    <a:pt x="8941" y="1"/>
                    <a:pt x="6816" y="2586"/>
                    <a:pt x="5447" y="4209"/>
                  </a:cubicBezTo>
                  <a:cubicBezTo>
                    <a:pt x="4987" y="4752"/>
                    <a:pt x="4450" y="4940"/>
                    <a:pt x="3925" y="4940"/>
                  </a:cubicBezTo>
                  <a:cubicBezTo>
                    <a:pt x="2732" y="4940"/>
                    <a:pt x="1605" y="3967"/>
                    <a:pt x="1605" y="3967"/>
                  </a:cubicBezTo>
                  <a:lnTo>
                    <a:pt x="1" y="6282"/>
                  </a:lnTo>
                  <a:lnTo>
                    <a:pt x="4359" y="9305"/>
                  </a:lnTo>
                  <a:lnTo>
                    <a:pt x="10725" y="111"/>
                  </a:lnTo>
                  <a:cubicBezTo>
                    <a:pt x="10697" y="102"/>
                    <a:pt x="10676" y="89"/>
                    <a:pt x="10648" y="79"/>
                  </a:cubicBezTo>
                  <a:cubicBezTo>
                    <a:pt x="10533" y="26"/>
                    <a:pt x="10409" y="1"/>
                    <a:pt x="10278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59"/>
            <p:cNvSpPr/>
            <p:nvPr/>
          </p:nvSpPr>
          <p:spPr>
            <a:xfrm>
              <a:off x="3165063" y="3928649"/>
              <a:ext cx="97624" cy="178836"/>
            </a:xfrm>
            <a:custGeom>
              <a:rect b="b" l="l" r="r" t="t"/>
              <a:pathLst>
                <a:path extrusionOk="0" h="4860" w="2653">
                  <a:moveTo>
                    <a:pt x="2594" y="0"/>
                  </a:moveTo>
                  <a:cubicBezTo>
                    <a:pt x="2580" y="15"/>
                    <a:pt x="1435" y="1555"/>
                    <a:pt x="724" y="2699"/>
                  </a:cubicBezTo>
                  <a:cubicBezTo>
                    <a:pt x="0" y="3866"/>
                    <a:pt x="615" y="4845"/>
                    <a:pt x="619" y="4859"/>
                  </a:cubicBezTo>
                  <a:lnTo>
                    <a:pt x="684" y="4818"/>
                  </a:lnTo>
                  <a:cubicBezTo>
                    <a:pt x="680" y="4809"/>
                    <a:pt x="87" y="3866"/>
                    <a:pt x="784" y="2739"/>
                  </a:cubicBezTo>
                  <a:cubicBezTo>
                    <a:pt x="1495" y="1596"/>
                    <a:pt x="2639" y="59"/>
                    <a:pt x="2653" y="46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59"/>
            <p:cNvSpPr/>
            <p:nvPr/>
          </p:nvSpPr>
          <p:spPr>
            <a:xfrm>
              <a:off x="2948032" y="4065168"/>
              <a:ext cx="182994" cy="93318"/>
            </a:xfrm>
            <a:custGeom>
              <a:rect b="b" l="l" r="r" t="t"/>
              <a:pathLst>
                <a:path extrusionOk="0" h="2536" w="4973">
                  <a:moveTo>
                    <a:pt x="4900" y="1"/>
                  </a:moveTo>
                  <a:cubicBezTo>
                    <a:pt x="4895" y="19"/>
                    <a:pt x="4512" y="1600"/>
                    <a:pt x="3542" y="2302"/>
                  </a:cubicBezTo>
                  <a:cubicBezTo>
                    <a:pt x="3385" y="2416"/>
                    <a:pt x="3186" y="2463"/>
                    <a:pt x="2964" y="2463"/>
                  </a:cubicBezTo>
                  <a:cubicBezTo>
                    <a:pt x="1827" y="2463"/>
                    <a:pt x="65" y="1228"/>
                    <a:pt x="46" y="1213"/>
                  </a:cubicBezTo>
                  <a:lnTo>
                    <a:pt x="0" y="1272"/>
                  </a:lnTo>
                  <a:cubicBezTo>
                    <a:pt x="91" y="1332"/>
                    <a:pt x="1805" y="2535"/>
                    <a:pt x="2958" y="2535"/>
                  </a:cubicBezTo>
                  <a:cubicBezTo>
                    <a:pt x="3200" y="2535"/>
                    <a:pt x="3414" y="2485"/>
                    <a:pt x="3587" y="2361"/>
                  </a:cubicBezTo>
                  <a:cubicBezTo>
                    <a:pt x="4576" y="1646"/>
                    <a:pt x="4969" y="32"/>
                    <a:pt x="4973" y="19"/>
                  </a:cubicBezTo>
                  <a:lnTo>
                    <a:pt x="49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59"/>
            <p:cNvSpPr/>
            <p:nvPr/>
          </p:nvSpPr>
          <p:spPr>
            <a:xfrm>
              <a:off x="2960616" y="4093833"/>
              <a:ext cx="61415" cy="26715"/>
            </a:xfrm>
            <a:custGeom>
              <a:rect b="b" l="l" r="r" t="t"/>
              <a:pathLst>
                <a:path extrusionOk="0" h="726" w="1669">
                  <a:moveTo>
                    <a:pt x="1641" y="0"/>
                  </a:moveTo>
                  <a:lnTo>
                    <a:pt x="1" y="657"/>
                  </a:lnTo>
                  <a:lnTo>
                    <a:pt x="28" y="726"/>
                  </a:lnTo>
                  <a:lnTo>
                    <a:pt x="1669" y="69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59"/>
            <p:cNvSpPr/>
            <p:nvPr/>
          </p:nvSpPr>
          <p:spPr>
            <a:xfrm>
              <a:off x="2991122" y="4082978"/>
              <a:ext cx="8574" cy="53982"/>
            </a:xfrm>
            <a:custGeom>
              <a:rect b="b" l="l" r="r" t="t"/>
              <a:pathLst>
                <a:path extrusionOk="0" h="1467" w="233">
                  <a:moveTo>
                    <a:pt x="161" y="0"/>
                  </a:moveTo>
                  <a:lnTo>
                    <a:pt x="1" y="1463"/>
                  </a:lnTo>
                  <a:lnTo>
                    <a:pt x="74" y="1467"/>
                  </a:lnTo>
                  <a:lnTo>
                    <a:pt x="233" y="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59"/>
            <p:cNvSpPr/>
            <p:nvPr/>
          </p:nvSpPr>
          <p:spPr>
            <a:xfrm>
              <a:off x="3007239" y="4103400"/>
              <a:ext cx="56374" cy="41986"/>
            </a:xfrm>
            <a:custGeom>
              <a:rect b="b" l="l" r="r" t="t"/>
              <a:pathLst>
                <a:path extrusionOk="0" h="1141" w="1532">
                  <a:moveTo>
                    <a:pt x="1490" y="1"/>
                  </a:moveTo>
                  <a:lnTo>
                    <a:pt x="0" y="1080"/>
                  </a:lnTo>
                  <a:lnTo>
                    <a:pt x="41" y="1141"/>
                  </a:lnTo>
                  <a:lnTo>
                    <a:pt x="1532" y="60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59"/>
            <p:cNvSpPr/>
            <p:nvPr/>
          </p:nvSpPr>
          <p:spPr>
            <a:xfrm>
              <a:off x="3035904" y="4100861"/>
              <a:ext cx="3569" cy="53761"/>
            </a:xfrm>
            <a:custGeom>
              <a:rect b="b" l="l" r="r" t="t"/>
              <a:pathLst>
                <a:path extrusionOk="0" h="1461" w="97">
                  <a:moveTo>
                    <a:pt x="19" y="1"/>
                  </a:moveTo>
                  <a:lnTo>
                    <a:pt x="0" y="1456"/>
                  </a:lnTo>
                  <a:lnTo>
                    <a:pt x="73" y="1460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59"/>
            <p:cNvSpPr/>
            <p:nvPr/>
          </p:nvSpPr>
          <p:spPr>
            <a:xfrm>
              <a:off x="1544133" y="3137135"/>
              <a:ext cx="841964" cy="409814"/>
            </a:xfrm>
            <a:custGeom>
              <a:rect b="b" l="l" r="r" t="t"/>
              <a:pathLst>
                <a:path extrusionOk="0" h="11137" w="22881">
                  <a:moveTo>
                    <a:pt x="4136" y="1"/>
                  </a:moveTo>
                  <a:cubicBezTo>
                    <a:pt x="4113" y="1"/>
                    <a:pt x="4091" y="2"/>
                    <a:pt x="4070" y="3"/>
                  </a:cubicBezTo>
                  <a:cubicBezTo>
                    <a:pt x="2407" y="126"/>
                    <a:pt x="0" y="1758"/>
                    <a:pt x="1468" y="5212"/>
                  </a:cubicBezTo>
                  <a:cubicBezTo>
                    <a:pt x="1468" y="5212"/>
                    <a:pt x="4066" y="7259"/>
                    <a:pt x="10219" y="8607"/>
                  </a:cubicBezTo>
                  <a:cubicBezTo>
                    <a:pt x="15007" y="9654"/>
                    <a:pt x="18498" y="11137"/>
                    <a:pt x="20400" y="11137"/>
                  </a:cubicBezTo>
                  <a:cubicBezTo>
                    <a:pt x="20941" y="11137"/>
                    <a:pt x="21354" y="11017"/>
                    <a:pt x="21631" y="10732"/>
                  </a:cubicBezTo>
                  <a:cubicBezTo>
                    <a:pt x="22880" y="9446"/>
                    <a:pt x="21130" y="7732"/>
                    <a:pt x="18869" y="6347"/>
                  </a:cubicBezTo>
                  <a:cubicBezTo>
                    <a:pt x="16636" y="4979"/>
                    <a:pt x="5997" y="1"/>
                    <a:pt x="4136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59"/>
            <p:cNvSpPr/>
            <p:nvPr/>
          </p:nvSpPr>
          <p:spPr>
            <a:xfrm>
              <a:off x="1481541" y="3113658"/>
              <a:ext cx="832249" cy="485653"/>
            </a:xfrm>
            <a:custGeom>
              <a:rect b="b" l="l" r="r" t="t"/>
              <a:pathLst>
                <a:path extrusionOk="0" h="13198" w="22617">
                  <a:moveTo>
                    <a:pt x="5025" y="1"/>
                  </a:moveTo>
                  <a:cubicBezTo>
                    <a:pt x="3811" y="1"/>
                    <a:pt x="1" y="1482"/>
                    <a:pt x="3256" y="6133"/>
                  </a:cubicBezTo>
                  <a:cubicBezTo>
                    <a:pt x="3256" y="6133"/>
                    <a:pt x="7111" y="9916"/>
                    <a:pt x="12243" y="11311"/>
                  </a:cubicBezTo>
                  <a:cubicBezTo>
                    <a:pt x="15776" y="12268"/>
                    <a:pt x="17453" y="12623"/>
                    <a:pt x="18692" y="13197"/>
                  </a:cubicBezTo>
                  <a:lnTo>
                    <a:pt x="22617" y="7537"/>
                  </a:lnTo>
                  <a:cubicBezTo>
                    <a:pt x="22516" y="7468"/>
                    <a:pt x="22421" y="7404"/>
                    <a:pt x="22320" y="7337"/>
                  </a:cubicBezTo>
                  <a:cubicBezTo>
                    <a:pt x="19745" y="5545"/>
                    <a:pt x="5953" y="349"/>
                    <a:pt x="5302" y="44"/>
                  </a:cubicBezTo>
                  <a:cubicBezTo>
                    <a:pt x="5242" y="16"/>
                    <a:pt x="5147" y="1"/>
                    <a:pt x="5025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59"/>
            <p:cNvSpPr/>
            <p:nvPr/>
          </p:nvSpPr>
          <p:spPr>
            <a:xfrm>
              <a:off x="1413686" y="2408176"/>
              <a:ext cx="270351" cy="564437"/>
            </a:xfrm>
            <a:custGeom>
              <a:rect b="b" l="l" r="r" t="t"/>
              <a:pathLst>
                <a:path extrusionOk="0" h="15339" w="7347">
                  <a:moveTo>
                    <a:pt x="5788" y="0"/>
                  </a:moveTo>
                  <a:cubicBezTo>
                    <a:pt x="4261" y="5"/>
                    <a:pt x="3705" y="1427"/>
                    <a:pt x="3331" y="1983"/>
                  </a:cubicBezTo>
                  <a:cubicBezTo>
                    <a:pt x="2952" y="2535"/>
                    <a:pt x="300" y="11527"/>
                    <a:pt x="127" y="13004"/>
                  </a:cubicBezTo>
                  <a:cubicBezTo>
                    <a:pt x="0" y="14091"/>
                    <a:pt x="769" y="15339"/>
                    <a:pt x="1698" y="15339"/>
                  </a:cubicBezTo>
                  <a:cubicBezTo>
                    <a:pt x="2034" y="15339"/>
                    <a:pt x="2391" y="15175"/>
                    <a:pt x="2734" y="14781"/>
                  </a:cubicBezTo>
                  <a:cubicBezTo>
                    <a:pt x="4019" y="13300"/>
                    <a:pt x="7195" y="2626"/>
                    <a:pt x="7195" y="2626"/>
                  </a:cubicBezTo>
                  <a:cubicBezTo>
                    <a:pt x="7346" y="2120"/>
                    <a:pt x="7315" y="0"/>
                    <a:pt x="5788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59"/>
            <p:cNvSpPr/>
            <p:nvPr/>
          </p:nvSpPr>
          <p:spPr>
            <a:xfrm>
              <a:off x="1377073" y="2827337"/>
              <a:ext cx="166398" cy="605429"/>
            </a:xfrm>
            <a:custGeom>
              <a:rect b="b" l="l" r="r" t="t"/>
              <a:pathLst>
                <a:path extrusionOk="0" h="16453" w="4522">
                  <a:moveTo>
                    <a:pt x="2743" y="1"/>
                  </a:moveTo>
                  <a:cubicBezTo>
                    <a:pt x="2376" y="1"/>
                    <a:pt x="1962" y="193"/>
                    <a:pt x="1518" y="665"/>
                  </a:cubicBezTo>
                  <a:cubicBezTo>
                    <a:pt x="1" y="2278"/>
                    <a:pt x="320" y="13942"/>
                    <a:pt x="638" y="15450"/>
                  </a:cubicBezTo>
                  <a:cubicBezTo>
                    <a:pt x="794" y="16186"/>
                    <a:pt x="1052" y="16453"/>
                    <a:pt x="1294" y="16453"/>
                  </a:cubicBezTo>
                  <a:cubicBezTo>
                    <a:pt x="1549" y="16453"/>
                    <a:pt x="1785" y="16154"/>
                    <a:pt x="1860" y="15796"/>
                  </a:cubicBezTo>
                  <a:cubicBezTo>
                    <a:pt x="1860" y="15796"/>
                    <a:pt x="4522" y="3523"/>
                    <a:pt x="4362" y="2118"/>
                  </a:cubicBezTo>
                  <a:cubicBezTo>
                    <a:pt x="4246" y="1122"/>
                    <a:pt x="3630" y="1"/>
                    <a:pt x="2743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59"/>
            <p:cNvSpPr/>
            <p:nvPr/>
          </p:nvSpPr>
          <p:spPr>
            <a:xfrm>
              <a:off x="1387634" y="3348610"/>
              <a:ext cx="116096" cy="263102"/>
            </a:xfrm>
            <a:custGeom>
              <a:rect b="b" l="l" r="r" t="t"/>
              <a:pathLst>
                <a:path extrusionOk="0" h="7150" w="3155">
                  <a:moveTo>
                    <a:pt x="792" y="1"/>
                  </a:moveTo>
                  <a:cubicBezTo>
                    <a:pt x="749" y="1"/>
                    <a:pt x="706" y="10"/>
                    <a:pt x="662" y="31"/>
                  </a:cubicBezTo>
                  <a:cubicBezTo>
                    <a:pt x="0" y="340"/>
                    <a:pt x="142" y="3129"/>
                    <a:pt x="584" y="4269"/>
                  </a:cubicBezTo>
                  <a:cubicBezTo>
                    <a:pt x="1026" y="5404"/>
                    <a:pt x="2002" y="7132"/>
                    <a:pt x="2348" y="7149"/>
                  </a:cubicBezTo>
                  <a:cubicBezTo>
                    <a:pt x="2349" y="7149"/>
                    <a:pt x="2351" y="7149"/>
                    <a:pt x="2352" y="7149"/>
                  </a:cubicBezTo>
                  <a:cubicBezTo>
                    <a:pt x="2693" y="7149"/>
                    <a:pt x="1955" y="5429"/>
                    <a:pt x="1760" y="4875"/>
                  </a:cubicBezTo>
                  <a:cubicBezTo>
                    <a:pt x="1564" y="4315"/>
                    <a:pt x="1691" y="3663"/>
                    <a:pt x="1691" y="3663"/>
                  </a:cubicBezTo>
                  <a:cubicBezTo>
                    <a:pt x="1702" y="3592"/>
                    <a:pt x="1748" y="3548"/>
                    <a:pt x="1816" y="3548"/>
                  </a:cubicBezTo>
                  <a:cubicBezTo>
                    <a:pt x="1897" y="3548"/>
                    <a:pt x="2008" y="3612"/>
                    <a:pt x="2125" y="3768"/>
                  </a:cubicBezTo>
                  <a:cubicBezTo>
                    <a:pt x="2333" y="4053"/>
                    <a:pt x="2402" y="5414"/>
                    <a:pt x="2774" y="5414"/>
                  </a:cubicBezTo>
                  <a:cubicBezTo>
                    <a:pt x="2776" y="5414"/>
                    <a:pt x="2778" y="5413"/>
                    <a:pt x="2781" y="5413"/>
                  </a:cubicBezTo>
                  <a:cubicBezTo>
                    <a:pt x="3155" y="5390"/>
                    <a:pt x="2768" y="3285"/>
                    <a:pt x="2358" y="2587"/>
                  </a:cubicBezTo>
                  <a:cubicBezTo>
                    <a:pt x="1974" y="1936"/>
                    <a:pt x="1404" y="1"/>
                    <a:pt x="792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59"/>
            <p:cNvSpPr/>
            <p:nvPr/>
          </p:nvSpPr>
          <p:spPr>
            <a:xfrm>
              <a:off x="1561539" y="1864456"/>
              <a:ext cx="495478" cy="329411"/>
            </a:xfrm>
            <a:custGeom>
              <a:rect b="b" l="l" r="r" t="t"/>
              <a:pathLst>
                <a:path extrusionOk="0" h="8952" w="13465">
                  <a:moveTo>
                    <a:pt x="4477" y="1"/>
                  </a:moveTo>
                  <a:cubicBezTo>
                    <a:pt x="2016" y="1"/>
                    <a:pt x="1" y="2016"/>
                    <a:pt x="1" y="4477"/>
                  </a:cubicBezTo>
                  <a:cubicBezTo>
                    <a:pt x="1" y="6938"/>
                    <a:pt x="2016" y="8952"/>
                    <a:pt x="4477" y="8952"/>
                  </a:cubicBezTo>
                  <a:lnTo>
                    <a:pt x="8989" y="8952"/>
                  </a:lnTo>
                  <a:cubicBezTo>
                    <a:pt x="11450" y="8952"/>
                    <a:pt x="13465" y="6938"/>
                    <a:pt x="13465" y="4477"/>
                  </a:cubicBezTo>
                  <a:cubicBezTo>
                    <a:pt x="13465" y="2016"/>
                    <a:pt x="11450" y="1"/>
                    <a:pt x="898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59"/>
            <p:cNvSpPr/>
            <p:nvPr/>
          </p:nvSpPr>
          <p:spPr>
            <a:xfrm>
              <a:off x="1712004" y="2011131"/>
              <a:ext cx="208163" cy="218099"/>
            </a:xfrm>
            <a:custGeom>
              <a:rect b="b" l="l" r="r" t="t"/>
              <a:pathLst>
                <a:path extrusionOk="0" h="5927" w="5657">
                  <a:moveTo>
                    <a:pt x="2740" y="0"/>
                  </a:moveTo>
                  <a:cubicBezTo>
                    <a:pt x="1802" y="0"/>
                    <a:pt x="1040" y="294"/>
                    <a:pt x="985" y="1224"/>
                  </a:cubicBezTo>
                  <a:cubicBezTo>
                    <a:pt x="907" y="2536"/>
                    <a:pt x="899" y="3165"/>
                    <a:pt x="899" y="3165"/>
                  </a:cubicBezTo>
                  <a:cubicBezTo>
                    <a:pt x="899" y="3165"/>
                    <a:pt x="768" y="2966"/>
                    <a:pt x="563" y="2966"/>
                  </a:cubicBezTo>
                  <a:cubicBezTo>
                    <a:pt x="497" y="2966"/>
                    <a:pt x="422" y="2987"/>
                    <a:pt x="342" y="3043"/>
                  </a:cubicBezTo>
                  <a:cubicBezTo>
                    <a:pt x="9" y="3270"/>
                    <a:pt x="1" y="4309"/>
                    <a:pt x="356" y="4524"/>
                  </a:cubicBezTo>
                  <a:cubicBezTo>
                    <a:pt x="459" y="4586"/>
                    <a:pt x="551" y="4607"/>
                    <a:pt x="630" y="4607"/>
                  </a:cubicBezTo>
                  <a:cubicBezTo>
                    <a:pt x="826" y="4607"/>
                    <a:pt x="943" y="4473"/>
                    <a:pt x="943" y="4473"/>
                  </a:cubicBezTo>
                  <a:cubicBezTo>
                    <a:pt x="943" y="4473"/>
                    <a:pt x="1454" y="5380"/>
                    <a:pt x="2703" y="5691"/>
                  </a:cubicBezTo>
                  <a:cubicBezTo>
                    <a:pt x="2703" y="5691"/>
                    <a:pt x="3795" y="5926"/>
                    <a:pt x="4544" y="5926"/>
                  </a:cubicBezTo>
                  <a:cubicBezTo>
                    <a:pt x="4755" y="5926"/>
                    <a:pt x="4939" y="5907"/>
                    <a:pt x="5064" y="5859"/>
                  </a:cubicBezTo>
                  <a:cubicBezTo>
                    <a:pt x="5624" y="5641"/>
                    <a:pt x="5657" y="4888"/>
                    <a:pt x="5483" y="3821"/>
                  </a:cubicBezTo>
                  <a:cubicBezTo>
                    <a:pt x="5310" y="2751"/>
                    <a:pt x="5356" y="386"/>
                    <a:pt x="3952" y="125"/>
                  </a:cubicBezTo>
                  <a:cubicBezTo>
                    <a:pt x="3542" y="50"/>
                    <a:pt x="3126" y="0"/>
                    <a:pt x="2740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59"/>
            <p:cNvSpPr/>
            <p:nvPr/>
          </p:nvSpPr>
          <p:spPr>
            <a:xfrm>
              <a:off x="1787107" y="2094956"/>
              <a:ext cx="42979" cy="23624"/>
            </a:xfrm>
            <a:custGeom>
              <a:rect b="b" l="l" r="r" t="t"/>
              <a:pathLst>
                <a:path extrusionOk="0" h="642" w="1168">
                  <a:moveTo>
                    <a:pt x="560" y="0"/>
                  </a:moveTo>
                  <a:cubicBezTo>
                    <a:pt x="541" y="0"/>
                    <a:pt x="522" y="1"/>
                    <a:pt x="503" y="3"/>
                  </a:cubicBezTo>
                  <a:cubicBezTo>
                    <a:pt x="1" y="54"/>
                    <a:pt x="15" y="459"/>
                    <a:pt x="15" y="459"/>
                  </a:cubicBezTo>
                  <a:cubicBezTo>
                    <a:pt x="15" y="459"/>
                    <a:pt x="349" y="642"/>
                    <a:pt x="758" y="642"/>
                  </a:cubicBezTo>
                  <a:cubicBezTo>
                    <a:pt x="890" y="642"/>
                    <a:pt x="1029" y="623"/>
                    <a:pt x="1168" y="573"/>
                  </a:cubicBezTo>
                  <a:cubicBezTo>
                    <a:pt x="1168" y="573"/>
                    <a:pt x="1016" y="0"/>
                    <a:pt x="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59"/>
            <p:cNvSpPr/>
            <p:nvPr/>
          </p:nvSpPr>
          <p:spPr>
            <a:xfrm>
              <a:off x="1866627" y="2086014"/>
              <a:ext cx="29880" cy="26862"/>
            </a:xfrm>
            <a:custGeom>
              <a:rect b="b" l="l" r="r" t="t"/>
              <a:pathLst>
                <a:path extrusionOk="0" h="730" w="812">
                  <a:moveTo>
                    <a:pt x="527" y="1"/>
                  </a:moveTo>
                  <a:cubicBezTo>
                    <a:pt x="486" y="1"/>
                    <a:pt x="438" y="10"/>
                    <a:pt x="383" y="32"/>
                  </a:cubicBezTo>
                  <a:cubicBezTo>
                    <a:pt x="0" y="183"/>
                    <a:pt x="160" y="730"/>
                    <a:pt x="160" y="730"/>
                  </a:cubicBezTo>
                  <a:cubicBezTo>
                    <a:pt x="160" y="730"/>
                    <a:pt x="730" y="629"/>
                    <a:pt x="812" y="347"/>
                  </a:cubicBezTo>
                  <a:cubicBezTo>
                    <a:pt x="812" y="347"/>
                    <a:pt x="782" y="1"/>
                    <a:pt x="5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59"/>
            <p:cNvSpPr/>
            <p:nvPr/>
          </p:nvSpPr>
          <p:spPr>
            <a:xfrm>
              <a:off x="1786335" y="2093153"/>
              <a:ext cx="43752" cy="22925"/>
            </a:xfrm>
            <a:custGeom>
              <a:rect b="b" l="l" r="r" t="t"/>
              <a:pathLst>
                <a:path extrusionOk="0" h="623" w="1189">
                  <a:moveTo>
                    <a:pt x="550" y="0"/>
                  </a:moveTo>
                  <a:cubicBezTo>
                    <a:pt x="180" y="0"/>
                    <a:pt x="1" y="343"/>
                    <a:pt x="13" y="513"/>
                  </a:cubicBezTo>
                  <a:lnTo>
                    <a:pt x="36" y="508"/>
                  </a:lnTo>
                  <a:cubicBezTo>
                    <a:pt x="36" y="508"/>
                    <a:pt x="122" y="126"/>
                    <a:pt x="541" y="84"/>
                  </a:cubicBezTo>
                  <a:cubicBezTo>
                    <a:pt x="555" y="83"/>
                    <a:pt x="569" y="82"/>
                    <a:pt x="583" y="82"/>
                  </a:cubicBezTo>
                  <a:cubicBezTo>
                    <a:pt x="976" y="82"/>
                    <a:pt x="1189" y="622"/>
                    <a:pt x="1189" y="622"/>
                  </a:cubicBezTo>
                  <a:cubicBezTo>
                    <a:pt x="1189" y="622"/>
                    <a:pt x="1066" y="61"/>
                    <a:pt x="638" y="6"/>
                  </a:cubicBezTo>
                  <a:cubicBezTo>
                    <a:pt x="607" y="2"/>
                    <a:pt x="578" y="0"/>
                    <a:pt x="55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59"/>
            <p:cNvSpPr/>
            <p:nvPr/>
          </p:nvSpPr>
          <p:spPr>
            <a:xfrm>
              <a:off x="1868135" y="2084395"/>
              <a:ext cx="28371" cy="28481"/>
            </a:xfrm>
            <a:custGeom>
              <a:rect b="b" l="l" r="r" t="t"/>
              <a:pathLst>
                <a:path extrusionOk="0" h="774" w="771">
                  <a:moveTo>
                    <a:pt x="466" y="1"/>
                  </a:moveTo>
                  <a:cubicBezTo>
                    <a:pt x="436" y="1"/>
                    <a:pt x="402" y="6"/>
                    <a:pt x="365" y="17"/>
                  </a:cubicBezTo>
                  <a:cubicBezTo>
                    <a:pt x="1" y="126"/>
                    <a:pt x="32" y="568"/>
                    <a:pt x="119" y="774"/>
                  </a:cubicBezTo>
                  <a:cubicBezTo>
                    <a:pt x="119" y="774"/>
                    <a:pt x="9" y="381"/>
                    <a:pt x="315" y="126"/>
                  </a:cubicBezTo>
                  <a:cubicBezTo>
                    <a:pt x="374" y="76"/>
                    <a:pt x="427" y="56"/>
                    <a:pt x="475" y="56"/>
                  </a:cubicBezTo>
                  <a:cubicBezTo>
                    <a:pt x="671" y="56"/>
                    <a:pt x="771" y="391"/>
                    <a:pt x="771" y="391"/>
                  </a:cubicBezTo>
                  <a:cubicBezTo>
                    <a:pt x="771" y="391"/>
                    <a:pt x="738" y="1"/>
                    <a:pt x="46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59"/>
            <p:cNvSpPr/>
            <p:nvPr/>
          </p:nvSpPr>
          <p:spPr>
            <a:xfrm>
              <a:off x="1803409" y="2095545"/>
              <a:ext cx="13762" cy="18730"/>
            </a:xfrm>
            <a:custGeom>
              <a:rect b="b" l="l" r="r" t="t"/>
              <a:pathLst>
                <a:path extrusionOk="0" h="509" w="374">
                  <a:moveTo>
                    <a:pt x="164" y="0"/>
                  </a:moveTo>
                  <a:cubicBezTo>
                    <a:pt x="158" y="0"/>
                    <a:pt x="152" y="1"/>
                    <a:pt x="146" y="2"/>
                  </a:cubicBezTo>
                  <a:cubicBezTo>
                    <a:pt x="55" y="15"/>
                    <a:pt x="1" y="138"/>
                    <a:pt x="23" y="279"/>
                  </a:cubicBezTo>
                  <a:cubicBezTo>
                    <a:pt x="40" y="412"/>
                    <a:pt x="126" y="508"/>
                    <a:pt x="211" y="508"/>
                  </a:cubicBezTo>
                  <a:cubicBezTo>
                    <a:pt x="217" y="508"/>
                    <a:pt x="222" y="508"/>
                    <a:pt x="228" y="507"/>
                  </a:cubicBezTo>
                  <a:cubicBezTo>
                    <a:pt x="319" y="494"/>
                    <a:pt x="374" y="366"/>
                    <a:pt x="356" y="229"/>
                  </a:cubicBezTo>
                  <a:cubicBezTo>
                    <a:pt x="335" y="97"/>
                    <a:pt x="253" y="0"/>
                    <a:pt x="16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59"/>
            <p:cNvSpPr/>
            <p:nvPr/>
          </p:nvSpPr>
          <p:spPr>
            <a:xfrm>
              <a:off x="1874023" y="2088480"/>
              <a:ext cx="13946" cy="18914"/>
            </a:xfrm>
            <a:custGeom>
              <a:rect b="b" l="l" r="r" t="t"/>
              <a:pathLst>
                <a:path extrusionOk="0" h="514" w="379">
                  <a:moveTo>
                    <a:pt x="167" y="1"/>
                  </a:moveTo>
                  <a:cubicBezTo>
                    <a:pt x="161" y="1"/>
                    <a:pt x="156" y="1"/>
                    <a:pt x="150" y="2"/>
                  </a:cubicBezTo>
                  <a:cubicBezTo>
                    <a:pt x="59" y="15"/>
                    <a:pt x="0" y="143"/>
                    <a:pt x="23" y="284"/>
                  </a:cubicBezTo>
                  <a:cubicBezTo>
                    <a:pt x="44" y="413"/>
                    <a:pt x="126" y="513"/>
                    <a:pt x="211" y="513"/>
                  </a:cubicBezTo>
                  <a:cubicBezTo>
                    <a:pt x="217" y="513"/>
                    <a:pt x="222" y="513"/>
                    <a:pt x="228" y="512"/>
                  </a:cubicBezTo>
                  <a:cubicBezTo>
                    <a:pt x="319" y="494"/>
                    <a:pt x="379" y="371"/>
                    <a:pt x="356" y="230"/>
                  </a:cubicBezTo>
                  <a:cubicBezTo>
                    <a:pt x="334" y="101"/>
                    <a:pt x="253" y="1"/>
                    <a:pt x="16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59"/>
            <p:cNvSpPr/>
            <p:nvPr/>
          </p:nvSpPr>
          <p:spPr>
            <a:xfrm>
              <a:off x="1848486" y="2103787"/>
              <a:ext cx="26568" cy="48058"/>
            </a:xfrm>
            <a:custGeom>
              <a:rect b="b" l="l" r="r" t="t"/>
              <a:pathLst>
                <a:path extrusionOk="0" h="1306" w="722">
                  <a:moveTo>
                    <a:pt x="74" y="1"/>
                  </a:moveTo>
                  <a:cubicBezTo>
                    <a:pt x="74" y="1"/>
                    <a:pt x="1" y="716"/>
                    <a:pt x="156" y="784"/>
                  </a:cubicBezTo>
                  <a:cubicBezTo>
                    <a:pt x="261" y="829"/>
                    <a:pt x="446" y="836"/>
                    <a:pt x="550" y="836"/>
                  </a:cubicBezTo>
                  <a:cubicBezTo>
                    <a:pt x="596" y="836"/>
                    <a:pt x="625" y="834"/>
                    <a:pt x="625" y="834"/>
                  </a:cubicBezTo>
                  <a:lnTo>
                    <a:pt x="625" y="834"/>
                  </a:lnTo>
                  <a:lnTo>
                    <a:pt x="156" y="1267"/>
                  </a:lnTo>
                  <a:cubicBezTo>
                    <a:pt x="156" y="1267"/>
                    <a:pt x="146" y="1306"/>
                    <a:pt x="183" y="1306"/>
                  </a:cubicBezTo>
                  <a:cubicBezTo>
                    <a:pt x="189" y="1306"/>
                    <a:pt x="195" y="1305"/>
                    <a:pt x="202" y="1303"/>
                  </a:cubicBezTo>
                  <a:cubicBezTo>
                    <a:pt x="257" y="1290"/>
                    <a:pt x="722" y="825"/>
                    <a:pt x="717" y="811"/>
                  </a:cubicBezTo>
                  <a:cubicBezTo>
                    <a:pt x="717" y="798"/>
                    <a:pt x="225" y="780"/>
                    <a:pt x="175" y="697"/>
                  </a:cubicBezTo>
                  <a:cubicBezTo>
                    <a:pt x="129" y="615"/>
                    <a:pt x="110" y="18"/>
                    <a:pt x="74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59"/>
            <p:cNvSpPr/>
            <p:nvPr/>
          </p:nvSpPr>
          <p:spPr>
            <a:xfrm>
              <a:off x="1835422" y="2164761"/>
              <a:ext cx="42501" cy="11996"/>
            </a:xfrm>
            <a:custGeom>
              <a:rect b="b" l="l" r="r" t="t"/>
              <a:pathLst>
                <a:path extrusionOk="0" h="326" w="1155">
                  <a:moveTo>
                    <a:pt x="684" y="0"/>
                  </a:moveTo>
                  <a:cubicBezTo>
                    <a:pt x="223" y="0"/>
                    <a:pt x="0" y="139"/>
                    <a:pt x="0" y="139"/>
                  </a:cubicBezTo>
                  <a:cubicBezTo>
                    <a:pt x="0" y="139"/>
                    <a:pt x="69" y="281"/>
                    <a:pt x="530" y="321"/>
                  </a:cubicBezTo>
                  <a:cubicBezTo>
                    <a:pt x="558" y="324"/>
                    <a:pt x="585" y="325"/>
                    <a:pt x="612" y="325"/>
                  </a:cubicBezTo>
                  <a:cubicBezTo>
                    <a:pt x="1014" y="325"/>
                    <a:pt x="1154" y="44"/>
                    <a:pt x="1154" y="44"/>
                  </a:cubicBezTo>
                  <a:cubicBezTo>
                    <a:pt x="977" y="12"/>
                    <a:pt x="820" y="0"/>
                    <a:pt x="684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59"/>
            <p:cNvSpPr/>
            <p:nvPr/>
          </p:nvSpPr>
          <p:spPr>
            <a:xfrm>
              <a:off x="1835422" y="2170685"/>
              <a:ext cx="38969" cy="13468"/>
            </a:xfrm>
            <a:custGeom>
              <a:rect b="b" l="l" r="r" t="t"/>
              <a:pathLst>
                <a:path extrusionOk="0" h="366" w="1059">
                  <a:moveTo>
                    <a:pt x="1058" y="1"/>
                  </a:moveTo>
                  <a:cubicBezTo>
                    <a:pt x="1058" y="1"/>
                    <a:pt x="812" y="192"/>
                    <a:pt x="525" y="196"/>
                  </a:cubicBezTo>
                  <a:cubicBezTo>
                    <a:pt x="517" y="197"/>
                    <a:pt x="509" y="197"/>
                    <a:pt x="501" y="197"/>
                  </a:cubicBezTo>
                  <a:cubicBezTo>
                    <a:pt x="220" y="197"/>
                    <a:pt x="0" y="38"/>
                    <a:pt x="0" y="38"/>
                  </a:cubicBezTo>
                  <a:lnTo>
                    <a:pt x="0" y="38"/>
                  </a:lnTo>
                  <a:cubicBezTo>
                    <a:pt x="0" y="38"/>
                    <a:pt x="141" y="365"/>
                    <a:pt x="526" y="365"/>
                  </a:cubicBezTo>
                  <a:cubicBezTo>
                    <a:pt x="552" y="365"/>
                    <a:pt x="579" y="364"/>
                    <a:pt x="607" y="361"/>
                  </a:cubicBezTo>
                  <a:cubicBezTo>
                    <a:pt x="1054" y="311"/>
                    <a:pt x="1058" y="1"/>
                    <a:pt x="1058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59"/>
            <p:cNvSpPr/>
            <p:nvPr/>
          </p:nvSpPr>
          <p:spPr>
            <a:xfrm>
              <a:off x="1823868" y="2157990"/>
              <a:ext cx="62114" cy="19981"/>
            </a:xfrm>
            <a:custGeom>
              <a:rect b="b" l="l" r="r" t="t"/>
              <a:pathLst>
                <a:path extrusionOk="0" h="543" w="1688">
                  <a:moveTo>
                    <a:pt x="1687" y="0"/>
                  </a:moveTo>
                  <a:cubicBezTo>
                    <a:pt x="1687" y="0"/>
                    <a:pt x="1353" y="474"/>
                    <a:pt x="848" y="482"/>
                  </a:cubicBezTo>
                  <a:cubicBezTo>
                    <a:pt x="843" y="483"/>
                    <a:pt x="837" y="483"/>
                    <a:pt x="832" y="483"/>
                  </a:cubicBezTo>
                  <a:cubicBezTo>
                    <a:pt x="340" y="483"/>
                    <a:pt x="0" y="41"/>
                    <a:pt x="0" y="40"/>
                  </a:cubicBezTo>
                  <a:lnTo>
                    <a:pt x="0" y="40"/>
                  </a:lnTo>
                  <a:cubicBezTo>
                    <a:pt x="14" y="109"/>
                    <a:pt x="278" y="524"/>
                    <a:pt x="839" y="541"/>
                  </a:cubicBezTo>
                  <a:cubicBezTo>
                    <a:pt x="850" y="542"/>
                    <a:pt x="861" y="542"/>
                    <a:pt x="872" y="542"/>
                  </a:cubicBezTo>
                  <a:cubicBezTo>
                    <a:pt x="1406" y="542"/>
                    <a:pt x="1687" y="0"/>
                    <a:pt x="168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59"/>
            <p:cNvSpPr/>
            <p:nvPr/>
          </p:nvSpPr>
          <p:spPr>
            <a:xfrm>
              <a:off x="1725104" y="2136132"/>
              <a:ext cx="19797" cy="38122"/>
            </a:xfrm>
            <a:custGeom>
              <a:rect b="b" l="l" r="r" t="t"/>
              <a:pathLst>
                <a:path extrusionOk="0" h="1036" w="538">
                  <a:moveTo>
                    <a:pt x="234" y="0"/>
                  </a:moveTo>
                  <a:cubicBezTo>
                    <a:pt x="117" y="0"/>
                    <a:pt x="12" y="131"/>
                    <a:pt x="0" y="147"/>
                  </a:cubicBezTo>
                  <a:lnTo>
                    <a:pt x="68" y="197"/>
                  </a:lnTo>
                  <a:cubicBezTo>
                    <a:pt x="93" y="168"/>
                    <a:pt x="172" y="85"/>
                    <a:pt x="233" y="85"/>
                  </a:cubicBezTo>
                  <a:cubicBezTo>
                    <a:pt x="239" y="85"/>
                    <a:pt x="245" y="86"/>
                    <a:pt x="251" y="88"/>
                  </a:cubicBezTo>
                  <a:cubicBezTo>
                    <a:pt x="282" y="96"/>
                    <a:pt x="341" y="142"/>
                    <a:pt x="369" y="352"/>
                  </a:cubicBezTo>
                  <a:cubicBezTo>
                    <a:pt x="442" y="867"/>
                    <a:pt x="246" y="954"/>
                    <a:pt x="246" y="954"/>
                  </a:cubicBezTo>
                  <a:lnTo>
                    <a:pt x="274" y="1036"/>
                  </a:lnTo>
                  <a:cubicBezTo>
                    <a:pt x="287" y="1032"/>
                    <a:pt x="537" y="931"/>
                    <a:pt x="455" y="342"/>
                  </a:cubicBezTo>
                  <a:cubicBezTo>
                    <a:pt x="428" y="138"/>
                    <a:pt x="369" y="28"/>
                    <a:pt x="274" y="6"/>
                  </a:cubicBezTo>
                  <a:cubicBezTo>
                    <a:pt x="260" y="2"/>
                    <a:pt x="247" y="0"/>
                    <a:pt x="234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59"/>
            <p:cNvSpPr/>
            <p:nvPr/>
          </p:nvSpPr>
          <p:spPr>
            <a:xfrm>
              <a:off x="1777577" y="2077808"/>
              <a:ext cx="52216" cy="14093"/>
            </a:xfrm>
            <a:custGeom>
              <a:rect b="b" l="l" r="r" t="t"/>
              <a:pathLst>
                <a:path extrusionOk="0" h="383" w="1419">
                  <a:moveTo>
                    <a:pt x="746" y="0"/>
                  </a:moveTo>
                  <a:cubicBezTo>
                    <a:pt x="690" y="0"/>
                    <a:pt x="632" y="6"/>
                    <a:pt x="570" y="19"/>
                  </a:cubicBezTo>
                  <a:cubicBezTo>
                    <a:pt x="41" y="128"/>
                    <a:pt x="0" y="383"/>
                    <a:pt x="0" y="383"/>
                  </a:cubicBezTo>
                  <a:cubicBezTo>
                    <a:pt x="0" y="383"/>
                    <a:pt x="272" y="125"/>
                    <a:pt x="718" y="125"/>
                  </a:cubicBezTo>
                  <a:cubicBezTo>
                    <a:pt x="919" y="125"/>
                    <a:pt x="1155" y="177"/>
                    <a:pt x="1418" y="328"/>
                  </a:cubicBezTo>
                  <a:cubicBezTo>
                    <a:pt x="1418" y="328"/>
                    <a:pt x="1172" y="0"/>
                    <a:pt x="74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59"/>
            <p:cNvSpPr/>
            <p:nvPr/>
          </p:nvSpPr>
          <p:spPr>
            <a:xfrm>
              <a:off x="1771689" y="2062537"/>
              <a:ext cx="52547" cy="52694"/>
            </a:xfrm>
            <a:custGeom>
              <a:rect b="b" l="l" r="r" t="t"/>
              <a:pathLst>
                <a:path extrusionOk="0" h="1432" w="1428">
                  <a:moveTo>
                    <a:pt x="999" y="1"/>
                  </a:moveTo>
                  <a:cubicBezTo>
                    <a:pt x="447" y="1"/>
                    <a:pt x="1" y="451"/>
                    <a:pt x="1" y="1002"/>
                  </a:cubicBezTo>
                  <a:cubicBezTo>
                    <a:pt x="1" y="1158"/>
                    <a:pt x="32" y="1299"/>
                    <a:pt x="97" y="1431"/>
                  </a:cubicBezTo>
                  <a:lnTo>
                    <a:pt x="1427" y="100"/>
                  </a:lnTo>
                  <a:cubicBezTo>
                    <a:pt x="1300" y="37"/>
                    <a:pt x="1154" y="1"/>
                    <a:pt x="99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59"/>
            <p:cNvSpPr/>
            <p:nvPr/>
          </p:nvSpPr>
          <p:spPr>
            <a:xfrm>
              <a:off x="1775259" y="2066217"/>
              <a:ext cx="63034" cy="62924"/>
            </a:xfrm>
            <a:custGeom>
              <a:rect b="b" l="l" r="r" t="t"/>
              <a:pathLst>
                <a:path extrusionOk="0" h="1710" w="1713">
                  <a:moveTo>
                    <a:pt x="1330" y="0"/>
                  </a:moveTo>
                  <a:lnTo>
                    <a:pt x="0" y="1331"/>
                  </a:lnTo>
                  <a:cubicBezTo>
                    <a:pt x="72" y="1482"/>
                    <a:pt x="182" y="1613"/>
                    <a:pt x="314" y="1710"/>
                  </a:cubicBezTo>
                  <a:lnTo>
                    <a:pt x="1713" y="315"/>
                  </a:lnTo>
                  <a:cubicBezTo>
                    <a:pt x="1613" y="183"/>
                    <a:pt x="1485" y="73"/>
                    <a:pt x="1330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59"/>
            <p:cNvSpPr/>
            <p:nvPr/>
          </p:nvSpPr>
          <p:spPr>
            <a:xfrm>
              <a:off x="1786776" y="2077808"/>
              <a:ext cx="57404" cy="57367"/>
            </a:xfrm>
            <a:custGeom>
              <a:rect b="b" l="l" r="r" t="t"/>
              <a:pathLst>
                <a:path extrusionOk="0" h="1559" w="1560">
                  <a:moveTo>
                    <a:pt x="1400" y="0"/>
                  </a:moveTo>
                  <a:lnTo>
                    <a:pt x="1" y="1395"/>
                  </a:lnTo>
                  <a:cubicBezTo>
                    <a:pt x="106" y="1472"/>
                    <a:pt x="224" y="1527"/>
                    <a:pt x="352" y="1559"/>
                  </a:cubicBezTo>
                  <a:lnTo>
                    <a:pt x="1560" y="347"/>
                  </a:lnTo>
                  <a:cubicBezTo>
                    <a:pt x="1528" y="219"/>
                    <a:pt x="1473" y="105"/>
                    <a:pt x="140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59"/>
            <p:cNvSpPr/>
            <p:nvPr/>
          </p:nvSpPr>
          <p:spPr>
            <a:xfrm>
              <a:off x="1799729" y="2090540"/>
              <a:ext cx="45629" cy="45666"/>
            </a:xfrm>
            <a:custGeom>
              <a:rect b="b" l="l" r="r" t="t"/>
              <a:pathLst>
                <a:path extrusionOk="0" h="1241" w="1240">
                  <a:moveTo>
                    <a:pt x="1208" y="1"/>
                  </a:moveTo>
                  <a:lnTo>
                    <a:pt x="0" y="1213"/>
                  </a:lnTo>
                  <a:cubicBezTo>
                    <a:pt x="78" y="1231"/>
                    <a:pt x="155" y="1240"/>
                    <a:pt x="237" y="1240"/>
                  </a:cubicBezTo>
                  <a:cubicBezTo>
                    <a:pt x="789" y="1240"/>
                    <a:pt x="1239" y="794"/>
                    <a:pt x="1239" y="241"/>
                  </a:cubicBezTo>
                  <a:cubicBezTo>
                    <a:pt x="1239" y="159"/>
                    <a:pt x="1226" y="77"/>
                    <a:pt x="1208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59"/>
            <p:cNvSpPr/>
            <p:nvPr/>
          </p:nvSpPr>
          <p:spPr>
            <a:xfrm>
              <a:off x="1860776" y="2062537"/>
              <a:ext cx="54865" cy="54865"/>
            </a:xfrm>
            <a:custGeom>
              <a:rect b="b" l="l" r="r" t="t"/>
              <a:pathLst>
                <a:path extrusionOk="0" h="1491" w="1491">
                  <a:moveTo>
                    <a:pt x="998" y="1"/>
                  </a:moveTo>
                  <a:cubicBezTo>
                    <a:pt x="447" y="1"/>
                    <a:pt x="0" y="451"/>
                    <a:pt x="0" y="1002"/>
                  </a:cubicBezTo>
                  <a:cubicBezTo>
                    <a:pt x="0" y="1181"/>
                    <a:pt x="45" y="1349"/>
                    <a:pt x="127" y="1490"/>
                  </a:cubicBezTo>
                  <a:lnTo>
                    <a:pt x="1490" y="127"/>
                  </a:lnTo>
                  <a:cubicBezTo>
                    <a:pt x="1345" y="51"/>
                    <a:pt x="1176" y="1"/>
                    <a:pt x="99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59"/>
            <p:cNvSpPr/>
            <p:nvPr/>
          </p:nvSpPr>
          <p:spPr>
            <a:xfrm>
              <a:off x="1865449" y="2067211"/>
              <a:ext cx="59391" cy="59612"/>
            </a:xfrm>
            <a:custGeom>
              <a:rect b="b" l="l" r="r" t="t"/>
              <a:pathLst>
                <a:path extrusionOk="0" h="1620" w="1614">
                  <a:moveTo>
                    <a:pt x="1363" y="0"/>
                  </a:moveTo>
                  <a:lnTo>
                    <a:pt x="0" y="1363"/>
                  </a:lnTo>
                  <a:cubicBezTo>
                    <a:pt x="55" y="1460"/>
                    <a:pt x="124" y="1546"/>
                    <a:pt x="206" y="1619"/>
                  </a:cubicBezTo>
                  <a:lnTo>
                    <a:pt x="1614" y="210"/>
                  </a:lnTo>
                  <a:cubicBezTo>
                    <a:pt x="1542" y="128"/>
                    <a:pt x="1460" y="55"/>
                    <a:pt x="1363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59"/>
            <p:cNvSpPr/>
            <p:nvPr/>
          </p:nvSpPr>
          <p:spPr>
            <a:xfrm>
              <a:off x="1884400" y="2086309"/>
              <a:ext cx="49014" cy="49051"/>
            </a:xfrm>
            <a:custGeom>
              <a:rect b="b" l="l" r="r" t="t"/>
              <a:pathLst>
                <a:path extrusionOk="0" h="1333" w="1332">
                  <a:moveTo>
                    <a:pt x="1290" y="1"/>
                  </a:moveTo>
                  <a:lnTo>
                    <a:pt x="1" y="1292"/>
                  </a:lnTo>
                  <a:cubicBezTo>
                    <a:pt x="46" y="1309"/>
                    <a:pt x="91" y="1319"/>
                    <a:pt x="137" y="1332"/>
                  </a:cubicBezTo>
                  <a:lnTo>
                    <a:pt x="1332" y="138"/>
                  </a:lnTo>
                  <a:cubicBezTo>
                    <a:pt x="1322" y="93"/>
                    <a:pt x="1309" y="47"/>
                    <a:pt x="1290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59"/>
            <p:cNvSpPr/>
            <p:nvPr/>
          </p:nvSpPr>
          <p:spPr>
            <a:xfrm>
              <a:off x="1889441" y="2091350"/>
              <a:ext cx="45003" cy="44856"/>
            </a:xfrm>
            <a:custGeom>
              <a:rect b="b" l="l" r="r" t="t"/>
              <a:pathLst>
                <a:path extrusionOk="0" h="1219" w="1223">
                  <a:moveTo>
                    <a:pt x="1195" y="1"/>
                  </a:moveTo>
                  <a:lnTo>
                    <a:pt x="0" y="1195"/>
                  </a:lnTo>
                  <a:cubicBezTo>
                    <a:pt x="74" y="1209"/>
                    <a:pt x="146" y="1218"/>
                    <a:pt x="219" y="1218"/>
                  </a:cubicBezTo>
                  <a:cubicBezTo>
                    <a:pt x="770" y="1218"/>
                    <a:pt x="1222" y="772"/>
                    <a:pt x="1222" y="219"/>
                  </a:cubicBezTo>
                  <a:cubicBezTo>
                    <a:pt x="1222" y="143"/>
                    <a:pt x="1212" y="70"/>
                    <a:pt x="119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59"/>
            <p:cNvSpPr/>
            <p:nvPr/>
          </p:nvSpPr>
          <p:spPr>
            <a:xfrm>
              <a:off x="1872993" y="2074938"/>
              <a:ext cx="58913" cy="58913"/>
            </a:xfrm>
            <a:custGeom>
              <a:rect b="b" l="l" r="r" t="t"/>
              <a:pathLst>
                <a:path extrusionOk="0" h="1601" w="1601">
                  <a:moveTo>
                    <a:pt x="1409" y="0"/>
                  </a:moveTo>
                  <a:lnTo>
                    <a:pt x="1" y="1409"/>
                  </a:lnTo>
                  <a:cubicBezTo>
                    <a:pt x="92" y="1491"/>
                    <a:pt x="197" y="1555"/>
                    <a:pt x="311" y="1601"/>
                  </a:cubicBezTo>
                  <a:lnTo>
                    <a:pt x="1600" y="310"/>
                  </a:lnTo>
                  <a:cubicBezTo>
                    <a:pt x="1555" y="196"/>
                    <a:pt x="1491" y="91"/>
                    <a:pt x="140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59"/>
            <p:cNvSpPr/>
            <p:nvPr/>
          </p:nvSpPr>
          <p:spPr>
            <a:xfrm>
              <a:off x="1845468" y="2098599"/>
              <a:ext cx="15676" cy="1693"/>
            </a:xfrm>
            <a:custGeom>
              <a:rect b="b" l="l" r="r" t="t"/>
              <a:pathLst>
                <a:path extrusionOk="0" h="46" w="426">
                  <a:moveTo>
                    <a:pt x="1" y="1"/>
                  </a:moveTo>
                  <a:lnTo>
                    <a:pt x="1" y="45"/>
                  </a:lnTo>
                  <a:lnTo>
                    <a:pt x="425" y="45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rgbClr val="4A7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59"/>
            <p:cNvSpPr/>
            <p:nvPr/>
          </p:nvSpPr>
          <p:spPr>
            <a:xfrm>
              <a:off x="1705969" y="2006164"/>
              <a:ext cx="158340" cy="121469"/>
            </a:xfrm>
            <a:custGeom>
              <a:rect b="b" l="l" r="r" t="t"/>
              <a:pathLst>
                <a:path extrusionOk="0" h="3301" w="4303">
                  <a:moveTo>
                    <a:pt x="2911" y="1"/>
                  </a:moveTo>
                  <a:cubicBezTo>
                    <a:pt x="1915" y="1"/>
                    <a:pt x="720" y="221"/>
                    <a:pt x="451" y="598"/>
                  </a:cubicBezTo>
                  <a:cubicBezTo>
                    <a:pt x="1" y="1232"/>
                    <a:pt x="451" y="3228"/>
                    <a:pt x="451" y="3228"/>
                  </a:cubicBezTo>
                  <a:cubicBezTo>
                    <a:pt x="451" y="3228"/>
                    <a:pt x="506" y="3178"/>
                    <a:pt x="670" y="3109"/>
                  </a:cubicBezTo>
                  <a:cubicBezTo>
                    <a:pt x="689" y="3100"/>
                    <a:pt x="709" y="3096"/>
                    <a:pt x="730" y="3096"/>
                  </a:cubicBezTo>
                  <a:cubicBezTo>
                    <a:pt x="882" y="3096"/>
                    <a:pt x="1063" y="3300"/>
                    <a:pt x="1063" y="3300"/>
                  </a:cubicBezTo>
                  <a:lnTo>
                    <a:pt x="1309" y="3228"/>
                  </a:lnTo>
                  <a:cubicBezTo>
                    <a:pt x="1549" y="3155"/>
                    <a:pt x="1528" y="2567"/>
                    <a:pt x="1719" y="1779"/>
                  </a:cubicBezTo>
                  <a:cubicBezTo>
                    <a:pt x="1868" y="1169"/>
                    <a:pt x="2470" y="1019"/>
                    <a:pt x="3044" y="1019"/>
                  </a:cubicBezTo>
                  <a:cubicBezTo>
                    <a:pt x="3208" y="1019"/>
                    <a:pt x="3370" y="1032"/>
                    <a:pt x="3518" y="1049"/>
                  </a:cubicBezTo>
                  <a:cubicBezTo>
                    <a:pt x="3549" y="1053"/>
                    <a:pt x="3578" y="1054"/>
                    <a:pt x="3606" y="1054"/>
                  </a:cubicBezTo>
                  <a:cubicBezTo>
                    <a:pt x="4195" y="1054"/>
                    <a:pt x="4303" y="311"/>
                    <a:pt x="4303" y="311"/>
                  </a:cubicBezTo>
                  <a:cubicBezTo>
                    <a:pt x="4148" y="98"/>
                    <a:pt x="3574" y="1"/>
                    <a:pt x="291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59"/>
            <p:cNvSpPr/>
            <p:nvPr/>
          </p:nvSpPr>
          <p:spPr>
            <a:xfrm>
              <a:off x="4179865" y="2428305"/>
              <a:ext cx="50523" cy="339494"/>
            </a:xfrm>
            <a:custGeom>
              <a:rect b="b" l="l" r="r" t="t"/>
              <a:pathLst>
                <a:path extrusionOk="0" h="9226" w="1373"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lnTo>
                    <a:pt x="0" y="9180"/>
                  </a:lnTo>
                  <a:cubicBezTo>
                    <a:pt x="0" y="9203"/>
                    <a:pt x="23" y="9226"/>
                    <a:pt x="51" y="9226"/>
                  </a:cubicBezTo>
                  <a:lnTo>
                    <a:pt x="1327" y="9226"/>
                  </a:lnTo>
                  <a:cubicBezTo>
                    <a:pt x="1350" y="9226"/>
                    <a:pt x="1372" y="9203"/>
                    <a:pt x="1372" y="9180"/>
                  </a:cubicBezTo>
                  <a:lnTo>
                    <a:pt x="1372" y="51"/>
                  </a:lnTo>
                  <a:cubicBezTo>
                    <a:pt x="1372" y="23"/>
                    <a:pt x="1350" y="0"/>
                    <a:pt x="1327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59"/>
            <p:cNvSpPr/>
            <p:nvPr/>
          </p:nvSpPr>
          <p:spPr>
            <a:xfrm>
              <a:off x="3971922" y="2219663"/>
              <a:ext cx="260821" cy="256184"/>
            </a:xfrm>
            <a:custGeom>
              <a:rect b="b" l="l" r="r" t="t"/>
              <a:pathLst>
                <a:path extrusionOk="0" h="6962" w="7088">
                  <a:moveTo>
                    <a:pt x="767" y="0"/>
                  </a:moveTo>
                  <a:cubicBezTo>
                    <a:pt x="604" y="0"/>
                    <a:pt x="440" y="63"/>
                    <a:pt x="314" y="188"/>
                  </a:cubicBezTo>
                  <a:lnTo>
                    <a:pt x="251" y="251"/>
                  </a:lnTo>
                  <a:cubicBezTo>
                    <a:pt x="1" y="497"/>
                    <a:pt x="1" y="908"/>
                    <a:pt x="251" y="1154"/>
                  </a:cubicBezTo>
                  <a:lnTo>
                    <a:pt x="5870" y="6774"/>
                  </a:lnTo>
                  <a:cubicBezTo>
                    <a:pt x="5993" y="6899"/>
                    <a:pt x="6156" y="6962"/>
                    <a:pt x="6320" y="6962"/>
                  </a:cubicBezTo>
                  <a:cubicBezTo>
                    <a:pt x="6483" y="6962"/>
                    <a:pt x="6647" y="6899"/>
                    <a:pt x="6773" y="6774"/>
                  </a:cubicBezTo>
                  <a:lnTo>
                    <a:pt x="6837" y="6709"/>
                  </a:lnTo>
                  <a:cubicBezTo>
                    <a:pt x="7088" y="6459"/>
                    <a:pt x="7088" y="6053"/>
                    <a:pt x="6837" y="5803"/>
                  </a:cubicBezTo>
                  <a:lnTo>
                    <a:pt x="1217" y="188"/>
                  </a:lnTo>
                  <a:cubicBezTo>
                    <a:pt x="1094" y="63"/>
                    <a:pt x="931" y="0"/>
                    <a:pt x="76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59"/>
            <p:cNvSpPr/>
            <p:nvPr/>
          </p:nvSpPr>
          <p:spPr>
            <a:xfrm>
              <a:off x="2267646" y="2853610"/>
              <a:ext cx="2323173" cy="68811"/>
            </a:xfrm>
            <a:custGeom>
              <a:rect b="b" l="l" r="r" t="t"/>
              <a:pathLst>
                <a:path extrusionOk="0" h="1870" w="63134">
                  <a:moveTo>
                    <a:pt x="930" y="1"/>
                  </a:moveTo>
                  <a:cubicBezTo>
                    <a:pt x="415" y="1"/>
                    <a:pt x="0" y="420"/>
                    <a:pt x="0" y="935"/>
                  </a:cubicBezTo>
                  <a:cubicBezTo>
                    <a:pt x="0" y="1450"/>
                    <a:pt x="415" y="1869"/>
                    <a:pt x="930" y="1869"/>
                  </a:cubicBezTo>
                  <a:lnTo>
                    <a:pt x="62204" y="1869"/>
                  </a:lnTo>
                  <a:cubicBezTo>
                    <a:pt x="62718" y="1869"/>
                    <a:pt x="63133" y="1450"/>
                    <a:pt x="63133" y="935"/>
                  </a:cubicBezTo>
                  <a:cubicBezTo>
                    <a:pt x="63133" y="420"/>
                    <a:pt x="62718" y="1"/>
                    <a:pt x="62204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59"/>
            <p:cNvSpPr/>
            <p:nvPr/>
          </p:nvSpPr>
          <p:spPr>
            <a:xfrm>
              <a:off x="2235117" y="2922385"/>
              <a:ext cx="525100" cy="1395251"/>
            </a:xfrm>
            <a:custGeom>
              <a:rect b="b" l="l" r="r" t="t"/>
              <a:pathLst>
                <a:path extrusionOk="0" h="37917" w="14270">
                  <a:moveTo>
                    <a:pt x="10369" y="0"/>
                  </a:moveTo>
                  <a:lnTo>
                    <a:pt x="0" y="37916"/>
                  </a:lnTo>
                  <a:lnTo>
                    <a:pt x="1700" y="37916"/>
                  </a:lnTo>
                  <a:lnTo>
                    <a:pt x="14269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59"/>
            <p:cNvSpPr/>
            <p:nvPr/>
          </p:nvSpPr>
          <p:spPr>
            <a:xfrm>
              <a:off x="4065829" y="2922385"/>
              <a:ext cx="524990" cy="1395251"/>
            </a:xfrm>
            <a:custGeom>
              <a:rect b="b" l="l" r="r" t="t"/>
              <a:pathLst>
                <a:path extrusionOk="0" h="37917" w="14267">
                  <a:moveTo>
                    <a:pt x="0" y="0"/>
                  </a:moveTo>
                  <a:lnTo>
                    <a:pt x="12571" y="37916"/>
                  </a:lnTo>
                  <a:lnTo>
                    <a:pt x="14266" y="37916"/>
                  </a:lnTo>
                  <a:lnTo>
                    <a:pt x="3902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59"/>
            <p:cNvSpPr/>
            <p:nvPr/>
          </p:nvSpPr>
          <p:spPr>
            <a:xfrm>
              <a:off x="2553084" y="2922385"/>
              <a:ext cx="207133" cy="232634"/>
            </a:xfrm>
            <a:custGeom>
              <a:rect b="b" l="l" r="r" t="t"/>
              <a:pathLst>
                <a:path extrusionOk="0" h="6322" w="5629">
                  <a:moveTo>
                    <a:pt x="1728" y="0"/>
                  </a:moveTo>
                  <a:lnTo>
                    <a:pt x="1" y="6322"/>
                  </a:lnTo>
                  <a:lnTo>
                    <a:pt x="5628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59"/>
            <p:cNvSpPr/>
            <p:nvPr/>
          </p:nvSpPr>
          <p:spPr>
            <a:xfrm>
              <a:off x="4065829" y="2922385"/>
              <a:ext cx="143621" cy="249082"/>
            </a:xfrm>
            <a:custGeom>
              <a:rect b="b" l="l" r="r" t="t"/>
              <a:pathLst>
                <a:path extrusionOk="0" h="6769" w="3903">
                  <a:moveTo>
                    <a:pt x="0" y="0"/>
                  </a:moveTo>
                  <a:lnTo>
                    <a:pt x="2243" y="6769"/>
                  </a:lnTo>
                  <a:lnTo>
                    <a:pt x="3902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59"/>
            <p:cNvSpPr/>
            <p:nvPr/>
          </p:nvSpPr>
          <p:spPr>
            <a:xfrm>
              <a:off x="2991453" y="2834328"/>
              <a:ext cx="785921" cy="19319"/>
            </a:xfrm>
            <a:custGeom>
              <a:rect b="b" l="l" r="r" t="t"/>
              <a:pathLst>
                <a:path extrusionOk="0" h="525" w="21358">
                  <a:moveTo>
                    <a:pt x="1" y="1"/>
                  </a:moveTo>
                  <a:lnTo>
                    <a:pt x="1" y="525"/>
                  </a:lnTo>
                  <a:lnTo>
                    <a:pt x="21358" y="525"/>
                  </a:lnTo>
                  <a:lnTo>
                    <a:pt x="21358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59"/>
            <p:cNvSpPr/>
            <p:nvPr/>
          </p:nvSpPr>
          <p:spPr>
            <a:xfrm>
              <a:off x="3225926" y="2441736"/>
              <a:ext cx="650911" cy="392629"/>
            </a:xfrm>
            <a:custGeom>
              <a:rect b="b" l="l" r="r" t="t"/>
              <a:pathLst>
                <a:path extrusionOk="0" h="10670" w="17689">
                  <a:moveTo>
                    <a:pt x="3214" y="1"/>
                  </a:moveTo>
                  <a:cubicBezTo>
                    <a:pt x="2913" y="1"/>
                    <a:pt x="2648" y="205"/>
                    <a:pt x="2575" y="497"/>
                  </a:cubicBezTo>
                  <a:lnTo>
                    <a:pt x="0" y="10670"/>
                  </a:lnTo>
                  <a:lnTo>
                    <a:pt x="14986" y="10670"/>
                  </a:lnTo>
                  <a:lnTo>
                    <a:pt x="17689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59"/>
            <p:cNvSpPr/>
            <p:nvPr/>
          </p:nvSpPr>
          <p:spPr>
            <a:xfrm>
              <a:off x="3237518" y="2482986"/>
              <a:ext cx="628943" cy="305750"/>
            </a:xfrm>
            <a:custGeom>
              <a:rect b="b" l="l" r="r" t="t"/>
              <a:pathLst>
                <a:path extrusionOk="0" h="8309" w="17092">
                  <a:moveTo>
                    <a:pt x="2106" y="1"/>
                  </a:moveTo>
                  <a:lnTo>
                    <a:pt x="0" y="8309"/>
                  </a:lnTo>
                  <a:lnTo>
                    <a:pt x="14986" y="8309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59"/>
            <p:cNvSpPr/>
            <p:nvPr/>
          </p:nvSpPr>
          <p:spPr>
            <a:xfrm>
              <a:off x="3773179" y="2441736"/>
              <a:ext cx="125332" cy="413788"/>
            </a:xfrm>
            <a:custGeom>
              <a:rect b="b" l="l" r="r" t="t"/>
              <a:pathLst>
                <a:path extrusionOk="0" h="11245" w="3406">
                  <a:moveTo>
                    <a:pt x="2817" y="1"/>
                  </a:moveTo>
                  <a:lnTo>
                    <a:pt x="114" y="10670"/>
                  </a:lnTo>
                  <a:lnTo>
                    <a:pt x="0" y="11244"/>
                  </a:lnTo>
                  <a:lnTo>
                    <a:pt x="625" y="11194"/>
                  </a:lnTo>
                  <a:cubicBezTo>
                    <a:pt x="625" y="11194"/>
                    <a:pt x="3145" y="1372"/>
                    <a:pt x="3273" y="798"/>
                  </a:cubicBezTo>
                  <a:cubicBezTo>
                    <a:pt x="3405" y="228"/>
                    <a:pt x="2817" y="1"/>
                    <a:pt x="2817" y="1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59"/>
            <p:cNvSpPr/>
            <p:nvPr/>
          </p:nvSpPr>
          <p:spPr>
            <a:xfrm>
              <a:off x="3051985" y="2827778"/>
              <a:ext cx="103033" cy="6587"/>
            </a:xfrm>
            <a:custGeom>
              <a:rect b="b" l="l" r="r" t="t"/>
              <a:pathLst>
                <a:path extrusionOk="0" h="179" w="2800">
                  <a:moveTo>
                    <a:pt x="1" y="1"/>
                  </a:moveTo>
                  <a:lnTo>
                    <a:pt x="1" y="179"/>
                  </a:lnTo>
                  <a:lnTo>
                    <a:pt x="2800" y="179"/>
                  </a:lnTo>
                  <a:lnTo>
                    <a:pt x="2800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59"/>
            <p:cNvSpPr/>
            <p:nvPr/>
          </p:nvSpPr>
          <p:spPr>
            <a:xfrm>
              <a:off x="3161531" y="2827778"/>
              <a:ext cx="263507" cy="6587"/>
            </a:xfrm>
            <a:custGeom>
              <a:rect b="b" l="l" r="r" t="t"/>
              <a:pathLst>
                <a:path extrusionOk="0" h="179" w="7161">
                  <a:moveTo>
                    <a:pt x="0" y="1"/>
                  </a:moveTo>
                  <a:lnTo>
                    <a:pt x="0" y="179"/>
                  </a:lnTo>
                  <a:lnTo>
                    <a:pt x="7160" y="179"/>
                  </a:lnTo>
                  <a:lnTo>
                    <a:pt x="7160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59"/>
            <p:cNvSpPr/>
            <p:nvPr/>
          </p:nvSpPr>
          <p:spPr>
            <a:xfrm>
              <a:off x="3576091" y="2455829"/>
              <a:ext cx="13284" cy="13284"/>
            </a:xfrm>
            <a:custGeom>
              <a:rect b="b" l="l" r="r" t="t"/>
              <a:pathLst>
                <a:path extrusionOk="0" h="361" w="361">
                  <a:moveTo>
                    <a:pt x="183" y="0"/>
                  </a:moveTo>
                  <a:cubicBezTo>
                    <a:pt x="83" y="0"/>
                    <a:pt x="1" y="82"/>
                    <a:pt x="1" y="182"/>
                  </a:cubicBezTo>
                  <a:cubicBezTo>
                    <a:pt x="1" y="283"/>
                    <a:pt x="83" y="360"/>
                    <a:pt x="183" y="360"/>
                  </a:cubicBezTo>
                  <a:cubicBezTo>
                    <a:pt x="279" y="360"/>
                    <a:pt x="361" y="283"/>
                    <a:pt x="361" y="182"/>
                  </a:cubicBezTo>
                  <a:cubicBezTo>
                    <a:pt x="361" y="82"/>
                    <a:pt x="279" y="0"/>
                    <a:pt x="183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59"/>
            <p:cNvSpPr/>
            <p:nvPr/>
          </p:nvSpPr>
          <p:spPr>
            <a:xfrm>
              <a:off x="4059279" y="2705169"/>
              <a:ext cx="300268" cy="147337"/>
            </a:xfrm>
            <a:custGeom>
              <a:rect b="b" l="l" r="r" t="t"/>
              <a:pathLst>
                <a:path extrusionOk="0" h="4004" w="8160">
                  <a:moveTo>
                    <a:pt x="4080" y="1"/>
                  </a:moveTo>
                  <a:cubicBezTo>
                    <a:pt x="1851" y="1"/>
                    <a:pt x="46" y="1784"/>
                    <a:pt x="0" y="4003"/>
                  </a:cubicBezTo>
                  <a:lnTo>
                    <a:pt x="8159" y="4003"/>
                  </a:lnTo>
                  <a:cubicBezTo>
                    <a:pt x="8113" y="1784"/>
                    <a:pt x="6304" y="1"/>
                    <a:pt x="4080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59"/>
            <p:cNvSpPr/>
            <p:nvPr/>
          </p:nvSpPr>
          <p:spPr>
            <a:xfrm>
              <a:off x="3858218" y="2212634"/>
              <a:ext cx="251069" cy="123124"/>
            </a:xfrm>
            <a:custGeom>
              <a:rect b="b" l="l" r="r" t="t"/>
              <a:pathLst>
                <a:path extrusionOk="0" h="3346" w="6823">
                  <a:moveTo>
                    <a:pt x="3413" y="0"/>
                  </a:moveTo>
                  <a:cubicBezTo>
                    <a:pt x="1549" y="0"/>
                    <a:pt x="41" y="1490"/>
                    <a:pt x="0" y="3345"/>
                  </a:cubicBezTo>
                  <a:lnTo>
                    <a:pt x="6823" y="3345"/>
                  </a:lnTo>
                  <a:cubicBezTo>
                    <a:pt x="6787" y="1490"/>
                    <a:pt x="5278" y="0"/>
                    <a:pt x="341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59"/>
            <p:cNvSpPr/>
            <p:nvPr/>
          </p:nvSpPr>
          <p:spPr>
            <a:xfrm>
              <a:off x="3922098" y="2335722"/>
              <a:ext cx="123308" cy="60421"/>
            </a:xfrm>
            <a:custGeom>
              <a:rect b="b" l="l" r="r" t="t"/>
              <a:pathLst>
                <a:path extrusionOk="0" h="1642" w="3351">
                  <a:moveTo>
                    <a:pt x="0" y="0"/>
                  </a:moveTo>
                  <a:cubicBezTo>
                    <a:pt x="23" y="907"/>
                    <a:pt x="762" y="1641"/>
                    <a:pt x="1677" y="1641"/>
                  </a:cubicBezTo>
                  <a:cubicBezTo>
                    <a:pt x="2594" y="1641"/>
                    <a:pt x="3332" y="907"/>
                    <a:pt x="3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59"/>
            <p:cNvSpPr/>
            <p:nvPr/>
          </p:nvSpPr>
          <p:spPr>
            <a:xfrm>
              <a:off x="4179534" y="2734202"/>
              <a:ext cx="50854" cy="50707"/>
            </a:xfrm>
            <a:custGeom>
              <a:rect b="b" l="l" r="r" t="t"/>
              <a:pathLst>
                <a:path extrusionOk="0" h="1378" w="1382">
                  <a:moveTo>
                    <a:pt x="693" y="0"/>
                  </a:moveTo>
                  <a:cubicBezTo>
                    <a:pt x="310" y="0"/>
                    <a:pt x="1" y="306"/>
                    <a:pt x="1" y="689"/>
                  </a:cubicBezTo>
                  <a:cubicBezTo>
                    <a:pt x="1" y="1067"/>
                    <a:pt x="310" y="1378"/>
                    <a:pt x="693" y="1378"/>
                  </a:cubicBezTo>
                  <a:cubicBezTo>
                    <a:pt x="1071" y="1378"/>
                    <a:pt x="1381" y="1067"/>
                    <a:pt x="1381" y="689"/>
                  </a:cubicBezTo>
                  <a:cubicBezTo>
                    <a:pt x="1381" y="306"/>
                    <a:pt x="1071" y="0"/>
                    <a:pt x="693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59"/>
            <p:cNvSpPr/>
            <p:nvPr/>
          </p:nvSpPr>
          <p:spPr>
            <a:xfrm>
              <a:off x="4179865" y="2461018"/>
              <a:ext cx="50523" cy="247206"/>
            </a:xfrm>
            <a:custGeom>
              <a:rect b="b" l="l" r="r" t="t"/>
              <a:pathLst>
                <a:path extrusionOk="0" h="6718" w="1373">
                  <a:moveTo>
                    <a:pt x="0" y="1"/>
                  </a:moveTo>
                  <a:lnTo>
                    <a:pt x="0" y="6718"/>
                  </a:lnTo>
                  <a:cubicBezTo>
                    <a:pt x="261" y="6663"/>
                    <a:pt x="530" y="6636"/>
                    <a:pt x="803" y="6636"/>
                  </a:cubicBezTo>
                  <a:cubicBezTo>
                    <a:pt x="995" y="6636"/>
                    <a:pt x="1186" y="6650"/>
                    <a:pt x="1372" y="6677"/>
                  </a:cubicBezTo>
                  <a:lnTo>
                    <a:pt x="1372" y="1117"/>
                  </a:lnTo>
                  <a:lnTo>
                    <a:pt x="835" y="379"/>
                  </a:lnTo>
                  <a:cubicBezTo>
                    <a:pt x="780" y="392"/>
                    <a:pt x="726" y="401"/>
                    <a:pt x="671" y="401"/>
                  </a:cubicBezTo>
                  <a:cubicBezTo>
                    <a:pt x="507" y="401"/>
                    <a:pt x="343" y="337"/>
                    <a:pt x="219" y="2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7CB0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59"/>
            <p:cNvSpPr/>
            <p:nvPr/>
          </p:nvSpPr>
          <p:spPr>
            <a:xfrm>
              <a:off x="3773473" y="2441736"/>
              <a:ext cx="125038" cy="411911"/>
            </a:xfrm>
            <a:custGeom>
              <a:rect b="b" l="l" r="r" t="t"/>
              <a:pathLst>
                <a:path extrusionOk="0" h="11194" w="3398">
                  <a:moveTo>
                    <a:pt x="2809" y="1"/>
                  </a:moveTo>
                  <a:lnTo>
                    <a:pt x="106" y="10670"/>
                  </a:lnTo>
                  <a:lnTo>
                    <a:pt x="1" y="11194"/>
                  </a:lnTo>
                  <a:lnTo>
                    <a:pt x="617" y="11194"/>
                  </a:lnTo>
                  <a:cubicBezTo>
                    <a:pt x="617" y="11194"/>
                    <a:pt x="3137" y="1372"/>
                    <a:pt x="3265" y="798"/>
                  </a:cubicBezTo>
                  <a:cubicBezTo>
                    <a:pt x="3397" y="228"/>
                    <a:pt x="2809" y="1"/>
                    <a:pt x="2809" y="1"/>
                  </a:cubicBezTo>
                  <a:close/>
                </a:path>
              </a:pathLst>
            </a:custGeom>
            <a:solidFill>
              <a:srgbClr val="2F2E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59"/>
            <p:cNvSpPr/>
            <p:nvPr/>
          </p:nvSpPr>
          <p:spPr>
            <a:xfrm>
              <a:off x="3510224" y="2827778"/>
              <a:ext cx="192377" cy="6587"/>
            </a:xfrm>
            <a:custGeom>
              <a:rect b="b" l="l" r="r" t="t"/>
              <a:pathLst>
                <a:path extrusionOk="0" h="179" w="5228">
                  <a:moveTo>
                    <a:pt x="123" y="1"/>
                  </a:moveTo>
                  <a:lnTo>
                    <a:pt x="0" y="179"/>
                  </a:lnTo>
                  <a:lnTo>
                    <a:pt x="5228" y="179"/>
                  </a:lnTo>
                  <a:lnTo>
                    <a:pt x="5228" y="1"/>
                  </a:lnTo>
                  <a:close/>
                </a:path>
              </a:pathLst>
            </a:custGeom>
            <a:solidFill>
              <a:srgbClr val="7CB0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59"/>
            <p:cNvSpPr/>
            <p:nvPr/>
          </p:nvSpPr>
          <p:spPr>
            <a:xfrm>
              <a:off x="4059279" y="2705169"/>
              <a:ext cx="300268" cy="147337"/>
            </a:xfrm>
            <a:custGeom>
              <a:rect b="b" l="l" r="r" t="t"/>
              <a:pathLst>
                <a:path extrusionOk="0" h="4004" w="8160">
                  <a:moveTo>
                    <a:pt x="3961" y="789"/>
                  </a:moveTo>
                  <a:cubicBezTo>
                    <a:pt x="4339" y="789"/>
                    <a:pt x="4649" y="1095"/>
                    <a:pt x="4649" y="1478"/>
                  </a:cubicBezTo>
                  <a:cubicBezTo>
                    <a:pt x="4649" y="1856"/>
                    <a:pt x="4339" y="2167"/>
                    <a:pt x="3961" y="2167"/>
                  </a:cubicBezTo>
                  <a:cubicBezTo>
                    <a:pt x="3578" y="2167"/>
                    <a:pt x="3269" y="1856"/>
                    <a:pt x="3269" y="1478"/>
                  </a:cubicBezTo>
                  <a:cubicBezTo>
                    <a:pt x="3269" y="1095"/>
                    <a:pt x="3578" y="789"/>
                    <a:pt x="3961" y="789"/>
                  </a:cubicBezTo>
                  <a:close/>
                  <a:moveTo>
                    <a:pt x="4080" y="1"/>
                  </a:moveTo>
                  <a:cubicBezTo>
                    <a:pt x="3807" y="1"/>
                    <a:pt x="3538" y="28"/>
                    <a:pt x="3277" y="83"/>
                  </a:cubicBezTo>
                  <a:cubicBezTo>
                    <a:pt x="1436" y="448"/>
                    <a:pt x="42" y="2057"/>
                    <a:pt x="0" y="4003"/>
                  </a:cubicBezTo>
                  <a:lnTo>
                    <a:pt x="8159" y="4003"/>
                  </a:lnTo>
                  <a:cubicBezTo>
                    <a:pt x="8118" y="1980"/>
                    <a:pt x="6605" y="316"/>
                    <a:pt x="4649" y="42"/>
                  </a:cubicBezTo>
                  <a:cubicBezTo>
                    <a:pt x="4463" y="15"/>
                    <a:pt x="4272" y="1"/>
                    <a:pt x="4080" y="1"/>
                  </a:cubicBezTo>
                  <a:close/>
                </a:path>
              </a:pathLst>
            </a:custGeom>
            <a:solidFill>
              <a:srgbClr val="4241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59"/>
            <p:cNvSpPr/>
            <p:nvPr/>
          </p:nvSpPr>
          <p:spPr>
            <a:xfrm>
              <a:off x="3858218" y="2335722"/>
              <a:ext cx="251069" cy="37"/>
            </a:xfrm>
            <a:custGeom>
              <a:rect b="b" l="l" r="r" t="t"/>
              <a:pathLst>
                <a:path extrusionOk="0" h="1" w="6823">
                  <a:moveTo>
                    <a:pt x="682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736" y="0"/>
                  </a:lnTo>
                  <a:lnTo>
                    <a:pt x="1736" y="0"/>
                  </a:lnTo>
                  <a:lnTo>
                    <a:pt x="5087" y="0"/>
                  </a:lnTo>
                  <a:lnTo>
                    <a:pt x="5087" y="0"/>
                  </a:lnTo>
                  <a:lnTo>
                    <a:pt x="5087" y="0"/>
                  </a:lnTo>
                  <a:lnTo>
                    <a:pt x="5337" y="0"/>
                  </a:lnTo>
                  <a:close/>
                </a:path>
              </a:pathLst>
            </a:custGeom>
            <a:solidFill>
              <a:srgbClr val="4241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59"/>
            <p:cNvSpPr/>
            <p:nvPr/>
          </p:nvSpPr>
          <p:spPr>
            <a:xfrm>
              <a:off x="3922098" y="2335722"/>
              <a:ext cx="123308" cy="60421"/>
            </a:xfrm>
            <a:custGeom>
              <a:rect b="b" l="l" r="r" t="t"/>
              <a:pathLst>
                <a:path extrusionOk="0" h="1642" w="3351">
                  <a:moveTo>
                    <a:pt x="0" y="0"/>
                  </a:moveTo>
                  <a:cubicBezTo>
                    <a:pt x="23" y="907"/>
                    <a:pt x="762" y="1641"/>
                    <a:pt x="1677" y="1641"/>
                  </a:cubicBezTo>
                  <a:cubicBezTo>
                    <a:pt x="2594" y="1641"/>
                    <a:pt x="3332" y="907"/>
                    <a:pt x="335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59"/>
            <p:cNvSpPr/>
            <p:nvPr/>
          </p:nvSpPr>
          <p:spPr>
            <a:xfrm>
              <a:off x="4179534" y="2734202"/>
              <a:ext cx="50854" cy="50707"/>
            </a:xfrm>
            <a:custGeom>
              <a:rect b="b" l="l" r="r" t="t"/>
              <a:pathLst>
                <a:path extrusionOk="0" h="1378" w="1382">
                  <a:moveTo>
                    <a:pt x="693" y="0"/>
                  </a:moveTo>
                  <a:cubicBezTo>
                    <a:pt x="310" y="0"/>
                    <a:pt x="1" y="306"/>
                    <a:pt x="1" y="689"/>
                  </a:cubicBezTo>
                  <a:cubicBezTo>
                    <a:pt x="1" y="1067"/>
                    <a:pt x="310" y="1378"/>
                    <a:pt x="693" y="1378"/>
                  </a:cubicBezTo>
                  <a:cubicBezTo>
                    <a:pt x="1071" y="1378"/>
                    <a:pt x="1381" y="1067"/>
                    <a:pt x="1381" y="689"/>
                  </a:cubicBezTo>
                  <a:cubicBezTo>
                    <a:pt x="1381" y="306"/>
                    <a:pt x="1071" y="0"/>
                    <a:pt x="693" y="0"/>
                  </a:cubicBezTo>
                  <a:close/>
                </a:path>
              </a:pathLst>
            </a:custGeom>
            <a:solidFill>
              <a:srgbClr val="7CB0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59"/>
            <p:cNvSpPr/>
            <p:nvPr/>
          </p:nvSpPr>
          <p:spPr>
            <a:xfrm flipH="1">
              <a:off x="2739944" y="1512567"/>
              <a:ext cx="420920" cy="420890"/>
            </a:xfrm>
            <a:custGeom>
              <a:rect b="b" l="l" r="r" t="t"/>
              <a:pathLst>
                <a:path extrusionOk="0" h="13997" w="13998">
                  <a:moveTo>
                    <a:pt x="6992" y="4775"/>
                  </a:moveTo>
                  <a:cubicBezTo>
                    <a:pt x="8299" y="4775"/>
                    <a:pt x="9341" y="5895"/>
                    <a:pt x="9212" y="7229"/>
                  </a:cubicBezTo>
                  <a:cubicBezTo>
                    <a:pt x="9107" y="8268"/>
                    <a:pt x="8264" y="9107"/>
                    <a:pt x="7225" y="9211"/>
                  </a:cubicBezTo>
                  <a:cubicBezTo>
                    <a:pt x="7147" y="9219"/>
                    <a:pt x="7070" y="9222"/>
                    <a:pt x="6994" y="9222"/>
                  </a:cubicBezTo>
                  <a:cubicBezTo>
                    <a:pt x="5695" y="9222"/>
                    <a:pt x="4653" y="8100"/>
                    <a:pt x="4786" y="6773"/>
                  </a:cubicBezTo>
                  <a:cubicBezTo>
                    <a:pt x="4891" y="5733"/>
                    <a:pt x="5729" y="4890"/>
                    <a:pt x="6768" y="4786"/>
                  </a:cubicBezTo>
                  <a:cubicBezTo>
                    <a:pt x="6844" y="4779"/>
                    <a:pt x="6918" y="4775"/>
                    <a:pt x="6992" y="4775"/>
                  </a:cubicBezTo>
                  <a:close/>
                  <a:moveTo>
                    <a:pt x="6221" y="1"/>
                  </a:moveTo>
                  <a:cubicBezTo>
                    <a:pt x="5807" y="1"/>
                    <a:pt x="5470" y="337"/>
                    <a:pt x="5470" y="752"/>
                  </a:cubicBezTo>
                  <a:lnTo>
                    <a:pt x="5470" y="2088"/>
                  </a:lnTo>
                  <a:cubicBezTo>
                    <a:pt x="5169" y="2183"/>
                    <a:pt x="4881" y="2302"/>
                    <a:pt x="4608" y="2447"/>
                  </a:cubicBezTo>
                  <a:lnTo>
                    <a:pt x="3661" y="1499"/>
                  </a:lnTo>
                  <a:cubicBezTo>
                    <a:pt x="3515" y="1354"/>
                    <a:pt x="3322" y="1281"/>
                    <a:pt x="3130" y="1281"/>
                  </a:cubicBezTo>
                  <a:cubicBezTo>
                    <a:pt x="2937" y="1281"/>
                    <a:pt x="2745" y="1354"/>
                    <a:pt x="2599" y="1499"/>
                  </a:cubicBezTo>
                  <a:lnTo>
                    <a:pt x="1500" y="2598"/>
                  </a:lnTo>
                  <a:cubicBezTo>
                    <a:pt x="1204" y="2894"/>
                    <a:pt x="1204" y="3368"/>
                    <a:pt x="1500" y="3665"/>
                  </a:cubicBezTo>
                  <a:lnTo>
                    <a:pt x="2443" y="4608"/>
                  </a:lnTo>
                  <a:cubicBezTo>
                    <a:pt x="2302" y="4881"/>
                    <a:pt x="2180" y="5169"/>
                    <a:pt x="2088" y="5470"/>
                  </a:cubicBezTo>
                  <a:lnTo>
                    <a:pt x="752" y="5470"/>
                  </a:lnTo>
                  <a:cubicBezTo>
                    <a:pt x="333" y="5470"/>
                    <a:pt x="1" y="5807"/>
                    <a:pt x="1" y="6221"/>
                  </a:cubicBezTo>
                  <a:lnTo>
                    <a:pt x="1" y="7776"/>
                  </a:lnTo>
                  <a:cubicBezTo>
                    <a:pt x="1" y="8190"/>
                    <a:pt x="333" y="8527"/>
                    <a:pt x="752" y="8527"/>
                  </a:cubicBezTo>
                  <a:lnTo>
                    <a:pt x="2088" y="8527"/>
                  </a:lnTo>
                  <a:cubicBezTo>
                    <a:pt x="2180" y="8828"/>
                    <a:pt x="2302" y="9116"/>
                    <a:pt x="2443" y="9389"/>
                  </a:cubicBezTo>
                  <a:lnTo>
                    <a:pt x="1500" y="10337"/>
                  </a:lnTo>
                  <a:cubicBezTo>
                    <a:pt x="1204" y="10628"/>
                    <a:pt x="1204" y="11107"/>
                    <a:pt x="1500" y="11398"/>
                  </a:cubicBezTo>
                  <a:lnTo>
                    <a:pt x="3661" y="12498"/>
                  </a:lnTo>
                  <a:lnTo>
                    <a:pt x="4608" y="11554"/>
                  </a:lnTo>
                  <a:cubicBezTo>
                    <a:pt x="4881" y="11695"/>
                    <a:pt x="5169" y="11818"/>
                    <a:pt x="5470" y="11909"/>
                  </a:cubicBezTo>
                  <a:lnTo>
                    <a:pt x="5470" y="13245"/>
                  </a:lnTo>
                  <a:cubicBezTo>
                    <a:pt x="5470" y="13664"/>
                    <a:pt x="5807" y="13996"/>
                    <a:pt x="6221" y="13996"/>
                  </a:cubicBezTo>
                  <a:lnTo>
                    <a:pt x="7776" y="13996"/>
                  </a:lnTo>
                  <a:cubicBezTo>
                    <a:pt x="8190" y="13996"/>
                    <a:pt x="8528" y="13664"/>
                    <a:pt x="8528" y="13245"/>
                  </a:cubicBezTo>
                  <a:lnTo>
                    <a:pt x="8528" y="11909"/>
                  </a:lnTo>
                  <a:cubicBezTo>
                    <a:pt x="8829" y="11818"/>
                    <a:pt x="9116" y="11695"/>
                    <a:pt x="9389" y="11554"/>
                  </a:cubicBezTo>
                  <a:lnTo>
                    <a:pt x="10333" y="12498"/>
                  </a:lnTo>
                  <a:cubicBezTo>
                    <a:pt x="10481" y="12645"/>
                    <a:pt x="10674" y="12719"/>
                    <a:pt x="10866" y="12719"/>
                  </a:cubicBezTo>
                  <a:cubicBezTo>
                    <a:pt x="11059" y="12719"/>
                    <a:pt x="11252" y="12645"/>
                    <a:pt x="11400" y="12498"/>
                  </a:cubicBezTo>
                  <a:lnTo>
                    <a:pt x="12498" y="11398"/>
                  </a:lnTo>
                  <a:cubicBezTo>
                    <a:pt x="12790" y="11107"/>
                    <a:pt x="12790" y="10628"/>
                    <a:pt x="12498" y="10337"/>
                  </a:cubicBezTo>
                  <a:lnTo>
                    <a:pt x="11550" y="9389"/>
                  </a:lnTo>
                  <a:cubicBezTo>
                    <a:pt x="11696" y="9116"/>
                    <a:pt x="11814" y="8828"/>
                    <a:pt x="11909" y="8527"/>
                  </a:cubicBezTo>
                  <a:lnTo>
                    <a:pt x="13245" y="8527"/>
                  </a:lnTo>
                  <a:cubicBezTo>
                    <a:pt x="13660" y="8527"/>
                    <a:pt x="13998" y="8190"/>
                    <a:pt x="13998" y="7776"/>
                  </a:cubicBezTo>
                  <a:lnTo>
                    <a:pt x="13998" y="6221"/>
                  </a:lnTo>
                  <a:cubicBezTo>
                    <a:pt x="13998" y="5807"/>
                    <a:pt x="13660" y="5470"/>
                    <a:pt x="13245" y="5470"/>
                  </a:cubicBezTo>
                  <a:lnTo>
                    <a:pt x="11909" y="5470"/>
                  </a:lnTo>
                  <a:cubicBezTo>
                    <a:pt x="11814" y="5169"/>
                    <a:pt x="11696" y="4881"/>
                    <a:pt x="11550" y="4608"/>
                  </a:cubicBezTo>
                  <a:lnTo>
                    <a:pt x="12498" y="3665"/>
                  </a:lnTo>
                  <a:cubicBezTo>
                    <a:pt x="12790" y="3368"/>
                    <a:pt x="12790" y="2894"/>
                    <a:pt x="12498" y="2598"/>
                  </a:cubicBezTo>
                  <a:lnTo>
                    <a:pt x="11400" y="1499"/>
                  </a:lnTo>
                  <a:cubicBezTo>
                    <a:pt x="11252" y="1354"/>
                    <a:pt x="11059" y="1281"/>
                    <a:pt x="10866" y="1281"/>
                  </a:cubicBezTo>
                  <a:cubicBezTo>
                    <a:pt x="10674" y="1281"/>
                    <a:pt x="10481" y="1354"/>
                    <a:pt x="10333" y="1499"/>
                  </a:cubicBezTo>
                  <a:lnTo>
                    <a:pt x="9389" y="2447"/>
                  </a:lnTo>
                  <a:cubicBezTo>
                    <a:pt x="9116" y="2302"/>
                    <a:pt x="8829" y="2183"/>
                    <a:pt x="8528" y="2088"/>
                  </a:cubicBezTo>
                  <a:lnTo>
                    <a:pt x="8528" y="752"/>
                  </a:lnTo>
                  <a:cubicBezTo>
                    <a:pt x="8528" y="337"/>
                    <a:pt x="8190" y="1"/>
                    <a:pt x="777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59"/>
            <p:cNvSpPr/>
            <p:nvPr/>
          </p:nvSpPr>
          <p:spPr>
            <a:xfrm flipH="1">
              <a:off x="2706924" y="1512567"/>
              <a:ext cx="420920" cy="420890"/>
            </a:xfrm>
            <a:custGeom>
              <a:rect b="b" l="l" r="r" t="t"/>
              <a:pathLst>
                <a:path extrusionOk="0" h="13997" w="13998">
                  <a:moveTo>
                    <a:pt x="6997" y="4775"/>
                  </a:moveTo>
                  <a:cubicBezTo>
                    <a:pt x="8299" y="4775"/>
                    <a:pt x="9342" y="5895"/>
                    <a:pt x="9212" y="7229"/>
                  </a:cubicBezTo>
                  <a:cubicBezTo>
                    <a:pt x="9107" y="8268"/>
                    <a:pt x="8264" y="9107"/>
                    <a:pt x="7225" y="9211"/>
                  </a:cubicBezTo>
                  <a:cubicBezTo>
                    <a:pt x="7147" y="9219"/>
                    <a:pt x="7070" y="9222"/>
                    <a:pt x="6995" y="9222"/>
                  </a:cubicBezTo>
                  <a:cubicBezTo>
                    <a:pt x="5696" y="9222"/>
                    <a:pt x="4653" y="8100"/>
                    <a:pt x="4787" y="6773"/>
                  </a:cubicBezTo>
                  <a:cubicBezTo>
                    <a:pt x="4892" y="5733"/>
                    <a:pt x="5731" y="4890"/>
                    <a:pt x="6774" y="4786"/>
                  </a:cubicBezTo>
                  <a:cubicBezTo>
                    <a:pt x="6849" y="4779"/>
                    <a:pt x="6923" y="4775"/>
                    <a:pt x="6997" y="4775"/>
                  </a:cubicBezTo>
                  <a:close/>
                  <a:moveTo>
                    <a:pt x="6223" y="1"/>
                  </a:moveTo>
                  <a:cubicBezTo>
                    <a:pt x="5807" y="1"/>
                    <a:pt x="5470" y="337"/>
                    <a:pt x="5470" y="752"/>
                  </a:cubicBezTo>
                  <a:lnTo>
                    <a:pt x="5470" y="2088"/>
                  </a:lnTo>
                  <a:cubicBezTo>
                    <a:pt x="5169" y="2183"/>
                    <a:pt x="4883" y="2302"/>
                    <a:pt x="4609" y="2447"/>
                  </a:cubicBezTo>
                  <a:lnTo>
                    <a:pt x="3661" y="1499"/>
                  </a:lnTo>
                  <a:cubicBezTo>
                    <a:pt x="3515" y="1354"/>
                    <a:pt x="3322" y="1281"/>
                    <a:pt x="3130" y="1281"/>
                  </a:cubicBezTo>
                  <a:cubicBezTo>
                    <a:pt x="2937" y="1281"/>
                    <a:pt x="2745" y="1354"/>
                    <a:pt x="2599" y="1499"/>
                  </a:cubicBezTo>
                  <a:lnTo>
                    <a:pt x="1501" y="2598"/>
                  </a:lnTo>
                  <a:cubicBezTo>
                    <a:pt x="1204" y="2894"/>
                    <a:pt x="1204" y="3368"/>
                    <a:pt x="1501" y="3665"/>
                  </a:cubicBezTo>
                  <a:lnTo>
                    <a:pt x="2444" y="4608"/>
                  </a:lnTo>
                  <a:cubicBezTo>
                    <a:pt x="2302" y="4881"/>
                    <a:pt x="2180" y="5169"/>
                    <a:pt x="2088" y="5470"/>
                  </a:cubicBezTo>
                  <a:lnTo>
                    <a:pt x="754" y="5470"/>
                  </a:lnTo>
                  <a:cubicBezTo>
                    <a:pt x="338" y="5470"/>
                    <a:pt x="1" y="5807"/>
                    <a:pt x="1" y="6221"/>
                  </a:cubicBezTo>
                  <a:lnTo>
                    <a:pt x="1" y="7776"/>
                  </a:lnTo>
                  <a:cubicBezTo>
                    <a:pt x="1" y="8190"/>
                    <a:pt x="338" y="8527"/>
                    <a:pt x="754" y="8527"/>
                  </a:cubicBezTo>
                  <a:lnTo>
                    <a:pt x="2088" y="8527"/>
                  </a:lnTo>
                  <a:cubicBezTo>
                    <a:pt x="2180" y="8828"/>
                    <a:pt x="2302" y="9116"/>
                    <a:pt x="2444" y="9389"/>
                  </a:cubicBezTo>
                  <a:lnTo>
                    <a:pt x="1501" y="10337"/>
                  </a:lnTo>
                  <a:cubicBezTo>
                    <a:pt x="1204" y="10628"/>
                    <a:pt x="1204" y="11107"/>
                    <a:pt x="1501" y="11398"/>
                  </a:cubicBezTo>
                  <a:lnTo>
                    <a:pt x="2599" y="12498"/>
                  </a:lnTo>
                  <a:cubicBezTo>
                    <a:pt x="2745" y="12645"/>
                    <a:pt x="2937" y="12719"/>
                    <a:pt x="3130" y="12719"/>
                  </a:cubicBezTo>
                  <a:cubicBezTo>
                    <a:pt x="3322" y="12719"/>
                    <a:pt x="3515" y="12645"/>
                    <a:pt x="3661" y="12498"/>
                  </a:cubicBezTo>
                  <a:lnTo>
                    <a:pt x="4609" y="11554"/>
                  </a:lnTo>
                  <a:cubicBezTo>
                    <a:pt x="4883" y="11695"/>
                    <a:pt x="5169" y="11818"/>
                    <a:pt x="5470" y="11909"/>
                  </a:cubicBezTo>
                  <a:lnTo>
                    <a:pt x="5470" y="13245"/>
                  </a:lnTo>
                  <a:cubicBezTo>
                    <a:pt x="5470" y="13664"/>
                    <a:pt x="5807" y="13996"/>
                    <a:pt x="6223" y="13996"/>
                  </a:cubicBezTo>
                  <a:lnTo>
                    <a:pt x="7776" y="13996"/>
                  </a:lnTo>
                  <a:cubicBezTo>
                    <a:pt x="8192" y="13996"/>
                    <a:pt x="8529" y="13664"/>
                    <a:pt x="8529" y="13245"/>
                  </a:cubicBezTo>
                  <a:lnTo>
                    <a:pt x="8529" y="11909"/>
                  </a:lnTo>
                  <a:cubicBezTo>
                    <a:pt x="8829" y="11818"/>
                    <a:pt x="9116" y="11695"/>
                    <a:pt x="9389" y="11554"/>
                  </a:cubicBezTo>
                  <a:lnTo>
                    <a:pt x="10333" y="12498"/>
                  </a:lnTo>
                  <a:cubicBezTo>
                    <a:pt x="10482" y="12645"/>
                    <a:pt x="10674" y="12719"/>
                    <a:pt x="10867" y="12719"/>
                  </a:cubicBezTo>
                  <a:cubicBezTo>
                    <a:pt x="11059" y="12719"/>
                    <a:pt x="11252" y="12645"/>
                    <a:pt x="11400" y="12498"/>
                  </a:cubicBezTo>
                  <a:lnTo>
                    <a:pt x="12498" y="11398"/>
                  </a:lnTo>
                  <a:cubicBezTo>
                    <a:pt x="12790" y="11107"/>
                    <a:pt x="12790" y="10628"/>
                    <a:pt x="12498" y="10337"/>
                  </a:cubicBezTo>
                  <a:lnTo>
                    <a:pt x="11550" y="9389"/>
                  </a:lnTo>
                  <a:cubicBezTo>
                    <a:pt x="11696" y="9116"/>
                    <a:pt x="11815" y="8828"/>
                    <a:pt x="11911" y="8527"/>
                  </a:cubicBezTo>
                  <a:lnTo>
                    <a:pt x="13245" y="8527"/>
                  </a:lnTo>
                  <a:cubicBezTo>
                    <a:pt x="13661" y="8527"/>
                    <a:pt x="13998" y="8190"/>
                    <a:pt x="13998" y="7776"/>
                  </a:cubicBezTo>
                  <a:lnTo>
                    <a:pt x="13998" y="6221"/>
                  </a:lnTo>
                  <a:cubicBezTo>
                    <a:pt x="13998" y="5807"/>
                    <a:pt x="13661" y="5470"/>
                    <a:pt x="13245" y="5470"/>
                  </a:cubicBezTo>
                  <a:lnTo>
                    <a:pt x="11911" y="5470"/>
                  </a:lnTo>
                  <a:cubicBezTo>
                    <a:pt x="11815" y="5169"/>
                    <a:pt x="11696" y="4881"/>
                    <a:pt x="11550" y="4608"/>
                  </a:cubicBezTo>
                  <a:lnTo>
                    <a:pt x="12498" y="3665"/>
                  </a:lnTo>
                  <a:cubicBezTo>
                    <a:pt x="12790" y="3368"/>
                    <a:pt x="12790" y="2894"/>
                    <a:pt x="12498" y="2598"/>
                  </a:cubicBezTo>
                  <a:lnTo>
                    <a:pt x="11400" y="1499"/>
                  </a:lnTo>
                  <a:cubicBezTo>
                    <a:pt x="11252" y="1354"/>
                    <a:pt x="11059" y="1281"/>
                    <a:pt x="10867" y="1281"/>
                  </a:cubicBezTo>
                  <a:cubicBezTo>
                    <a:pt x="10674" y="1281"/>
                    <a:pt x="10482" y="1354"/>
                    <a:pt x="10333" y="1499"/>
                  </a:cubicBezTo>
                  <a:lnTo>
                    <a:pt x="9389" y="2447"/>
                  </a:lnTo>
                  <a:cubicBezTo>
                    <a:pt x="9116" y="2302"/>
                    <a:pt x="8829" y="2183"/>
                    <a:pt x="8529" y="2088"/>
                  </a:cubicBezTo>
                  <a:lnTo>
                    <a:pt x="8529" y="752"/>
                  </a:lnTo>
                  <a:cubicBezTo>
                    <a:pt x="8529" y="337"/>
                    <a:pt x="8192" y="1"/>
                    <a:pt x="7776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59"/>
            <p:cNvSpPr/>
            <p:nvPr/>
          </p:nvSpPr>
          <p:spPr>
            <a:xfrm>
              <a:off x="2659874" y="1888066"/>
              <a:ext cx="216835" cy="215241"/>
            </a:xfrm>
            <a:custGeom>
              <a:rect b="b" l="l" r="r" t="t"/>
              <a:pathLst>
                <a:path extrusionOk="0" h="7158" w="7211">
                  <a:moveTo>
                    <a:pt x="3586" y="2419"/>
                  </a:moveTo>
                  <a:cubicBezTo>
                    <a:pt x="3707" y="2419"/>
                    <a:pt x="3829" y="2439"/>
                    <a:pt x="3947" y="2478"/>
                  </a:cubicBezTo>
                  <a:cubicBezTo>
                    <a:pt x="4645" y="2716"/>
                    <a:pt x="4950" y="3522"/>
                    <a:pt x="4581" y="4161"/>
                  </a:cubicBezTo>
                  <a:cubicBezTo>
                    <a:pt x="4371" y="4523"/>
                    <a:pt x="3983" y="4736"/>
                    <a:pt x="3581" y="4736"/>
                  </a:cubicBezTo>
                  <a:cubicBezTo>
                    <a:pt x="3458" y="4736"/>
                    <a:pt x="3334" y="4716"/>
                    <a:pt x="3213" y="4675"/>
                  </a:cubicBezTo>
                  <a:cubicBezTo>
                    <a:pt x="2516" y="4443"/>
                    <a:pt x="2211" y="3631"/>
                    <a:pt x="2580" y="2998"/>
                  </a:cubicBezTo>
                  <a:cubicBezTo>
                    <a:pt x="2787" y="2633"/>
                    <a:pt x="3181" y="2419"/>
                    <a:pt x="3586" y="2419"/>
                  </a:cubicBezTo>
                  <a:close/>
                  <a:moveTo>
                    <a:pt x="2810" y="0"/>
                  </a:moveTo>
                  <a:cubicBezTo>
                    <a:pt x="2764" y="0"/>
                    <a:pt x="2717" y="8"/>
                    <a:pt x="2671" y="26"/>
                  </a:cubicBezTo>
                  <a:lnTo>
                    <a:pt x="1915" y="309"/>
                  </a:lnTo>
                  <a:cubicBezTo>
                    <a:pt x="1714" y="387"/>
                    <a:pt x="1610" y="614"/>
                    <a:pt x="1686" y="815"/>
                  </a:cubicBezTo>
                  <a:lnTo>
                    <a:pt x="1932" y="1466"/>
                  </a:lnTo>
                  <a:cubicBezTo>
                    <a:pt x="1805" y="1567"/>
                    <a:pt x="1686" y="1676"/>
                    <a:pt x="1577" y="1799"/>
                  </a:cubicBezTo>
                  <a:lnTo>
                    <a:pt x="943" y="1512"/>
                  </a:lnTo>
                  <a:cubicBezTo>
                    <a:pt x="892" y="1488"/>
                    <a:pt x="837" y="1477"/>
                    <a:pt x="783" y="1477"/>
                  </a:cubicBezTo>
                  <a:cubicBezTo>
                    <a:pt x="635" y="1477"/>
                    <a:pt x="491" y="1564"/>
                    <a:pt x="424" y="1708"/>
                  </a:cubicBezTo>
                  <a:lnTo>
                    <a:pt x="91" y="2447"/>
                  </a:lnTo>
                  <a:cubicBezTo>
                    <a:pt x="1" y="2642"/>
                    <a:pt x="91" y="2875"/>
                    <a:pt x="287" y="2962"/>
                  </a:cubicBezTo>
                  <a:lnTo>
                    <a:pt x="921" y="3248"/>
                  </a:lnTo>
                  <a:cubicBezTo>
                    <a:pt x="899" y="3412"/>
                    <a:pt x="893" y="3576"/>
                    <a:pt x="907" y="3736"/>
                  </a:cubicBezTo>
                  <a:lnTo>
                    <a:pt x="255" y="3982"/>
                  </a:lnTo>
                  <a:lnTo>
                    <a:pt x="310" y="5245"/>
                  </a:lnTo>
                  <a:cubicBezTo>
                    <a:pt x="371" y="5402"/>
                    <a:pt x="522" y="5497"/>
                    <a:pt x="682" y="5497"/>
                  </a:cubicBezTo>
                  <a:cubicBezTo>
                    <a:pt x="727" y="5497"/>
                    <a:pt x="772" y="5489"/>
                    <a:pt x="817" y="5473"/>
                  </a:cubicBezTo>
                  <a:lnTo>
                    <a:pt x="1467" y="5227"/>
                  </a:lnTo>
                  <a:cubicBezTo>
                    <a:pt x="1568" y="5354"/>
                    <a:pt x="1677" y="5473"/>
                    <a:pt x="1801" y="5583"/>
                  </a:cubicBezTo>
                  <a:lnTo>
                    <a:pt x="1513" y="6216"/>
                  </a:lnTo>
                  <a:cubicBezTo>
                    <a:pt x="1423" y="6412"/>
                    <a:pt x="1513" y="6644"/>
                    <a:pt x="1709" y="6736"/>
                  </a:cubicBezTo>
                  <a:lnTo>
                    <a:pt x="2443" y="7068"/>
                  </a:lnTo>
                  <a:cubicBezTo>
                    <a:pt x="2496" y="7091"/>
                    <a:pt x="2551" y="7102"/>
                    <a:pt x="2604" y="7102"/>
                  </a:cubicBezTo>
                  <a:cubicBezTo>
                    <a:pt x="2756" y="7102"/>
                    <a:pt x="2899" y="7017"/>
                    <a:pt x="2963" y="6872"/>
                  </a:cubicBezTo>
                  <a:lnTo>
                    <a:pt x="3250" y="6239"/>
                  </a:lnTo>
                  <a:cubicBezTo>
                    <a:pt x="3360" y="6251"/>
                    <a:pt x="3467" y="6256"/>
                    <a:pt x="3575" y="6256"/>
                  </a:cubicBezTo>
                  <a:cubicBezTo>
                    <a:pt x="3628" y="6256"/>
                    <a:pt x="3682" y="6255"/>
                    <a:pt x="3737" y="6252"/>
                  </a:cubicBezTo>
                  <a:lnTo>
                    <a:pt x="3983" y="6904"/>
                  </a:lnTo>
                  <a:cubicBezTo>
                    <a:pt x="4040" y="7059"/>
                    <a:pt x="4190" y="7157"/>
                    <a:pt x="4350" y="7157"/>
                  </a:cubicBezTo>
                  <a:cubicBezTo>
                    <a:pt x="4396" y="7157"/>
                    <a:pt x="4444" y="7149"/>
                    <a:pt x="4490" y="7131"/>
                  </a:cubicBezTo>
                  <a:lnTo>
                    <a:pt x="5241" y="6845"/>
                  </a:lnTo>
                  <a:cubicBezTo>
                    <a:pt x="5447" y="6772"/>
                    <a:pt x="5547" y="6544"/>
                    <a:pt x="5474" y="6343"/>
                  </a:cubicBezTo>
                  <a:lnTo>
                    <a:pt x="5228" y="5692"/>
                  </a:lnTo>
                  <a:cubicBezTo>
                    <a:pt x="5356" y="5591"/>
                    <a:pt x="5474" y="5482"/>
                    <a:pt x="5584" y="5358"/>
                  </a:cubicBezTo>
                  <a:lnTo>
                    <a:pt x="6217" y="5646"/>
                  </a:lnTo>
                  <a:cubicBezTo>
                    <a:pt x="6268" y="5669"/>
                    <a:pt x="6322" y="5680"/>
                    <a:pt x="6376" y="5680"/>
                  </a:cubicBezTo>
                  <a:cubicBezTo>
                    <a:pt x="6525" y="5680"/>
                    <a:pt x="6668" y="5595"/>
                    <a:pt x="6732" y="5450"/>
                  </a:cubicBezTo>
                  <a:lnTo>
                    <a:pt x="7069" y="4712"/>
                  </a:lnTo>
                  <a:cubicBezTo>
                    <a:pt x="7155" y="4516"/>
                    <a:pt x="7069" y="4283"/>
                    <a:pt x="6873" y="4192"/>
                  </a:cubicBezTo>
                  <a:lnTo>
                    <a:pt x="6240" y="3905"/>
                  </a:lnTo>
                  <a:cubicBezTo>
                    <a:pt x="6258" y="3745"/>
                    <a:pt x="6263" y="3581"/>
                    <a:pt x="6253" y="3422"/>
                  </a:cubicBezTo>
                  <a:lnTo>
                    <a:pt x="6905" y="3176"/>
                  </a:lnTo>
                  <a:cubicBezTo>
                    <a:pt x="7106" y="3098"/>
                    <a:pt x="7210" y="2870"/>
                    <a:pt x="7134" y="2670"/>
                  </a:cubicBezTo>
                  <a:lnTo>
                    <a:pt x="6846" y="1913"/>
                  </a:lnTo>
                  <a:cubicBezTo>
                    <a:pt x="6789" y="1758"/>
                    <a:pt x="6640" y="1660"/>
                    <a:pt x="6480" y="1660"/>
                  </a:cubicBezTo>
                  <a:cubicBezTo>
                    <a:pt x="6434" y="1660"/>
                    <a:pt x="6386" y="1668"/>
                    <a:pt x="6341" y="1685"/>
                  </a:cubicBezTo>
                  <a:lnTo>
                    <a:pt x="5693" y="1931"/>
                  </a:lnTo>
                  <a:cubicBezTo>
                    <a:pt x="5592" y="1803"/>
                    <a:pt x="5483" y="1685"/>
                    <a:pt x="5360" y="1576"/>
                  </a:cubicBezTo>
                  <a:lnTo>
                    <a:pt x="5647" y="943"/>
                  </a:lnTo>
                  <a:cubicBezTo>
                    <a:pt x="5733" y="747"/>
                    <a:pt x="5647" y="514"/>
                    <a:pt x="5451" y="423"/>
                  </a:cubicBezTo>
                  <a:lnTo>
                    <a:pt x="4713" y="90"/>
                  </a:lnTo>
                  <a:cubicBezTo>
                    <a:pt x="4661" y="66"/>
                    <a:pt x="4606" y="55"/>
                    <a:pt x="4553" y="55"/>
                  </a:cubicBezTo>
                  <a:cubicBezTo>
                    <a:pt x="4403" y="55"/>
                    <a:pt x="4260" y="142"/>
                    <a:pt x="4193" y="286"/>
                  </a:cubicBezTo>
                  <a:lnTo>
                    <a:pt x="3907" y="920"/>
                  </a:lnTo>
                  <a:cubicBezTo>
                    <a:pt x="3810" y="906"/>
                    <a:pt x="3712" y="900"/>
                    <a:pt x="3614" y="900"/>
                  </a:cubicBezTo>
                  <a:cubicBezTo>
                    <a:pt x="3550" y="900"/>
                    <a:pt x="3486" y="903"/>
                    <a:pt x="3423" y="906"/>
                  </a:cubicBezTo>
                  <a:lnTo>
                    <a:pt x="3177" y="254"/>
                  </a:lnTo>
                  <a:cubicBezTo>
                    <a:pt x="3117" y="96"/>
                    <a:pt x="2968" y="0"/>
                    <a:pt x="281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59"/>
            <p:cNvSpPr/>
            <p:nvPr/>
          </p:nvSpPr>
          <p:spPr>
            <a:xfrm flipH="1">
              <a:off x="2635784" y="1891211"/>
              <a:ext cx="218338" cy="215271"/>
            </a:xfrm>
            <a:custGeom>
              <a:rect b="b" l="l" r="r" t="t"/>
              <a:pathLst>
                <a:path extrusionOk="0" h="7159" w="7261">
                  <a:moveTo>
                    <a:pt x="3635" y="2422"/>
                  </a:moveTo>
                  <a:cubicBezTo>
                    <a:pt x="3756" y="2422"/>
                    <a:pt x="3879" y="2441"/>
                    <a:pt x="3998" y="2482"/>
                  </a:cubicBezTo>
                  <a:cubicBezTo>
                    <a:pt x="4696" y="2718"/>
                    <a:pt x="5001" y="3525"/>
                    <a:pt x="4631" y="4163"/>
                  </a:cubicBezTo>
                  <a:cubicBezTo>
                    <a:pt x="4424" y="4524"/>
                    <a:pt x="4031" y="4737"/>
                    <a:pt x="3626" y="4737"/>
                  </a:cubicBezTo>
                  <a:cubicBezTo>
                    <a:pt x="3505" y="4737"/>
                    <a:pt x="3382" y="4718"/>
                    <a:pt x="3264" y="4678"/>
                  </a:cubicBezTo>
                  <a:cubicBezTo>
                    <a:pt x="2567" y="4441"/>
                    <a:pt x="2262" y="3635"/>
                    <a:pt x="2630" y="2997"/>
                  </a:cubicBezTo>
                  <a:cubicBezTo>
                    <a:pt x="2841" y="2635"/>
                    <a:pt x="3231" y="2422"/>
                    <a:pt x="3635" y="2422"/>
                  </a:cubicBezTo>
                  <a:close/>
                  <a:moveTo>
                    <a:pt x="2858" y="1"/>
                  </a:moveTo>
                  <a:cubicBezTo>
                    <a:pt x="2813" y="1"/>
                    <a:pt x="2767" y="9"/>
                    <a:pt x="2721" y="25"/>
                  </a:cubicBezTo>
                  <a:lnTo>
                    <a:pt x="1965" y="311"/>
                  </a:lnTo>
                  <a:cubicBezTo>
                    <a:pt x="1764" y="389"/>
                    <a:pt x="1660" y="612"/>
                    <a:pt x="1737" y="818"/>
                  </a:cubicBezTo>
                  <a:lnTo>
                    <a:pt x="1983" y="1470"/>
                  </a:lnTo>
                  <a:cubicBezTo>
                    <a:pt x="1856" y="1565"/>
                    <a:pt x="1737" y="1679"/>
                    <a:pt x="1627" y="1802"/>
                  </a:cubicBezTo>
                  <a:lnTo>
                    <a:pt x="994" y="1515"/>
                  </a:lnTo>
                  <a:cubicBezTo>
                    <a:pt x="941" y="1490"/>
                    <a:pt x="886" y="1479"/>
                    <a:pt x="832" y="1479"/>
                  </a:cubicBezTo>
                  <a:cubicBezTo>
                    <a:pt x="684" y="1479"/>
                    <a:pt x="542" y="1564"/>
                    <a:pt x="474" y="1712"/>
                  </a:cubicBezTo>
                  <a:lnTo>
                    <a:pt x="142" y="2444"/>
                  </a:lnTo>
                  <a:cubicBezTo>
                    <a:pt x="56" y="2646"/>
                    <a:pt x="142" y="2878"/>
                    <a:pt x="338" y="2964"/>
                  </a:cubicBezTo>
                  <a:lnTo>
                    <a:pt x="971" y="3252"/>
                  </a:lnTo>
                  <a:cubicBezTo>
                    <a:pt x="954" y="3416"/>
                    <a:pt x="949" y="3575"/>
                    <a:pt x="958" y="3740"/>
                  </a:cubicBezTo>
                  <a:lnTo>
                    <a:pt x="306" y="3981"/>
                  </a:lnTo>
                  <a:cubicBezTo>
                    <a:pt x="106" y="4058"/>
                    <a:pt x="1" y="4286"/>
                    <a:pt x="79" y="4487"/>
                  </a:cubicBezTo>
                  <a:lnTo>
                    <a:pt x="365" y="5244"/>
                  </a:lnTo>
                  <a:cubicBezTo>
                    <a:pt x="422" y="5401"/>
                    <a:pt x="570" y="5497"/>
                    <a:pt x="727" y="5497"/>
                  </a:cubicBezTo>
                  <a:cubicBezTo>
                    <a:pt x="774" y="5497"/>
                    <a:pt x="821" y="5489"/>
                    <a:pt x="867" y="5471"/>
                  </a:cubicBezTo>
                  <a:lnTo>
                    <a:pt x="1518" y="5229"/>
                  </a:lnTo>
                  <a:cubicBezTo>
                    <a:pt x="1619" y="5353"/>
                    <a:pt x="1728" y="5475"/>
                    <a:pt x="1852" y="5580"/>
                  </a:cubicBezTo>
                  <a:lnTo>
                    <a:pt x="1564" y="6214"/>
                  </a:lnTo>
                  <a:cubicBezTo>
                    <a:pt x="1478" y="6415"/>
                    <a:pt x="1564" y="6647"/>
                    <a:pt x="1760" y="6733"/>
                  </a:cubicBezTo>
                  <a:lnTo>
                    <a:pt x="2498" y="7066"/>
                  </a:lnTo>
                  <a:cubicBezTo>
                    <a:pt x="2551" y="7091"/>
                    <a:pt x="2607" y="7103"/>
                    <a:pt x="2662" y="7103"/>
                  </a:cubicBezTo>
                  <a:cubicBezTo>
                    <a:pt x="2810" y="7103"/>
                    <a:pt x="2951" y="7017"/>
                    <a:pt x="3018" y="6870"/>
                  </a:cubicBezTo>
                  <a:lnTo>
                    <a:pt x="3305" y="6237"/>
                  </a:lnTo>
                  <a:cubicBezTo>
                    <a:pt x="3415" y="6253"/>
                    <a:pt x="3527" y="6260"/>
                    <a:pt x="3638" y="6260"/>
                  </a:cubicBezTo>
                  <a:cubicBezTo>
                    <a:pt x="3688" y="6260"/>
                    <a:pt x="3738" y="6258"/>
                    <a:pt x="3788" y="6255"/>
                  </a:cubicBezTo>
                  <a:lnTo>
                    <a:pt x="4034" y="6907"/>
                  </a:lnTo>
                  <a:cubicBezTo>
                    <a:pt x="4094" y="7063"/>
                    <a:pt x="4243" y="7159"/>
                    <a:pt x="4403" y="7159"/>
                  </a:cubicBezTo>
                  <a:cubicBezTo>
                    <a:pt x="4449" y="7159"/>
                    <a:pt x="4495" y="7151"/>
                    <a:pt x="4540" y="7135"/>
                  </a:cubicBezTo>
                  <a:lnTo>
                    <a:pt x="5297" y="6847"/>
                  </a:lnTo>
                  <a:cubicBezTo>
                    <a:pt x="5497" y="6771"/>
                    <a:pt x="5602" y="6546"/>
                    <a:pt x="5525" y="6342"/>
                  </a:cubicBezTo>
                  <a:lnTo>
                    <a:pt x="5279" y="5690"/>
                  </a:lnTo>
                  <a:cubicBezTo>
                    <a:pt x="5407" y="5595"/>
                    <a:pt x="5525" y="5480"/>
                    <a:pt x="5634" y="5357"/>
                  </a:cubicBezTo>
                  <a:lnTo>
                    <a:pt x="6267" y="5644"/>
                  </a:lnTo>
                  <a:cubicBezTo>
                    <a:pt x="6321" y="5669"/>
                    <a:pt x="6376" y="5681"/>
                    <a:pt x="6431" y="5681"/>
                  </a:cubicBezTo>
                  <a:cubicBezTo>
                    <a:pt x="6579" y="5681"/>
                    <a:pt x="6721" y="5595"/>
                    <a:pt x="6787" y="5448"/>
                  </a:cubicBezTo>
                  <a:lnTo>
                    <a:pt x="7120" y="4714"/>
                  </a:lnTo>
                  <a:cubicBezTo>
                    <a:pt x="7211" y="4518"/>
                    <a:pt x="7120" y="4286"/>
                    <a:pt x="6924" y="4195"/>
                  </a:cubicBezTo>
                  <a:lnTo>
                    <a:pt x="6290" y="3908"/>
                  </a:lnTo>
                  <a:cubicBezTo>
                    <a:pt x="6309" y="3744"/>
                    <a:pt x="6313" y="3584"/>
                    <a:pt x="6304" y="3420"/>
                  </a:cubicBezTo>
                  <a:lnTo>
                    <a:pt x="6956" y="3178"/>
                  </a:lnTo>
                  <a:cubicBezTo>
                    <a:pt x="7161" y="3101"/>
                    <a:pt x="7261" y="2873"/>
                    <a:pt x="7184" y="2673"/>
                  </a:cubicBezTo>
                  <a:lnTo>
                    <a:pt x="6901" y="1916"/>
                  </a:lnTo>
                  <a:cubicBezTo>
                    <a:pt x="6841" y="1758"/>
                    <a:pt x="6692" y="1662"/>
                    <a:pt x="6535" y="1662"/>
                  </a:cubicBezTo>
                  <a:cubicBezTo>
                    <a:pt x="6488" y="1662"/>
                    <a:pt x="6441" y="1671"/>
                    <a:pt x="6395" y="1689"/>
                  </a:cubicBezTo>
                  <a:lnTo>
                    <a:pt x="5744" y="1935"/>
                  </a:lnTo>
                  <a:cubicBezTo>
                    <a:pt x="5643" y="1807"/>
                    <a:pt x="5534" y="1684"/>
                    <a:pt x="5411" y="1579"/>
                  </a:cubicBezTo>
                  <a:lnTo>
                    <a:pt x="5698" y="946"/>
                  </a:lnTo>
                  <a:cubicBezTo>
                    <a:pt x="5789" y="745"/>
                    <a:pt x="5698" y="513"/>
                    <a:pt x="5502" y="426"/>
                  </a:cubicBezTo>
                  <a:lnTo>
                    <a:pt x="4763" y="93"/>
                  </a:lnTo>
                  <a:cubicBezTo>
                    <a:pt x="4711" y="68"/>
                    <a:pt x="4655" y="57"/>
                    <a:pt x="4601" y="57"/>
                  </a:cubicBezTo>
                  <a:cubicBezTo>
                    <a:pt x="4453" y="57"/>
                    <a:pt x="4311" y="142"/>
                    <a:pt x="4248" y="290"/>
                  </a:cubicBezTo>
                  <a:lnTo>
                    <a:pt x="3962" y="923"/>
                  </a:lnTo>
                  <a:cubicBezTo>
                    <a:pt x="3849" y="907"/>
                    <a:pt x="3736" y="900"/>
                    <a:pt x="3625" y="900"/>
                  </a:cubicBezTo>
                  <a:cubicBezTo>
                    <a:pt x="3574" y="900"/>
                    <a:pt x="3524" y="902"/>
                    <a:pt x="3474" y="904"/>
                  </a:cubicBezTo>
                  <a:lnTo>
                    <a:pt x="3228" y="252"/>
                  </a:lnTo>
                  <a:cubicBezTo>
                    <a:pt x="3167" y="96"/>
                    <a:pt x="3018" y="1"/>
                    <a:pt x="2858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59"/>
            <p:cNvSpPr/>
            <p:nvPr/>
          </p:nvSpPr>
          <p:spPr>
            <a:xfrm>
              <a:off x="4065831" y="1382630"/>
              <a:ext cx="898632" cy="194401"/>
            </a:xfrm>
            <a:custGeom>
              <a:rect b="b" l="l" r="r" t="t"/>
              <a:pathLst>
                <a:path extrusionOk="0" h="5283" w="24421">
                  <a:moveTo>
                    <a:pt x="15405" y="0"/>
                  </a:moveTo>
                  <a:cubicBezTo>
                    <a:pt x="14107" y="0"/>
                    <a:pt x="12967" y="665"/>
                    <a:pt x="12302" y="1673"/>
                  </a:cubicBezTo>
                  <a:cubicBezTo>
                    <a:pt x="12011" y="2111"/>
                    <a:pt x="11523" y="2366"/>
                    <a:pt x="11018" y="2366"/>
                  </a:cubicBezTo>
                  <a:cubicBezTo>
                    <a:pt x="10850" y="2366"/>
                    <a:pt x="10680" y="2338"/>
                    <a:pt x="10515" y="2279"/>
                  </a:cubicBezTo>
                  <a:cubicBezTo>
                    <a:pt x="10137" y="2142"/>
                    <a:pt x="9727" y="2070"/>
                    <a:pt x="9303" y="2070"/>
                  </a:cubicBezTo>
                  <a:cubicBezTo>
                    <a:pt x="8450" y="2070"/>
                    <a:pt x="7666" y="2366"/>
                    <a:pt x="7047" y="2863"/>
                  </a:cubicBezTo>
                  <a:cubicBezTo>
                    <a:pt x="6674" y="3160"/>
                    <a:pt x="6218" y="3313"/>
                    <a:pt x="5757" y="3313"/>
                  </a:cubicBezTo>
                  <a:cubicBezTo>
                    <a:pt x="5491" y="3313"/>
                    <a:pt x="5224" y="3263"/>
                    <a:pt x="4969" y="3159"/>
                  </a:cubicBezTo>
                  <a:cubicBezTo>
                    <a:pt x="4526" y="2981"/>
                    <a:pt x="4043" y="2880"/>
                    <a:pt x="3537" y="2880"/>
                  </a:cubicBezTo>
                  <a:cubicBezTo>
                    <a:pt x="1933" y="2880"/>
                    <a:pt x="556" y="3875"/>
                    <a:pt x="0" y="5282"/>
                  </a:cubicBezTo>
                  <a:lnTo>
                    <a:pt x="24421" y="5282"/>
                  </a:lnTo>
                  <a:cubicBezTo>
                    <a:pt x="23882" y="4070"/>
                    <a:pt x="22666" y="3223"/>
                    <a:pt x="21253" y="3223"/>
                  </a:cubicBezTo>
                  <a:cubicBezTo>
                    <a:pt x="20447" y="3223"/>
                    <a:pt x="19708" y="3496"/>
                    <a:pt x="19120" y="3957"/>
                  </a:cubicBezTo>
                  <a:cubicBezTo>
                    <a:pt x="19124" y="3879"/>
                    <a:pt x="19124" y="3801"/>
                    <a:pt x="19124" y="3724"/>
                  </a:cubicBezTo>
                  <a:cubicBezTo>
                    <a:pt x="19124" y="1668"/>
                    <a:pt x="17460" y="0"/>
                    <a:pt x="15405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59"/>
            <p:cNvSpPr/>
            <p:nvPr/>
          </p:nvSpPr>
          <p:spPr>
            <a:xfrm>
              <a:off x="2614646" y="2185772"/>
              <a:ext cx="447826" cy="101855"/>
            </a:xfrm>
            <a:custGeom>
              <a:rect b="b" l="l" r="r" t="t"/>
              <a:pathLst>
                <a:path extrusionOk="0" h="2768" w="12170">
                  <a:moveTo>
                    <a:pt x="4366" y="1"/>
                  </a:moveTo>
                  <a:cubicBezTo>
                    <a:pt x="2438" y="1"/>
                    <a:pt x="774" y="1132"/>
                    <a:pt x="0" y="2767"/>
                  </a:cubicBezTo>
                  <a:lnTo>
                    <a:pt x="12169" y="2767"/>
                  </a:lnTo>
                  <a:cubicBezTo>
                    <a:pt x="11745" y="1875"/>
                    <a:pt x="10833" y="1250"/>
                    <a:pt x="9776" y="1250"/>
                  </a:cubicBezTo>
                  <a:cubicBezTo>
                    <a:pt x="9534" y="1250"/>
                    <a:pt x="9298" y="1286"/>
                    <a:pt x="9075" y="1345"/>
                  </a:cubicBezTo>
                  <a:cubicBezTo>
                    <a:pt x="8900" y="1393"/>
                    <a:pt x="8721" y="1417"/>
                    <a:pt x="8544" y="1417"/>
                  </a:cubicBezTo>
                  <a:cubicBezTo>
                    <a:pt x="8096" y="1417"/>
                    <a:pt x="7654" y="1268"/>
                    <a:pt x="7292" y="990"/>
                  </a:cubicBezTo>
                  <a:cubicBezTo>
                    <a:pt x="6481" y="371"/>
                    <a:pt x="5469" y="1"/>
                    <a:pt x="436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59"/>
            <p:cNvSpPr/>
            <p:nvPr/>
          </p:nvSpPr>
          <p:spPr>
            <a:xfrm flipH="1">
              <a:off x="3165247" y="2289431"/>
              <a:ext cx="297692" cy="413972"/>
            </a:xfrm>
            <a:custGeom>
              <a:rect b="b" l="l" r="r" t="t"/>
              <a:pathLst>
                <a:path extrusionOk="0" h="11250" w="8090">
                  <a:moveTo>
                    <a:pt x="4043" y="1"/>
                  </a:moveTo>
                  <a:cubicBezTo>
                    <a:pt x="1810" y="1"/>
                    <a:pt x="1" y="1810"/>
                    <a:pt x="1" y="4043"/>
                  </a:cubicBezTo>
                  <a:cubicBezTo>
                    <a:pt x="1" y="5028"/>
                    <a:pt x="351" y="5935"/>
                    <a:pt x="939" y="6632"/>
                  </a:cubicBezTo>
                  <a:lnTo>
                    <a:pt x="4043" y="11250"/>
                  </a:lnTo>
                  <a:lnTo>
                    <a:pt x="7393" y="6313"/>
                  </a:lnTo>
                  <a:cubicBezTo>
                    <a:pt x="7831" y="5666"/>
                    <a:pt x="8090" y="4887"/>
                    <a:pt x="8090" y="4043"/>
                  </a:cubicBezTo>
                  <a:cubicBezTo>
                    <a:pt x="8090" y="1810"/>
                    <a:pt x="6276" y="1"/>
                    <a:pt x="404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59"/>
            <p:cNvSpPr/>
            <p:nvPr/>
          </p:nvSpPr>
          <p:spPr>
            <a:xfrm>
              <a:off x="3272365" y="2662263"/>
              <a:ext cx="41802" cy="41140"/>
            </a:xfrm>
            <a:custGeom>
              <a:rect b="b" l="l" r="r" t="t"/>
              <a:pathLst>
                <a:path extrusionOk="0" h="1118" w="1136">
                  <a:moveTo>
                    <a:pt x="753" y="1"/>
                  </a:moveTo>
                  <a:lnTo>
                    <a:pt x="1" y="1118"/>
                  </a:lnTo>
                  <a:lnTo>
                    <a:pt x="1136" y="1118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59"/>
            <p:cNvSpPr/>
            <p:nvPr/>
          </p:nvSpPr>
          <p:spPr>
            <a:xfrm>
              <a:off x="3249587" y="2289431"/>
              <a:ext cx="78158" cy="17295"/>
            </a:xfrm>
            <a:custGeom>
              <a:rect b="b" l="l" r="r" t="t"/>
              <a:pathLst>
                <a:path extrusionOk="0" h="470" w="2124">
                  <a:moveTo>
                    <a:pt x="2124" y="1"/>
                  </a:moveTo>
                  <a:lnTo>
                    <a:pt x="0" y="46"/>
                  </a:lnTo>
                  <a:lnTo>
                    <a:pt x="232" y="470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59"/>
            <p:cNvSpPr/>
            <p:nvPr/>
          </p:nvSpPr>
          <p:spPr>
            <a:xfrm flipH="1">
              <a:off x="3123629" y="2289431"/>
              <a:ext cx="297729" cy="413972"/>
            </a:xfrm>
            <a:custGeom>
              <a:rect b="b" l="l" r="r" t="t"/>
              <a:pathLst>
                <a:path extrusionOk="0" h="11250" w="8091">
                  <a:moveTo>
                    <a:pt x="4048" y="1"/>
                  </a:moveTo>
                  <a:cubicBezTo>
                    <a:pt x="1814" y="1"/>
                    <a:pt x="1" y="1810"/>
                    <a:pt x="1" y="4043"/>
                  </a:cubicBezTo>
                  <a:cubicBezTo>
                    <a:pt x="1" y="5028"/>
                    <a:pt x="356" y="5935"/>
                    <a:pt x="939" y="6632"/>
                  </a:cubicBezTo>
                  <a:lnTo>
                    <a:pt x="4048" y="11250"/>
                  </a:lnTo>
                  <a:lnTo>
                    <a:pt x="7397" y="6313"/>
                  </a:lnTo>
                  <a:cubicBezTo>
                    <a:pt x="7835" y="5666"/>
                    <a:pt x="8091" y="4887"/>
                    <a:pt x="8091" y="4043"/>
                  </a:cubicBezTo>
                  <a:cubicBezTo>
                    <a:pt x="8091" y="1810"/>
                    <a:pt x="6282" y="1"/>
                    <a:pt x="4048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59"/>
            <p:cNvSpPr/>
            <p:nvPr/>
          </p:nvSpPr>
          <p:spPr>
            <a:xfrm flipH="1">
              <a:off x="3217058" y="2382860"/>
              <a:ext cx="110724" cy="110724"/>
            </a:xfrm>
            <a:custGeom>
              <a:rect b="b" l="l" r="r" t="t"/>
              <a:pathLst>
                <a:path extrusionOk="0" h="3009" w="3009">
                  <a:moveTo>
                    <a:pt x="1505" y="0"/>
                  </a:moveTo>
                  <a:cubicBezTo>
                    <a:pt x="670" y="0"/>
                    <a:pt x="1" y="675"/>
                    <a:pt x="1" y="1504"/>
                  </a:cubicBezTo>
                  <a:cubicBezTo>
                    <a:pt x="1" y="2339"/>
                    <a:pt x="670" y="3008"/>
                    <a:pt x="1505" y="3008"/>
                  </a:cubicBezTo>
                  <a:cubicBezTo>
                    <a:pt x="2334" y="3008"/>
                    <a:pt x="3009" y="2339"/>
                    <a:pt x="3009" y="1504"/>
                  </a:cubicBezTo>
                  <a:cubicBezTo>
                    <a:pt x="3009" y="675"/>
                    <a:pt x="2334" y="0"/>
                    <a:pt x="150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59"/>
            <p:cNvSpPr/>
            <p:nvPr/>
          </p:nvSpPr>
          <p:spPr>
            <a:xfrm>
              <a:off x="3338968" y="1565918"/>
              <a:ext cx="401865" cy="357966"/>
            </a:xfrm>
            <a:custGeom>
              <a:rect b="b" l="l" r="r" t="t"/>
              <a:pathLst>
                <a:path extrusionOk="0" h="9728" w="10921">
                  <a:moveTo>
                    <a:pt x="4863" y="1"/>
                  </a:moveTo>
                  <a:cubicBezTo>
                    <a:pt x="2179" y="1"/>
                    <a:pt x="1" y="2175"/>
                    <a:pt x="1" y="4864"/>
                  </a:cubicBezTo>
                  <a:cubicBezTo>
                    <a:pt x="1" y="7548"/>
                    <a:pt x="2179" y="9727"/>
                    <a:pt x="4863" y="9727"/>
                  </a:cubicBezTo>
                  <a:cubicBezTo>
                    <a:pt x="5971" y="9727"/>
                    <a:pt x="6992" y="9353"/>
                    <a:pt x="7812" y="8724"/>
                  </a:cubicBezTo>
                  <a:lnTo>
                    <a:pt x="10921" y="9727"/>
                  </a:lnTo>
                  <a:lnTo>
                    <a:pt x="9207" y="7043"/>
                  </a:lnTo>
                  <a:cubicBezTo>
                    <a:pt x="9535" y="6387"/>
                    <a:pt x="9726" y="5648"/>
                    <a:pt x="9726" y="4864"/>
                  </a:cubicBezTo>
                  <a:cubicBezTo>
                    <a:pt x="9726" y="2175"/>
                    <a:pt x="7548" y="1"/>
                    <a:pt x="486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59"/>
            <p:cNvSpPr/>
            <p:nvPr/>
          </p:nvSpPr>
          <p:spPr>
            <a:xfrm>
              <a:off x="3421284" y="1686504"/>
              <a:ext cx="199663" cy="30064"/>
            </a:xfrm>
            <a:custGeom>
              <a:rect b="b" l="l" r="r" t="t"/>
              <a:pathLst>
                <a:path extrusionOk="0" h="817" w="5426">
                  <a:moveTo>
                    <a:pt x="407" y="1"/>
                  </a:moveTo>
                  <a:cubicBezTo>
                    <a:pt x="183" y="1"/>
                    <a:pt x="1" y="188"/>
                    <a:pt x="1" y="411"/>
                  </a:cubicBezTo>
                  <a:cubicBezTo>
                    <a:pt x="1" y="634"/>
                    <a:pt x="183" y="817"/>
                    <a:pt x="407" y="817"/>
                  </a:cubicBezTo>
                  <a:lnTo>
                    <a:pt x="5015" y="817"/>
                  </a:lnTo>
                  <a:cubicBezTo>
                    <a:pt x="5242" y="817"/>
                    <a:pt x="5425" y="634"/>
                    <a:pt x="5425" y="411"/>
                  </a:cubicBezTo>
                  <a:cubicBezTo>
                    <a:pt x="5425" y="188"/>
                    <a:pt x="5242" y="1"/>
                    <a:pt x="5015" y="1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59"/>
            <p:cNvSpPr/>
            <p:nvPr/>
          </p:nvSpPr>
          <p:spPr>
            <a:xfrm>
              <a:off x="3421284" y="1729778"/>
              <a:ext cx="199663" cy="30064"/>
            </a:xfrm>
            <a:custGeom>
              <a:rect b="b" l="l" r="r" t="t"/>
              <a:pathLst>
                <a:path extrusionOk="0" h="817" w="5426">
                  <a:moveTo>
                    <a:pt x="407" y="1"/>
                  </a:moveTo>
                  <a:cubicBezTo>
                    <a:pt x="183" y="1"/>
                    <a:pt x="1" y="188"/>
                    <a:pt x="1" y="411"/>
                  </a:cubicBezTo>
                  <a:cubicBezTo>
                    <a:pt x="1" y="634"/>
                    <a:pt x="183" y="817"/>
                    <a:pt x="407" y="817"/>
                  </a:cubicBezTo>
                  <a:lnTo>
                    <a:pt x="5015" y="817"/>
                  </a:lnTo>
                  <a:cubicBezTo>
                    <a:pt x="5242" y="817"/>
                    <a:pt x="5425" y="634"/>
                    <a:pt x="5425" y="411"/>
                  </a:cubicBezTo>
                  <a:cubicBezTo>
                    <a:pt x="5425" y="188"/>
                    <a:pt x="5242" y="1"/>
                    <a:pt x="5015" y="1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59"/>
            <p:cNvSpPr/>
            <p:nvPr/>
          </p:nvSpPr>
          <p:spPr>
            <a:xfrm>
              <a:off x="3421284" y="1773051"/>
              <a:ext cx="199663" cy="30064"/>
            </a:xfrm>
            <a:custGeom>
              <a:rect b="b" l="l" r="r" t="t"/>
              <a:pathLst>
                <a:path extrusionOk="0" h="817" w="5426">
                  <a:moveTo>
                    <a:pt x="407" y="1"/>
                  </a:moveTo>
                  <a:cubicBezTo>
                    <a:pt x="183" y="1"/>
                    <a:pt x="1" y="183"/>
                    <a:pt x="1" y="411"/>
                  </a:cubicBezTo>
                  <a:cubicBezTo>
                    <a:pt x="1" y="634"/>
                    <a:pt x="183" y="817"/>
                    <a:pt x="407" y="817"/>
                  </a:cubicBezTo>
                  <a:lnTo>
                    <a:pt x="5015" y="817"/>
                  </a:lnTo>
                  <a:cubicBezTo>
                    <a:pt x="5242" y="817"/>
                    <a:pt x="5425" y="634"/>
                    <a:pt x="5425" y="411"/>
                  </a:cubicBezTo>
                  <a:cubicBezTo>
                    <a:pt x="5425" y="183"/>
                    <a:pt x="5242" y="1"/>
                    <a:pt x="5015" y="1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59"/>
            <p:cNvSpPr/>
            <p:nvPr/>
          </p:nvSpPr>
          <p:spPr>
            <a:xfrm>
              <a:off x="3739620" y="1112794"/>
              <a:ext cx="488413" cy="555164"/>
            </a:xfrm>
            <a:custGeom>
              <a:rect b="b" l="l" r="r" t="t"/>
              <a:pathLst>
                <a:path extrusionOk="0" h="15087" w="13273">
                  <a:moveTo>
                    <a:pt x="6636" y="0"/>
                  </a:moveTo>
                  <a:cubicBezTo>
                    <a:pt x="2972" y="0"/>
                    <a:pt x="1" y="2972"/>
                    <a:pt x="1" y="6637"/>
                  </a:cubicBezTo>
                  <a:cubicBezTo>
                    <a:pt x="1" y="8701"/>
                    <a:pt x="940" y="10542"/>
                    <a:pt x="2416" y="11759"/>
                  </a:cubicBezTo>
                  <a:lnTo>
                    <a:pt x="5611" y="15086"/>
                  </a:lnTo>
                  <a:lnTo>
                    <a:pt x="7654" y="15086"/>
                  </a:lnTo>
                  <a:lnTo>
                    <a:pt x="10830" y="11782"/>
                  </a:lnTo>
                  <a:cubicBezTo>
                    <a:pt x="12320" y="10564"/>
                    <a:pt x="13273" y="8709"/>
                    <a:pt x="13273" y="6637"/>
                  </a:cubicBezTo>
                  <a:cubicBezTo>
                    <a:pt x="13273" y="2972"/>
                    <a:pt x="10301" y="0"/>
                    <a:pt x="663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59"/>
            <p:cNvSpPr/>
            <p:nvPr/>
          </p:nvSpPr>
          <p:spPr>
            <a:xfrm>
              <a:off x="3942742" y="1802085"/>
              <a:ext cx="38085" cy="44783"/>
            </a:xfrm>
            <a:custGeom>
              <a:rect b="b" l="l" r="r" t="t"/>
              <a:pathLst>
                <a:path extrusionOk="0" h="1217" w="1035">
                  <a:moveTo>
                    <a:pt x="1" y="0"/>
                  </a:moveTo>
                  <a:lnTo>
                    <a:pt x="1" y="1180"/>
                  </a:lnTo>
                  <a:cubicBezTo>
                    <a:pt x="1" y="1199"/>
                    <a:pt x="18" y="1217"/>
                    <a:pt x="41" y="1217"/>
                  </a:cubicBezTo>
                  <a:lnTo>
                    <a:pt x="1034" y="1217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59"/>
            <p:cNvSpPr/>
            <p:nvPr/>
          </p:nvSpPr>
          <p:spPr>
            <a:xfrm>
              <a:off x="3942742" y="1817319"/>
              <a:ext cx="38085" cy="14314"/>
            </a:xfrm>
            <a:custGeom>
              <a:rect b="b" l="l" r="r" t="t"/>
              <a:pathLst>
                <a:path extrusionOk="0" h="389" w="1035">
                  <a:moveTo>
                    <a:pt x="1" y="1"/>
                  </a:moveTo>
                  <a:lnTo>
                    <a:pt x="1" y="388"/>
                  </a:lnTo>
                  <a:lnTo>
                    <a:pt x="1034" y="388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59"/>
            <p:cNvSpPr/>
            <p:nvPr/>
          </p:nvSpPr>
          <p:spPr>
            <a:xfrm>
              <a:off x="3980790" y="1802085"/>
              <a:ext cx="44157" cy="44783"/>
            </a:xfrm>
            <a:custGeom>
              <a:rect b="b" l="l" r="r" t="t"/>
              <a:pathLst>
                <a:path extrusionOk="0" h="1217" w="1200">
                  <a:moveTo>
                    <a:pt x="0" y="0"/>
                  </a:moveTo>
                  <a:lnTo>
                    <a:pt x="0" y="1217"/>
                  </a:lnTo>
                  <a:lnTo>
                    <a:pt x="1159" y="1217"/>
                  </a:lnTo>
                  <a:cubicBezTo>
                    <a:pt x="1182" y="1217"/>
                    <a:pt x="1199" y="1199"/>
                    <a:pt x="1199" y="1180"/>
                  </a:cubicBezTo>
                  <a:lnTo>
                    <a:pt x="1199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59"/>
            <p:cNvSpPr/>
            <p:nvPr/>
          </p:nvSpPr>
          <p:spPr>
            <a:xfrm>
              <a:off x="3980790" y="1817319"/>
              <a:ext cx="44157" cy="14314"/>
            </a:xfrm>
            <a:custGeom>
              <a:rect b="b" l="l" r="r" t="t"/>
              <a:pathLst>
                <a:path extrusionOk="0" h="389" w="1200">
                  <a:moveTo>
                    <a:pt x="0" y="1"/>
                  </a:moveTo>
                  <a:lnTo>
                    <a:pt x="0" y="388"/>
                  </a:lnTo>
                  <a:lnTo>
                    <a:pt x="1199" y="388"/>
                  </a:lnTo>
                  <a:lnTo>
                    <a:pt x="1199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59"/>
            <p:cNvSpPr/>
            <p:nvPr/>
          </p:nvSpPr>
          <p:spPr>
            <a:xfrm>
              <a:off x="3942742" y="1789831"/>
              <a:ext cx="82206" cy="12290"/>
            </a:xfrm>
            <a:custGeom>
              <a:rect b="b" l="l" r="r" t="t"/>
              <a:pathLst>
                <a:path extrusionOk="0" h="334" w="2234">
                  <a:moveTo>
                    <a:pt x="1" y="1"/>
                  </a:moveTo>
                  <a:lnTo>
                    <a:pt x="1" y="333"/>
                  </a:lnTo>
                  <a:lnTo>
                    <a:pt x="2233" y="33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59"/>
            <p:cNvSpPr/>
            <p:nvPr/>
          </p:nvSpPr>
          <p:spPr>
            <a:xfrm>
              <a:off x="3942742" y="1795020"/>
              <a:ext cx="82206" cy="1913"/>
            </a:xfrm>
            <a:custGeom>
              <a:rect b="b" l="l" r="r" t="t"/>
              <a:pathLst>
                <a:path extrusionOk="0" h="52" w="2234">
                  <a:moveTo>
                    <a:pt x="1" y="1"/>
                  </a:moveTo>
                  <a:lnTo>
                    <a:pt x="1" y="51"/>
                  </a:lnTo>
                  <a:lnTo>
                    <a:pt x="2233" y="51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59"/>
            <p:cNvSpPr/>
            <p:nvPr/>
          </p:nvSpPr>
          <p:spPr>
            <a:xfrm>
              <a:off x="3942742" y="1798515"/>
              <a:ext cx="82206" cy="2061"/>
            </a:xfrm>
            <a:custGeom>
              <a:rect b="b" l="l" r="r" t="t"/>
              <a:pathLst>
                <a:path extrusionOk="0" h="56" w="2234">
                  <a:moveTo>
                    <a:pt x="1" y="1"/>
                  </a:moveTo>
                  <a:lnTo>
                    <a:pt x="1" y="56"/>
                  </a:lnTo>
                  <a:lnTo>
                    <a:pt x="2233" y="56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59"/>
            <p:cNvSpPr/>
            <p:nvPr/>
          </p:nvSpPr>
          <p:spPr>
            <a:xfrm>
              <a:off x="3943220" y="1667921"/>
              <a:ext cx="5740" cy="121947"/>
            </a:xfrm>
            <a:custGeom>
              <a:rect b="b" l="l" r="r" t="t"/>
              <a:pathLst>
                <a:path extrusionOk="0" h="3314" w="156">
                  <a:moveTo>
                    <a:pt x="1" y="0"/>
                  </a:moveTo>
                  <a:lnTo>
                    <a:pt x="1" y="3314"/>
                  </a:lnTo>
                  <a:lnTo>
                    <a:pt x="156" y="3314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59"/>
            <p:cNvSpPr/>
            <p:nvPr/>
          </p:nvSpPr>
          <p:spPr>
            <a:xfrm>
              <a:off x="4018361" y="1667921"/>
              <a:ext cx="5924" cy="121947"/>
            </a:xfrm>
            <a:custGeom>
              <a:rect b="b" l="l" r="r" t="t"/>
              <a:pathLst>
                <a:path extrusionOk="0" h="3314" w="161">
                  <a:moveTo>
                    <a:pt x="1" y="0"/>
                  </a:moveTo>
                  <a:lnTo>
                    <a:pt x="1" y="3314"/>
                  </a:lnTo>
                  <a:lnTo>
                    <a:pt x="161" y="331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59"/>
            <p:cNvSpPr/>
            <p:nvPr/>
          </p:nvSpPr>
          <p:spPr>
            <a:xfrm>
              <a:off x="3792608" y="1135792"/>
              <a:ext cx="156868" cy="535183"/>
            </a:xfrm>
            <a:custGeom>
              <a:rect b="b" l="l" r="r" t="t"/>
              <a:pathLst>
                <a:path extrusionOk="0" h="14544" w="4263">
                  <a:moveTo>
                    <a:pt x="2218" y="0"/>
                  </a:moveTo>
                  <a:cubicBezTo>
                    <a:pt x="2192" y="0"/>
                    <a:pt x="2167" y="13"/>
                    <a:pt x="2152" y="36"/>
                  </a:cubicBezTo>
                  <a:cubicBezTo>
                    <a:pt x="2129" y="68"/>
                    <a:pt x="0" y="3290"/>
                    <a:pt x="812" y="7283"/>
                  </a:cubicBezTo>
                  <a:cubicBezTo>
                    <a:pt x="1624" y="11256"/>
                    <a:pt x="4085" y="14479"/>
                    <a:pt x="4108" y="14511"/>
                  </a:cubicBezTo>
                  <a:cubicBezTo>
                    <a:pt x="4125" y="14529"/>
                    <a:pt x="4148" y="14543"/>
                    <a:pt x="4171" y="14543"/>
                  </a:cubicBezTo>
                  <a:cubicBezTo>
                    <a:pt x="4190" y="14543"/>
                    <a:pt x="4207" y="14538"/>
                    <a:pt x="4222" y="14525"/>
                  </a:cubicBezTo>
                  <a:cubicBezTo>
                    <a:pt x="4253" y="14498"/>
                    <a:pt x="4262" y="14447"/>
                    <a:pt x="4235" y="14416"/>
                  </a:cubicBezTo>
                  <a:cubicBezTo>
                    <a:pt x="4207" y="14384"/>
                    <a:pt x="1774" y="11193"/>
                    <a:pt x="967" y="7251"/>
                  </a:cubicBezTo>
                  <a:cubicBezTo>
                    <a:pt x="170" y="3322"/>
                    <a:pt x="2261" y="154"/>
                    <a:pt x="2284" y="122"/>
                  </a:cubicBezTo>
                  <a:cubicBezTo>
                    <a:pt x="2307" y="86"/>
                    <a:pt x="2298" y="40"/>
                    <a:pt x="2261" y="13"/>
                  </a:cubicBezTo>
                  <a:cubicBezTo>
                    <a:pt x="2248" y="5"/>
                    <a:pt x="2233" y="0"/>
                    <a:pt x="2218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59"/>
            <p:cNvSpPr/>
            <p:nvPr/>
          </p:nvSpPr>
          <p:spPr>
            <a:xfrm>
              <a:off x="4018029" y="1135792"/>
              <a:ext cx="150171" cy="535183"/>
            </a:xfrm>
            <a:custGeom>
              <a:rect b="b" l="l" r="r" t="t"/>
              <a:pathLst>
                <a:path extrusionOk="0" h="14544" w="4081">
                  <a:moveTo>
                    <a:pt x="1858" y="0"/>
                  </a:moveTo>
                  <a:cubicBezTo>
                    <a:pt x="1843" y="0"/>
                    <a:pt x="1828" y="5"/>
                    <a:pt x="1815" y="13"/>
                  </a:cubicBezTo>
                  <a:cubicBezTo>
                    <a:pt x="1778" y="40"/>
                    <a:pt x="1769" y="86"/>
                    <a:pt x="1792" y="122"/>
                  </a:cubicBezTo>
                  <a:cubicBezTo>
                    <a:pt x="1815" y="154"/>
                    <a:pt x="3911" y="3322"/>
                    <a:pt x="3109" y="7251"/>
                  </a:cubicBezTo>
                  <a:cubicBezTo>
                    <a:pt x="2307" y="11193"/>
                    <a:pt x="46" y="14384"/>
                    <a:pt x="23" y="14416"/>
                  </a:cubicBezTo>
                  <a:cubicBezTo>
                    <a:pt x="0" y="14452"/>
                    <a:pt x="10" y="14502"/>
                    <a:pt x="42" y="14525"/>
                  </a:cubicBezTo>
                  <a:cubicBezTo>
                    <a:pt x="55" y="14538"/>
                    <a:pt x="73" y="14543"/>
                    <a:pt x="88" y="14543"/>
                  </a:cubicBezTo>
                  <a:cubicBezTo>
                    <a:pt x="115" y="14543"/>
                    <a:pt x="137" y="14529"/>
                    <a:pt x="151" y="14506"/>
                  </a:cubicBezTo>
                  <a:cubicBezTo>
                    <a:pt x="174" y="14475"/>
                    <a:pt x="2452" y="11256"/>
                    <a:pt x="3264" y="7283"/>
                  </a:cubicBezTo>
                  <a:cubicBezTo>
                    <a:pt x="4080" y="3290"/>
                    <a:pt x="1947" y="68"/>
                    <a:pt x="1924" y="36"/>
                  </a:cubicBezTo>
                  <a:cubicBezTo>
                    <a:pt x="1909" y="13"/>
                    <a:pt x="1884" y="0"/>
                    <a:pt x="1858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59"/>
            <p:cNvSpPr/>
            <p:nvPr/>
          </p:nvSpPr>
          <p:spPr>
            <a:xfrm>
              <a:off x="3980974" y="1109924"/>
              <a:ext cx="5704" cy="561051"/>
            </a:xfrm>
            <a:custGeom>
              <a:rect b="b" l="l" r="r" t="t"/>
              <a:pathLst>
                <a:path extrusionOk="0" h="15247" w="155">
                  <a:moveTo>
                    <a:pt x="77" y="0"/>
                  </a:moveTo>
                  <a:cubicBezTo>
                    <a:pt x="32" y="0"/>
                    <a:pt x="1" y="32"/>
                    <a:pt x="1" y="78"/>
                  </a:cubicBezTo>
                  <a:lnTo>
                    <a:pt x="1" y="15164"/>
                  </a:lnTo>
                  <a:cubicBezTo>
                    <a:pt x="1" y="15209"/>
                    <a:pt x="32" y="15246"/>
                    <a:pt x="77" y="15246"/>
                  </a:cubicBezTo>
                  <a:cubicBezTo>
                    <a:pt x="123" y="15246"/>
                    <a:pt x="155" y="15209"/>
                    <a:pt x="155" y="15164"/>
                  </a:cubicBezTo>
                  <a:lnTo>
                    <a:pt x="155" y="78"/>
                  </a:lnTo>
                  <a:cubicBezTo>
                    <a:pt x="155" y="32"/>
                    <a:pt x="123" y="0"/>
                    <a:pt x="7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59"/>
            <p:cNvSpPr/>
            <p:nvPr/>
          </p:nvSpPr>
          <p:spPr>
            <a:xfrm>
              <a:off x="3181806" y="1112794"/>
              <a:ext cx="279440" cy="259128"/>
            </a:xfrm>
            <a:custGeom>
              <a:rect b="b" l="l" r="r" t="t"/>
              <a:pathLst>
                <a:path extrusionOk="0" h="7042" w="7594">
                  <a:moveTo>
                    <a:pt x="92" y="0"/>
                  </a:moveTo>
                  <a:cubicBezTo>
                    <a:pt x="42" y="0"/>
                    <a:pt x="0" y="41"/>
                    <a:pt x="0" y="91"/>
                  </a:cubicBezTo>
                  <a:lnTo>
                    <a:pt x="0" y="6950"/>
                  </a:lnTo>
                  <a:cubicBezTo>
                    <a:pt x="0" y="7001"/>
                    <a:pt x="42" y="7041"/>
                    <a:pt x="92" y="7041"/>
                  </a:cubicBezTo>
                  <a:lnTo>
                    <a:pt x="7503" y="7041"/>
                  </a:lnTo>
                  <a:cubicBezTo>
                    <a:pt x="7553" y="7041"/>
                    <a:pt x="7594" y="7001"/>
                    <a:pt x="7594" y="6950"/>
                  </a:cubicBezTo>
                  <a:lnTo>
                    <a:pt x="7594" y="91"/>
                  </a:lnTo>
                  <a:cubicBezTo>
                    <a:pt x="7594" y="41"/>
                    <a:pt x="7553" y="0"/>
                    <a:pt x="750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59"/>
            <p:cNvSpPr/>
            <p:nvPr/>
          </p:nvSpPr>
          <p:spPr>
            <a:xfrm>
              <a:off x="3437770" y="1152609"/>
              <a:ext cx="108700" cy="179498"/>
            </a:xfrm>
            <a:custGeom>
              <a:rect b="b" l="l" r="r" t="t"/>
              <a:pathLst>
                <a:path extrusionOk="0" h="4878" w="2954">
                  <a:moveTo>
                    <a:pt x="2481" y="1"/>
                  </a:moveTo>
                  <a:cubicBezTo>
                    <a:pt x="2365" y="1"/>
                    <a:pt x="2247" y="44"/>
                    <a:pt x="2151" y="140"/>
                  </a:cubicBezTo>
                  <a:lnTo>
                    <a:pt x="182" y="2109"/>
                  </a:lnTo>
                  <a:cubicBezTo>
                    <a:pt x="0" y="2290"/>
                    <a:pt x="0" y="2587"/>
                    <a:pt x="182" y="2770"/>
                  </a:cubicBezTo>
                  <a:lnTo>
                    <a:pt x="2151" y="4738"/>
                  </a:lnTo>
                  <a:cubicBezTo>
                    <a:pt x="2247" y="4834"/>
                    <a:pt x="2364" y="4877"/>
                    <a:pt x="2480" y="4877"/>
                  </a:cubicBezTo>
                  <a:cubicBezTo>
                    <a:pt x="2722" y="4877"/>
                    <a:pt x="2954" y="4689"/>
                    <a:pt x="2954" y="4406"/>
                  </a:cubicBezTo>
                  <a:lnTo>
                    <a:pt x="2954" y="468"/>
                  </a:lnTo>
                  <a:cubicBezTo>
                    <a:pt x="2954" y="187"/>
                    <a:pt x="2722" y="1"/>
                    <a:pt x="248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59"/>
            <p:cNvSpPr/>
            <p:nvPr/>
          </p:nvSpPr>
          <p:spPr>
            <a:xfrm>
              <a:off x="3131504" y="1184071"/>
              <a:ext cx="116427" cy="116390"/>
            </a:xfrm>
            <a:custGeom>
              <a:rect b="b" l="l" r="r" t="t"/>
              <a:pathLst>
                <a:path extrusionOk="0" h="3163" w="3164">
                  <a:moveTo>
                    <a:pt x="1582" y="0"/>
                  </a:moveTo>
                  <a:cubicBezTo>
                    <a:pt x="707" y="0"/>
                    <a:pt x="0" y="711"/>
                    <a:pt x="0" y="1582"/>
                  </a:cubicBezTo>
                  <a:cubicBezTo>
                    <a:pt x="0" y="2457"/>
                    <a:pt x="707" y="3163"/>
                    <a:pt x="1582" y="3163"/>
                  </a:cubicBezTo>
                  <a:cubicBezTo>
                    <a:pt x="2452" y="3163"/>
                    <a:pt x="3163" y="2457"/>
                    <a:pt x="3163" y="1582"/>
                  </a:cubicBezTo>
                  <a:cubicBezTo>
                    <a:pt x="3163" y="711"/>
                    <a:pt x="2452" y="0"/>
                    <a:pt x="1582" y="0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59"/>
            <p:cNvSpPr/>
            <p:nvPr/>
          </p:nvSpPr>
          <p:spPr>
            <a:xfrm>
              <a:off x="3164364" y="1217115"/>
              <a:ext cx="50523" cy="50523"/>
            </a:xfrm>
            <a:custGeom>
              <a:rect b="b" l="l" r="r" t="t"/>
              <a:pathLst>
                <a:path extrusionOk="0" h="1373" w="1373">
                  <a:moveTo>
                    <a:pt x="689" y="0"/>
                  </a:moveTo>
                  <a:cubicBezTo>
                    <a:pt x="310" y="0"/>
                    <a:pt x="1" y="306"/>
                    <a:pt x="1" y="684"/>
                  </a:cubicBezTo>
                  <a:cubicBezTo>
                    <a:pt x="1" y="1061"/>
                    <a:pt x="310" y="1372"/>
                    <a:pt x="689" y="1372"/>
                  </a:cubicBezTo>
                  <a:cubicBezTo>
                    <a:pt x="1067" y="1372"/>
                    <a:pt x="1372" y="1061"/>
                    <a:pt x="1372" y="684"/>
                  </a:cubicBezTo>
                  <a:cubicBezTo>
                    <a:pt x="1372" y="306"/>
                    <a:pt x="1067" y="0"/>
                    <a:pt x="68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59"/>
            <p:cNvSpPr/>
            <p:nvPr/>
          </p:nvSpPr>
          <p:spPr>
            <a:xfrm>
              <a:off x="3268869" y="1184071"/>
              <a:ext cx="116611" cy="116390"/>
            </a:xfrm>
            <a:custGeom>
              <a:rect b="b" l="l" r="r" t="t"/>
              <a:pathLst>
                <a:path extrusionOk="0" h="3163" w="3169">
                  <a:moveTo>
                    <a:pt x="1582" y="0"/>
                  </a:moveTo>
                  <a:cubicBezTo>
                    <a:pt x="711" y="0"/>
                    <a:pt x="0" y="711"/>
                    <a:pt x="0" y="1582"/>
                  </a:cubicBezTo>
                  <a:cubicBezTo>
                    <a:pt x="0" y="2457"/>
                    <a:pt x="711" y="3163"/>
                    <a:pt x="1582" y="3163"/>
                  </a:cubicBezTo>
                  <a:cubicBezTo>
                    <a:pt x="2457" y="3163"/>
                    <a:pt x="3168" y="2457"/>
                    <a:pt x="3168" y="1582"/>
                  </a:cubicBezTo>
                  <a:cubicBezTo>
                    <a:pt x="3168" y="711"/>
                    <a:pt x="2457" y="0"/>
                    <a:pt x="1582" y="0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59"/>
            <p:cNvSpPr/>
            <p:nvPr/>
          </p:nvSpPr>
          <p:spPr>
            <a:xfrm>
              <a:off x="3301913" y="1217115"/>
              <a:ext cx="50523" cy="50523"/>
            </a:xfrm>
            <a:custGeom>
              <a:rect b="b" l="l" r="r" t="t"/>
              <a:pathLst>
                <a:path extrusionOk="0" h="1373" w="1373">
                  <a:moveTo>
                    <a:pt x="684" y="0"/>
                  </a:moveTo>
                  <a:cubicBezTo>
                    <a:pt x="310" y="0"/>
                    <a:pt x="0" y="306"/>
                    <a:pt x="0" y="684"/>
                  </a:cubicBezTo>
                  <a:cubicBezTo>
                    <a:pt x="0" y="1061"/>
                    <a:pt x="310" y="1372"/>
                    <a:pt x="684" y="1372"/>
                  </a:cubicBezTo>
                  <a:cubicBezTo>
                    <a:pt x="1063" y="1372"/>
                    <a:pt x="1372" y="1061"/>
                    <a:pt x="1372" y="684"/>
                  </a:cubicBezTo>
                  <a:cubicBezTo>
                    <a:pt x="1372" y="306"/>
                    <a:pt x="1063" y="0"/>
                    <a:pt x="68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59"/>
            <p:cNvSpPr/>
            <p:nvPr/>
          </p:nvSpPr>
          <p:spPr>
            <a:xfrm>
              <a:off x="3439094" y="2827778"/>
              <a:ext cx="263507" cy="6587"/>
            </a:xfrm>
            <a:custGeom>
              <a:rect b="b" l="l" r="r" t="t"/>
              <a:pathLst>
                <a:path extrusionOk="0" h="179" w="7161">
                  <a:moveTo>
                    <a:pt x="0" y="1"/>
                  </a:moveTo>
                  <a:lnTo>
                    <a:pt x="0" y="179"/>
                  </a:lnTo>
                  <a:lnTo>
                    <a:pt x="7161" y="179"/>
                  </a:lnTo>
                  <a:lnTo>
                    <a:pt x="716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59"/>
            <p:cNvSpPr/>
            <p:nvPr/>
          </p:nvSpPr>
          <p:spPr>
            <a:xfrm>
              <a:off x="802091" y="3754148"/>
              <a:ext cx="300129" cy="54335"/>
            </a:xfrm>
            <a:custGeom>
              <a:rect b="b" l="l" r="r" t="t"/>
              <a:pathLst>
                <a:path extrusionOk="0" h="1770" w="9777">
                  <a:moveTo>
                    <a:pt x="370" y="1"/>
                  </a:moveTo>
                  <a:cubicBezTo>
                    <a:pt x="100" y="1"/>
                    <a:pt x="1" y="356"/>
                    <a:pt x="228" y="493"/>
                  </a:cubicBezTo>
                  <a:cubicBezTo>
                    <a:pt x="685" y="762"/>
                    <a:pt x="1127" y="1168"/>
                    <a:pt x="1308" y="1770"/>
                  </a:cubicBezTo>
                  <a:lnTo>
                    <a:pt x="8473" y="1770"/>
                  </a:lnTo>
                  <a:cubicBezTo>
                    <a:pt x="8655" y="1168"/>
                    <a:pt x="9097" y="762"/>
                    <a:pt x="9549" y="493"/>
                  </a:cubicBezTo>
                  <a:cubicBezTo>
                    <a:pt x="9777" y="356"/>
                    <a:pt x="9676" y="1"/>
                    <a:pt x="9412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59"/>
            <p:cNvSpPr/>
            <p:nvPr/>
          </p:nvSpPr>
          <p:spPr>
            <a:xfrm>
              <a:off x="842245" y="3808454"/>
              <a:ext cx="219948" cy="22133"/>
            </a:xfrm>
            <a:custGeom>
              <a:rect b="b" l="l" r="r" t="t"/>
              <a:pathLst>
                <a:path extrusionOk="0" h="721" w="7165">
                  <a:moveTo>
                    <a:pt x="0" y="1"/>
                  </a:moveTo>
                  <a:cubicBezTo>
                    <a:pt x="65" y="215"/>
                    <a:pt x="96" y="452"/>
                    <a:pt x="78" y="720"/>
                  </a:cubicBezTo>
                  <a:lnTo>
                    <a:pt x="7083" y="720"/>
                  </a:lnTo>
                  <a:cubicBezTo>
                    <a:pt x="7070" y="452"/>
                    <a:pt x="7101" y="215"/>
                    <a:pt x="71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59"/>
            <p:cNvSpPr/>
            <p:nvPr/>
          </p:nvSpPr>
          <p:spPr>
            <a:xfrm>
              <a:off x="595150" y="3830558"/>
              <a:ext cx="713993" cy="456011"/>
            </a:xfrm>
            <a:custGeom>
              <a:rect b="b" l="l" r="r" t="t"/>
              <a:pathLst>
                <a:path extrusionOk="0" h="14855" w="23259">
                  <a:moveTo>
                    <a:pt x="8127" y="0"/>
                  </a:moveTo>
                  <a:cubicBezTo>
                    <a:pt x="8099" y="557"/>
                    <a:pt x="7868" y="1227"/>
                    <a:pt x="7334" y="2043"/>
                  </a:cubicBezTo>
                  <a:cubicBezTo>
                    <a:pt x="5479" y="4864"/>
                    <a:pt x="1" y="10484"/>
                    <a:pt x="3925" y="14855"/>
                  </a:cubicBezTo>
                  <a:lnTo>
                    <a:pt x="19339" y="14855"/>
                  </a:lnTo>
                  <a:cubicBezTo>
                    <a:pt x="23259" y="10484"/>
                    <a:pt x="17780" y="4864"/>
                    <a:pt x="15925" y="2043"/>
                  </a:cubicBezTo>
                  <a:cubicBezTo>
                    <a:pt x="15392" y="1227"/>
                    <a:pt x="15165" y="557"/>
                    <a:pt x="1513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59"/>
            <p:cNvSpPr/>
            <p:nvPr/>
          </p:nvSpPr>
          <p:spPr>
            <a:xfrm>
              <a:off x="715643" y="4286559"/>
              <a:ext cx="473171" cy="8964"/>
            </a:xfrm>
            <a:custGeom>
              <a:rect b="b" l="l" r="r" t="t"/>
              <a:pathLst>
                <a:path extrusionOk="0" h="292" w="15414">
                  <a:moveTo>
                    <a:pt x="0" y="1"/>
                  </a:moveTo>
                  <a:cubicBezTo>
                    <a:pt x="87" y="100"/>
                    <a:pt x="177" y="197"/>
                    <a:pt x="278" y="292"/>
                  </a:cubicBezTo>
                  <a:lnTo>
                    <a:pt x="15136" y="292"/>
                  </a:lnTo>
                  <a:cubicBezTo>
                    <a:pt x="15232" y="197"/>
                    <a:pt x="15327" y="100"/>
                    <a:pt x="1541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59"/>
            <p:cNvSpPr/>
            <p:nvPr/>
          </p:nvSpPr>
          <p:spPr>
            <a:xfrm>
              <a:off x="724177" y="4295493"/>
              <a:ext cx="456103" cy="59492"/>
            </a:xfrm>
            <a:custGeom>
              <a:rect b="b" l="l" r="r" t="t"/>
              <a:pathLst>
                <a:path extrusionOk="0" h="1938" w="14858">
                  <a:moveTo>
                    <a:pt x="0" y="1"/>
                  </a:moveTo>
                  <a:cubicBezTo>
                    <a:pt x="688" y="689"/>
                    <a:pt x="1622" y="1336"/>
                    <a:pt x="2853" y="1938"/>
                  </a:cubicBezTo>
                  <a:lnTo>
                    <a:pt x="12005" y="1938"/>
                  </a:lnTo>
                  <a:cubicBezTo>
                    <a:pt x="13231" y="1336"/>
                    <a:pt x="14165" y="689"/>
                    <a:pt x="1485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59"/>
            <p:cNvSpPr/>
            <p:nvPr/>
          </p:nvSpPr>
          <p:spPr>
            <a:xfrm>
              <a:off x="622871" y="3939999"/>
              <a:ext cx="658707" cy="251013"/>
            </a:xfrm>
            <a:custGeom>
              <a:rect b="b" l="l" r="r" t="t"/>
              <a:pathLst>
                <a:path extrusionOk="0" h="8177" w="21458">
                  <a:moveTo>
                    <a:pt x="1874" y="0"/>
                  </a:moveTo>
                  <a:lnTo>
                    <a:pt x="0" y="1873"/>
                  </a:lnTo>
                  <a:lnTo>
                    <a:pt x="4426" y="6299"/>
                  </a:lnTo>
                  <a:lnTo>
                    <a:pt x="4426" y="6303"/>
                  </a:lnTo>
                  <a:lnTo>
                    <a:pt x="6298" y="8177"/>
                  </a:lnTo>
                  <a:lnTo>
                    <a:pt x="6298" y="8172"/>
                  </a:lnTo>
                  <a:lnTo>
                    <a:pt x="6304" y="8177"/>
                  </a:lnTo>
                  <a:lnTo>
                    <a:pt x="8176" y="6303"/>
                  </a:lnTo>
                  <a:lnTo>
                    <a:pt x="8172" y="6299"/>
                  </a:lnTo>
                  <a:lnTo>
                    <a:pt x="10728" y="3747"/>
                  </a:lnTo>
                  <a:lnTo>
                    <a:pt x="13286" y="6299"/>
                  </a:lnTo>
                  <a:lnTo>
                    <a:pt x="13281" y="6303"/>
                  </a:lnTo>
                  <a:lnTo>
                    <a:pt x="15154" y="8177"/>
                  </a:lnTo>
                  <a:lnTo>
                    <a:pt x="15158" y="8172"/>
                  </a:lnTo>
                  <a:lnTo>
                    <a:pt x="15158" y="8177"/>
                  </a:lnTo>
                  <a:lnTo>
                    <a:pt x="17032" y="6303"/>
                  </a:lnTo>
                  <a:lnTo>
                    <a:pt x="17032" y="6299"/>
                  </a:lnTo>
                  <a:lnTo>
                    <a:pt x="21458" y="1873"/>
                  </a:lnTo>
                  <a:lnTo>
                    <a:pt x="19584" y="0"/>
                  </a:lnTo>
                  <a:lnTo>
                    <a:pt x="15158" y="4426"/>
                  </a:lnTo>
                  <a:lnTo>
                    <a:pt x="10728" y="0"/>
                  </a:lnTo>
                  <a:lnTo>
                    <a:pt x="6298" y="4426"/>
                  </a:lnTo>
                  <a:lnTo>
                    <a:pt x="187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59"/>
            <p:cNvSpPr/>
            <p:nvPr/>
          </p:nvSpPr>
          <p:spPr>
            <a:xfrm>
              <a:off x="975877" y="3460636"/>
              <a:ext cx="93750" cy="293529"/>
            </a:xfrm>
            <a:custGeom>
              <a:rect b="b" l="l" r="r" t="t"/>
              <a:pathLst>
                <a:path extrusionOk="0" h="9562" w="3054">
                  <a:moveTo>
                    <a:pt x="2603" y="1"/>
                  </a:moveTo>
                  <a:lnTo>
                    <a:pt x="1" y="9562"/>
                  </a:lnTo>
                  <a:lnTo>
                    <a:pt x="451" y="9562"/>
                  </a:lnTo>
                  <a:lnTo>
                    <a:pt x="3054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59"/>
            <p:cNvSpPr/>
            <p:nvPr/>
          </p:nvSpPr>
          <p:spPr>
            <a:xfrm>
              <a:off x="929553" y="3524582"/>
              <a:ext cx="13752" cy="229587"/>
            </a:xfrm>
            <a:custGeom>
              <a:rect b="b" l="l" r="r" t="t"/>
              <a:pathLst>
                <a:path extrusionOk="0" h="7479" w="448">
                  <a:moveTo>
                    <a:pt x="0" y="0"/>
                  </a:moveTo>
                  <a:lnTo>
                    <a:pt x="0" y="7479"/>
                  </a:lnTo>
                  <a:lnTo>
                    <a:pt x="447" y="747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59"/>
            <p:cNvSpPr/>
            <p:nvPr/>
          </p:nvSpPr>
          <p:spPr>
            <a:xfrm>
              <a:off x="892468" y="3456307"/>
              <a:ext cx="87918" cy="88010"/>
            </a:xfrm>
            <a:custGeom>
              <a:rect b="b" l="l" r="r" t="t"/>
              <a:pathLst>
                <a:path extrusionOk="0" h="2867" w="2864">
                  <a:moveTo>
                    <a:pt x="1432" y="0"/>
                  </a:moveTo>
                  <a:cubicBezTo>
                    <a:pt x="639" y="0"/>
                    <a:pt x="0" y="643"/>
                    <a:pt x="0" y="1431"/>
                  </a:cubicBezTo>
                  <a:cubicBezTo>
                    <a:pt x="0" y="2224"/>
                    <a:pt x="639" y="2866"/>
                    <a:pt x="1432" y="2866"/>
                  </a:cubicBezTo>
                  <a:cubicBezTo>
                    <a:pt x="2225" y="2866"/>
                    <a:pt x="2863" y="2224"/>
                    <a:pt x="2863" y="1431"/>
                  </a:cubicBezTo>
                  <a:cubicBezTo>
                    <a:pt x="2863" y="643"/>
                    <a:pt x="2225" y="0"/>
                    <a:pt x="1432" y="0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59"/>
            <p:cNvSpPr/>
            <p:nvPr/>
          </p:nvSpPr>
          <p:spPr>
            <a:xfrm>
              <a:off x="1018272" y="3402400"/>
              <a:ext cx="87887" cy="87918"/>
            </a:xfrm>
            <a:custGeom>
              <a:rect b="b" l="l" r="r" t="t"/>
              <a:pathLst>
                <a:path extrusionOk="0" h="2864" w="2863">
                  <a:moveTo>
                    <a:pt x="1431" y="1"/>
                  </a:moveTo>
                  <a:cubicBezTo>
                    <a:pt x="643" y="1"/>
                    <a:pt x="0" y="640"/>
                    <a:pt x="0" y="1433"/>
                  </a:cubicBezTo>
                  <a:cubicBezTo>
                    <a:pt x="0" y="2221"/>
                    <a:pt x="643" y="2863"/>
                    <a:pt x="1431" y="2863"/>
                  </a:cubicBezTo>
                  <a:cubicBezTo>
                    <a:pt x="2224" y="2863"/>
                    <a:pt x="2863" y="2221"/>
                    <a:pt x="2863" y="1433"/>
                  </a:cubicBezTo>
                  <a:cubicBezTo>
                    <a:pt x="2863" y="640"/>
                    <a:pt x="2224" y="1"/>
                    <a:pt x="1431" y="1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2" name="Shape 3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X Design Process: Must Haves for 3 Key Phases | Adobe Blog" id="3873" name="Google Shape;387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500" y="829775"/>
            <a:ext cx="6143001" cy="348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4" name="Google Shape;3874;p60"/>
          <p:cNvSpPr txBox="1"/>
          <p:nvPr>
            <p:ph idx="4294967295" type="title"/>
          </p:nvPr>
        </p:nvSpPr>
        <p:spPr>
          <a:xfrm>
            <a:off x="0" y="2495925"/>
            <a:ext cx="12768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03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9" name="Shape 3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0" name="Google Shape;3880;p61"/>
          <p:cNvCxnSpPr>
            <a:stCxn id="3881" idx="3"/>
            <a:endCxn id="3882" idx="1"/>
          </p:cNvCxnSpPr>
          <p:nvPr/>
        </p:nvCxnSpPr>
        <p:spPr>
          <a:xfrm>
            <a:off x="2755422" y="2322044"/>
            <a:ext cx="4561200" cy="0"/>
          </a:xfrm>
          <a:prstGeom prst="straightConnector1">
            <a:avLst/>
          </a:prstGeom>
          <a:noFill/>
          <a:ln cap="flat" cmpd="sng" w="28575">
            <a:solidFill>
              <a:srgbClr val="2F293A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83" name="Google Shape;3883;p61"/>
          <p:cNvSpPr txBox="1"/>
          <p:nvPr>
            <p:ph type="ctrTitle"/>
          </p:nvPr>
        </p:nvSpPr>
        <p:spPr>
          <a:xfrm flipH="1">
            <a:off x="2975850" y="73425"/>
            <a:ext cx="3192300" cy="695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PROCESS OF UX/UI DESIGN</a:t>
            </a:r>
            <a:endParaRPr sz="2000"/>
          </a:p>
        </p:txBody>
      </p:sp>
      <p:grpSp>
        <p:nvGrpSpPr>
          <p:cNvPr id="3884" name="Google Shape;3884;p61"/>
          <p:cNvGrpSpPr/>
          <p:nvPr/>
        </p:nvGrpSpPr>
        <p:grpSpPr>
          <a:xfrm>
            <a:off x="1957745" y="3856125"/>
            <a:ext cx="6074775" cy="328200"/>
            <a:chOff x="1729100" y="3830325"/>
            <a:chExt cx="5785500" cy="328200"/>
          </a:xfrm>
        </p:grpSpPr>
        <p:cxnSp>
          <p:nvCxnSpPr>
            <p:cNvPr id="3885" name="Google Shape;3885;p61"/>
            <p:cNvCxnSpPr/>
            <p:nvPr/>
          </p:nvCxnSpPr>
          <p:spPr>
            <a:xfrm>
              <a:off x="1729100" y="4019950"/>
              <a:ext cx="5785500" cy="0"/>
            </a:xfrm>
            <a:prstGeom prst="straightConnector1">
              <a:avLst/>
            </a:prstGeom>
            <a:noFill/>
            <a:ln cap="flat" cmpd="sng" w="19050">
              <a:solidFill>
                <a:srgbClr val="2F293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886" name="Google Shape;3886;p61"/>
            <p:cNvSpPr txBox="1"/>
            <p:nvPr/>
          </p:nvSpPr>
          <p:spPr>
            <a:xfrm>
              <a:off x="3491000" y="3830325"/>
              <a:ext cx="2261700" cy="32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Abel"/>
                  <a:ea typeface="Abel"/>
                  <a:cs typeface="Abel"/>
                  <a:sym typeface="Abel"/>
                </a:rPr>
                <a:t>PRESENT TO CLIENTS &amp; TEAM</a:t>
              </a:r>
              <a:endParaRPr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3887" name="Google Shape;3887;p61"/>
          <p:cNvGrpSpPr/>
          <p:nvPr/>
        </p:nvGrpSpPr>
        <p:grpSpPr>
          <a:xfrm>
            <a:off x="1788379" y="1838386"/>
            <a:ext cx="967111" cy="967179"/>
            <a:chOff x="1528850" y="1999450"/>
            <a:chExt cx="1066275" cy="1066350"/>
          </a:xfrm>
        </p:grpSpPr>
        <p:sp>
          <p:nvSpPr>
            <p:cNvPr id="3888" name="Google Shape;3888;p61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881" name="Google Shape;3881;p61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RESEARCH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(brief)</a:t>
              </a:r>
              <a:endParaRPr i="1" sz="12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3889" name="Google Shape;3889;p61"/>
          <p:cNvGrpSpPr/>
          <p:nvPr/>
        </p:nvGrpSpPr>
        <p:grpSpPr>
          <a:xfrm>
            <a:off x="3153797" y="1838386"/>
            <a:ext cx="967111" cy="967179"/>
            <a:chOff x="1528850" y="1999450"/>
            <a:chExt cx="1066275" cy="1066350"/>
          </a:xfrm>
        </p:grpSpPr>
        <p:sp>
          <p:nvSpPr>
            <p:cNvPr id="3890" name="Google Shape;3890;p61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891" name="Google Shape;3891;p61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INSIGHT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&amp;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ANALYSIS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3892" name="Google Shape;3892;p61"/>
          <p:cNvGrpSpPr/>
          <p:nvPr/>
        </p:nvGrpSpPr>
        <p:grpSpPr>
          <a:xfrm>
            <a:off x="4595427" y="1838386"/>
            <a:ext cx="967111" cy="967179"/>
            <a:chOff x="1528850" y="1999450"/>
            <a:chExt cx="1066275" cy="1066350"/>
          </a:xfrm>
        </p:grpSpPr>
        <p:sp>
          <p:nvSpPr>
            <p:cNvPr id="3893" name="Google Shape;3893;p61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894" name="Google Shape;3894;p61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UX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(Concept/</a:t>
              </a:r>
              <a:br>
                <a:rPr i="1" lang="en" sz="1200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</a:br>
              <a:r>
                <a:rPr i="1" lang="en" sz="1200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Ideate)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3895" name="Google Shape;3895;p61"/>
          <p:cNvGrpSpPr/>
          <p:nvPr/>
        </p:nvGrpSpPr>
        <p:grpSpPr>
          <a:xfrm>
            <a:off x="5961856" y="1838386"/>
            <a:ext cx="967111" cy="967179"/>
            <a:chOff x="1528850" y="1999450"/>
            <a:chExt cx="1066275" cy="1066350"/>
          </a:xfrm>
        </p:grpSpPr>
        <p:sp>
          <p:nvSpPr>
            <p:cNvPr id="3896" name="Google Shape;3896;p61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897" name="Google Shape;3897;p61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UI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DESIGN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3898" name="Google Shape;3898;p61"/>
          <p:cNvGrpSpPr/>
          <p:nvPr/>
        </p:nvGrpSpPr>
        <p:grpSpPr>
          <a:xfrm>
            <a:off x="7316711" y="1838386"/>
            <a:ext cx="967111" cy="967179"/>
            <a:chOff x="1528850" y="1999450"/>
            <a:chExt cx="1066275" cy="1066350"/>
          </a:xfrm>
        </p:grpSpPr>
        <p:sp>
          <p:nvSpPr>
            <p:cNvPr id="3899" name="Google Shape;3899;p61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882" name="Google Shape;3882;p61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DEVELOP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sp>
        <p:nvSpPr>
          <p:cNvPr id="3900" name="Google Shape;3900;p61"/>
          <p:cNvSpPr txBox="1"/>
          <p:nvPr>
            <p:ph idx="4294967295" type="title"/>
          </p:nvPr>
        </p:nvSpPr>
        <p:spPr>
          <a:xfrm>
            <a:off x="0" y="-11325"/>
            <a:ext cx="12768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03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901" name="Google Shape;3901;p61"/>
          <p:cNvGrpSpPr/>
          <p:nvPr/>
        </p:nvGrpSpPr>
        <p:grpSpPr>
          <a:xfrm>
            <a:off x="823175" y="972175"/>
            <a:ext cx="1932350" cy="2554248"/>
            <a:chOff x="594575" y="1182775"/>
            <a:chExt cx="1932350" cy="2554248"/>
          </a:xfrm>
        </p:grpSpPr>
        <p:sp>
          <p:nvSpPr>
            <p:cNvPr id="3902" name="Google Shape;3902;p61"/>
            <p:cNvSpPr txBox="1"/>
            <p:nvPr/>
          </p:nvSpPr>
          <p:spPr>
            <a:xfrm>
              <a:off x="1559725" y="1182775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Customers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903" name="Google Shape;3903;p61"/>
            <p:cNvSpPr txBox="1"/>
            <p:nvPr/>
          </p:nvSpPr>
          <p:spPr>
            <a:xfrm>
              <a:off x="594575" y="2078150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Goals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904" name="Google Shape;3904;p61"/>
            <p:cNvSpPr txBox="1"/>
            <p:nvPr/>
          </p:nvSpPr>
          <p:spPr>
            <a:xfrm>
              <a:off x="761888" y="1317600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Brand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905" name="Google Shape;3905;p61"/>
            <p:cNvSpPr txBox="1"/>
            <p:nvPr/>
          </p:nvSpPr>
          <p:spPr>
            <a:xfrm>
              <a:off x="644288" y="2838700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Business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906" name="Google Shape;3906;p61"/>
            <p:cNvSpPr txBox="1"/>
            <p:nvPr/>
          </p:nvSpPr>
          <p:spPr>
            <a:xfrm>
              <a:off x="1559725" y="3178413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Vision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3907" name="Google Shape;3907;p61"/>
            <p:cNvGrpSpPr/>
            <p:nvPr/>
          </p:nvGrpSpPr>
          <p:grpSpPr>
            <a:xfrm>
              <a:off x="1915416" y="1561225"/>
              <a:ext cx="255844" cy="187702"/>
              <a:chOff x="5331913" y="3413947"/>
              <a:chExt cx="347143" cy="254684"/>
            </a:xfrm>
          </p:grpSpPr>
          <p:sp>
            <p:nvSpPr>
              <p:cNvPr id="3908" name="Google Shape;3908;p61"/>
              <p:cNvSpPr/>
              <p:nvPr/>
            </p:nvSpPr>
            <p:spPr>
              <a:xfrm>
                <a:off x="5597163" y="3523083"/>
                <a:ext cx="43222" cy="15564"/>
              </a:xfrm>
              <a:custGeom>
                <a:rect b="b" l="l" r="r" t="t"/>
                <a:pathLst>
                  <a:path extrusionOk="0" h="489" w="1358">
                    <a:moveTo>
                      <a:pt x="167" y="0"/>
                    </a:moveTo>
                    <a:cubicBezTo>
                      <a:pt x="84" y="0"/>
                      <a:pt x="0" y="71"/>
                      <a:pt x="0" y="167"/>
                    </a:cubicBezTo>
                    <a:cubicBezTo>
                      <a:pt x="0" y="250"/>
                      <a:pt x="84" y="322"/>
                      <a:pt x="167" y="322"/>
                    </a:cubicBezTo>
                    <a:cubicBezTo>
                      <a:pt x="346" y="322"/>
                      <a:pt x="870" y="357"/>
                      <a:pt x="1120" y="476"/>
                    </a:cubicBezTo>
                    <a:cubicBezTo>
                      <a:pt x="1155" y="488"/>
                      <a:pt x="1167" y="488"/>
                      <a:pt x="1191" y="488"/>
                    </a:cubicBezTo>
                    <a:cubicBezTo>
                      <a:pt x="1251" y="488"/>
                      <a:pt x="1310" y="464"/>
                      <a:pt x="1346" y="405"/>
                    </a:cubicBezTo>
                    <a:cubicBezTo>
                      <a:pt x="1358" y="322"/>
                      <a:pt x="1334" y="226"/>
                      <a:pt x="1251" y="191"/>
                    </a:cubicBezTo>
                    <a:cubicBezTo>
                      <a:pt x="882" y="12"/>
                      <a:pt x="203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9" name="Google Shape;3909;p61"/>
              <p:cNvSpPr/>
              <p:nvPr/>
            </p:nvSpPr>
            <p:spPr>
              <a:xfrm>
                <a:off x="5331913" y="3413947"/>
                <a:ext cx="347143" cy="253538"/>
              </a:xfrm>
              <a:custGeom>
                <a:rect b="b" l="l" r="r" t="t"/>
                <a:pathLst>
                  <a:path extrusionOk="0" h="7966" w="10907">
                    <a:moveTo>
                      <a:pt x="7168" y="357"/>
                    </a:moveTo>
                    <a:lnTo>
                      <a:pt x="7168" y="1893"/>
                    </a:lnTo>
                    <a:cubicBezTo>
                      <a:pt x="7168" y="2131"/>
                      <a:pt x="7120" y="2357"/>
                      <a:pt x="7013" y="2560"/>
                    </a:cubicBezTo>
                    <a:cubicBezTo>
                      <a:pt x="7001" y="2584"/>
                      <a:pt x="7001" y="2608"/>
                      <a:pt x="7001" y="2643"/>
                    </a:cubicBezTo>
                    <a:lnTo>
                      <a:pt x="7001" y="3084"/>
                    </a:lnTo>
                    <a:cubicBezTo>
                      <a:pt x="7001" y="3512"/>
                      <a:pt x="6822" y="3917"/>
                      <a:pt x="6513" y="4203"/>
                    </a:cubicBezTo>
                    <a:cubicBezTo>
                      <a:pt x="6465" y="4227"/>
                      <a:pt x="6429" y="4274"/>
                      <a:pt x="6394" y="4310"/>
                    </a:cubicBezTo>
                    <a:cubicBezTo>
                      <a:pt x="6111" y="4514"/>
                      <a:pt x="5775" y="4621"/>
                      <a:pt x="5415" y="4621"/>
                    </a:cubicBezTo>
                    <a:cubicBezTo>
                      <a:pt x="5396" y="4621"/>
                      <a:pt x="5377" y="4620"/>
                      <a:pt x="5358" y="4620"/>
                    </a:cubicBezTo>
                    <a:cubicBezTo>
                      <a:pt x="4536" y="4560"/>
                      <a:pt x="3917" y="3858"/>
                      <a:pt x="3917" y="3024"/>
                    </a:cubicBezTo>
                    <a:lnTo>
                      <a:pt x="3917" y="2643"/>
                    </a:lnTo>
                    <a:cubicBezTo>
                      <a:pt x="3917" y="2608"/>
                      <a:pt x="3917" y="2596"/>
                      <a:pt x="3905" y="2560"/>
                    </a:cubicBezTo>
                    <a:cubicBezTo>
                      <a:pt x="3798" y="2357"/>
                      <a:pt x="3751" y="2131"/>
                      <a:pt x="3751" y="1893"/>
                    </a:cubicBezTo>
                    <a:lnTo>
                      <a:pt x="3751" y="1548"/>
                    </a:lnTo>
                    <a:cubicBezTo>
                      <a:pt x="3751" y="893"/>
                      <a:pt x="4286" y="357"/>
                      <a:pt x="4941" y="357"/>
                    </a:cubicBezTo>
                    <a:close/>
                    <a:moveTo>
                      <a:pt x="10013" y="2905"/>
                    </a:moveTo>
                    <a:lnTo>
                      <a:pt x="10013" y="3560"/>
                    </a:lnTo>
                    <a:cubicBezTo>
                      <a:pt x="10013" y="3667"/>
                      <a:pt x="9989" y="3774"/>
                      <a:pt x="9942" y="3870"/>
                    </a:cubicBezTo>
                    <a:lnTo>
                      <a:pt x="9870" y="4036"/>
                    </a:lnTo>
                    <a:cubicBezTo>
                      <a:pt x="9858" y="4048"/>
                      <a:pt x="9858" y="4084"/>
                      <a:pt x="9858" y="4108"/>
                    </a:cubicBezTo>
                    <a:lnTo>
                      <a:pt x="9858" y="4453"/>
                    </a:lnTo>
                    <a:cubicBezTo>
                      <a:pt x="9870" y="4679"/>
                      <a:pt x="9763" y="4882"/>
                      <a:pt x="9597" y="5048"/>
                    </a:cubicBezTo>
                    <a:cubicBezTo>
                      <a:pt x="9451" y="5205"/>
                      <a:pt x="9244" y="5288"/>
                      <a:pt x="9022" y="5288"/>
                    </a:cubicBezTo>
                    <a:cubicBezTo>
                      <a:pt x="9007" y="5288"/>
                      <a:pt x="8992" y="5287"/>
                      <a:pt x="8977" y="5286"/>
                    </a:cubicBezTo>
                    <a:cubicBezTo>
                      <a:pt x="8513" y="5275"/>
                      <a:pt x="8144" y="4870"/>
                      <a:pt x="8144" y="4382"/>
                    </a:cubicBezTo>
                    <a:lnTo>
                      <a:pt x="8144" y="4084"/>
                    </a:lnTo>
                    <a:cubicBezTo>
                      <a:pt x="8144" y="4048"/>
                      <a:pt x="8144" y="4036"/>
                      <a:pt x="8132" y="4012"/>
                    </a:cubicBezTo>
                    <a:lnTo>
                      <a:pt x="8025" y="3810"/>
                    </a:lnTo>
                    <a:cubicBezTo>
                      <a:pt x="8002" y="3741"/>
                      <a:pt x="7968" y="3672"/>
                      <a:pt x="7966" y="3582"/>
                    </a:cubicBezTo>
                    <a:lnTo>
                      <a:pt x="7966" y="3582"/>
                    </a:lnTo>
                    <a:cubicBezTo>
                      <a:pt x="7973" y="3196"/>
                      <a:pt x="8279" y="2905"/>
                      <a:pt x="8644" y="2905"/>
                    </a:cubicBezTo>
                    <a:close/>
                    <a:moveTo>
                      <a:pt x="1727" y="2893"/>
                    </a:moveTo>
                    <a:cubicBezTo>
                      <a:pt x="2000" y="2893"/>
                      <a:pt x="2250" y="3000"/>
                      <a:pt x="2441" y="3191"/>
                    </a:cubicBezTo>
                    <a:cubicBezTo>
                      <a:pt x="2643" y="3381"/>
                      <a:pt x="2739" y="3655"/>
                      <a:pt x="2774" y="3929"/>
                    </a:cubicBezTo>
                    <a:cubicBezTo>
                      <a:pt x="2774" y="4024"/>
                      <a:pt x="2786" y="4132"/>
                      <a:pt x="2786" y="4227"/>
                    </a:cubicBezTo>
                    <a:lnTo>
                      <a:pt x="2786" y="4262"/>
                    </a:lnTo>
                    <a:cubicBezTo>
                      <a:pt x="2608" y="3989"/>
                      <a:pt x="2358" y="3798"/>
                      <a:pt x="2000" y="3691"/>
                    </a:cubicBezTo>
                    <a:cubicBezTo>
                      <a:pt x="1753" y="3615"/>
                      <a:pt x="1520" y="3607"/>
                      <a:pt x="1431" y="3607"/>
                    </a:cubicBezTo>
                    <a:cubicBezTo>
                      <a:pt x="1409" y="3607"/>
                      <a:pt x="1396" y="3608"/>
                      <a:pt x="1393" y="3608"/>
                    </a:cubicBezTo>
                    <a:cubicBezTo>
                      <a:pt x="1346" y="3608"/>
                      <a:pt x="1310" y="3620"/>
                      <a:pt x="1286" y="3655"/>
                    </a:cubicBezTo>
                    <a:lnTo>
                      <a:pt x="1000" y="3953"/>
                    </a:lnTo>
                    <a:cubicBezTo>
                      <a:pt x="941" y="4012"/>
                      <a:pt x="941" y="4108"/>
                      <a:pt x="1000" y="4167"/>
                    </a:cubicBezTo>
                    <a:cubicBezTo>
                      <a:pt x="1030" y="4197"/>
                      <a:pt x="1072" y="4212"/>
                      <a:pt x="1113" y="4212"/>
                    </a:cubicBezTo>
                    <a:cubicBezTo>
                      <a:pt x="1155" y="4212"/>
                      <a:pt x="1197" y="4197"/>
                      <a:pt x="1226" y="4167"/>
                    </a:cubicBezTo>
                    <a:lnTo>
                      <a:pt x="1465" y="3917"/>
                    </a:lnTo>
                    <a:cubicBezTo>
                      <a:pt x="1667" y="3929"/>
                      <a:pt x="2322" y="4012"/>
                      <a:pt x="2572" y="4572"/>
                    </a:cubicBezTo>
                    <a:cubicBezTo>
                      <a:pt x="2500" y="4989"/>
                      <a:pt x="2143" y="5298"/>
                      <a:pt x="1727" y="5298"/>
                    </a:cubicBezTo>
                    <a:cubicBezTo>
                      <a:pt x="1250" y="5298"/>
                      <a:pt x="869" y="4917"/>
                      <a:pt x="869" y="4441"/>
                    </a:cubicBezTo>
                    <a:cubicBezTo>
                      <a:pt x="869" y="4346"/>
                      <a:pt x="798" y="4274"/>
                      <a:pt x="703" y="4274"/>
                    </a:cubicBezTo>
                    <a:lnTo>
                      <a:pt x="679" y="4274"/>
                    </a:lnTo>
                    <a:lnTo>
                      <a:pt x="679" y="4227"/>
                    </a:lnTo>
                    <a:cubicBezTo>
                      <a:pt x="679" y="4132"/>
                      <a:pt x="679" y="4024"/>
                      <a:pt x="691" y="3929"/>
                    </a:cubicBezTo>
                    <a:cubicBezTo>
                      <a:pt x="703" y="3655"/>
                      <a:pt x="822" y="3381"/>
                      <a:pt x="1012" y="3191"/>
                    </a:cubicBezTo>
                    <a:cubicBezTo>
                      <a:pt x="1215" y="3000"/>
                      <a:pt x="1465" y="2893"/>
                      <a:pt x="1727" y="2893"/>
                    </a:cubicBezTo>
                    <a:close/>
                    <a:moveTo>
                      <a:pt x="643" y="4882"/>
                    </a:moveTo>
                    <a:cubicBezTo>
                      <a:pt x="726" y="5096"/>
                      <a:pt x="881" y="5275"/>
                      <a:pt x="1060" y="5405"/>
                    </a:cubicBezTo>
                    <a:lnTo>
                      <a:pt x="1060" y="5596"/>
                    </a:lnTo>
                    <a:cubicBezTo>
                      <a:pt x="762" y="5501"/>
                      <a:pt x="619" y="5346"/>
                      <a:pt x="560" y="5275"/>
                    </a:cubicBezTo>
                    <a:cubicBezTo>
                      <a:pt x="595" y="5155"/>
                      <a:pt x="631" y="5036"/>
                      <a:pt x="643" y="4882"/>
                    </a:cubicBezTo>
                    <a:close/>
                    <a:moveTo>
                      <a:pt x="2798" y="4882"/>
                    </a:moveTo>
                    <a:cubicBezTo>
                      <a:pt x="2810" y="5024"/>
                      <a:pt x="2846" y="5155"/>
                      <a:pt x="2893" y="5263"/>
                    </a:cubicBezTo>
                    <a:cubicBezTo>
                      <a:pt x="2834" y="5346"/>
                      <a:pt x="2679" y="5477"/>
                      <a:pt x="2381" y="5596"/>
                    </a:cubicBezTo>
                    <a:lnTo>
                      <a:pt x="2381" y="5405"/>
                    </a:lnTo>
                    <a:cubicBezTo>
                      <a:pt x="2560" y="5275"/>
                      <a:pt x="2715" y="5096"/>
                      <a:pt x="2798" y="4882"/>
                    </a:cubicBezTo>
                    <a:close/>
                    <a:moveTo>
                      <a:pt x="6299" y="4727"/>
                    </a:moveTo>
                    <a:lnTo>
                      <a:pt x="6299" y="5001"/>
                    </a:lnTo>
                    <a:lnTo>
                      <a:pt x="5453" y="5596"/>
                    </a:lnTo>
                    <a:lnTo>
                      <a:pt x="4584" y="5024"/>
                    </a:lnTo>
                    <a:lnTo>
                      <a:pt x="4584" y="4727"/>
                    </a:lnTo>
                    <a:cubicBezTo>
                      <a:pt x="4810" y="4846"/>
                      <a:pt x="5060" y="4917"/>
                      <a:pt x="5322" y="4929"/>
                    </a:cubicBezTo>
                    <a:lnTo>
                      <a:pt x="5441" y="4929"/>
                    </a:lnTo>
                    <a:cubicBezTo>
                      <a:pt x="5739" y="4929"/>
                      <a:pt x="6037" y="4858"/>
                      <a:pt x="6299" y="4727"/>
                    </a:cubicBezTo>
                    <a:close/>
                    <a:moveTo>
                      <a:pt x="9347" y="5572"/>
                    </a:moveTo>
                    <a:lnTo>
                      <a:pt x="9347" y="5632"/>
                    </a:lnTo>
                    <a:cubicBezTo>
                      <a:pt x="9347" y="5656"/>
                      <a:pt x="9347" y="5691"/>
                      <a:pt x="9358" y="5715"/>
                    </a:cubicBezTo>
                    <a:lnTo>
                      <a:pt x="9001" y="6072"/>
                    </a:lnTo>
                    <a:lnTo>
                      <a:pt x="8644" y="5715"/>
                    </a:lnTo>
                    <a:cubicBezTo>
                      <a:pt x="8644" y="5691"/>
                      <a:pt x="8668" y="5656"/>
                      <a:pt x="8668" y="5632"/>
                    </a:cubicBezTo>
                    <a:lnTo>
                      <a:pt x="8668" y="5572"/>
                    </a:lnTo>
                    <a:cubicBezTo>
                      <a:pt x="8763" y="5596"/>
                      <a:pt x="8870" y="5632"/>
                      <a:pt x="8977" y="5632"/>
                    </a:cubicBezTo>
                    <a:lnTo>
                      <a:pt x="9001" y="5632"/>
                    </a:lnTo>
                    <a:cubicBezTo>
                      <a:pt x="9120" y="5632"/>
                      <a:pt x="9239" y="5620"/>
                      <a:pt x="9347" y="5572"/>
                    </a:cubicBezTo>
                    <a:close/>
                    <a:moveTo>
                      <a:pt x="2108" y="5572"/>
                    </a:moveTo>
                    <a:lnTo>
                      <a:pt x="2108" y="5739"/>
                    </a:lnTo>
                    <a:cubicBezTo>
                      <a:pt x="2108" y="5798"/>
                      <a:pt x="2119" y="5834"/>
                      <a:pt x="2143" y="5882"/>
                    </a:cubicBezTo>
                    <a:lnTo>
                      <a:pt x="1965" y="6013"/>
                    </a:lnTo>
                    <a:cubicBezTo>
                      <a:pt x="1899" y="6084"/>
                      <a:pt x="1816" y="6120"/>
                      <a:pt x="1731" y="6120"/>
                    </a:cubicBezTo>
                    <a:cubicBezTo>
                      <a:pt x="1646" y="6120"/>
                      <a:pt x="1560" y="6084"/>
                      <a:pt x="1488" y="6013"/>
                    </a:cubicBezTo>
                    <a:lnTo>
                      <a:pt x="1346" y="5882"/>
                    </a:lnTo>
                    <a:cubicBezTo>
                      <a:pt x="1369" y="5834"/>
                      <a:pt x="1381" y="5775"/>
                      <a:pt x="1381" y="5739"/>
                    </a:cubicBezTo>
                    <a:lnTo>
                      <a:pt x="1381" y="5572"/>
                    </a:lnTo>
                    <a:cubicBezTo>
                      <a:pt x="1488" y="5596"/>
                      <a:pt x="1607" y="5632"/>
                      <a:pt x="1750" y="5632"/>
                    </a:cubicBezTo>
                    <a:cubicBezTo>
                      <a:pt x="1857" y="5632"/>
                      <a:pt x="1977" y="5608"/>
                      <a:pt x="2108" y="5572"/>
                    </a:cubicBezTo>
                    <a:close/>
                    <a:moveTo>
                      <a:pt x="4465" y="5298"/>
                    </a:moveTo>
                    <a:lnTo>
                      <a:pt x="5215" y="5810"/>
                    </a:lnTo>
                    <a:lnTo>
                      <a:pt x="4810" y="6215"/>
                    </a:lnTo>
                    <a:lnTo>
                      <a:pt x="4798" y="6215"/>
                    </a:lnTo>
                    <a:lnTo>
                      <a:pt x="4310" y="5465"/>
                    </a:lnTo>
                    <a:lnTo>
                      <a:pt x="4465" y="5298"/>
                    </a:lnTo>
                    <a:close/>
                    <a:moveTo>
                      <a:pt x="6429" y="5298"/>
                    </a:moveTo>
                    <a:lnTo>
                      <a:pt x="6596" y="5465"/>
                    </a:lnTo>
                    <a:lnTo>
                      <a:pt x="6108" y="6215"/>
                    </a:lnTo>
                    <a:lnTo>
                      <a:pt x="6096" y="6215"/>
                    </a:lnTo>
                    <a:lnTo>
                      <a:pt x="5691" y="5810"/>
                    </a:lnTo>
                    <a:lnTo>
                      <a:pt x="6429" y="5298"/>
                    </a:lnTo>
                    <a:close/>
                    <a:moveTo>
                      <a:pt x="4905" y="0"/>
                    </a:moveTo>
                    <a:cubicBezTo>
                      <a:pt x="4072" y="0"/>
                      <a:pt x="3381" y="691"/>
                      <a:pt x="3381" y="1524"/>
                    </a:cubicBezTo>
                    <a:lnTo>
                      <a:pt x="3381" y="1869"/>
                    </a:lnTo>
                    <a:cubicBezTo>
                      <a:pt x="3381" y="2131"/>
                      <a:pt x="3441" y="2381"/>
                      <a:pt x="3548" y="2643"/>
                    </a:cubicBezTo>
                    <a:lnTo>
                      <a:pt x="3548" y="3000"/>
                    </a:lnTo>
                    <a:cubicBezTo>
                      <a:pt x="3548" y="3596"/>
                      <a:pt x="3810" y="4132"/>
                      <a:pt x="4227" y="4465"/>
                    </a:cubicBezTo>
                    <a:lnTo>
                      <a:pt x="4227" y="5001"/>
                    </a:lnTo>
                    <a:lnTo>
                      <a:pt x="3929" y="5322"/>
                    </a:lnTo>
                    <a:cubicBezTo>
                      <a:pt x="3905" y="5346"/>
                      <a:pt x="3893" y="5394"/>
                      <a:pt x="3893" y="5441"/>
                    </a:cubicBezTo>
                    <a:lnTo>
                      <a:pt x="2905" y="5798"/>
                    </a:lnTo>
                    <a:cubicBezTo>
                      <a:pt x="2834" y="5822"/>
                      <a:pt x="2774" y="5858"/>
                      <a:pt x="2715" y="5894"/>
                    </a:cubicBezTo>
                    <a:lnTo>
                      <a:pt x="2560" y="5822"/>
                    </a:lnTo>
                    <a:cubicBezTo>
                      <a:pt x="3024" y="5632"/>
                      <a:pt x="3155" y="5346"/>
                      <a:pt x="3179" y="5334"/>
                    </a:cubicBezTo>
                    <a:cubicBezTo>
                      <a:pt x="3203" y="5286"/>
                      <a:pt x="3203" y="5227"/>
                      <a:pt x="3179" y="5179"/>
                    </a:cubicBezTo>
                    <a:cubicBezTo>
                      <a:pt x="3060" y="4965"/>
                      <a:pt x="3036" y="4524"/>
                      <a:pt x="3036" y="4203"/>
                    </a:cubicBezTo>
                    <a:cubicBezTo>
                      <a:pt x="3036" y="4084"/>
                      <a:pt x="3036" y="3977"/>
                      <a:pt x="3024" y="3893"/>
                    </a:cubicBezTo>
                    <a:cubicBezTo>
                      <a:pt x="2965" y="3131"/>
                      <a:pt x="2405" y="2548"/>
                      <a:pt x="1691" y="2548"/>
                    </a:cubicBezTo>
                    <a:cubicBezTo>
                      <a:pt x="976" y="2548"/>
                      <a:pt x="393" y="3131"/>
                      <a:pt x="345" y="3893"/>
                    </a:cubicBezTo>
                    <a:cubicBezTo>
                      <a:pt x="345" y="3977"/>
                      <a:pt x="333" y="4084"/>
                      <a:pt x="333" y="4203"/>
                    </a:cubicBezTo>
                    <a:cubicBezTo>
                      <a:pt x="322" y="4548"/>
                      <a:pt x="298" y="4965"/>
                      <a:pt x="203" y="5179"/>
                    </a:cubicBezTo>
                    <a:cubicBezTo>
                      <a:pt x="167" y="5227"/>
                      <a:pt x="167" y="5286"/>
                      <a:pt x="203" y="5334"/>
                    </a:cubicBezTo>
                    <a:cubicBezTo>
                      <a:pt x="203" y="5346"/>
                      <a:pt x="345" y="5632"/>
                      <a:pt x="810" y="5822"/>
                    </a:cubicBezTo>
                    <a:lnTo>
                      <a:pt x="369" y="6037"/>
                    </a:lnTo>
                    <a:cubicBezTo>
                      <a:pt x="155" y="6156"/>
                      <a:pt x="0" y="6370"/>
                      <a:pt x="0" y="6632"/>
                    </a:cubicBezTo>
                    <a:lnTo>
                      <a:pt x="0" y="7799"/>
                    </a:lnTo>
                    <a:cubicBezTo>
                      <a:pt x="0" y="7894"/>
                      <a:pt x="72" y="7965"/>
                      <a:pt x="167" y="7965"/>
                    </a:cubicBezTo>
                    <a:cubicBezTo>
                      <a:pt x="250" y="7965"/>
                      <a:pt x="333" y="7894"/>
                      <a:pt x="333" y="7799"/>
                    </a:cubicBezTo>
                    <a:lnTo>
                      <a:pt x="333" y="6632"/>
                    </a:lnTo>
                    <a:cubicBezTo>
                      <a:pt x="333" y="6489"/>
                      <a:pt x="405" y="6370"/>
                      <a:pt x="524" y="6310"/>
                    </a:cubicBezTo>
                    <a:lnTo>
                      <a:pt x="1060" y="6048"/>
                    </a:lnTo>
                    <a:lnTo>
                      <a:pt x="1238" y="6227"/>
                    </a:lnTo>
                    <a:cubicBezTo>
                      <a:pt x="1369" y="6346"/>
                      <a:pt x="1536" y="6406"/>
                      <a:pt x="1703" y="6406"/>
                    </a:cubicBezTo>
                    <a:cubicBezTo>
                      <a:pt x="1857" y="6406"/>
                      <a:pt x="2024" y="6346"/>
                      <a:pt x="2155" y="6227"/>
                    </a:cubicBezTo>
                    <a:lnTo>
                      <a:pt x="2334" y="6048"/>
                    </a:lnTo>
                    <a:lnTo>
                      <a:pt x="2512" y="6132"/>
                    </a:lnTo>
                    <a:cubicBezTo>
                      <a:pt x="2441" y="6275"/>
                      <a:pt x="2381" y="6418"/>
                      <a:pt x="2381" y="6584"/>
                    </a:cubicBezTo>
                    <a:lnTo>
                      <a:pt x="2381" y="7799"/>
                    </a:lnTo>
                    <a:cubicBezTo>
                      <a:pt x="2381" y="7894"/>
                      <a:pt x="2453" y="7965"/>
                      <a:pt x="2548" y="7965"/>
                    </a:cubicBezTo>
                    <a:cubicBezTo>
                      <a:pt x="2631" y="7965"/>
                      <a:pt x="2715" y="7894"/>
                      <a:pt x="2715" y="7799"/>
                    </a:cubicBezTo>
                    <a:lnTo>
                      <a:pt x="2715" y="6584"/>
                    </a:lnTo>
                    <a:cubicBezTo>
                      <a:pt x="2715" y="6358"/>
                      <a:pt x="2846" y="6167"/>
                      <a:pt x="3048" y="6096"/>
                    </a:cubicBezTo>
                    <a:lnTo>
                      <a:pt x="4084" y="5715"/>
                    </a:lnTo>
                    <a:lnTo>
                      <a:pt x="4513" y="6358"/>
                    </a:lnTo>
                    <a:cubicBezTo>
                      <a:pt x="4572" y="6453"/>
                      <a:pt x="4655" y="6489"/>
                      <a:pt x="4751" y="6513"/>
                    </a:cubicBezTo>
                    <a:lnTo>
                      <a:pt x="4775" y="6513"/>
                    </a:lnTo>
                    <a:cubicBezTo>
                      <a:pt x="4870" y="6513"/>
                      <a:pt x="4941" y="6477"/>
                      <a:pt x="5013" y="6418"/>
                    </a:cubicBezTo>
                    <a:lnTo>
                      <a:pt x="5286" y="6156"/>
                    </a:lnTo>
                    <a:lnTo>
                      <a:pt x="5286" y="7799"/>
                    </a:lnTo>
                    <a:cubicBezTo>
                      <a:pt x="5286" y="7894"/>
                      <a:pt x="5358" y="7965"/>
                      <a:pt x="5453" y="7965"/>
                    </a:cubicBezTo>
                    <a:cubicBezTo>
                      <a:pt x="5537" y="7965"/>
                      <a:pt x="5608" y="7894"/>
                      <a:pt x="5608" y="7799"/>
                    </a:cubicBezTo>
                    <a:lnTo>
                      <a:pt x="5608" y="6156"/>
                    </a:lnTo>
                    <a:lnTo>
                      <a:pt x="5882" y="6418"/>
                    </a:lnTo>
                    <a:cubicBezTo>
                      <a:pt x="5941" y="6477"/>
                      <a:pt x="6025" y="6513"/>
                      <a:pt x="6120" y="6513"/>
                    </a:cubicBezTo>
                    <a:lnTo>
                      <a:pt x="6144" y="6513"/>
                    </a:lnTo>
                    <a:cubicBezTo>
                      <a:pt x="6251" y="6489"/>
                      <a:pt x="6322" y="6453"/>
                      <a:pt x="6382" y="6358"/>
                    </a:cubicBezTo>
                    <a:lnTo>
                      <a:pt x="6822" y="5715"/>
                    </a:lnTo>
                    <a:lnTo>
                      <a:pt x="7846" y="6096"/>
                    </a:lnTo>
                    <a:cubicBezTo>
                      <a:pt x="8049" y="6167"/>
                      <a:pt x="8192" y="6358"/>
                      <a:pt x="8192" y="6584"/>
                    </a:cubicBezTo>
                    <a:lnTo>
                      <a:pt x="8192" y="7799"/>
                    </a:lnTo>
                    <a:cubicBezTo>
                      <a:pt x="8192" y="7894"/>
                      <a:pt x="8263" y="7965"/>
                      <a:pt x="8346" y="7965"/>
                    </a:cubicBezTo>
                    <a:cubicBezTo>
                      <a:pt x="8442" y="7965"/>
                      <a:pt x="8513" y="7894"/>
                      <a:pt x="8513" y="7799"/>
                    </a:cubicBezTo>
                    <a:lnTo>
                      <a:pt x="8513" y="6584"/>
                    </a:lnTo>
                    <a:cubicBezTo>
                      <a:pt x="8513" y="6358"/>
                      <a:pt x="8430" y="6156"/>
                      <a:pt x="8275" y="6001"/>
                    </a:cubicBezTo>
                    <a:lnTo>
                      <a:pt x="8323" y="5989"/>
                    </a:lnTo>
                    <a:cubicBezTo>
                      <a:pt x="8370" y="5977"/>
                      <a:pt x="8406" y="5953"/>
                      <a:pt x="8465" y="5929"/>
                    </a:cubicBezTo>
                    <a:lnTo>
                      <a:pt x="8870" y="6334"/>
                    </a:lnTo>
                    <a:lnTo>
                      <a:pt x="8870" y="7787"/>
                    </a:lnTo>
                    <a:cubicBezTo>
                      <a:pt x="8870" y="7882"/>
                      <a:pt x="8942" y="7953"/>
                      <a:pt x="9037" y="7953"/>
                    </a:cubicBezTo>
                    <a:cubicBezTo>
                      <a:pt x="9120" y="7953"/>
                      <a:pt x="9204" y="7882"/>
                      <a:pt x="9204" y="7787"/>
                    </a:cubicBezTo>
                    <a:lnTo>
                      <a:pt x="9204" y="6334"/>
                    </a:lnTo>
                    <a:lnTo>
                      <a:pt x="9597" y="5929"/>
                    </a:lnTo>
                    <a:cubicBezTo>
                      <a:pt x="9620" y="5941"/>
                      <a:pt x="9644" y="5941"/>
                      <a:pt x="9680" y="5953"/>
                    </a:cubicBezTo>
                    <a:lnTo>
                      <a:pt x="10335" y="6156"/>
                    </a:lnTo>
                    <a:cubicBezTo>
                      <a:pt x="10478" y="6191"/>
                      <a:pt x="10585" y="6334"/>
                      <a:pt x="10585" y="6489"/>
                    </a:cubicBezTo>
                    <a:lnTo>
                      <a:pt x="10585" y="7799"/>
                    </a:lnTo>
                    <a:cubicBezTo>
                      <a:pt x="10585" y="7894"/>
                      <a:pt x="10656" y="7965"/>
                      <a:pt x="10751" y="7965"/>
                    </a:cubicBezTo>
                    <a:cubicBezTo>
                      <a:pt x="10835" y="7965"/>
                      <a:pt x="10906" y="7894"/>
                      <a:pt x="10906" y="7799"/>
                    </a:cubicBezTo>
                    <a:lnTo>
                      <a:pt x="10906" y="6489"/>
                    </a:lnTo>
                    <a:cubicBezTo>
                      <a:pt x="10871" y="6227"/>
                      <a:pt x="10656" y="5953"/>
                      <a:pt x="10382" y="5870"/>
                    </a:cubicBezTo>
                    <a:lnTo>
                      <a:pt x="9716" y="5679"/>
                    </a:lnTo>
                    <a:cubicBezTo>
                      <a:pt x="9692" y="5656"/>
                      <a:pt x="9680" y="5644"/>
                      <a:pt x="9680" y="5620"/>
                    </a:cubicBezTo>
                    <a:lnTo>
                      <a:pt x="9680" y="5394"/>
                    </a:lnTo>
                    <a:cubicBezTo>
                      <a:pt x="9739" y="5358"/>
                      <a:pt x="9787" y="5322"/>
                      <a:pt x="9823" y="5275"/>
                    </a:cubicBezTo>
                    <a:cubicBezTo>
                      <a:pt x="10049" y="5048"/>
                      <a:pt x="10180" y="4751"/>
                      <a:pt x="10180" y="4429"/>
                    </a:cubicBezTo>
                    <a:lnTo>
                      <a:pt x="10180" y="4132"/>
                    </a:lnTo>
                    <a:lnTo>
                      <a:pt x="10239" y="3989"/>
                    </a:lnTo>
                    <a:cubicBezTo>
                      <a:pt x="10323" y="3858"/>
                      <a:pt x="10347" y="3691"/>
                      <a:pt x="10347" y="3548"/>
                    </a:cubicBezTo>
                    <a:lnTo>
                      <a:pt x="10347" y="2727"/>
                    </a:lnTo>
                    <a:cubicBezTo>
                      <a:pt x="10347" y="2643"/>
                      <a:pt x="10275" y="2560"/>
                      <a:pt x="10180" y="2560"/>
                    </a:cubicBezTo>
                    <a:lnTo>
                      <a:pt x="8656" y="2560"/>
                    </a:lnTo>
                    <a:cubicBezTo>
                      <a:pt x="8096" y="2560"/>
                      <a:pt x="7644" y="3012"/>
                      <a:pt x="7644" y="3572"/>
                    </a:cubicBezTo>
                    <a:lnTo>
                      <a:pt x="7644" y="3596"/>
                    </a:lnTo>
                    <a:cubicBezTo>
                      <a:pt x="7644" y="3727"/>
                      <a:pt x="7668" y="3846"/>
                      <a:pt x="7727" y="3965"/>
                    </a:cubicBezTo>
                    <a:lnTo>
                      <a:pt x="7799" y="4132"/>
                    </a:lnTo>
                    <a:lnTo>
                      <a:pt x="7799" y="4382"/>
                    </a:lnTo>
                    <a:cubicBezTo>
                      <a:pt x="7799" y="4798"/>
                      <a:pt x="8013" y="5155"/>
                      <a:pt x="8311" y="5382"/>
                    </a:cubicBezTo>
                    <a:lnTo>
                      <a:pt x="8311" y="5596"/>
                    </a:lnTo>
                    <a:cubicBezTo>
                      <a:pt x="8311" y="5632"/>
                      <a:pt x="8311" y="5644"/>
                      <a:pt x="8180" y="5691"/>
                    </a:cubicBezTo>
                    <a:lnTo>
                      <a:pt x="7858" y="5775"/>
                    </a:lnTo>
                    <a:lnTo>
                      <a:pt x="6941" y="5441"/>
                    </a:lnTo>
                    <a:cubicBezTo>
                      <a:pt x="6941" y="5394"/>
                      <a:pt x="6930" y="5346"/>
                      <a:pt x="6894" y="5322"/>
                    </a:cubicBezTo>
                    <a:lnTo>
                      <a:pt x="6596" y="5001"/>
                    </a:lnTo>
                    <a:lnTo>
                      <a:pt x="6596" y="4489"/>
                    </a:lnTo>
                    <a:cubicBezTo>
                      <a:pt x="6632" y="4453"/>
                      <a:pt x="6656" y="4429"/>
                      <a:pt x="6691" y="4405"/>
                    </a:cubicBezTo>
                    <a:cubicBezTo>
                      <a:pt x="7061" y="4072"/>
                      <a:pt x="7263" y="3560"/>
                      <a:pt x="7263" y="3060"/>
                    </a:cubicBezTo>
                    <a:lnTo>
                      <a:pt x="7263" y="2643"/>
                    </a:lnTo>
                    <a:cubicBezTo>
                      <a:pt x="7382" y="2405"/>
                      <a:pt x="7430" y="2131"/>
                      <a:pt x="7430" y="1869"/>
                    </a:cubicBezTo>
                    <a:lnTo>
                      <a:pt x="7430" y="167"/>
                    </a:lnTo>
                    <a:cubicBezTo>
                      <a:pt x="7430" y="83"/>
                      <a:pt x="7358" y="0"/>
                      <a:pt x="726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0" name="Google Shape;3910;p61"/>
              <p:cNvSpPr/>
              <p:nvPr/>
            </p:nvSpPr>
            <p:spPr>
              <a:xfrm>
                <a:off x="5645669" y="3625759"/>
                <a:ext cx="10248" cy="42872"/>
              </a:xfrm>
              <a:custGeom>
                <a:rect b="b" l="l" r="r" t="t"/>
                <a:pathLst>
                  <a:path extrusionOk="0" h="1347" w="32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1179"/>
                    </a:lnTo>
                    <a:cubicBezTo>
                      <a:pt x="0" y="1263"/>
                      <a:pt x="72" y="1346"/>
                      <a:pt x="167" y="1346"/>
                    </a:cubicBezTo>
                    <a:cubicBezTo>
                      <a:pt x="251" y="1346"/>
                      <a:pt x="322" y="1263"/>
                      <a:pt x="322" y="1179"/>
                    </a:cubicBezTo>
                    <a:lnTo>
                      <a:pt x="322" y="167"/>
                    </a:lnTo>
                    <a:cubicBezTo>
                      <a:pt x="322" y="60"/>
                      <a:pt x="251" y="1"/>
                      <a:pt x="16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1" name="Google Shape;3911;p61"/>
              <p:cNvSpPr/>
              <p:nvPr/>
            </p:nvSpPr>
            <p:spPr>
              <a:xfrm>
                <a:off x="5462247" y="3461115"/>
                <a:ext cx="86825" cy="29759"/>
              </a:xfrm>
              <a:custGeom>
                <a:rect b="b" l="l" r="r" t="t"/>
                <a:pathLst>
                  <a:path extrusionOk="0" h="935" w="2728">
                    <a:moveTo>
                      <a:pt x="1094" y="0"/>
                    </a:moveTo>
                    <a:cubicBezTo>
                      <a:pt x="768" y="0"/>
                      <a:pt x="473" y="35"/>
                      <a:pt x="287" y="66"/>
                    </a:cubicBezTo>
                    <a:cubicBezTo>
                      <a:pt x="120" y="102"/>
                      <a:pt x="1" y="233"/>
                      <a:pt x="1" y="399"/>
                    </a:cubicBezTo>
                    <a:lnTo>
                      <a:pt x="1" y="768"/>
                    </a:lnTo>
                    <a:cubicBezTo>
                      <a:pt x="1" y="864"/>
                      <a:pt x="72" y="935"/>
                      <a:pt x="168" y="935"/>
                    </a:cubicBezTo>
                    <a:cubicBezTo>
                      <a:pt x="251" y="935"/>
                      <a:pt x="322" y="864"/>
                      <a:pt x="322" y="768"/>
                    </a:cubicBezTo>
                    <a:lnTo>
                      <a:pt x="322" y="399"/>
                    </a:lnTo>
                    <a:cubicBezTo>
                      <a:pt x="322" y="399"/>
                      <a:pt x="322" y="387"/>
                      <a:pt x="346" y="387"/>
                    </a:cubicBezTo>
                    <a:cubicBezTo>
                      <a:pt x="498" y="361"/>
                      <a:pt x="764" y="327"/>
                      <a:pt x="1063" y="327"/>
                    </a:cubicBezTo>
                    <a:cubicBezTo>
                      <a:pt x="1162" y="327"/>
                      <a:pt x="1266" y="331"/>
                      <a:pt x="1370" y="340"/>
                    </a:cubicBezTo>
                    <a:cubicBezTo>
                      <a:pt x="1858" y="364"/>
                      <a:pt x="2215" y="506"/>
                      <a:pt x="2442" y="709"/>
                    </a:cubicBezTo>
                    <a:cubicBezTo>
                      <a:pt x="2471" y="739"/>
                      <a:pt x="2513" y="753"/>
                      <a:pt x="2555" y="753"/>
                    </a:cubicBezTo>
                    <a:cubicBezTo>
                      <a:pt x="2596" y="753"/>
                      <a:pt x="2638" y="739"/>
                      <a:pt x="2668" y="709"/>
                    </a:cubicBezTo>
                    <a:cubicBezTo>
                      <a:pt x="2727" y="637"/>
                      <a:pt x="2727" y="530"/>
                      <a:pt x="2656" y="471"/>
                    </a:cubicBezTo>
                    <a:cubicBezTo>
                      <a:pt x="2283" y="97"/>
                      <a:pt x="1643" y="0"/>
                      <a:pt x="109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2" name="Google Shape;3912;p61"/>
              <p:cNvSpPr/>
              <p:nvPr/>
            </p:nvSpPr>
            <p:spPr>
              <a:xfrm>
                <a:off x="5441050" y="3636389"/>
                <a:ext cx="10248" cy="32241"/>
              </a:xfrm>
              <a:custGeom>
                <a:rect b="b" l="l" r="r" t="t"/>
                <a:pathLst>
                  <a:path extrusionOk="0" h="1013" w="322">
                    <a:moveTo>
                      <a:pt x="167" y="0"/>
                    </a:moveTo>
                    <a:cubicBezTo>
                      <a:pt x="72" y="0"/>
                      <a:pt x="0" y="71"/>
                      <a:pt x="0" y="155"/>
                    </a:cubicBezTo>
                    <a:lnTo>
                      <a:pt x="0" y="845"/>
                    </a:lnTo>
                    <a:cubicBezTo>
                      <a:pt x="0" y="929"/>
                      <a:pt x="72" y="1012"/>
                      <a:pt x="167" y="1012"/>
                    </a:cubicBezTo>
                    <a:cubicBezTo>
                      <a:pt x="250" y="1012"/>
                      <a:pt x="322" y="929"/>
                      <a:pt x="322" y="845"/>
                    </a:cubicBezTo>
                    <a:lnTo>
                      <a:pt x="322" y="155"/>
                    </a:lnTo>
                    <a:cubicBezTo>
                      <a:pt x="310" y="71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3" name="Google Shape;3913;p61"/>
              <p:cNvSpPr/>
              <p:nvPr/>
            </p:nvSpPr>
            <p:spPr>
              <a:xfrm>
                <a:off x="5559257" y="3636389"/>
                <a:ext cx="10662" cy="32241"/>
              </a:xfrm>
              <a:custGeom>
                <a:rect b="b" l="l" r="r" t="t"/>
                <a:pathLst>
                  <a:path extrusionOk="0" h="1013" w="335">
                    <a:moveTo>
                      <a:pt x="168" y="0"/>
                    </a:moveTo>
                    <a:cubicBezTo>
                      <a:pt x="84" y="0"/>
                      <a:pt x="1" y="71"/>
                      <a:pt x="1" y="155"/>
                    </a:cubicBezTo>
                    <a:lnTo>
                      <a:pt x="1" y="845"/>
                    </a:lnTo>
                    <a:cubicBezTo>
                      <a:pt x="1" y="929"/>
                      <a:pt x="84" y="1012"/>
                      <a:pt x="168" y="1012"/>
                    </a:cubicBezTo>
                    <a:cubicBezTo>
                      <a:pt x="263" y="1012"/>
                      <a:pt x="334" y="929"/>
                      <a:pt x="334" y="845"/>
                    </a:cubicBezTo>
                    <a:lnTo>
                      <a:pt x="334" y="155"/>
                    </a:lnTo>
                    <a:cubicBezTo>
                      <a:pt x="334" y="71"/>
                      <a:pt x="263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14" name="Google Shape;3914;p61"/>
            <p:cNvSpPr/>
            <p:nvPr/>
          </p:nvSpPr>
          <p:spPr>
            <a:xfrm>
              <a:off x="950250" y="2431721"/>
              <a:ext cx="255843" cy="255843"/>
            </a:xfrm>
            <a:custGeom>
              <a:rect b="b" l="l" r="r" t="t"/>
              <a:pathLst>
                <a:path extrusionOk="0" h="11693" w="11693">
                  <a:moveTo>
                    <a:pt x="10252" y="584"/>
                  </a:moveTo>
                  <a:lnTo>
                    <a:pt x="10252" y="1263"/>
                  </a:lnTo>
                  <a:cubicBezTo>
                    <a:pt x="10252" y="1358"/>
                    <a:pt x="10323" y="1429"/>
                    <a:pt x="10406" y="1429"/>
                  </a:cubicBezTo>
                  <a:lnTo>
                    <a:pt x="11097" y="1429"/>
                  </a:lnTo>
                  <a:lnTo>
                    <a:pt x="9609" y="2918"/>
                  </a:lnTo>
                  <a:lnTo>
                    <a:pt x="9001" y="2918"/>
                  </a:lnTo>
                  <a:lnTo>
                    <a:pt x="9978" y="1941"/>
                  </a:lnTo>
                  <a:cubicBezTo>
                    <a:pt x="10037" y="1882"/>
                    <a:pt x="10037" y="1751"/>
                    <a:pt x="9978" y="1691"/>
                  </a:cubicBezTo>
                  <a:cubicBezTo>
                    <a:pt x="9948" y="1667"/>
                    <a:pt x="9903" y="1656"/>
                    <a:pt x="9859" y="1656"/>
                  </a:cubicBezTo>
                  <a:cubicBezTo>
                    <a:pt x="9814" y="1656"/>
                    <a:pt x="9769" y="1667"/>
                    <a:pt x="9740" y="1691"/>
                  </a:cubicBezTo>
                  <a:lnTo>
                    <a:pt x="8763" y="2679"/>
                  </a:lnTo>
                  <a:lnTo>
                    <a:pt x="8763" y="2072"/>
                  </a:lnTo>
                  <a:lnTo>
                    <a:pt x="10252" y="584"/>
                  </a:lnTo>
                  <a:close/>
                  <a:moveTo>
                    <a:pt x="4739" y="2537"/>
                  </a:moveTo>
                  <a:cubicBezTo>
                    <a:pt x="5894" y="2537"/>
                    <a:pt x="6942" y="2977"/>
                    <a:pt x="7739" y="3703"/>
                  </a:cubicBezTo>
                  <a:lnTo>
                    <a:pt x="4620" y="6811"/>
                  </a:lnTo>
                  <a:cubicBezTo>
                    <a:pt x="4560" y="6870"/>
                    <a:pt x="4560" y="7001"/>
                    <a:pt x="4620" y="7049"/>
                  </a:cubicBezTo>
                  <a:cubicBezTo>
                    <a:pt x="4656" y="7085"/>
                    <a:pt x="4703" y="7097"/>
                    <a:pt x="4739" y="7097"/>
                  </a:cubicBezTo>
                  <a:cubicBezTo>
                    <a:pt x="4787" y="7097"/>
                    <a:pt x="4834" y="7085"/>
                    <a:pt x="4858" y="7049"/>
                  </a:cubicBezTo>
                  <a:lnTo>
                    <a:pt x="5632" y="6275"/>
                  </a:lnTo>
                  <a:cubicBezTo>
                    <a:pt x="5775" y="6478"/>
                    <a:pt x="5846" y="6692"/>
                    <a:pt x="5846" y="6930"/>
                  </a:cubicBezTo>
                  <a:cubicBezTo>
                    <a:pt x="5846" y="7549"/>
                    <a:pt x="5358" y="8037"/>
                    <a:pt x="4739" y="8037"/>
                  </a:cubicBezTo>
                  <a:cubicBezTo>
                    <a:pt x="4132" y="8037"/>
                    <a:pt x="3644" y="7549"/>
                    <a:pt x="3644" y="6930"/>
                  </a:cubicBezTo>
                  <a:cubicBezTo>
                    <a:pt x="3644" y="6323"/>
                    <a:pt x="4132" y="5835"/>
                    <a:pt x="4739" y="5835"/>
                  </a:cubicBezTo>
                  <a:cubicBezTo>
                    <a:pt x="4822" y="5835"/>
                    <a:pt x="4882" y="5835"/>
                    <a:pt x="4953" y="5847"/>
                  </a:cubicBezTo>
                  <a:cubicBezTo>
                    <a:pt x="4962" y="5848"/>
                    <a:pt x="4970" y="5848"/>
                    <a:pt x="4979" y="5848"/>
                  </a:cubicBezTo>
                  <a:cubicBezTo>
                    <a:pt x="5055" y="5848"/>
                    <a:pt x="5133" y="5801"/>
                    <a:pt x="5144" y="5716"/>
                  </a:cubicBezTo>
                  <a:cubicBezTo>
                    <a:pt x="5156" y="5620"/>
                    <a:pt x="5096" y="5537"/>
                    <a:pt x="5013" y="5525"/>
                  </a:cubicBezTo>
                  <a:cubicBezTo>
                    <a:pt x="4918" y="5513"/>
                    <a:pt x="4834" y="5489"/>
                    <a:pt x="4739" y="5489"/>
                  </a:cubicBezTo>
                  <a:cubicBezTo>
                    <a:pt x="3941" y="5489"/>
                    <a:pt x="3298" y="6144"/>
                    <a:pt x="3298" y="6942"/>
                  </a:cubicBezTo>
                  <a:cubicBezTo>
                    <a:pt x="3298" y="7740"/>
                    <a:pt x="3953" y="8383"/>
                    <a:pt x="4739" y="8383"/>
                  </a:cubicBezTo>
                  <a:cubicBezTo>
                    <a:pt x="5549" y="8383"/>
                    <a:pt x="6192" y="7728"/>
                    <a:pt x="6192" y="6942"/>
                  </a:cubicBezTo>
                  <a:cubicBezTo>
                    <a:pt x="6192" y="6609"/>
                    <a:pt x="6084" y="6299"/>
                    <a:pt x="5870" y="6049"/>
                  </a:cubicBezTo>
                  <a:lnTo>
                    <a:pt x="6406" y="5513"/>
                  </a:lnTo>
                  <a:cubicBezTo>
                    <a:pt x="6751" y="5906"/>
                    <a:pt x="6942" y="6418"/>
                    <a:pt x="6942" y="6942"/>
                  </a:cubicBezTo>
                  <a:cubicBezTo>
                    <a:pt x="6942" y="8156"/>
                    <a:pt x="5965" y="9133"/>
                    <a:pt x="4739" y="9133"/>
                  </a:cubicBezTo>
                  <a:cubicBezTo>
                    <a:pt x="3525" y="9133"/>
                    <a:pt x="2536" y="8156"/>
                    <a:pt x="2536" y="6942"/>
                  </a:cubicBezTo>
                  <a:cubicBezTo>
                    <a:pt x="2536" y="5716"/>
                    <a:pt x="3525" y="4739"/>
                    <a:pt x="4739" y="4739"/>
                  </a:cubicBezTo>
                  <a:cubicBezTo>
                    <a:pt x="5120" y="4739"/>
                    <a:pt x="5477" y="4823"/>
                    <a:pt x="5787" y="5001"/>
                  </a:cubicBezTo>
                  <a:cubicBezTo>
                    <a:pt x="5812" y="5016"/>
                    <a:pt x="5840" y="5022"/>
                    <a:pt x="5868" y="5022"/>
                  </a:cubicBezTo>
                  <a:cubicBezTo>
                    <a:pt x="5930" y="5022"/>
                    <a:pt x="5992" y="4988"/>
                    <a:pt x="6025" y="4930"/>
                  </a:cubicBezTo>
                  <a:cubicBezTo>
                    <a:pt x="6073" y="4834"/>
                    <a:pt x="6037" y="4739"/>
                    <a:pt x="5953" y="4692"/>
                  </a:cubicBezTo>
                  <a:cubicBezTo>
                    <a:pt x="5572" y="4501"/>
                    <a:pt x="5156" y="4370"/>
                    <a:pt x="4739" y="4370"/>
                  </a:cubicBezTo>
                  <a:cubicBezTo>
                    <a:pt x="3346" y="4370"/>
                    <a:pt x="2203" y="5525"/>
                    <a:pt x="2203" y="6918"/>
                  </a:cubicBezTo>
                  <a:cubicBezTo>
                    <a:pt x="2203" y="8323"/>
                    <a:pt x="3346" y="9466"/>
                    <a:pt x="4739" y="9466"/>
                  </a:cubicBezTo>
                  <a:cubicBezTo>
                    <a:pt x="6144" y="9466"/>
                    <a:pt x="7287" y="8323"/>
                    <a:pt x="7287" y="6918"/>
                  </a:cubicBezTo>
                  <a:cubicBezTo>
                    <a:pt x="7287" y="6299"/>
                    <a:pt x="7061" y="5716"/>
                    <a:pt x="6668" y="5239"/>
                  </a:cubicBezTo>
                  <a:lnTo>
                    <a:pt x="7204" y="4704"/>
                  </a:lnTo>
                  <a:cubicBezTo>
                    <a:pt x="7751" y="5311"/>
                    <a:pt x="8049" y="6085"/>
                    <a:pt x="8049" y="6918"/>
                  </a:cubicBezTo>
                  <a:cubicBezTo>
                    <a:pt x="8049" y="8740"/>
                    <a:pt x="6561" y="10228"/>
                    <a:pt x="4739" y="10228"/>
                  </a:cubicBezTo>
                  <a:cubicBezTo>
                    <a:pt x="2929" y="10228"/>
                    <a:pt x="1441" y="8740"/>
                    <a:pt x="1441" y="6918"/>
                  </a:cubicBezTo>
                  <a:cubicBezTo>
                    <a:pt x="1441" y="5108"/>
                    <a:pt x="2929" y="3620"/>
                    <a:pt x="4739" y="3620"/>
                  </a:cubicBezTo>
                  <a:cubicBezTo>
                    <a:pt x="5382" y="3620"/>
                    <a:pt x="5989" y="3799"/>
                    <a:pt x="6525" y="4132"/>
                  </a:cubicBezTo>
                  <a:cubicBezTo>
                    <a:pt x="6558" y="4151"/>
                    <a:pt x="6594" y="4161"/>
                    <a:pt x="6628" y="4161"/>
                  </a:cubicBezTo>
                  <a:cubicBezTo>
                    <a:pt x="6679" y="4161"/>
                    <a:pt x="6727" y="4139"/>
                    <a:pt x="6763" y="4096"/>
                  </a:cubicBezTo>
                  <a:cubicBezTo>
                    <a:pt x="6811" y="4025"/>
                    <a:pt x="6799" y="3918"/>
                    <a:pt x="6727" y="3858"/>
                  </a:cubicBezTo>
                  <a:cubicBezTo>
                    <a:pt x="6144" y="3477"/>
                    <a:pt x="5453" y="3275"/>
                    <a:pt x="4763" y="3275"/>
                  </a:cubicBezTo>
                  <a:cubicBezTo>
                    <a:pt x="2751" y="3275"/>
                    <a:pt x="1108" y="4918"/>
                    <a:pt x="1108" y="6918"/>
                  </a:cubicBezTo>
                  <a:cubicBezTo>
                    <a:pt x="1108" y="8930"/>
                    <a:pt x="2751" y="10573"/>
                    <a:pt x="4763" y="10573"/>
                  </a:cubicBezTo>
                  <a:cubicBezTo>
                    <a:pt x="6763" y="10573"/>
                    <a:pt x="8406" y="8930"/>
                    <a:pt x="8406" y="6918"/>
                  </a:cubicBezTo>
                  <a:cubicBezTo>
                    <a:pt x="8406" y="6013"/>
                    <a:pt x="8061" y="5132"/>
                    <a:pt x="7454" y="4465"/>
                  </a:cubicBezTo>
                  <a:lnTo>
                    <a:pt x="7989" y="3930"/>
                  </a:lnTo>
                  <a:cubicBezTo>
                    <a:pt x="8704" y="4739"/>
                    <a:pt x="9144" y="5775"/>
                    <a:pt x="9144" y="6942"/>
                  </a:cubicBezTo>
                  <a:cubicBezTo>
                    <a:pt x="9144" y="9359"/>
                    <a:pt x="7168" y="11347"/>
                    <a:pt x="4739" y="11347"/>
                  </a:cubicBezTo>
                  <a:cubicBezTo>
                    <a:pt x="2322" y="11347"/>
                    <a:pt x="334" y="9359"/>
                    <a:pt x="334" y="6942"/>
                  </a:cubicBezTo>
                  <a:cubicBezTo>
                    <a:pt x="334" y="4513"/>
                    <a:pt x="2322" y="2537"/>
                    <a:pt x="4739" y="2537"/>
                  </a:cubicBezTo>
                  <a:close/>
                  <a:moveTo>
                    <a:pt x="10403" y="1"/>
                  </a:moveTo>
                  <a:cubicBezTo>
                    <a:pt x="10360" y="1"/>
                    <a:pt x="10315" y="16"/>
                    <a:pt x="10275" y="48"/>
                  </a:cubicBezTo>
                  <a:lnTo>
                    <a:pt x="8466" y="1882"/>
                  </a:lnTo>
                  <a:cubicBezTo>
                    <a:pt x="8430" y="1906"/>
                    <a:pt x="8418" y="1953"/>
                    <a:pt x="8418" y="1989"/>
                  </a:cubicBezTo>
                  <a:lnTo>
                    <a:pt x="8418" y="3025"/>
                  </a:lnTo>
                  <a:lnTo>
                    <a:pt x="7978" y="3465"/>
                  </a:lnTo>
                  <a:cubicBezTo>
                    <a:pt x="7120" y="2679"/>
                    <a:pt x="5989" y="2203"/>
                    <a:pt x="4739" y="2203"/>
                  </a:cubicBezTo>
                  <a:cubicBezTo>
                    <a:pt x="2120" y="2203"/>
                    <a:pt x="0" y="4334"/>
                    <a:pt x="0" y="6954"/>
                  </a:cubicBezTo>
                  <a:cubicBezTo>
                    <a:pt x="0" y="9573"/>
                    <a:pt x="2120" y="11692"/>
                    <a:pt x="4739" y="11692"/>
                  </a:cubicBezTo>
                  <a:cubicBezTo>
                    <a:pt x="7358" y="11692"/>
                    <a:pt x="9490" y="9573"/>
                    <a:pt x="9490" y="6954"/>
                  </a:cubicBezTo>
                  <a:cubicBezTo>
                    <a:pt x="9490" y="5704"/>
                    <a:pt x="9013" y="4573"/>
                    <a:pt x="8228" y="3715"/>
                  </a:cubicBezTo>
                  <a:lnTo>
                    <a:pt x="8668" y="3275"/>
                  </a:lnTo>
                  <a:lnTo>
                    <a:pt x="9704" y="3275"/>
                  </a:lnTo>
                  <a:cubicBezTo>
                    <a:pt x="9740" y="3275"/>
                    <a:pt x="9787" y="3263"/>
                    <a:pt x="9823" y="3227"/>
                  </a:cubicBezTo>
                  <a:lnTo>
                    <a:pt x="11645" y="1394"/>
                  </a:lnTo>
                  <a:cubicBezTo>
                    <a:pt x="11680" y="1346"/>
                    <a:pt x="11692" y="1263"/>
                    <a:pt x="11668" y="1203"/>
                  </a:cubicBezTo>
                  <a:cubicBezTo>
                    <a:pt x="11633" y="1144"/>
                    <a:pt x="11573" y="1096"/>
                    <a:pt x="11502" y="1096"/>
                  </a:cubicBezTo>
                  <a:lnTo>
                    <a:pt x="10573" y="1096"/>
                  </a:lnTo>
                  <a:lnTo>
                    <a:pt x="10573" y="179"/>
                  </a:lnTo>
                  <a:cubicBezTo>
                    <a:pt x="10573" y="108"/>
                    <a:pt x="10537" y="48"/>
                    <a:pt x="10466" y="12"/>
                  </a:cubicBezTo>
                  <a:cubicBezTo>
                    <a:pt x="10446" y="5"/>
                    <a:pt x="10425" y="1"/>
                    <a:pt x="104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15" name="Google Shape;3915;p61"/>
            <p:cNvGrpSpPr/>
            <p:nvPr/>
          </p:nvGrpSpPr>
          <p:grpSpPr>
            <a:xfrm>
              <a:off x="1137571" y="1709571"/>
              <a:ext cx="215860" cy="255821"/>
              <a:chOff x="3122257" y="1508594"/>
              <a:chExt cx="294850" cy="349434"/>
            </a:xfrm>
          </p:grpSpPr>
          <p:sp>
            <p:nvSpPr>
              <p:cNvPr id="3916" name="Google Shape;3916;p61"/>
              <p:cNvSpPr/>
              <p:nvPr/>
            </p:nvSpPr>
            <p:spPr>
              <a:xfrm>
                <a:off x="3226110" y="1659042"/>
                <a:ext cx="87557" cy="29568"/>
              </a:xfrm>
              <a:custGeom>
                <a:rect b="b" l="l" r="r" t="t"/>
                <a:pathLst>
                  <a:path extrusionOk="0" h="929" w="2751">
                    <a:moveTo>
                      <a:pt x="1099" y="0"/>
                    </a:moveTo>
                    <a:cubicBezTo>
                      <a:pt x="771" y="0"/>
                      <a:pt x="476" y="33"/>
                      <a:pt x="286" y="60"/>
                    </a:cubicBezTo>
                    <a:cubicBezTo>
                      <a:pt x="119" y="96"/>
                      <a:pt x="0" y="227"/>
                      <a:pt x="0" y="393"/>
                    </a:cubicBezTo>
                    <a:lnTo>
                      <a:pt x="0" y="762"/>
                    </a:lnTo>
                    <a:cubicBezTo>
                      <a:pt x="0" y="846"/>
                      <a:pt x="72" y="929"/>
                      <a:pt x="167" y="929"/>
                    </a:cubicBezTo>
                    <a:cubicBezTo>
                      <a:pt x="250" y="929"/>
                      <a:pt x="322" y="846"/>
                      <a:pt x="322" y="762"/>
                    </a:cubicBezTo>
                    <a:lnTo>
                      <a:pt x="322" y="393"/>
                    </a:lnTo>
                    <a:cubicBezTo>
                      <a:pt x="322" y="393"/>
                      <a:pt x="322" y="369"/>
                      <a:pt x="345" y="369"/>
                    </a:cubicBezTo>
                    <a:cubicBezTo>
                      <a:pt x="509" y="350"/>
                      <a:pt x="813" y="315"/>
                      <a:pt x="1144" y="315"/>
                    </a:cubicBezTo>
                    <a:cubicBezTo>
                      <a:pt x="1222" y="315"/>
                      <a:pt x="1302" y="317"/>
                      <a:pt x="1381" y="322"/>
                    </a:cubicBezTo>
                    <a:cubicBezTo>
                      <a:pt x="1893" y="358"/>
                      <a:pt x="2250" y="488"/>
                      <a:pt x="2465" y="703"/>
                    </a:cubicBezTo>
                    <a:cubicBezTo>
                      <a:pt x="2494" y="733"/>
                      <a:pt x="2536" y="747"/>
                      <a:pt x="2578" y="747"/>
                    </a:cubicBezTo>
                    <a:cubicBezTo>
                      <a:pt x="2619" y="747"/>
                      <a:pt x="2661" y="733"/>
                      <a:pt x="2691" y="703"/>
                    </a:cubicBezTo>
                    <a:cubicBezTo>
                      <a:pt x="2750" y="643"/>
                      <a:pt x="2750" y="536"/>
                      <a:pt x="2679" y="477"/>
                    </a:cubicBezTo>
                    <a:cubicBezTo>
                      <a:pt x="2297" y="95"/>
                      <a:pt x="1652" y="0"/>
                      <a:pt x="109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7" name="Google Shape;3917;p61"/>
              <p:cNvSpPr/>
              <p:nvPr/>
            </p:nvSpPr>
            <p:spPr>
              <a:xfrm>
                <a:off x="3171144" y="1612033"/>
                <a:ext cx="196694" cy="245613"/>
              </a:xfrm>
              <a:custGeom>
                <a:rect b="b" l="l" r="r" t="t"/>
                <a:pathLst>
                  <a:path extrusionOk="0" h="7717" w="6180">
                    <a:moveTo>
                      <a:pt x="4835" y="334"/>
                    </a:moveTo>
                    <a:lnTo>
                      <a:pt x="4835" y="1894"/>
                    </a:lnTo>
                    <a:cubicBezTo>
                      <a:pt x="4835" y="2132"/>
                      <a:pt x="4775" y="2358"/>
                      <a:pt x="4692" y="2561"/>
                    </a:cubicBezTo>
                    <a:cubicBezTo>
                      <a:pt x="4668" y="2585"/>
                      <a:pt x="4668" y="2608"/>
                      <a:pt x="4668" y="2644"/>
                    </a:cubicBezTo>
                    <a:lnTo>
                      <a:pt x="4668" y="3097"/>
                    </a:lnTo>
                    <a:cubicBezTo>
                      <a:pt x="4668" y="3537"/>
                      <a:pt x="4489" y="3930"/>
                      <a:pt x="4180" y="4228"/>
                    </a:cubicBezTo>
                    <a:cubicBezTo>
                      <a:pt x="3900" y="4497"/>
                      <a:pt x="3532" y="4649"/>
                      <a:pt x="3129" y="4649"/>
                    </a:cubicBezTo>
                    <a:cubicBezTo>
                      <a:pt x="3087" y="4649"/>
                      <a:pt x="3044" y="4648"/>
                      <a:pt x="3001" y="4644"/>
                    </a:cubicBezTo>
                    <a:cubicBezTo>
                      <a:pt x="2168" y="4597"/>
                      <a:pt x="1537" y="3894"/>
                      <a:pt x="1537" y="3037"/>
                    </a:cubicBezTo>
                    <a:lnTo>
                      <a:pt x="1537" y="2644"/>
                    </a:lnTo>
                    <a:cubicBezTo>
                      <a:pt x="1537" y="2608"/>
                      <a:pt x="1537" y="2597"/>
                      <a:pt x="1513" y="2561"/>
                    </a:cubicBezTo>
                    <a:cubicBezTo>
                      <a:pt x="1418" y="2358"/>
                      <a:pt x="1370" y="2120"/>
                      <a:pt x="1370" y="1894"/>
                    </a:cubicBezTo>
                    <a:lnTo>
                      <a:pt x="1370" y="1549"/>
                    </a:lnTo>
                    <a:cubicBezTo>
                      <a:pt x="1370" y="882"/>
                      <a:pt x="1918" y="334"/>
                      <a:pt x="2584" y="334"/>
                    </a:cubicBezTo>
                    <a:close/>
                    <a:moveTo>
                      <a:pt x="3954" y="4763"/>
                    </a:moveTo>
                    <a:lnTo>
                      <a:pt x="3954" y="5061"/>
                    </a:lnTo>
                    <a:lnTo>
                      <a:pt x="3096" y="5656"/>
                    </a:lnTo>
                    <a:lnTo>
                      <a:pt x="2215" y="5061"/>
                    </a:lnTo>
                    <a:lnTo>
                      <a:pt x="2215" y="4763"/>
                    </a:lnTo>
                    <a:cubicBezTo>
                      <a:pt x="2441" y="4883"/>
                      <a:pt x="2691" y="4966"/>
                      <a:pt x="2965" y="4978"/>
                    </a:cubicBezTo>
                    <a:lnTo>
                      <a:pt x="3096" y="4978"/>
                    </a:lnTo>
                    <a:cubicBezTo>
                      <a:pt x="3406" y="4978"/>
                      <a:pt x="3704" y="4894"/>
                      <a:pt x="3954" y="4763"/>
                    </a:cubicBezTo>
                    <a:close/>
                    <a:moveTo>
                      <a:pt x="2084" y="5359"/>
                    </a:moveTo>
                    <a:lnTo>
                      <a:pt x="2846" y="5883"/>
                    </a:lnTo>
                    <a:lnTo>
                      <a:pt x="2441" y="6276"/>
                    </a:lnTo>
                    <a:lnTo>
                      <a:pt x="2430" y="6276"/>
                    </a:lnTo>
                    <a:lnTo>
                      <a:pt x="1918" y="5525"/>
                    </a:lnTo>
                    <a:lnTo>
                      <a:pt x="2084" y="5359"/>
                    </a:lnTo>
                    <a:close/>
                    <a:moveTo>
                      <a:pt x="4108" y="5347"/>
                    </a:moveTo>
                    <a:lnTo>
                      <a:pt x="4275" y="5514"/>
                    </a:lnTo>
                    <a:lnTo>
                      <a:pt x="3763" y="6276"/>
                    </a:lnTo>
                    <a:lnTo>
                      <a:pt x="3751" y="6276"/>
                    </a:lnTo>
                    <a:lnTo>
                      <a:pt x="3346" y="5871"/>
                    </a:lnTo>
                    <a:lnTo>
                      <a:pt x="4108" y="5347"/>
                    </a:lnTo>
                    <a:close/>
                    <a:moveTo>
                      <a:pt x="2572" y="1"/>
                    </a:moveTo>
                    <a:cubicBezTo>
                      <a:pt x="1727" y="1"/>
                      <a:pt x="1037" y="692"/>
                      <a:pt x="1037" y="1537"/>
                    </a:cubicBezTo>
                    <a:lnTo>
                      <a:pt x="1037" y="1882"/>
                    </a:lnTo>
                    <a:cubicBezTo>
                      <a:pt x="1037" y="2144"/>
                      <a:pt x="1096" y="2418"/>
                      <a:pt x="1215" y="2668"/>
                    </a:cubicBezTo>
                    <a:lnTo>
                      <a:pt x="1215" y="3025"/>
                    </a:lnTo>
                    <a:cubicBezTo>
                      <a:pt x="1215" y="3620"/>
                      <a:pt x="1489" y="4168"/>
                      <a:pt x="1906" y="4525"/>
                    </a:cubicBezTo>
                    <a:lnTo>
                      <a:pt x="1906" y="5061"/>
                    </a:lnTo>
                    <a:lnTo>
                      <a:pt x="1608" y="5383"/>
                    </a:lnTo>
                    <a:cubicBezTo>
                      <a:pt x="1572" y="5406"/>
                      <a:pt x="1560" y="5454"/>
                      <a:pt x="1560" y="5502"/>
                    </a:cubicBezTo>
                    <a:lnTo>
                      <a:pt x="560" y="5859"/>
                    </a:lnTo>
                    <a:cubicBezTo>
                      <a:pt x="239" y="5978"/>
                      <a:pt x="1" y="6299"/>
                      <a:pt x="1" y="6657"/>
                    </a:cubicBezTo>
                    <a:lnTo>
                      <a:pt x="1" y="7549"/>
                    </a:lnTo>
                    <a:cubicBezTo>
                      <a:pt x="1" y="7645"/>
                      <a:pt x="72" y="7716"/>
                      <a:pt x="167" y="7716"/>
                    </a:cubicBezTo>
                    <a:cubicBezTo>
                      <a:pt x="251" y="7716"/>
                      <a:pt x="322" y="7645"/>
                      <a:pt x="322" y="7549"/>
                    </a:cubicBezTo>
                    <a:lnTo>
                      <a:pt x="322" y="6657"/>
                    </a:lnTo>
                    <a:cubicBezTo>
                      <a:pt x="322" y="6430"/>
                      <a:pt x="465" y="6240"/>
                      <a:pt x="667" y="6168"/>
                    </a:cubicBezTo>
                    <a:lnTo>
                      <a:pt x="1715" y="5775"/>
                    </a:lnTo>
                    <a:lnTo>
                      <a:pt x="2144" y="6430"/>
                    </a:lnTo>
                    <a:cubicBezTo>
                      <a:pt x="2203" y="6526"/>
                      <a:pt x="2287" y="6561"/>
                      <a:pt x="2382" y="6585"/>
                    </a:cubicBezTo>
                    <a:lnTo>
                      <a:pt x="2406" y="6585"/>
                    </a:lnTo>
                    <a:cubicBezTo>
                      <a:pt x="2501" y="6585"/>
                      <a:pt x="2584" y="6549"/>
                      <a:pt x="2644" y="6478"/>
                    </a:cubicBezTo>
                    <a:lnTo>
                      <a:pt x="2918" y="6204"/>
                    </a:lnTo>
                    <a:lnTo>
                      <a:pt x="2918" y="7549"/>
                    </a:lnTo>
                    <a:cubicBezTo>
                      <a:pt x="2918" y="7633"/>
                      <a:pt x="2989" y="7716"/>
                      <a:pt x="3084" y="7716"/>
                    </a:cubicBezTo>
                    <a:cubicBezTo>
                      <a:pt x="3168" y="7716"/>
                      <a:pt x="3239" y="7633"/>
                      <a:pt x="3239" y="7549"/>
                    </a:cubicBezTo>
                    <a:lnTo>
                      <a:pt x="3239" y="6204"/>
                    </a:lnTo>
                    <a:lnTo>
                      <a:pt x="3513" y="6478"/>
                    </a:lnTo>
                    <a:cubicBezTo>
                      <a:pt x="3573" y="6537"/>
                      <a:pt x="3656" y="6585"/>
                      <a:pt x="3751" y="6585"/>
                    </a:cubicBezTo>
                    <a:lnTo>
                      <a:pt x="3775" y="6585"/>
                    </a:lnTo>
                    <a:cubicBezTo>
                      <a:pt x="3882" y="6561"/>
                      <a:pt x="3977" y="6526"/>
                      <a:pt x="4013" y="6430"/>
                    </a:cubicBezTo>
                    <a:lnTo>
                      <a:pt x="4454" y="5775"/>
                    </a:lnTo>
                    <a:lnTo>
                      <a:pt x="5489" y="6168"/>
                    </a:lnTo>
                    <a:cubicBezTo>
                      <a:pt x="5704" y="6240"/>
                      <a:pt x="5835" y="6430"/>
                      <a:pt x="5835" y="6657"/>
                    </a:cubicBezTo>
                    <a:lnTo>
                      <a:pt x="5835" y="7549"/>
                    </a:lnTo>
                    <a:cubicBezTo>
                      <a:pt x="5835" y="7645"/>
                      <a:pt x="5906" y="7716"/>
                      <a:pt x="6001" y="7716"/>
                    </a:cubicBezTo>
                    <a:cubicBezTo>
                      <a:pt x="6085" y="7716"/>
                      <a:pt x="6156" y="7645"/>
                      <a:pt x="6156" y="7549"/>
                    </a:cubicBezTo>
                    <a:lnTo>
                      <a:pt x="6156" y="6657"/>
                    </a:lnTo>
                    <a:cubicBezTo>
                      <a:pt x="6180" y="6311"/>
                      <a:pt x="5954" y="6002"/>
                      <a:pt x="5620" y="5883"/>
                    </a:cubicBezTo>
                    <a:lnTo>
                      <a:pt x="4632" y="5525"/>
                    </a:lnTo>
                    <a:cubicBezTo>
                      <a:pt x="4632" y="5478"/>
                      <a:pt x="4608" y="5442"/>
                      <a:pt x="4585" y="5406"/>
                    </a:cubicBezTo>
                    <a:lnTo>
                      <a:pt x="4287" y="5097"/>
                    </a:lnTo>
                    <a:lnTo>
                      <a:pt x="4287" y="4549"/>
                    </a:lnTo>
                    <a:cubicBezTo>
                      <a:pt x="4311" y="4513"/>
                      <a:pt x="4346" y="4490"/>
                      <a:pt x="4370" y="4466"/>
                    </a:cubicBezTo>
                    <a:cubicBezTo>
                      <a:pt x="4751" y="4109"/>
                      <a:pt x="4966" y="3620"/>
                      <a:pt x="4966" y="3097"/>
                    </a:cubicBezTo>
                    <a:lnTo>
                      <a:pt x="4966" y="2680"/>
                    </a:lnTo>
                    <a:cubicBezTo>
                      <a:pt x="5085" y="2430"/>
                      <a:pt x="5144" y="2180"/>
                      <a:pt x="5144" y="1894"/>
                    </a:cubicBezTo>
                    <a:lnTo>
                      <a:pt x="5144" y="168"/>
                    </a:lnTo>
                    <a:cubicBezTo>
                      <a:pt x="5144" y="72"/>
                      <a:pt x="5073" y="1"/>
                      <a:pt x="498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8" name="Google Shape;3918;p61"/>
              <p:cNvSpPr/>
              <p:nvPr/>
            </p:nvSpPr>
            <p:spPr>
              <a:xfrm>
                <a:off x="3204117" y="1836767"/>
                <a:ext cx="10630" cy="21261"/>
              </a:xfrm>
              <a:custGeom>
                <a:rect b="b" l="l" r="r" t="t"/>
                <a:pathLst>
                  <a:path extrusionOk="0" h="668" w="334">
                    <a:moveTo>
                      <a:pt x="167" y="0"/>
                    </a:moveTo>
                    <a:cubicBezTo>
                      <a:pt x="84" y="0"/>
                      <a:pt x="1" y="72"/>
                      <a:pt x="1" y="167"/>
                    </a:cubicBezTo>
                    <a:lnTo>
                      <a:pt x="1" y="500"/>
                    </a:lnTo>
                    <a:cubicBezTo>
                      <a:pt x="1" y="596"/>
                      <a:pt x="84" y="667"/>
                      <a:pt x="167" y="667"/>
                    </a:cubicBezTo>
                    <a:cubicBezTo>
                      <a:pt x="262" y="667"/>
                      <a:pt x="334" y="596"/>
                      <a:pt x="334" y="500"/>
                    </a:cubicBezTo>
                    <a:lnTo>
                      <a:pt x="334" y="167"/>
                    </a:lnTo>
                    <a:cubicBezTo>
                      <a:pt x="334" y="72"/>
                      <a:pt x="262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9" name="Google Shape;3919;p61"/>
              <p:cNvSpPr/>
              <p:nvPr/>
            </p:nvSpPr>
            <p:spPr>
              <a:xfrm>
                <a:off x="3324616" y="1836767"/>
                <a:ext cx="10280" cy="21261"/>
              </a:xfrm>
              <a:custGeom>
                <a:rect b="b" l="l" r="r" t="t"/>
                <a:pathLst>
                  <a:path extrusionOk="0" h="668" w="323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500"/>
                    </a:lnTo>
                    <a:cubicBezTo>
                      <a:pt x="1" y="596"/>
                      <a:pt x="72" y="667"/>
                      <a:pt x="167" y="667"/>
                    </a:cubicBezTo>
                    <a:cubicBezTo>
                      <a:pt x="251" y="667"/>
                      <a:pt x="322" y="596"/>
                      <a:pt x="322" y="500"/>
                    </a:cubicBezTo>
                    <a:lnTo>
                      <a:pt x="322" y="167"/>
                    </a:lnTo>
                    <a:cubicBezTo>
                      <a:pt x="322" y="72"/>
                      <a:pt x="251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0" name="Google Shape;3920;p61"/>
              <p:cNvSpPr/>
              <p:nvPr/>
            </p:nvSpPr>
            <p:spPr>
              <a:xfrm>
                <a:off x="3122257" y="1508594"/>
                <a:ext cx="294850" cy="278554"/>
              </a:xfrm>
              <a:custGeom>
                <a:rect b="b" l="l" r="r" t="t"/>
                <a:pathLst>
                  <a:path extrusionOk="0" h="8752" w="9264">
                    <a:moveTo>
                      <a:pt x="3096" y="584"/>
                    </a:moveTo>
                    <a:lnTo>
                      <a:pt x="3096" y="584"/>
                    </a:lnTo>
                    <a:cubicBezTo>
                      <a:pt x="2858" y="798"/>
                      <a:pt x="2620" y="1060"/>
                      <a:pt x="2430" y="1382"/>
                    </a:cubicBezTo>
                    <a:cubicBezTo>
                      <a:pt x="2299" y="1584"/>
                      <a:pt x="2156" y="1810"/>
                      <a:pt x="2061" y="2048"/>
                    </a:cubicBezTo>
                    <a:lnTo>
                      <a:pt x="1168" y="2048"/>
                    </a:lnTo>
                    <a:cubicBezTo>
                      <a:pt x="1656" y="1394"/>
                      <a:pt x="2322" y="882"/>
                      <a:pt x="3096" y="584"/>
                    </a:cubicBezTo>
                    <a:close/>
                    <a:moveTo>
                      <a:pt x="4466" y="310"/>
                    </a:moveTo>
                    <a:lnTo>
                      <a:pt x="4466" y="2048"/>
                    </a:lnTo>
                    <a:lnTo>
                      <a:pt x="2418" y="2048"/>
                    </a:lnTo>
                    <a:cubicBezTo>
                      <a:pt x="2894" y="1048"/>
                      <a:pt x="3632" y="382"/>
                      <a:pt x="4466" y="310"/>
                    </a:cubicBezTo>
                    <a:close/>
                    <a:moveTo>
                      <a:pt x="4799" y="310"/>
                    </a:moveTo>
                    <a:cubicBezTo>
                      <a:pt x="5644" y="382"/>
                      <a:pt x="6371" y="1048"/>
                      <a:pt x="6847" y="2048"/>
                    </a:cubicBezTo>
                    <a:lnTo>
                      <a:pt x="4799" y="2048"/>
                    </a:lnTo>
                    <a:lnTo>
                      <a:pt x="4799" y="310"/>
                    </a:lnTo>
                    <a:close/>
                    <a:moveTo>
                      <a:pt x="6168" y="608"/>
                    </a:moveTo>
                    <a:cubicBezTo>
                      <a:pt x="6942" y="905"/>
                      <a:pt x="7609" y="1405"/>
                      <a:pt x="8097" y="2060"/>
                    </a:cubicBezTo>
                    <a:lnTo>
                      <a:pt x="7204" y="2060"/>
                    </a:lnTo>
                    <a:cubicBezTo>
                      <a:pt x="7097" y="1810"/>
                      <a:pt x="6966" y="1584"/>
                      <a:pt x="6835" y="1382"/>
                    </a:cubicBezTo>
                    <a:cubicBezTo>
                      <a:pt x="6621" y="1072"/>
                      <a:pt x="6406" y="810"/>
                      <a:pt x="6168" y="608"/>
                    </a:cubicBezTo>
                    <a:close/>
                    <a:moveTo>
                      <a:pt x="1941" y="2382"/>
                    </a:moveTo>
                    <a:cubicBezTo>
                      <a:pt x="1703" y="3013"/>
                      <a:pt x="1560" y="3715"/>
                      <a:pt x="1549" y="4465"/>
                    </a:cubicBezTo>
                    <a:lnTo>
                      <a:pt x="322" y="4465"/>
                    </a:lnTo>
                    <a:cubicBezTo>
                      <a:pt x="358" y="3703"/>
                      <a:pt x="584" y="2989"/>
                      <a:pt x="953" y="2382"/>
                    </a:cubicBezTo>
                    <a:close/>
                    <a:moveTo>
                      <a:pt x="8323" y="2382"/>
                    </a:moveTo>
                    <a:cubicBezTo>
                      <a:pt x="8692" y="2989"/>
                      <a:pt x="8919" y="3703"/>
                      <a:pt x="8942" y="4465"/>
                    </a:cubicBezTo>
                    <a:lnTo>
                      <a:pt x="7728" y="4465"/>
                    </a:lnTo>
                    <a:cubicBezTo>
                      <a:pt x="7692" y="3715"/>
                      <a:pt x="7561" y="3013"/>
                      <a:pt x="7335" y="2382"/>
                    </a:cubicBezTo>
                    <a:close/>
                    <a:moveTo>
                      <a:pt x="1537" y="4787"/>
                    </a:moveTo>
                    <a:cubicBezTo>
                      <a:pt x="1560" y="5466"/>
                      <a:pt x="1668" y="6132"/>
                      <a:pt x="1882" y="6739"/>
                    </a:cubicBezTo>
                    <a:lnTo>
                      <a:pt x="1918" y="6870"/>
                    </a:lnTo>
                    <a:lnTo>
                      <a:pt x="941" y="6870"/>
                    </a:lnTo>
                    <a:cubicBezTo>
                      <a:pt x="572" y="6239"/>
                      <a:pt x="346" y="5525"/>
                      <a:pt x="310" y="4787"/>
                    </a:cubicBezTo>
                    <a:close/>
                    <a:moveTo>
                      <a:pt x="8919" y="4787"/>
                    </a:moveTo>
                    <a:cubicBezTo>
                      <a:pt x="8919" y="5501"/>
                      <a:pt x="8704" y="6204"/>
                      <a:pt x="8347" y="6811"/>
                    </a:cubicBezTo>
                    <a:cubicBezTo>
                      <a:pt x="8335" y="6823"/>
                      <a:pt x="8323" y="6859"/>
                      <a:pt x="8311" y="6870"/>
                    </a:cubicBezTo>
                    <a:lnTo>
                      <a:pt x="7323" y="6870"/>
                    </a:lnTo>
                    <a:lnTo>
                      <a:pt x="7371" y="6739"/>
                    </a:lnTo>
                    <a:cubicBezTo>
                      <a:pt x="7573" y="6120"/>
                      <a:pt x="7680" y="5466"/>
                      <a:pt x="7692" y="4787"/>
                    </a:cubicBezTo>
                    <a:close/>
                    <a:moveTo>
                      <a:pt x="4632" y="1"/>
                    </a:moveTo>
                    <a:cubicBezTo>
                      <a:pt x="3394" y="1"/>
                      <a:pt x="2239" y="477"/>
                      <a:pt x="1358" y="1346"/>
                    </a:cubicBezTo>
                    <a:cubicBezTo>
                      <a:pt x="477" y="2227"/>
                      <a:pt x="1" y="3382"/>
                      <a:pt x="1" y="4620"/>
                    </a:cubicBezTo>
                    <a:cubicBezTo>
                      <a:pt x="1" y="6358"/>
                      <a:pt x="953" y="7930"/>
                      <a:pt x="2501" y="8728"/>
                    </a:cubicBezTo>
                    <a:cubicBezTo>
                      <a:pt x="2537" y="8752"/>
                      <a:pt x="2549" y="8752"/>
                      <a:pt x="2573" y="8752"/>
                    </a:cubicBezTo>
                    <a:cubicBezTo>
                      <a:pt x="2632" y="8752"/>
                      <a:pt x="2692" y="8716"/>
                      <a:pt x="2727" y="8656"/>
                    </a:cubicBezTo>
                    <a:cubicBezTo>
                      <a:pt x="2775" y="8585"/>
                      <a:pt x="2739" y="8478"/>
                      <a:pt x="2656" y="8430"/>
                    </a:cubicBezTo>
                    <a:cubicBezTo>
                      <a:pt x="2061" y="8121"/>
                      <a:pt x="1560" y="7692"/>
                      <a:pt x="1179" y="7180"/>
                    </a:cubicBezTo>
                    <a:lnTo>
                      <a:pt x="2072" y="7180"/>
                    </a:lnTo>
                    <a:cubicBezTo>
                      <a:pt x="2263" y="7632"/>
                      <a:pt x="2513" y="8013"/>
                      <a:pt x="2799" y="8335"/>
                    </a:cubicBezTo>
                    <a:cubicBezTo>
                      <a:pt x="2831" y="8368"/>
                      <a:pt x="2879" y="8386"/>
                      <a:pt x="2924" y="8386"/>
                    </a:cubicBezTo>
                    <a:cubicBezTo>
                      <a:pt x="2962" y="8386"/>
                      <a:pt x="2998" y="8374"/>
                      <a:pt x="3025" y="8347"/>
                    </a:cubicBezTo>
                    <a:cubicBezTo>
                      <a:pt x="3084" y="8287"/>
                      <a:pt x="3096" y="8180"/>
                      <a:pt x="3037" y="8121"/>
                    </a:cubicBezTo>
                    <a:cubicBezTo>
                      <a:pt x="2799" y="7859"/>
                      <a:pt x="2596" y="7537"/>
                      <a:pt x="2430" y="7180"/>
                    </a:cubicBezTo>
                    <a:cubicBezTo>
                      <a:pt x="2501" y="7168"/>
                      <a:pt x="2561" y="7109"/>
                      <a:pt x="2561" y="7025"/>
                    </a:cubicBezTo>
                    <a:cubicBezTo>
                      <a:pt x="2561" y="6930"/>
                      <a:pt x="2489" y="6859"/>
                      <a:pt x="2394" y="6859"/>
                    </a:cubicBezTo>
                    <a:lnTo>
                      <a:pt x="2275" y="6859"/>
                    </a:lnTo>
                    <a:cubicBezTo>
                      <a:pt x="2025" y="6228"/>
                      <a:pt x="1894" y="5513"/>
                      <a:pt x="1882" y="4775"/>
                    </a:cubicBezTo>
                    <a:lnTo>
                      <a:pt x="2061" y="4775"/>
                    </a:lnTo>
                    <a:cubicBezTo>
                      <a:pt x="2144" y="4775"/>
                      <a:pt x="2215" y="4704"/>
                      <a:pt x="2215" y="4608"/>
                    </a:cubicBezTo>
                    <a:cubicBezTo>
                      <a:pt x="2215" y="4513"/>
                      <a:pt x="2144" y="4442"/>
                      <a:pt x="2061" y="4442"/>
                    </a:cubicBezTo>
                    <a:lnTo>
                      <a:pt x="1882" y="4442"/>
                    </a:lnTo>
                    <a:cubicBezTo>
                      <a:pt x="1894" y="3680"/>
                      <a:pt x="2037" y="2965"/>
                      <a:pt x="2275" y="2358"/>
                    </a:cubicBezTo>
                    <a:lnTo>
                      <a:pt x="4478" y="2358"/>
                    </a:lnTo>
                    <a:lnTo>
                      <a:pt x="4478" y="2715"/>
                    </a:lnTo>
                    <a:cubicBezTo>
                      <a:pt x="4478" y="2810"/>
                      <a:pt x="4561" y="2882"/>
                      <a:pt x="4644" y="2882"/>
                    </a:cubicBezTo>
                    <a:cubicBezTo>
                      <a:pt x="4739" y="2882"/>
                      <a:pt x="4811" y="2810"/>
                      <a:pt x="4811" y="2715"/>
                    </a:cubicBezTo>
                    <a:lnTo>
                      <a:pt x="4811" y="2358"/>
                    </a:lnTo>
                    <a:lnTo>
                      <a:pt x="7014" y="2358"/>
                    </a:lnTo>
                    <a:cubicBezTo>
                      <a:pt x="7252" y="2965"/>
                      <a:pt x="7395" y="3680"/>
                      <a:pt x="7418" y="4442"/>
                    </a:cubicBezTo>
                    <a:lnTo>
                      <a:pt x="7204" y="4442"/>
                    </a:lnTo>
                    <a:cubicBezTo>
                      <a:pt x="7121" y="4442"/>
                      <a:pt x="7037" y="4513"/>
                      <a:pt x="7037" y="4608"/>
                    </a:cubicBezTo>
                    <a:cubicBezTo>
                      <a:pt x="7037" y="4704"/>
                      <a:pt x="7121" y="4775"/>
                      <a:pt x="7204" y="4775"/>
                    </a:cubicBezTo>
                    <a:lnTo>
                      <a:pt x="7383" y="4775"/>
                    </a:lnTo>
                    <a:cubicBezTo>
                      <a:pt x="7371" y="5513"/>
                      <a:pt x="7216" y="6228"/>
                      <a:pt x="6978" y="6859"/>
                    </a:cubicBezTo>
                    <a:lnTo>
                      <a:pt x="6859" y="6859"/>
                    </a:lnTo>
                    <a:cubicBezTo>
                      <a:pt x="6775" y="6859"/>
                      <a:pt x="6704" y="6930"/>
                      <a:pt x="6704" y="7025"/>
                    </a:cubicBezTo>
                    <a:cubicBezTo>
                      <a:pt x="6704" y="7109"/>
                      <a:pt x="6764" y="7168"/>
                      <a:pt x="6835" y="7180"/>
                    </a:cubicBezTo>
                    <a:cubicBezTo>
                      <a:pt x="6668" y="7537"/>
                      <a:pt x="6466" y="7859"/>
                      <a:pt x="6228" y="8121"/>
                    </a:cubicBezTo>
                    <a:cubicBezTo>
                      <a:pt x="6168" y="8180"/>
                      <a:pt x="6168" y="8287"/>
                      <a:pt x="6240" y="8347"/>
                    </a:cubicBezTo>
                    <a:cubicBezTo>
                      <a:pt x="6263" y="8371"/>
                      <a:pt x="6311" y="8394"/>
                      <a:pt x="6347" y="8394"/>
                    </a:cubicBezTo>
                    <a:cubicBezTo>
                      <a:pt x="6383" y="8394"/>
                      <a:pt x="6430" y="8371"/>
                      <a:pt x="6466" y="8335"/>
                    </a:cubicBezTo>
                    <a:cubicBezTo>
                      <a:pt x="6740" y="8013"/>
                      <a:pt x="7002" y="7621"/>
                      <a:pt x="7192" y="7180"/>
                    </a:cubicBezTo>
                    <a:lnTo>
                      <a:pt x="8085" y="7180"/>
                    </a:lnTo>
                    <a:cubicBezTo>
                      <a:pt x="7728" y="7656"/>
                      <a:pt x="7299" y="8061"/>
                      <a:pt x="6775" y="8347"/>
                    </a:cubicBezTo>
                    <a:cubicBezTo>
                      <a:pt x="6704" y="8394"/>
                      <a:pt x="6668" y="8490"/>
                      <a:pt x="6716" y="8573"/>
                    </a:cubicBezTo>
                    <a:cubicBezTo>
                      <a:pt x="6749" y="8622"/>
                      <a:pt x="6804" y="8649"/>
                      <a:pt x="6863" y="8649"/>
                    </a:cubicBezTo>
                    <a:cubicBezTo>
                      <a:pt x="6889" y="8649"/>
                      <a:pt x="6916" y="8644"/>
                      <a:pt x="6942" y="8633"/>
                    </a:cubicBezTo>
                    <a:cubicBezTo>
                      <a:pt x="7621" y="8228"/>
                      <a:pt x="8204" y="7644"/>
                      <a:pt x="8621" y="6966"/>
                    </a:cubicBezTo>
                    <a:cubicBezTo>
                      <a:pt x="9038" y="6251"/>
                      <a:pt x="9264" y="5442"/>
                      <a:pt x="9264" y="4608"/>
                    </a:cubicBezTo>
                    <a:cubicBezTo>
                      <a:pt x="9264" y="3382"/>
                      <a:pt x="8788" y="2227"/>
                      <a:pt x="7907" y="1346"/>
                    </a:cubicBezTo>
                    <a:cubicBezTo>
                      <a:pt x="7025" y="477"/>
                      <a:pt x="5871" y="1"/>
                      <a:pt x="463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1" name="Google Shape;3921;p61"/>
            <p:cNvGrpSpPr/>
            <p:nvPr/>
          </p:nvGrpSpPr>
          <p:grpSpPr>
            <a:xfrm>
              <a:off x="1117572" y="3223135"/>
              <a:ext cx="255850" cy="254737"/>
              <a:chOff x="3996113" y="4291176"/>
              <a:chExt cx="336512" cy="335048"/>
            </a:xfrm>
          </p:grpSpPr>
          <p:sp>
            <p:nvSpPr>
              <p:cNvPr id="3922" name="Google Shape;3922;p61"/>
              <p:cNvSpPr/>
              <p:nvPr/>
            </p:nvSpPr>
            <p:spPr>
              <a:xfrm>
                <a:off x="4082143" y="4323386"/>
                <a:ext cx="111810" cy="219833"/>
              </a:xfrm>
              <a:custGeom>
                <a:rect b="b" l="l" r="r" t="t"/>
                <a:pathLst>
                  <a:path extrusionOk="0" h="6907" w="3513">
                    <a:moveTo>
                      <a:pt x="1751" y="322"/>
                    </a:moveTo>
                    <a:cubicBezTo>
                      <a:pt x="1846" y="322"/>
                      <a:pt x="1929" y="394"/>
                      <a:pt x="1929" y="501"/>
                    </a:cubicBezTo>
                    <a:lnTo>
                      <a:pt x="1929" y="942"/>
                    </a:lnTo>
                    <a:cubicBezTo>
                      <a:pt x="1929" y="1037"/>
                      <a:pt x="2001" y="1096"/>
                      <a:pt x="2084" y="1096"/>
                    </a:cubicBezTo>
                    <a:cubicBezTo>
                      <a:pt x="2691" y="1108"/>
                      <a:pt x="3179" y="1596"/>
                      <a:pt x="3179" y="2204"/>
                    </a:cubicBezTo>
                    <a:lnTo>
                      <a:pt x="3179" y="2525"/>
                    </a:lnTo>
                    <a:cubicBezTo>
                      <a:pt x="3179" y="2608"/>
                      <a:pt x="3108" y="2704"/>
                      <a:pt x="3001" y="2704"/>
                    </a:cubicBezTo>
                    <a:cubicBezTo>
                      <a:pt x="2917" y="2704"/>
                      <a:pt x="2822" y="2620"/>
                      <a:pt x="2822" y="2525"/>
                    </a:cubicBezTo>
                    <a:lnTo>
                      <a:pt x="2822" y="2204"/>
                    </a:lnTo>
                    <a:cubicBezTo>
                      <a:pt x="2834" y="1787"/>
                      <a:pt x="2501" y="1454"/>
                      <a:pt x="2060" y="1454"/>
                    </a:cubicBezTo>
                    <a:lnTo>
                      <a:pt x="1608" y="1454"/>
                    </a:lnTo>
                    <a:cubicBezTo>
                      <a:pt x="1096" y="1454"/>
                      <a:pt x="679" y="1870"/>
                      <a:pt x="679" y="2370"/>
                    </a:cubicBezTo>
                    <a:cubicBezTo>
                      <a:pt x="679" y="2882"/>
                      <a:pt x="1096" y="3299"/>
                      <a:pt x="1608" y="3299"/>
                    </a:cubicBezTo>
                    <a:lnTo>
                      <a:pt x="1917" y="3299"/>
                    </a:lnTo>
                    <a:cubicBezTo>
                      <a:pt x="2620" y="3299"/>
                      <a:pt x="3191" y="3859"/>
                      <a:pt x="3191" y="4573"/>
                    </a:cubicBezTo>
                    <a:cubicBezTo>
                      <a:pt x="3191" y="5216"/>
                      <a:pt x="2715" y="5764"/>
                      <a:pt x="2084" y="5835"/>
                    </a:cubicBezTo>
                    <a:cubicBezTo>
                      <a:pt x="2001" y="5859"/>
                      <a:pt x="1941" y="5918"/>
                      <a:pt x="1941" y="5990"/>
                    </a:cubicBezTo>
                    <a:lnTo>
                      <a:pt x="1941" y="6454"/>
                    </a:lnTo>
                    <a:cubicBezTo>
                      <a:pt x="1941" y="6538"/>
                      <a:pt x="1870" y="6633"/>
                      <a:pt x="1762" y="6633"/>
                    </a:cubicBezTo>
                    <a:cubicBezTo>
                      <a:pt x="1667" y="6633"/>
                      <a:pt x="1584" y="6549"/>
                      <a:pt x="1584" y="6454"/>
                    </a:cubicBezTo>
                    <a:lnTo>
                      <a:pt x="1584" y="6002"/>
                    </a:lnTo>
                    <a:cubicBezTo>
                      <a:pt x="1584" y="5918"/>
                      <a:pt x="1512" y="5859"/>
                      <a:pt x="1441" y="5859"/>
                    </a:cubicBezTo>
                    <a:cubicBezTo>
                      <a:pt x="834" y="5835"/>
                      <a:pt x="334" y="5347"/>
                      <a:pt x="334" y="4740"/>
                    </a:cubicBezTo>
                    <a:cubicBezTo>
                      <a:pt x="334" y="4644"/>
                      <a:pt x="417" y="4561"/>
                      <a:pt x="512" y="4561"/>
                    </a:cubicBezTo>
                    <a:cubicBezTo>
                      <a:pt x="608" y="4561"/>
                      <a:pt x="691" y="4633"/>
                      <a:pt x="691" y="4740"/>
                    </a:cubicBezTo>
                    <a:cubicBezTo>
                      <a:pt x="691" y="5156"/>
                      <a:pt x="1036" y="5502"/>
                      <a:pt x="1453" y="5502"/>
                    </a:cubicBezTo>
                    <a:lnTo>
                      <a:pt x="1929" y="5502"/>
                    </a:lnTo>
                    <a:cubicBezTo>
                      <a:pt x="2441" y="5502"/>
                      <a:pt x="2858" y="5085"/>
                      <a:pt x="2858" y="4573"/>
                    </a:cubicBezTo>
                    <a:cubicBezTo>
                      <a:pt x="2858" y="4073"/>
                      <a:pt x="2441" y="3656"/>
                      <a:pt x="1929" y="3656"/>
                    </a:cubicBezTo>
                    <a:lnTo>
                      <a:pt x="1608" y="3656"/>
                    </a:lnTo>
                    <a:cubicBezTo>
                      <a:pt x="905" y="3656"/>
                      <a:pt x="322" y="3085"/>
                      <a:pt x="322" y="2370"/>
                    </a:cubicBezTo>
                    <a:cubicBezTo>
                      <a:pt x="322" y="1727"/>
                      <a:pt x="798" y="1180"/>
                      <a:pt x="1441" y="1108"/>
                    </a:cubicBezTo>
                    <a:cubicBezTo>
                      <a:pt x="1512" y="1096"/>
                      <a:pt x="1572" y="1037"/>
                      <a:pt x="1572" y="953"/>
                    </a:cubicBezTo>
                    <a:lnTo>
                      <a:pt x="1572" y="501"/>
                    </a:lnTo>
                    <a:cubicBezTo>
                      <a:pt x="1572" y="406"/>
                      <a:pt x="1643" y="322"/>
                      <a:pt x="1751" y="322"/>
                    </a:cubicBezTo>
                    <a:close/>
                    <a:moveTo>
                      <a:pt x="1762" y="1"/>
                    </a:moveTo>
                    <a:cubicBezTo>
                      <a:pt x="1500" y="1"/>
                      <a:pt x="1274" y="227"/>
                      <a:pt x="1274" y="501"/>
                    </a:cubicBezTo>
                    <a:lnTo>
                      <a:pt x="1274" y="823"/>
                    </a:lnTo>
                    <a:cubicBezTo>
                      <a:pt x="548" y="977"/>
                      <a:pt x="24" y="1608"/>
                      <a:pt x="24" y="2370"/>
                    </a:cubicBezTo>
                    <a:cubicBezTo>
                      <a:pt x="24" y="3251"/>
                      <a:pt x="738" y="3954"/>
                      <a:pt x="1608" y="3954"/>
                    </a:cubicBezTo>
                    <a:lnTo>
                      <a:pt x="1917" y="3954"/>
                    </a:lnTo>
                    <a:cubicBezTo>
                      <a:pt x="2262" y="3954"/>
                      <a:pt x="2524" y="4216"/>
                      <a:pt x="2524" y="4561"/>
                    </a:cubicBezTo>
                    <a:cubicBezTo>
                      <a:pt x="2524" y="4906"/>
                      <a:pt x="2262" y="5168"/>
                      <a:pt x="1917" y="5168"/>
                    </a:cubicBezTo>
                    <a:lnTo>
                      <a:pt x="1441" y="5168"/>
                    </a:lnTo>
                    <a:cubicBezTo>
                      <a:pt x="1191" y="5168"/>
                      <a:pt x="977" y="4966"/>
                      <a:pt x="977" y="4704"/>
                    </a:cubicBezTo>
                    <a:cubicBezTo>
                      <a:pt x="977" y="4442"/>
                      <a:pt x="750" y="4216"/>
                      <a:pt x="488" y="4216"/>
                    </a:cubicBezTo>
                    <a:cubicBezTo>
                      <a:pt x="215" y="4216"/>
                      <a:pt x="0" y="4442"/>
                      <a:pt x="0" y="4704"/>
                    </a:cubicBezTo>
                    <a:cubicBezTo>
                      <a:pt x="0" y="5442"/>
                      <a:pt x="548" y="6037"/>
                      <a:pt x="1250" y="6121"/>
                    </a:cubicBezTo>
                    <a:lnTo>
                      <a:pt x="1250" y="6418"/>
                    </a:lnTo>
                    <a:cubicBezTo>
                      <a:pt x="1250" y="6692"/>
                      <a:pt x="1465" y="6907"/>
                      <a:pt x="1739" y="6907"/>
                    </a:cubicBezTo>
                    <a:cubicBezTo>
                      <a:pt x="2001" y="6907"/>
                      <a:pt x="2227" y="6692"/>
                      <a:pt x="2227" y="6418"/>
                    </a:cubicBezTo>
                    <a:lnTo>
                      <a:pt x="2227" y="6121"/>
                    </a:lnTo>
                    <a:cubicBezTo>
                      <a:pt x="2953" y="5978"/>
                      <a:pt x="3477" y="5335"/>
                      <a:pt x="3477" y="4573"/>
                    </a:cubicBezTo>
                    <a:cubicBezTo>
                      <a:pt x="3477" y="3692"/>
                      <a:pt x="2763" y="3001"/>
                      <a:pt x="1905" y="3001"/>
                    </a:cubicBezTo>
                    <a:lnTo>
                      <a:pt x="1608" y="3001"/>
                    </a:lnTo>
                    <a:cubicBezTo>
                      <a:pt x="1262" y="3001"/>
                      <a:pt x="989" y="2728"/>
                      <a:pt x="989" y="2382"/>
                    </a:cubicBezTo>
                    <a:cubicBezTo>
                      <a:pt x="989" y="2037"/>
                      <a:pt x="1262" y="1775"/>
                      <a:pt x="1608" y="1775"/>
                    </a:cubicBezTo>
                    <a:lnTo>
                      <a:pt x="2084" y="1775"/>
                    </a:lnTo>
                    <a:cubicBezTo>
                      <a:pt x="2334" y="1775"/>
                      <a:pt x="2536" y="1989"/>
                      <a:pt x="2536" y="2239"/>
                    </a:cubicBezTo>
                    <a:lnTo>
                      <a:pt x="2536" y="2549"/>
                    </a:lnTo>
                    <a:cubicBezTo>
                      <a:pt x="2524" y="2799"/>
                      <a:pt x="2751" y="3013"/>
                      <a:pt x="3013" y="3013"/>
                    </a:cubicBezTo>
                    <a:cubicBezTo>
                      <a:pt x="3286" y="3013"/>
                      <a:pt x="3513" y="2787"/>
                      <a:pt x="3513" y="2525"/>
                    </a:cubicBezTo>
                    <a:lnTo>
                      <a:pt x="3513" y="2204"/>
                    </a:lnTo>
                    <a:cubicBezTo>
                      <a:pt x="3513" y="1477"/>
                      <a:pt x="2953" y="882"/>
                      <a:pt x="2262" y="799"/>
                    </a:cubicBezTo>
                    <a:lnTo>
                      <a:pt x="2262" y="501"/>
                    </a:lnTo>
                    <a:cubicBezTo>
                      <a:pt x="2262" y="227"/>
                      <a:pt x="2036" y="1"/>
                      <a:pt x="176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3" name="Google Shape;3923;p61"/>
              <p:cNvSpPr/>
              <p:nvPr/>
            </p:nvSpPr>
            <p:spPr>
              <a:xfrm>
                <a:off x="4226894" y="4523485"/>
                <a:ext cx="52324" cy="51942"/>
              </a:xfrm>
              <a:custGeom>
                <a:rect b="b" l="l" r="r" t="t"/>
                <a:pathLst>
                  <a:path extrusionOk="0" h="1632" w="1644">
                    <a:moveTo>
                      <a:pt x="822" y="310"/>
                    </a:moveTo>
                    <a:cubicBezTo>
                      <a:pt x="1108" y="310"/>
                      <a:pt x="1322" y="536"/>
                      <a:pt x="1322" y="822"/>
                    </a:cubicBezTo>
                    <a:cubicBezTo>
                      <a:pt x="1322" y="1096"/>
                      <a:pt x="1108" y="1322"/>
                      <a:pt x="822" y="1322"/>
                    </a:cubicBezTo>
                    <a:cubicBezTo>
                      <a:pt x="536" y="1322"/>
                      <a:pt x="310" y="1096"/>
                      <a:pt x="310" y="822"/>
                    </a:cubicBezTo>
                    <a:cubicBezTo>
                      <a:pt x="310" y="536"/>
                      <a:pt x="536" y="310"/>
                      <a:pt x="822" y="310"/>
                    </a:cubicBezTo>
                    <a:close/>
                    <a:moveTo>
                      <a:pt x="822" y="0"/>
                    </a:moveTo>
                    <a:cubicBezTo>
                      <a:pt x="370" y="0"/>
                      <a:pt x="0" y="370"/>
                      <a:pt x="0" y="822"/>
                    </a:cubicBezTo>
                    <a:cubicBezTo>
                      <a:pt x="0" y="1263"/>
                      <a:pt x="370" y="1632"/>
                      <a:pt x="822" y="1632"/>
                    </a:cubicBezTo>
                    <a:cubicBezTo>
                      <a:pt x="1263" y="1632"/>
                      <a:pt x="1644" y="1263"/>
                      <a:pt x="1644" y="822"/>
                    </a:cubicBezTo>
                    <a:cubicBezTo>
                      <a:pt x="1644" y="370"/>
                      <a:pt x="1263" y="0"/>
                      <a:pt x="82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4" name="Google Shape;3924;p61"/>
              <p:cNvSpPr/>
              <p:nvPr/>
            </p:nvSpPr>
            <p:spPr>
              <a:xfrm>
                <a:off x="3996113" y="4291176"/>
                <a:ext cx="336512" cy="335048"/>
              </a:xfrm>
              <a:custGeom>
                <a:rect b="b" l="l" r="r" t="t"/>
                <a:pathLst>
                  <a:path extrusionOk="0" h="10527" w="10573">
                    <a:moveTo>
                      <a:pt x="8216" y="5930"/>
                    </a:moveTo>
                    <a:lnTo>
                      <a:pt x="8335" y="6537"/>
                    </a:lnTo>
                    <a:cubicBezTo>
                      <a:pt x="8359" y="6597"/>
                      <a:pt x="8394" y="6645"/>
                      <a:pt x="8442" y="6657"/>
                    </a:cubicBezTo>
                    <a:cubicBezTo>
                      <a:pt x="8502" y="6668"/>
                      <a:pt x="8549" y="6692"/>
                      <a:pt x="8609" y="6716"/>
                    </a:cubicBezTo>
                    <a:cubicBezTo>
                      <a:pt x="8631" y="6729"/>
                      <a:pt x="8653" y="6734"/>
                      <a:pt x="8674" y="6734"/>
                    </a:cubicBezTo>
                    <a:cubicBezTo>
                      <a:pt x="8710" y="6734"/>
                      <a:pt x="8745" y="6719"/>
                      <a:pt x="8775" y="6704"/>
                    </a:cubicBezTo>
                    <a:lnTo>
                      <a:pt x="9252" y="6311"/>
                    </a:lnTo>
                    <a:lnTo>
                      <a:pt x="9561" y="6585"/>
                    </a:lnTo>
                    <a:lnTo>
                      <a:pt x="9264" y="7121"/>
                    </a:lnTo>
                    <a:cubicBezTo>
                      <a:pt x="9228" y="7157"/>
                      <a:pt x="9228" y="7216"/>
                      <a:pt x="9264" y="7276"/>
                    </a:cubicBezTo>
                    <a:cubicBezTo>
                      <a:pt x="9287" y="7323"/>
                      <a:pt x="9323" y="7371"/>
                      <a:pt x="9347" y="7430"/>
                    </a:cubicBezTo>
                    <a:cubicBezTo>
                      <a:pt x="9383" y="7478"/>
                      <a:pt x="9430" y="7514"/>
                      <a:pt x="9490" y="7514"/>
                    </a:cubicBezTo>
                    <a:lnTo>
                      <a:pt x="10109" y="7538"/>
                    </a:lnTo>
                    <a:lnTo>
                      <a:pt x="10180" y="7942"/>
                    </a:lnTo>
                    <a:lnTo>
                      <a:pt x="9645" y="8157"/>
                    </a:lnTo>
                    <a:cubicBezTo>
                      <a:pt x="9585" y="8181"/>
                      <a:pt x="9561" y="8240"/>
                      <a:pt x="9549" y="8276"/>
                    </a:cubicBezTo>
                    <a:cubicBezTo>
                      <a:pt x="9549" y="8335"/>
                      <a:pt x="9526" y="8383"/>
                      <a:pt x="9514" y="8442"/>
                    </a:cubicBezTo>
                    <a:cubicBezTo>
                      <a:pt x="9502" y="8502"/>
                      <a:pt x="9514" y="8562"/>
                      <a:pt x="9561" y="8597"/>
                    </a:cubicBezTo>
                    <a:lnTo>
                      <a:pt x="10014" y="8990"/>
                    </a:lnTo>
                    <a:lnTo>
                      <a:pt x="9811" y="9347"/>
                    </a:lnTo>
                    <a:lnTo>
                      <a:pt x="9228" y="9157"/>
                    </a:lnTo>
                    <a:cubicBezTo>
                      <a:pt x="9213" y="9154"/>
                      <a:pt x="9198" y="9152"/>
                      <a:pt x="9184" y="9152"/>
                    </a:cubicBezTo>
                    <a:cubicBezTo>
                      <a:pt x="9141" y="9152"/>
                      <a:pt x="9103" y="9166"/>
                      <a:pt x="9085" y="9193"/>
                    </a:cubicBezTo>
                    <a:cubicBezTo>
                      <a:pt x="9037" y="9228"/>
                      <a:pt x="8990" y="9264"/>
                      <a:pt x="8954" y="9288"/>
                    </a:cubicBezTo>
                    <a:cubicBezTo>
                      <a:pt x="8906" y="9324"/>
                      <a:pt x="8871" y="9383"/>
                      <a:pt x="8895" y="9443"/>
                    </a:cubicBezTo>
                    <a:lnTo>
                      <a:pt x="8978" y="10050"/>
                    </a:lnTo>
                    <a:lnTo>
                      <a:pt x="8597" y="10181"/>
                    </a:lnTo>
                    <a:lnTo>
                      <a:pt x="8264" y="9669"/>
                    </a:lnTo>
                    <a:cubicBezTo>
                      <a:pt x="8228" y="9621"/>
                      <a:pt x="8192" y="9585"/>
                      <a:pt x="8133" y="9585"/>
                    </a:cubicBezTo>
                    <a:lnTo>
                      <a:pt x="7954" y="9585"/>
                    </a:lnTo>
                    <a:cubicBezTo>
                      <a:pt x="7894" y="9585"/>
                      <a:pt x="7847" y="9621"/>
                      <a:pt x="7811" y="9669"/>
                    </a:cubicBezTo>
                    <a:lnTo>
                      <a:pt x="7490" y="10181"/>
                    </a:lnTo>
                    <a:lnTo>
                      <a:pt x="7097" y="10050"/>
                    </a:lnTo>
                    <a:lnTo>
                      <a:pt x="7192" y="9443"/>
                    </a:lnTo>
                    <a:cubicBezTo>
                      <a:pt x="7204" y="9383"/>
                      <a:pt x="7180" y="9324"/>
                      <a:pt x="7132" y="9288"/>
                    </a:cubicBezTo>
                    <a:cubicBezTo>
                      <a:pt x="7085" y="9264"/>
                      <a:pt x="7037" y="9216"/>
                      <a:pt x="7001" y="9193"/>
                    </a:cubicBezTo>
                    <a:cubicBezTo>
                      <a:pt x="6970" y="9161"/>
                      <a:pt x="6933" y="9145"/>
                      <a:pt x="6897" y="9145"/>
                    </a:cubicBezTo>
                    <a:cubicBezTo>
                      <a:pt x="6880" y="9145"/>
                      <a:pt x="6863" y="9149"/>
                      <a:pt x="6847" y="9157"/>
                    </a:cubicBezTo>
                    <a:lnTo>
                      <a:pt x="6275" y="9347"/>
                    </a:lnTo>
                    <a:lnTo>
                      <a:pt x="6061" y="8990"/>
                    </a:lnTo>
                    <a:lnTo>
                      <a:pt x="6525" y="8597"/>
                    </a:lnTo>
                    <a:cubicBezTo>
                      <a:pt x="6573" y="8550"/>
                      <a:pt x="6585" y="8502"/>
                      <a:pt x="6573" y="8442"/>
                    </a:cubicBezTo>
                    <a:cubicBezTo>
                      <a:pt x="6549" y="8383"/>
                      <a:pt x="6537" y="8335"/>
                      <a:pt x="6537" y="8276"/>
                    </a:cubicBezTo>
                    <a:cubicBezTo>
                      <a:pt x="6537" y="8216"/>
                      <a:pt x="6489" y="8169"/>
                      <a:pt x="6430" y="8157"/>
                    </a:cubicBezTo>
                    <a:lnTo>
                      <a:pt x="5847" y="7942"/>
                    </a:lnTo>
                    <a:lnTo>
                      <a:pt x="5930" y="7538"/>
                    </a:lnTo>
                    <a:lnTo>
                      <a:pt x="6549" y="7514"/>
                    </a:lnTo>
                    <a:cubicBezTo>
                      <a:pt x="6609" y="7514"/>
                      <a:pt x="6656" y="7490"/>
                      <a:pt x="6680" y="7430"/>
                    </a:cubicBezTo>
                    <a:cubicBezTo>
                      <a:pt x="6716" y="7383"/>
                      <a:pt x="6740" y="7323"/>
                      <a:pt x="6775" y="7276"/>
                    </a:cubicBezTo>
                    <a:cubicBezTo>
                      <a:pt x="6811" y="7240"/>
                      <a:pt x="6811" y="7180"/>
                      <a:pt x="6775" y="7121"/>
                    </a:cubicBezTo>
                    <a:lnTo>
                      <a:pt x="6478" y="6585"/>
                    </a:lnTo>
                    <a:lnTo>
                      <a:pt x="6787" y="6311"/>
                    </a:lnTo>
                    <a:lnTo>
                      <a:pt x="7263" y="6704"/>
                    </a:lnTo>
                    <a:cubicBezTo>
                      <a:pt x="7293" y="6719"/>
                      <a:pt x="7327" y="6729"/>
                      <a:pt x="7363" y="6729"/>
                    </a:cubicBezTo>
                    <a:cubicBezTo>
                      <a:pt x="7385" y="6729"/>
                      <a:pt x="7407" y="6725"/>
                      <a:pt x="7430" y="6716"/>
                    </a:cubicBezTo>
                    <a:cubicBezTo>
                      <a:pt x="7478" y="6704"/>
                      <a:pt x="7537" y="6668"/>
                      <a:pt x="7597" y="6657"/>
                    </a:cubicBezTo>
                    <a:cubicBezTo>
                      <a:pt x="7656" y="6645"/>
                      <a:pt x="7680" y="6597"/>
                      <a:pt x="7704" y="6537"/>
                    </a:cubicBezTo>
                    <a:lnTo>
                      <a:pt x="7823" y="5930"/>
                    </a:lnTo>
                    <a:close/>
                    <a:moveTo>
                      <a:pt x="4454" y="1"/>
                    </a:moveTo>
                    <a:cubicBezTo>
                      <a:pt x="3739" y="1"/>
                      <a:pt x="3025" y="180"/>
                      <a:pt x="2382" y="513"/>
                    </a:cubicBezTo>
                    <a:cubicBezTo>
                      <a:pt x="2310" y="561"/>
                      <a:pt x="2287" y="644"/>
                      <a:pt x="2322" y="715"/>
                    </a:cubicBezTo>
                    <a:cubicBezTo>
                      <a:pt x="2354" y="770"/>
                      <a:pt x="2405" y="799"/>
                      <a:pt x="2458" y="799"/>
                    </a:cubicBezTo>
                    <a:cubicBezTo>
                      <a:pt x="2485" y="799"/>
                      <a:pt x="2512" y="791"/>
                      <a:pt x="2537" y="775"/>
                    </a:cubicBezTo>
                    <a:cubicBezTo>
                      <a:pt x="3132" y="465"/>
                      <a:pt x="3787" y="299"/>
                      <a:pt x="4454" y="299"/>
                    </a:cubicBezTo>
                    <a:cubicBezTo>
                      <a:pt x="6728" y="299"/>
                      <a:pt x="8597" y="2168"/>
                      <a:pt x="8597" y="4442"/>
                    </a:cubicBezTo>
                    <a:cubicBezTo>
                      <a:pt x="8597" y="4847"/>
                      <a:pt x="8537" y="5228"/>
                      <a:pt x="8430" y="5621"/>
                    </a:cubicBezTo>
                    <a:lnTo>
                      <a:pt x="7740" y="5621"/>
                    </a:lnTo>
                    <a:cubicBezTo>
                      <a:pt x="7668" y="5621"/>
                      <a:pt x="7609" y="5656"/>
                      <a:pt x="7597" y="5728"/>
                    </a:cubicBezTo>
                    <a:lnTo>
                      <a:pt x="7466" y="6371"/>
                    </a:lnTo>
                    <a:lnTo>
                      <a:pt x="7442" y="6371"/>
                    </a:lnTo>
                    <a:lnTo>
                      <a:pt x="6942" y="5966"/>
                    </a:lnTo>
                    <a:cubicBezTo>
                      <a:pt x="6912" y="5948"/>
                      <a:pt x="6879" y="5939"/>
                      <a:pt x="6847" y="5939"/>
                    </a:cubicBezTo>
                    <a:cubicBezTo>
                      <a:pt x="6814" y="5939"/>
                      <a:pt x="6781" y="5948"/>
                      <a:pt x="6751" y="5966"/>
                    </a:cubicBezTo>
                    <a:lnTo>
                      <a:pt x="6239" y="6407"/>
                    </a:lnTo>
                    <a:cubicBezTo>
                      <a:pt x="6180" y="6442"/>
                      <a:pt x="6168" y="6537"/>
                      <a:pt x="6216" y="6597"/>
                    </a:cubicBezTo>
                    <a:lnTo>
                      <a:pt x="6525" y="7180"/>
                    </a:lnTo>
                    <a:cubicBezTo>
                      <a:pt x="6525" y="7180"/>
                      <a:pt x="6525" y="7192"/>
                      <a:pt x="6513" y="7192"/>
                    </a:cubicBezTo>
                    <a:lnTo>
                      <a:pt x="5858" y="7204"/>
                    </a:lnTo>
                    <a:cubicBezTo>
                      <a:pt x="5775" y="7204"/>
                      <a:pt x="5716" y="7264"/>
                      <a:pt x="5704" y="7335"/>
                    </a:cubicBezTo>
                    <a:lnTo>
                      <a:pt x="5585" y="7990"/>
                    </a:lnTo>
                    <a:cubicBezTo>
                      <a:pt x="5573" y="8073"/>
                      <a:pt x="5620" y="8145"/>
                      <a:pt x="5680" y="8157"/>
                    </a:cubicBezTo>
                    <a:lnTo>
                      <a:pt x="6013" y="8288"/>
                    </a:lnTo>
                    <a:cubicBezTo>
                      <a:pt x="5525" y="8502"/>
                      <a:pt x="5001" y="8585"/>
                      <a:pt x="4454" y="8585"/>
                    </a:cubicBezTo>
                    <a:cubicBezTo>
                      <a:pt x="2179" y="8585"/>
                      <a:pt x="322" y="6728"/>
                      <a:pt x="322" y="4454"/>
                    </a:cubicBezTo>
                    <a:cubicBezTo>
                      <a:pt x="322" y="3168"/>
                      <a:pt x="894" y="2001"/>
                      <a:pt x="1894" y="1203"/>
                    </a:cubicBezTo>
                    <a:cubicBezTo>
                      <a:pt x="1965" y="1144"/>
                      <a:pt x="1965" y="1061"/>
                      <a:pt x="1929" y="989"/>
                    </a:cubicBezTo>
                    <a:cubicBezTo>
                      <a:pt x="1895" y="942"/>
                      <a:pt x="1850" y="921"/>
                      <a:pt x="1804" y="921"/>
                    </a:cubicBezTo>
                    <a:cubicBezTo>
                      <a:pt x="1769" y="921"/>
                      <a:pt x="1734" y="933"/>
                      <a:pt x="1703" y="953"/>
                    </a:cubicBezTo>
                    <a:cubicBezTo>
                      <a:pt x="632" y="1799"/>
                      <a:pt x="1" y="3085"/>
                      <a:pt x="1" y="4454"/>
                    </a:cubicBezTo>
                    <a:cubicBezTo>
                      <a:pt x="1" y="5645"/>
                      <a:pt x="465" y="6764"/>
                      <a:pt x="1298" y="7597"/>
                    </a:cubicBezTo>
                    <a:cubicBezTo>
                      <a:pt x="2132" y="8431"/>
                      <a:pt x="3251" y="8883"/>
                      <a:pt x="4442" y="8883"/>
                    </a:cubicBezTo>
                    <a:cubicBezTo>
                      <a:pt x="5001" y="8883"/>
                      <a:pt x="5537" y="8788"/>
                      <a:pt x="6049" y="8585"/>
                    </a:cubicBezTo>
                    <a:lnTo>
                      <a:pt x="6049" y="8585"/>
                    </a:lnTo>
                    <a:lnTo>
                      <a:pt x="5775" y="8823"/>
                    </a:lnTo>
                    <a:cubicBezTo>
                      <a:pt x="5716" y="8871"/>
                      <a:pt x="5704" y="8966"/>
                      <a:pt x="5751" y="9026"/>
                    </a:cubicBezTo>
                    <a:lnTo>
                      <a:pt x="6073" y="9585"/>
                    </a:lnTo>
                    <a:cubicBezTo>
                      <a:pt x="6101" y="9632"/>
                      <a:pt x="6158" y="9664"/>
                      <a:pt x="6211" y="9664"/>
                    </a:cubicBezTo>
                    <a:cubicBezTo>
                      <a:pt x="6225" y="9664"/>
                      <a:pt x="6239" y="9662"/>
                      <a:pt x="6251" y="9657"/>
                    </a:cubicBezTo>
                    <a:lnTo>
                      <a:pt x="6882" y="9455"/>
                    </a:lnTo>
                    <a:cubicBezTo>
                      <a:pt x="6882" y="9455"/>
                      <a:pt x="6894" y="9455"/>
                      <a:pt x="6894" y="9466"/>
                    </a:cubicBezTo>
                    <a:lnTo>
                      <a:pt x="6787" y="10121"/>
                    </a:lnTo>
                    <a:cubicBezTo>
                      <a:pt x="6775" y="10193"/>
                      <a:pt x="6823" y="10276"/>
                      <a:pt x="6894" y="10288"/>
                    </a:cubicBezTo>
                    <a:lnTo>
                      <a:pt x="7525" y="10514"/>
                    </a:lnTo>
                    <a:cubicBezTo>
                      <a:pt x="7537" y="10514"/>
                      <a:pt x="7549" y="10526"/>
                      <a:pt x="7585" y="10526"/>
                    </a:cubicBezTo>
                    <a:cubicBezTo>
                      <a:pt x="7644" y="10526"/>
                      <a:pt x="7680" y="10490"/>
                      <a:pt x="7716" y="10455"/>
                    </a:cubicBezTo>
                    <a:lnTo>
                      <a:pt x="8061" y="9883"/>
                    </a:lnTo>
                    <a:lnTo>
                      <a:pt x="8073" y="9883"/>
                    </a:lnTo>
                    <a:lnTo>
                      <a:pt x="8418" y="10455"/>
                    </a:lnTo>
                    <a:cubicBezTo>
                      <a:pt x="8445" y="10499"/>
                      <a:pt x="8497" y="10523"/>
                      <a:pt x="8547" y="10523"/>
                    </a:cubicBezTo>
                    <a:cubicBezTo>
                      <a:pt x="8565" y="10523"/>
                      <a:pt x="8582" y="10520"/>
                      <a:pt x="8597" y="10514"/>
                    </a:cubicBezTo>
                    <a:lnTo>
                      <a:pt x="9216" y="10288"/>
                    </a:lnTo>
                    <a:cubicBezTo>
                      <a:pt x="9287" y="10252"/>
                      <a:pt x="9323" y="10193"/>
                      <a:pt x="9323" y="10121"/>
                    </a:cubicBezTo>
                    <a:lnTo>
                      <a:pt x="9216" y="9466"/>
                    </a:lnTo>
                    <a:cubicBezTo>
                      <a:pt x="9216" y="9466"/>
                      <a:pt x="9228" y="9466"/>
                      <a:pt x="9228" y="9455"/>
                    </a:cubicBezTo>
                    <a:lnTo>
                      <a:pt x="9859" y="9657"/>
                    </a:lnTo>
                    <a:cubicBezTo>
                      <a:pt x="9878" y="9666"/>
                      <a:pt x="9897" y="9671"/>
                      <a:pt x="9916" y="9671"/>
                    </a:cubicBezTo>
                    <a:cubicBezTo>
                      <a:pt x="9966" y="9671"/>
                      <a:pt x="10011" y="9638"/>
                      <a:pt x="10038" y="9585"/>
                    </a:cubicBezTo>
                    <a:lnTo>
                      <a:pt x="10359" y="9026"/>
                    </a:lnTo>
                    <a:cubicBezTo>
                      <a:pt x="10395" y="8966"/>
                      <a:pt x="10395" y="8871"/>
                      <a:pt x="10335" y="8823"/>
                    </a:cubicBezTo>
                    <a:lnTo>
                      <a:pt x="9847" y="8395"/>
                    </a:lnTo>
                    <a:lnTo>
                      <a:pt x="9847" y="8383"/>
                    </a:lnTo>
                    <a:lnTo>
                      <a:pt x="10454" y="8145"/>
                    </a:lnTo>
                    <a:cubicBezTo>
                      <a:pt x="10460" y="8146"/>
                      <a:pt x="10465" y="8146"/>
                      <a:pt x="10470" y="8146"/>
                    </a:cubicBezTo>
                    <a:cubicBezTo>
                      <a:pt x="10532" y="8146"/>
                      <a:pt x="10572" y="8080"/>
                      <a:pt x="10561" y="8014"/>
                    </a:cubicBezTo>
                    <a:lnTo>
                      <a:pt x="10442" y="7359"/>
                    </a:lnTo>
                    <a:cubicBezTo>
                      <a:pt x="10419" y="7288"/>
                      <a:pt x="10359" y="7240"/>
                      <a:pt x="10288" y="7228"/>
                    </a:cubicBezTo>
                    <a:lnTo>
                      <a:pt x="9633" y="7204"/>
                    </a:lnTo>
                    <a:cubicBezTo>
                      <a:pt x="9633" y="7204"/>
                      <a:pt x="9633" y="7192"/>
                      <a:pt x="9621" y="7192"/>
                    </a:cubicBezTo>
                    <a:lnTo>
                      <a:pt x="9930" y="6609"/>
                    </a:lnTo>
                    <a:cubicBezTo>
                      <a:pt x="9966" y="6549"/>
                      <a:pt x="9942" y="6466"/>
                      <a:pt x="9907" y="6418"/>
                    </a:cubicBezTo>
                    <a:lnTo>
                      <a:pt x="9395" y="5990"/>
                    </a:lnTo>
                    <a:cubicBezTo>
                      <a:pt x="9365" y="5966"/>
                      <a:pt x="9332" y="5954"/>
                      <a:pt x="9299" y="5954"/>
                    </a:cubicBezTo>
                    <a:cubicBezTo>
                      <a:pt x="9267" y="5954"/>
                      <a:pt x="9234" y="5966"/>
                      <a:pt x="9204" y="5990"/>
                    </a:cubicBezTo>
                    <a:lnTo>
                      <a:pt x="8692" y="6395"/>
                    </a:lnTo>
                    <a:lnTo>
                      <a:pt x="8680" y="6395"/>
                    </a:lnTo>
                    <a:lnTo>
                      <a:pt x="8609" y="6049"/>
                    </a:lnTo>
                    <a:lnTo>
                      <a:pt x="8609" y="6037"/>
                    </a:lnTo>
                    <a:cubicBezTo>
                      <a:pt x="8799" y="5525"/>
                      <a:pt x="8895" y="5002"/>
                      <a:pt x="8895" y="4454"/>
                    </a:cubicBezTo>
                    <a:cubicBezTo>
                      <a:pt x="8895" y="3263"/>
                      <a:pt x="8430" y="2144"/>
                      <a:pt x="7597" y="1311"/>
                    </a:cubicBezTo>
                    <a:cubicBezTo>
                      <a:pt x="6763" y="477"/>
                      <a:pt x="5644" y="1"/>
                      <a:pt x="445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5" name="Google Shape;3925;p61"/>
            <p:cNvGrpSpPr/>
            <p:nvPr/>
          </p:nvGrpSpPr>
          <p:grpSpPr>
            <a:xfrm>
              <a:off x="1901600" y="3538419"/>
              <a:ext cx="283488" cy="198604"/>
              <a:chOff x="4048787" y="2977019"/>
              <a:chExt cx="283488" cy="198604"/>
            </a:xfrm>
          </p:grpSpPr>
          <p:sp>
            <p:nvSpPr>
              <p:cNvPr id="3926" name="Google Shape;3926;p61"/>
              <p:cNvSpPr/>
              <p:nvPr/>
            </p:nvSpPr>
            <p:spPr>
              <a:xfrm>
                <a:off x="4277659" y="3015880"/>
                <a:ext cx="25048" cy="19128"/>
              </a:xfrm>
              <a:custGeom>
                <a:rect b="b" l="l" r="r" t="t"/>
                <a:pathLst>
                  <a:path extrusionOk="0" h="601" w="787">
                    <a:moveTo>
                      <a:pt x="157" y="1"/>
                    </a:moveTo>
                    <a:cubicBezTo>
                      <a:pt x="113" y="1"/>
                      <a:pt x="70" y="22"/>
                      <a:pt x="49" y="65"/>
                    </a:cubicBezTo>
                    <a:cubicBezTo>
                      <a:pt x="1" y="125"/>
                      <a:pt x="13" y="220"/>
                      <a:pt x="84" y="256"/>
                    </a:cubicBezTo>
                    <a:cubicBezTo>
                      <a:pt x="239" y="363"/>
                      <a:pt x="382" y="470"/>
                      <a:pt x="549" y="577"/>
                    </a:cubicBezTo>
                    <a:cubicBezTo>
                      <a:pt x="584" y="589"/>
                      <a:pt x="608" y="601"/>
                      <a:pt x="620" y="601"/>
                    </a:cubicBezTo>
                    <a:cubicBezTo>
                      <a:pt x="668" y="601"/>
                      <a:pt x="715" y="589"/>
                      <a:pt x="739" y="541"/>
                    </a:cubicBezTo>
                    <a:cubicBezTo>
                      <a:pt x="787" y="482"/>
                      <a:pt x="775" y="398"/>
                      <a:pt x="703" y="351"/>
                    </a:cubicBezTo>
                    <a:cubicBezTo>
                      <a:pt x="537" y="232"/>
                      <a:pt x="382" y="125"/>
                      <a:pt x="239" y="29"/>
                    </a:cubicBezTo>
                    <a:cubicBezTo>
                      <a:pt x="215" y="10"/>
                      <a:pt x="186" y="1"/>
                      <a:pt x="15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7" name="Google Shape;3927;p61"/>
              <p:cNvSpPr/>
              <p:nvPr/>
            </p:nvSpPr>
            <p:spPr>
              <a:xfrm>
                <a:off x="4101462" y="2977019"/>
                <a:ext cx="165630" cy="42458"/>
              </a:xfrm>
              <a:custGeom>
                <a:rect b="b" l="l" r="r" t="t"/>
                <a:pathLst>
                  <a:path extrusionOk="0" h="1334" w="5204">
                    <a:moveTo>
                      <a:pt x="2810" y="0"/>
                    </a:moveTo>
                    <a:cubicBezTo>
                      <a:pt x="2132" y="0"/>
                      <a:pt x="1239" y="357"/>
                      <a:pt x="84" y="1084"/>
                    </a:cubicBezTo>
                    <a:cubicBezTo>
                      <a:pt x="24" y="1119"/>
                      <a:pt x="1" y="1215"/>
                      <a:pt x="48" y="1274"/>
                    </a:cubicBezTo>
                    <a:cubicBezTo>
                      <a:pt x="72" y="1322"/>
                      <a:pt x="120" y="1334"/>
                      <a:pt x="167" y="1334"/>
                    </a:cubicBezTo>
                    <a:cubicBezTo>
                      <a:pt x="191" y="1334"/>
                      <a:pt x="203" y="1334"/>
                      <a:pt x="239" y="1322"/>
                    </a:cubicBezTo>
                    <a:cubicBezTo>
                      <a:pt x="1334" y="619"/>
                      <a:pt x="2167" y="274"/>
                      <a:pt x="2798" y="274"/>
                    </a:cubicBezTo>
                    <a:cubicBezTo>
                      <a:pt x="3346" y="274"/>
                      <a:pt x="4061" y="524"/>
                      <a:pt x="4965" y="1060"/>
                    </a:cubicBezTo>
                    <a:cubicBezTo>
                      <a:pt x="4987" y="1077"/>
                      <a:pt x="5014" y="1085"/>
                      <a:pt x="5041" y="1085"/>
                    </a:cubicBezTo>
                    <a:cubicBezTo>
                      <a:pt x="5088" y="1085"/>
                      <a:pt x="5138" y="1062"/>
                      <a:pt x="5168" y="1024"/>
                    </a:cubicBezTo>
                    <a:cubicBezTo>
                      <a:pt x="5204" y="953"/>
                      <a:pt x="5180" y="869"/>
                      <a:pt x="5120" y="834"/>
                    </a:cubicBezTo>
                    <a:cubicBezTo>
                      <a:pt x="4168" y="262"/>
                      <a:pt x="3406" y="0"/>
                      <a:pt x="281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8" name="Google Shape;3928;p61"/>
              <p:cNvSpPr/>
              <p:nvPr/>
            </p:nvSpPr>
            <p:spPr>
              <a:xfrm>
                <a:off x="4048787" y="3000508"/>
                <a:ext cx="283488" cy="175115"/>
              </a:xfrm>
              <a:custGeom>
                <a:rect b="b" l="l" r="r" t="t"/>
                <a:pathLst>
                  <a:path extrusionOk="0" h="5502" w="8907">
                    <a:moveTo>
                      <a:pt x="4453" y="286"/>
                    </a:moveTo>
                    <a:cubicBezTo>
                      <a:pt x="5596" y="286"/>
                      <a:pt x="7894" y="2072"/>
                      <a:pt x="8561" y="2620"/>
                    </a:cubicBezTo>
                    <a:cubicBezTo>
                      <a:pt x="8609" y="2655"/>
                      <a:pt x="8621" y="2691"/>
                      <a:pt x="8621" y="2751"/>
                    </a:cubicBezTo>
                    <a:cubicBezTo>
                      <a:pt x="8621" y="2810"/>
                      <a:pt x="8609" y="2858"/>
                      <a:pt x="8561" y="2894"/>
                    </a:cubicBezTo>
                    <a:cubicBezTo>
                      <a:pt x="7894" y="3441"/>
                      <a:pt x="5596" y="5227"/>
                      <a:pt x="4453" y="5227"/>
                    </a:cubicBezTo>
                    <a:cubicBezTo>
                      <a:pt x="3310" y="5227"/>
                      <a:pt x="1013" y="3441"/>
                      <a:pt x="346" y="2894"/>
                    </a:cubicBezTo>
                    <a:cubicBezTo>
                      <a:pt x="298" y="2858"/>
                      <a:pt x="286" y="2810"/>
                      <a:pt x="286" y="2751"/>
                    </a:cubicBezTo>
                    <a:cubicBezTo>
                      <a:pt x="286" y="2691"/>
                      <a:pt x="310" y="2655"/>
                      <a:pt x="346" y="2620"/>
                    </a:cubicBezTo>
                    <a:cubicBezTo>
                      <a:pt x="1013" y="2072"/>
                      <a:pt x="3310" y="286"/>
                      <a:pt x="4453" y="286"/>
                    </a:cubicBezTo>
                    <a:close/>
                    <a:moveTo>
                      <a:pt x="4453" y="0"/>
                    </a:moveTo>
                    <a:cubicBezTo>
                      <a:pt x="3251" y="0"/>
                      <a:pt x="1060" y="1679"/>
                      <a:pt x="167" y="2405"/>
                    </a:cubicBezTo>
                    <a:cubicBezTo>
                      <a:pt x="60" y="2501"/>
                      <a:pt x="1" y="2620"/>
                      <a:pt x="1" y="2751"/>
                    </a:cubicBezTo>
                    <a:cubicBezTo>
                      <a:pt x="1" y="2882"/>
                      <a:pt x="60" y="3025"/>
                      <a:pt x="167" y="3096"/>
                    </a:cubicBezTo>
                    <a:cubicBezTo>
                      <a:pt x="1060" y="3822"/>
                      <a:pt x="3251" y="5501"/>
                      <a:pt x="4453" y="5501"/>
                    </a:cubicBezTo>
                    <a:cubicBezTo>
                      <a:pt x="5656" y="5501"/>
                      <a:pt x="7847" y="3822"/>
                      <a:pt x="8740" y="3096"/>
                    </a:cubicBezTo>
                    <a:cubicBezTo>
                      <a:pt x="8847" y="3001"/>
                      <a:pt x="8906" y="2882"/>
                      <a:pt x="8906" y="2751"/>
                    </a:cubicBezTo>
                    <a:cubicBezTo>
                      <a:pt x="8906" y="2620"/>
                      <a:pt x="8847" y="2501"/>
                      <a:pt x="8740" y="2405"/>
                    </a:cubicBezTo>
                    <a:cubicBezTo>
                      <a:pt x="7847" y="1679"/>
                      <a:pt x="5656" y="0"/>
                      <a:pt x="44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9" name="Google Shape;3929;p61"/>
              <p:cNvSpPr/>
              <p:nvPr/>
            </p:nvSpPr>
            <p:spPr>
              <a:xfrm>
                <a:off x="4126478" y="3024347"/>
                <a:ext cx="129220" cy="127437"/>
              </a:xfrm>
              <a:custGeom>
                <a:rect b="b" l="l" r="r" t="t"/>
                <a:pathLst>
                  <a:path extrusionOk="0" h="4004" w="4060">
                    <a:moveTo>
                      <a:pt x="2016" y="0"/>
                    </a:moveTo>
                    <a:cubicBezTo>
                      <a:pt x="1995" y="0"/>
                      <a:pt x="1974" y="1"/>
                      <a:pt x="1953" y="1"/>
                    </a:cubicBezTo>
                    <a:cubicBezTo>
                      <a:pt x="893" y="25"/>
                      <a:pt x="48" y="894"/>
                      <a:pt x="12" y="1930"/>
                    </a:cubicBezTo>
                    <a:cubicBezTo>
                      <a:pt x="0" y="2454"/>
                      <a:pt x="179" y="2942"/>
                      <a:pt x="512" y="3299"/>
                    </a:cubicBezTo>
                    <a:cubicBezTo>
                      <a:pt x="542" y="3329"/>
                      <a:pt x="578" y="3344"/>
                      <a:pt x="613" y="3344"/>
                    </a:cubicBezTo>
                    <a:cubicBezTo>
                      <a:pt x="649" y="3344"/>
                      <a:pt x="685" y="3329"/>
                      <a:pt x="715" y="3299"/>
                    </a:cubicBezTo>
                    <a:cubicBezTo>
                      <a:pt x="762" y="3252"/>
                      <a:pt x="774" y="3169"/>
                      <a:pt x="715" y="3109"/>
                    </a:cubicBezTo>
                    <a:cubicBezTo>
                      <a:pt x="429" y="2776"/>
                      <a:pt x="286" y="2359"/>
                      <a:pt x="298" y="1906"/>
                    </a:cubicBezTo>
                    <a:cubicBezTo>
                      <a:pt x="346" y="1025"/>
                      <a:pt x="1060" y="299"/>
                      <a:pt x="1941" y="263"/>
                    </a:cubicBezTo>
                    <a:cubicBezTo>
                      <a:pt x="1969" y="262"/>
                      <a:pt x="1996" y="261"/>
                      <a:pt x="2024" y="261"/>
                    </a:cubicBezTo>
                    <a:cubicBezTo>
                      <a:pt x="2975" y="261"/>
                      <a:pt x="3762" y="1053"/>
                      <a:pt x="3739" y="2026"/>
                    </a:cubicBezTo>
                    <a:cubicBezTo>
                      <a:pt x="3727" y="2930"/>
                      <a:pt x="2977" y="3692"/>
                      <a:pt x="2072" y="3716"/>
                    </a:cubicBezTo>
                    <a:cubicBezTo>
                      <a:pt x="2050" y="3717"/>
                      <a:pt x="2027" y="3717"/>
                      <a:pt x="2005" y="3717"/>
                    </a:cubicBezTo>
                    <a:cubicBezTo>
                      <a:pt x="1717" y="3717"/>
                      <a:pt x="1423" y="3646"/>
                      <a:pt x="1191" y="3514"/>
                    </a:cubicBezTo>
                    <a:cubicBezTo>
                      <a:pt x="1167" y="3500"/>
                      <a:pt x="1144" y="3493"/>
                      <a:pt x="1121" y="3493"/>
                    </a:cubicBezTo>
                    <a:cubicBezTo>
                      <a:pt x="1086" y="3493"/>
                      <a:pt x="1053" y="3509"/>
                      <a:pt x="1024" y="3538"/>
                    </a:cubicBezTo>
                    <a:cubicBezTo>
                      <a:pt x="965" y="3597"/>
                      <a:pt x="989" y="3716"/>
                      <a:pt x="1060" y="3764"/>
                    </a:cubicBezTo>
                    <a:cubicBezTo>
                      <a:pt x="1339" y="3920"/>
                      <a:pt x="1660" y="4003"/>
                      <a:pt x="1993" y="4003"/>
                    </a:cubicBezTo>
                    <a:cubicBezTo>
                      <a:pt x="2015" y="4003"/>
                      <a:pt x="2038" y="4003"/>
                      <a:pt x="2060" y="4002"/>
                    </a:cubicBezTo>
                    <a:cubicBezTo>
                      <a:pt x="3108" y="3966"/>
                      <a:pt x="3989" y="3121"/>
                      <a:pt x="4025" y="2061"/>
                    </a:cubicBezTo>
                    <a:cubicBezTo>
                      <a:pt x="4060" y="939"/>
                      <a:pt x="3142" y="0"/>
                      <a:pt x="2016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0" name="Google Shape;3930;p61"/>
              <p:cNvSpPr/>
              <p:nvPr/>
            </p:nvSpPr>
            <p:spPr>
              <a:xfrm>
                <a:off x="4156778" y="3054678"/>
                <a:ext cx="68238" cy="68270"/>
              </a:xfrm>
              <a:custGeom>
                <a:rect b="b" l="l" r="r" t="t"/>
                <a:pathLst>
                  <a:path extrusionOk="0" h="2145" w="2144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44"/>
                      <a:pt x="1072" y="2144"/>
                    </a:cubicBezTo>
                    <a:cubicBezTo>
                      <a:pt x="1668" y="2144"/>
                      <a:pt x="2144" y="1668"/>
                      <a:pt x="2144" y="1073"/>
                    </a:cubicBezTo>
                    <a:cubicBezTo>
                      <a:pt x="2132" y="977"/>
                      <a:pt x="2073" y="918"/>
                      <a:pt x="2001" y="918"/>
                    </a:cubicBezTo>
                    <a:cubicBezTo>
                      <a:pt x="1918" y="918"/>
                      <a:pt x="1858" y="977"/>
                      <a:pt x="1858" y="1049"/>
                    </a:cubicBezTo>
                    <a:cubicBezTo>
                      <a:pt x="1858" y="1489"/>
                      <a:pt x="1501" y="1846"/>
                      <a:pt x="1072" y="1846"/>
                    </a:cubicBezTo>
                    <a:cubicBezTo>
                      <a:pt x="644" y="1846"/>
                      <a:pt x="287" y="1489"/>
                      <a:pt x="287" y="1049"/>
                    </a:cubicBezTo>
                    <a:cubicBezTo>
                      <a:pt x="287" y="620"/>
                      <a:pt x="644" y="263"/>
                      <a:pt x="1072" y="263"/>
                    </a:cubicBezTo>
                    <a:cubicBezTo>
                      <a:pt x="1144" y="263"/>
                      <a:pt x="1203" y="203"/>
                      <a:pt x="1203" y="132"/>
                    </a:cubicBezTo>
                    <a:cubicBezTo>
                      <a:pt x="1203" y="60"/>
                      <a:pt x="1144" y="1"/>
                      <a:pt x="107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61"/>
              <p:cNvSpPr/>
              <p:nvPr/>
            </p:nvSpPr>
            <p:spPr>
              <a:xfrm>
                <a:off x="4198090" y="3060375"/>
                <a:ext cx="20879" cy="20879"/>
              </a:xfrm>
              <a:custGeom>
                <a:rect b="b" l="l" r="r" t="t"/>
                <a:pathLst>
                  <a:path extrusionOk="0" h="656" w="656">
                    <a:moveTo>
                      <a:pt x="322" y="1"/>
                    </a:moveTo>
                    <a:cubicBezTo>
                      <a:pt x="143" y="1"/>
                      <a:pt x="1" y="143"/>
                      <a:pt x="1" y="322"/>
                    </a:cubicBezTo>
                    <a:cubicBezTo>
                      <a:pt x="1" y="501"/>
                      <a:pt x="143" y="655"/>
                      <a:pt x="322" y="655"/>
                    </a:cubicBezTo>
                    <a:cubicBezTo>
                      <a:pt x="501" y="655"/>
                      <a:pt x="655" y="501"/>
                      <a:pt x="655" y="322"/>
                    </a:cubicBezTo>
                    <a:cubicBezTo>
                      <a:pt x="655" y="143"/>
                      <a:pt x="501" y="1"/>
                      <a:pt x="32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932" name="Google Shape;3932;p61"/>
            <p:cNvCxnSpPr>
              <a:stCxn id="3881" idx="0"/>
            </p:cNvCxnSpPr>
            <p:nvPr/>
          </p:nvCxnSpPr>
          <p:spPr>
            <a:xfrm flipH="1" rot="10800000">
              <a:off x="2043301" y="1841523"/>
              <a:ext cx="1800" cy="2076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3" name="Google Shape;3933;p61"/>
            <p:cNvCxnSpPr/>
            <p:nvPr/>
          </p:nvCxnSpPr>
          <p:spPr>
            <a:xfrm rot="10800000">
              <a:off x="1571950" y="2034550"/>
              <a:ext cx="153000" cy="1530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4" name="Google Shape;3934;p61"/>
            <p:cNvCxnSpPr/>
            <p:nvPr/>
          </p:nvCxnSpPr>
          <p:spPr>
            <a:xfrm rot="10800000">
              <a:off x="1363150" y="2531450"/>
              <a:ext cx="188100" cy="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5" name="Google Shape;3935;p61"/>
            <p:cNvCxnSpPr>
              <a:stCxn id="3881" idx="2"/>
              <a:endCxn id="3906" idx="0"/>
            </p:cNvCxnSpPr>
            <p:nvPr/>
          </p:nvCxnSpPr>
          <p:spPr>
            <a:xfrm>
              <a:off x="2043301" y="3016166"/>
              <a:ext cx="0" cy="1623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6" name="Google Shape;3936;p61"/>
            <p:cNvCxnSpPr/>
            <p:nvPr/>
          </p:nvCxnSpPr>
          <p:spPr>
            <a:xfrm flipH="1">
              <a:off x="1560400" y="2869700"/>
              <a:ext cx="133200" cy="1332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37" name="Google Shape;3937;p61"/>
          <p:cNvGrpSpPr/>
          <p:nvPr/>
        </p:nvGrpSpPr>
        <p:grpSpPr>
          <a:xfrm>
            <a:off x="2620300" y="830525"/>
            <a:ext cx="2020500" cy="2736945"/>
            <a:chOff x="2391700" y="1041125"/>
            <a:chExt cx="2020500" cy="2736945"/>
          </a:xfrm>
        </p:grpSpPr>
        <p:grpSp>
          <p:nvGrpSpPr>
            <p:cNvPr id="3938" name="Google Shape;3938;p61"/>
            <p:cNvGrpSpPr/>
            <p:nvPr/>
          </p:nvGrpSpPr>
          <p:grpSpPr>
            <a:xfrm>
              <a:off x="3307900" y="3497366"/>
              <a:ext cx="201692" cy="280704"/>
              <a:chOff x="5388757" y="2414659"/>
              <a:chExt cx="260349" cy="362292"/>
            </a:xfrm>
          </p:grpSpPr>
          <p:sp>
            <p:nvSpPr>
              <p:cNvPr id="3939" name="Google Shape;3939;p61"/>
              <p:cNvSpPr/>
              <p:nvPr/>
            </p:nvSpPr>
            <p:spPr>
              <a:xfrm>
                <a:off x="5388757" y="2414659"/>
                <a:ext cx="260349" cy="362292"/>
              </a:xfrm>
              <a:custGeom>
                <a:rect b="b" l="l" r="r" t="t"/>
                <a:pathLst>
                  <a:path extrusionOk="0" h="11383" w="8180">
                    <a:moveTo>
                      <a:pt x="4096" y="322"/>
                    </a:moveTo>
                    <a:cubicBezTo>
                      <a:pt x="4286" y="322"/>
                      <a:pt x="4465" y="429"/>
                      <a:pt x="4572" y="596"/>
                    </a:cubicBezTo>
                    <a:cubicBezTo>
                      <a:pt x="4608" y="643"/>
                      <a:pt x="4655" y="679"/>
                      <a:pt x="4727" y="679"/>
                    </a:cubicBezTo>
                    <a:lnTo>
                      <a:pt x="5358" y="679"/>
                    </a:lnTo>
                    <a:cubicBezTo>
                      <a:pt x="5465" y="679"/>
                      <a:pt x="5548" y="774"/>
                      <a:pt x="5548" y="881"/>
                    </a:cubicBezTo>
                    <a:lnTo>
                      <a:pt x="5548" y="1429"/>
                    </a:lnTo>
                    <a:lnTo>
                      <a:pt x="2679" y="1429"/>
                    </a:lnTo>
                    <a:lnTo>
                      <a:pt x="2679" y="881"/>
                    </a:lnTo>
                    <a:lnTo>
                      <a:pt x="2643" y="881"/>
                    </a:lnTo>
                    <a:cubicBezTo>
                      <a:pt x="2643" y="774"/>
                      <a:pt x="2727" y="679"/>
                      <a:pt x="2834" y="679"/>
                    </a:cubicBezTo>
                    <a:lnTo>
                      <a:pt x="3465" y="679"/>
                    </a:lnTo>
                    <a:cubicBezTo>
                      <a:pt x="3536" y="679"/>
                      <a:pt x="3584" y="655"/>
                      <a:pt x="3620" y="596"/>
                    </a:cubicBezTo>
                    <a:cubicBezTo>
                      <a:pt x="3727" y="417"/>
                      <a:pt x="3905" y="322"/>
                      <a:pt x="4096" y="322"/>
                    </a:cubicBezTo>
                    <a:close/>
                    <a:moveTo>
                      <a:pt x="7477" y="1036"/>
                    </a:moveTo>
                    <a:cubicBezTo>
                      <a:pt x="7680" y="1036"/>
                      <a:pt x="7846" y="1203"/>
                      <a:pt x="7846" y="1417"/>
                    </a:cubicBezTo>
                    <a:lnTo>
                      <a:pt x="7846" y="10680"/>
                    </a:lnTo>
                    <a:lnTo>
                      <a:pt x="7834" y="10680"/>
                    </a:lnTo>
                    <a:cubicBezTo>
                      <a:pt x="7834" y="10895"/>
                      <a:pt x="7668" y="11061"/>
                      <a:pt x="7465" y="11061"/>
                    </a:cubicBezTo>
                    <a:lnTo>
                      <a:pt x="691" y="11061"/>
                    </a:lnTo>
                    <a:cubicBezTo>
                      <a:pt x="476" y="11061"/>
                      <a:pt x="322" y="10895"/>
                      <a:pt x="322" y="10680"/>
                    </a:cubicBezTo>
                    <a:lnTo>
                      <a:pt x="322" y="1417"/>
                    </a:lnTo>
                    <a:cubicBezTo>
                      <a:pt x="322" y="1203"/>
                      <a:pt x="476" y="1036"/>
                      <a:pt x="691" y="1036"/>
                    </a:cubicBezTo>
                    <a:lnTo>
                      <a:pt x="2310" y="1036"/>
                    </a:lnTo>
                    <a:lnTo>
                      <a:pt x="2310" y="1596"/>
                    </a:lnTo>
                    <a:cubicBezTo>
                      <a:pt x="2310" y="1679"/>
                      <a:pt x="2381" y="1751"/>
                      <a:pt x="2477" y="1751"/>
                    </a:cubicBezTo>
                    <a:lnTo>
                      <a:pt x="5691" y="1751"/>
                    </a:lnTo>
                    <a:cubicBezTo>
                      <a:pt x="5775" y="1751"/>
                      <a:pt x="5846" y="1679"/>
                      <a:pt x="5846" y="1596"/>
                    </a:cubicBezTo>
                    <a:lnTo>
                      <a:pt x="5846" y="1036"/>
                    </a:lnTo>
                    <a:close/>
                    <a:moveTo>
                      <a:pt x="4084" y="0"/>
                    </a:moveTo>
                    <a:cubicBezTo>
                      <a:pt x="3798" y="0"/>
                      <a:pt x="3548" y="131"/>
                      <a:pt x="3381" y="358"/>
                    </a:cubicBezTo>
                    <a:lnTo>
                      <a:pt x="2834" y="358"/>
                    </a:lnTo>
                    <a:cubicBezTo>
                      <a:pt x="2608" y="358"/>
                      <a:pt x="2393" y="500"/>
                      <a:pt x="2346" y="715"/>
                    </a:cubicBezTo>
                    <a:lnTo>
                      <a:pt x="703" y="715"/>
                    </a:lnTo>
                    <a:cubicBezTo>
                      <a:pt x="322" y="715"/>
                      <a:pt x="0" y="1024"/>
                      <a:pt x="0" y="1417"/>
                    </a:cubicBezTo>
                    <a:lnTo>
                      <a:pt x="0" y="10680"/>
                    </a:lnTo>
                    <a:cubicBezTo>
                      <a:pt x="0" y="11073"/>
                      <a:pt x="310" y="11383"/>
                      <a:pt x="703" y="11383"/>
                    </a:cubicBezTo>
                    <a:lnTo>
                      <a:pt x="7477" y="11383"/>
                    </a:lnTo>
                    <a:cubicBezTo>
                      <a:pt x="7858" y="11383"/>
                      <a:pt x="8180" y="11073"/>
                      <a:pt x="8180" y="10680"/>
                    </a:cubicBezTo>
                    <a:lnTo>
                      <a:pt x="8180" y="1417"/>
                    </a:lnTo>
                    <a:cubicBezTo>
                      <a:pt x="8156" y="1024"/>
                      <a:pt x="7846" y="715"/>
                      <a:pt x="7465" y="715"/>
                    </a:cubicBezTo>
                    <a:lnTo>
                      <a:pt x="5822" y="715"/>
                    </a:lnTo>
                    <a:cubicBezTo>
                      <a:pt x="5751" y="500"/>
                      <a:pt x="5560" y="358"/>
                      <a:pt x="5334" y="358"/>
                    </a:cubicBezTo>
                    <a:lnTo>
                      <a:pt x="4786" y="358"/>
                    </a:lnTo>
                    <a:cubicBezTo>
                      <a:pt x="4620" y="131"/>
                      <a:pt x="4346" y="0"/>
                      <a:pt x="408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0" name="Google Shape;3940;p61"/>
              <p:cNvSpPr/>
              <p:nvPr/>
            </p:nvSpPr>
            <p:spPr>
              <a:xfrm>
                <a:off x="5513425" y="2437384"/>
                <a:ext cx="10248" cy="10280"/>
              </a:xfrm>
              <a:custGeom>
                <a:rect b="b" l="l" r="r" t="t"/>
                <a:pathLst>
                  <a:path extrusionOk="0" h="323" w="32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51"/>
                      <a:pt x="72" y="322"/>
                      <a:pt x="167" y="322"/>
                    </a:cubicBezTo>
                    <a:cubicBezTo>
                      <a:pt x="250" y="322"/>
                      <a:pt x="322" y="251"/>
                      <a:pt x="322" y="167"/>
                    </a:cubicBez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1" name="Google Shape;3941;p61"/>
              <p:cNvSpPr/>
              <p:nvPr/>
            </p:nvSpPr>
            <p:spPr>
              <a:xfrm>
                <a:off x="5411100" y="2460140"/>
                <a:ext cx="214517" cy="283106"/>
              </a:xfrm>
              <a:custGeom>
                <a:rect b="b" l="l" r="r" t="t"/>
                <a:pathLst>
                  <a:path extrusionOk="0" h="8895" w="6740">
                    <a:moveTo>
                      <a:pt x="5692" y="0"/>
                    </a:moveTo>
                    <a:cubicBezTo>
                      <a:pt x="5596" y="0"/>
                      <a:pt x="5525" y="72"/>
                      <a:pt x="5525" y="167"/>
                    </a:cubicBezTo>
                    <a:cubicBezTo>
                      <a:pt x="5525" y="250"/>
                      <a:pt x="5596" y="322"/>
                      <a:pt x="5692" y="322"/>
                    </a:cubicBezTo>
                    <a:lnTo>
                      <a:pt x="6418" y="322"/>
                    </a:lnTo>
                    <a:lnTo>
                      <a:pt x="6418" y="8561"/>
                    </a:lnTo>
                    <a:lnTo>
                      <a:pt x="334" y="8561"/>
                    </a:lnTo>
                    <a:lnTo>
                      <a:pt x="334" y="345"/>
                    </a:lnTo>
                    <a:lnTo>
                      <a:pt x="1060" y="345"/>
                    </a:lnTo>
                    <a:cubicBezTo>
                      <a:pt x="1144" y="345"/>
                      <a:pt x="1227" y="262"/>
                      <a:pt x="1227" y="179"/>
                    </a:cubicBezTo>
                    <a:cubicBezTo>
                      <a:pt x="1227" y="83"/>
                      <a:pt x="1144" y="12"/>
                      <a:pt x="1060" y="12"/>
                    </a:cubicBezTo>
                    <a:lnTo>
                      <a:pt x="167" y="12"/>
                    </a:lnTo>
                    <a:cubicBezTo>
                      <a:pt x="72" y="12"/>
                      <a:pt x="1" y="83"/>
                      <a:pt x="1" y="179"/>
                    </a:cubicBezTo>
                    <a:lnTo>
                      <a:pt x="1" y="8739"/>
                    </a:lnTo>
                    <a:cubicBezTo>
                      <a:pt x="1" y="8823"/>
                      <a:pt x="72" y="8894"/>
                      <a:pt x="167" y="8894"/>
                    </a:cubicBezTo>
                    <a:lnTo>
                      <a:pt x="6585" y="8894"/>
                    </a:lnTo>
                    <a:cubicBezTo>
                      <a:pt x="6668" y="8894"/>
                      <a:pt x="6739" y="8823"/>
                      <a:pt x="6739" y="8739"/>
                    </a:cubicBezTo>
                    <a:lnTo>
                      <a:pt x="6739" y="179"/>
                    </a:lnTo>
                    <a:cubicBezTo>
                      <a:pt x="6739" y="72"/>
                      <a:pt x="6668" y="0"/>
                      <a:pt x="658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2" name="Google Shape;3942;p61"/>
              <p:cNvSpPr/>
              <p:nvPr/>
            </p:nvSpPr>
            <p:spPr>
              <a:xfrm>
                <a:off x="5439904" y="2488562"/>
                <a:ext cx="78837" cy="106495"/>
              </a:xfrm>
              <a:custGeom>
                <a:rect b="b" l="l" r="r" t="t"/>
                <a:pathLst>
                  <a:path extrusionOk="0" h="3346" w="2477">
                    <a:moveTo>
                      <a:pt x="1405" y="322"/>
                    </a:moveTo>
                    <a:cubicBezTo>
                      <a:pt x="1608" y="322"/>
                      <a:pt x="1774" y="488"/>
                      <a:pt x="1774" y="703"/>
                    </a:cubicBezTo>
                    <a:lnTo>
                      <a:pt x="1774" y="1060"/>
                    </a:lnTo>
                    <a:cubicBezTo>
                      <a:pt x="1774" y="1357"/>
                      <a:pt x="1536" y="1607"/>
                      <a:pt x="1227" y="1607"/>
                    </a:cubicBezTo>
                    <a:cubicBezTo>
                      <a:pt x="929" y="1607"/>
                      <a:pt x="679" y="1357"/>
                      <a:pt x="679" y="1060"/>
                    </a:cubicBezTo>
                    <a:lnTo>
                      <a:pt x="679" y="703"/>
                    </a:lnTo>
                    <a:cubicBezTo>
                      <a:pt x="679" y="488"/>
                      <a:pt x="834" y="322"/>
                      <a:pt x="1048" y="322"/>
                    </a:cubicBezTo>
                    <a:close/>
                    <a:moveTo>
                      <a:pt x="1417" y="1905"/>
                    </a:moveTo>
                    <a:lnTo>
                      <a:pt x="1417" y="2012"/>
                    </a:lnTo>
                    <a:cubicBezTo>
                      <a:pt x="1417" y="2084"/>
                      <a:pt x="1429" y="2143"/>
                      <a:pt x="1465" y="2191"/>
                    </a:cubicBezTo>
                    <a:lnTo>
                      <a:pt x="1239" y="2405"/>
                    </a:lnTo>
                    <a:lnTo>
                      <a:pt x="1215" y="2405"/>
                    </a:lnTo>
                    <a:lnTo>
                      <a:pt x="989" y="2191"/>
                    </a:lnTo>
                    <a:cubicBezTo>
                      <a:pt x="1012" y="2143"/>
                      <a:pt x="1036" y="2084"/>
                      <a:pt x="1036" y="2012"/>
                    </a:cubicBezTo>
                    <a:lnTo>
                      <a:pt x="1036" y="1905"/>
                    </a:lnTo>
                    <a:cubicBezTo>
                      <a:pt x="1096" y="1917"/>
                      <a:pt x="1155" y="1917"/>
                      <a:pt x="1227" y="1917"/>
                    </a:cubicBezTo>
                    <a:cubicBezTo>
                      <a:pt x="1286" y="1917"/>
                      <a:pt x="1358" y="1917"/>
                      <a:pt x="1417" y="1905"/>
                    </a:cubicBezTo>
                    <a:close/>
                    <a:moveTo>
                      <a:pt x="1703" y="2393"/>
                    </a:moveTo>
                    <a:lnTo>
                      <a:pt x="1989" y="2548"/>
                    </a:lnTo>
                    <a:cubicBezTo>
                      <a:pt x="2048" y="2572"/>
                      <a:pt x="2084" y="2643"/>
                      <a:pt x="2084" y="2703"/>
                    </a:cubicBezTo>
                    <a:lnTo>
                      <a:pt x="2084" y="3024"/>
                    </a:lnTo>
                    <a:lnTo>
                      <a:pt x="2120" y="3024"/>
                    </a:lnTo>
                    <a:lnTo>
                      <a:pt x="322" y="3036"/>
                    </a:lnTo>
                    <a:cubicBezTo>
                      <a:pt x="322" y="3036"/>
                      <a:pt x="298" y="3036"/>
                      <a:pt x="298" y="3024"/>
                    </a:cubicBezTo>
                    <a:lnTo>
                      <a:pt x="298" y="2703"/>
                    </a:lnTo>
                    <a:cubicBezTo>
                      <a:pt x="298" y="2631"/>
                      <a:pt x="346" y="2572"/>
                      <a:pt x="405" y="2548"/>
                    </a:cubicBezTo>
                    <a:lnTo>
                      <a:pt x="691" y="2393"/>
                    </a:lnTo>
                    <a:lnTo>
                      <a:pt x="953" y="2667"/>
                    </a:lnTo>
                    <a:cubicBezTo>
                      <a:pt x="1012" y="2715"/>
                      <a:pt x="1108" y="2762"/>
                      <a:pt x="1191" y="2762"/>
                    </a:cubicBezTo>
                    <a:cubicBezTo>
                      <a:pt x="1286" y="2762"/>
                      <a:pt x="1370" y="2738"/>
                      <a:pt x="1429" y="2667"/>
                    </a:cubicBezTo>
                    <a:lnTo>
                      <a:pt x="1703" y="2393"/>
                    </a:lnTo>
                    <a:close/>
                    <a:moveTo>
                      <a:pt x="1048" y="0"/>
                    </a:moveTo>
                    <a:cubicBezTo>
                      <a:pt x="655" y="0"/>
                      <a:pt x="346" y="310"/>
                      <a:pt x="346" y="703"/>
                    </a:cubicBezTo>
                    <a:lnTo>
                      <a:pt x="346" y="1060"/>
                    </a:lnTo>
                    <a:cubicBezTo>
                      <a:pt x="346" y="1334"/>
                      <a:pt x="477" y="1607"/>
                      <a:pt x="703" y="1750"/>
                    </a:cubicBezTo>
                    <a:lnTo>
                      <a:pt x="703" y="2012"/>
                    </a:lnTo>
                    <a:lnTo>
                      <a:pt x="703" y="2024"/>
                    </a:lnTo>
                    <a:lnTo>
                      <a:pt x="286" y="2227"/>
                    </a:lnTo>
                    <a:cubicBezTo>
                      <a:pt x="108" y="2322"/>
                      <a:pt x="0" y="2500"/>
                      <a:pt x="0" y="2691"/>
                    </a:cubicBezTo>
                    <a:lnTo>
                      <a:pt x="0" y="3000"/>
                    </a:lnTo>
                    <a:cubicBezTo>
                      <a:pt x="0" y="3203"/>
                      <a:pt x="155" y="3346"/>
                      <a:pt x="346" y="3346"/>
                    </a:cubicBezTo>
                    <a:lnTo>
                      <a:pt x="2132" y="3346"/>
                    </a:lnTo>
                    <a:cubicBezTo>
                      <a:pt x="2322" y="3346"/>
                      <a:pt x="2477" y="3203"/>
                      <a:pt x="2477" y="3000"/>
                    </a:cubicBezTo>
                    <a:lnTo>
                      <a:pt x="2477" y="2691"/>
                    </a:lnTo>
                    <a:cubicBezTo>
                      <a:pt x="2465" y="2500"/>
                      <a:pt x="2334" y="2322"/>
                      <a:pt x="2167" y="2227"/>
                    </a:cubicBezTo>
                    <a:lnTo>
                      <a:pt x="1751" y="2024"/>
                    </a:lnTo>
                    <a:lnTo>
                      <a:pt x="1751" y="2012"/>
                    </a:lnTo>
                    <a:lnTo>
                      <a:pt x="1751" y="1750"/>
                    </a:lnTo>
                    <a:cubicBezTo>
                      <a:pt x="1965" y="1595"/>
                      <a:pt x="2108" y="1334"/>
                      <a:pt x="2108" y="1060"/>
                    </a:cubicBezTo>
                    <a:lnTo>
                      <a:pt x="2108" y="703"/>
                    </a:lnTo>
                    <a:cubicBezTo>
                      <a:pt x="2108" y="310"/>
                      <a:pt x="1786" y="0"/>
                      <a:pt x="140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3" name="Google Shape;3943;p61"/>
              <p:cNvSpPr/>
              <p:nvPr/>
            </p:nvSpPr>
            <p:spPr>
              <a:xfrm>
                <a:off x="5530103" y="2494228"/>
                <a:ext cx="67856" cy="33005"/>
              </a:xfrm>
              <a:custGeom>
                <a:rect b="b" l="l" r="r" t="t"/>
                <a:pathLst>
                  <a:path extrusionOk="0" h="1037" w="2132">
                    <a:moveTo>
                      <a:pt x="1786" y="346"/>
                    </a:moveTo>
                    <a:lnTo>
                      <a:pt x="1786" y="715"/>
                    </a:lnTo>
                    <a:lnTo>
                      <a:pt x="345" y="715"/>
                    </a:lnTo>
                    <a:lnTo>
                      <a:pt x="345" y="346"/>
                    </a:lnTo>
                    <a:close/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882"/>
                    </a:lnTo>
                    <a:cubicBezTo>
                      <a:pt x="0" y="965"/>
                      <a:pt x="72" y="1036"/>
                      <a:pt x="167" y="1036"/>
                    </a:cubicBezTo>
                    <a:lnTo>
                      <a:pt x="1953" y="1036"/>
                    </a:lnTo>
                    <a:cubicBezTo>
                      <a:pt x="2036" y="1036"/>
                      <a:pt x="2107" y="965"/>
                      <a:pt x="2107" y="882"/>
                    </a:cubicBezTo>
                    <a:lnTo>
                      <a:pt x="2107" y="167"/>
                    </a:lnTo>
                    <a:cubicBezTo>
                      <a:pt x="2131" y="72"/>
                      <a:pt x="2048" y="1"/>
                      <a:pt x="195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4" name="Google Shape;3944;p61"/>
              <p:cNvSpPr/>
              <p:nvPr/>
            </p:nvSpPr>
            <p:spPr>
              <a:xfrm>
                <a:off x="5530103" y="2539709"/>
                <a:ext cx="67092" cy="10248"/>
              </a:xfrm>
              <a:custGeom>
                <a:rect b="b" l="l" r="r" t="t"/>
                <a:pathLst>
                  <a:path extrusionOk="0" h="322" w="2108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250"/>
                      <a:pt x="72" y="322"/>
                      <a:pt x="167" y="322"/>
                    </a:cubicBezTo>
                    <a:lnTo>
                      <a:pt x="1953" y="322"/>
                    </a:lnTo>
                    <a:cubicBezTo>
                      <a:pt x="2036" y="322"/>
                      <a:pt x="2107" y="250"/>
                      <a:pt x="2107" y="167"/>
                    </a:cubicBezTo>
                    <a:cubicBezTo>
                      <a:pt x="2107" y="72"/>
                      <a:pt x="2048" y="0"/>
                      <a:pt x="1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5" name="Google Shape;3945;p61"/>
              <p:cNvSpPr/>
              <p:nvPr/>
            </p:nvSpPr>
            <p:spPr>
              <a:xfrm>
                <a:off x="5530103" y="2562434"/>
                <a:ext cx="32973" cy="10280"/>
              </a:xfrm>
              <a:custGeom>
                <a:rect b="b" l="l" r="r" t="t"/>
                <a:pathLst>
                  <a:path extrusionOk="0" h="323" w="1036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881" y="322"/>
                    </a:lnTo>
                    <a:cubicBezTo>
                      <a:pt x="964" y="322"/>
                      <a:pt x="1036" y="251"/>
                      <a:pt x="1036" y="167"/>
                    </a:cubicBezTo>
                    <a:cubicBezTo>
                      <a:pt x="1036" y="72"/>
                      <a:pt x="976" y="1"/>
                      <a:pt x="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6" name="Google Shape;3946;p61"/>
              <p:cNvSpPr/>
              <p:nvPr/>
            </p:nvSpPr>
            <p:spPr>
              <a:xfrm>
                <a:off x="5439522" y="2607534"/>
                <a:ext cx="158437" cy="10280"/>
              </a:xfrm>
              <a:custGeom>
                <a:rect b="b" l="l" r="r" t="t"/>
                <a:pathLst>
                  <a:path extrusionOk="0" h="323" w="4978">
                    <a:moveTo>
                      <a:pt x="167" y="1"/>
                    </a:moveTo>
                    <a:cubicBezTo>
                      <a:pt x="72" y="1"/>
                      <a:pt x="0" y="72"/>
                      <a:pt x="0" y="155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4799" y="322"/>
                    </a:lnTo>
                    <a:cubicBezTo>
                      <a:pt x="4882" y="322"/>
                      <a:pt x="4953" y="251"/>
                      <a:pt x="4953" y="155"/>
                    </a:cubicBezTo>
                    <a:cubicBezTo>
                      <a:pt x="4977" y="72"/>
                      <a:pt x="4894" y="1"/>
                      <a:pt x="479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7" name="Google Shape;3947;p61"/>
              <p:cNvSpPr/>
              <p:nvPr/>
            </p:nvSpPr>
            <p:spPr>
              <a:xfrm>
                <a:off x="5439522" y="2630258"/>
                <a:ext cx="22025" cy="10280"/>
              </a:xfrm>
              <a:custGeom>
                <a:rect b="b" l="l" r="r" t="t"/>
                <a:pathLst>
                  <a:path extrusionOk="0" h="323" w="692">
                    <a:moveTo>
                      <a:pt x="167" y="1"/>
                    </a:moveTo>
                    <a:cubicBezTo>
                      <a:pt x="72" y="1"/>
                      <a:pt x="0" y="72"/>
                      <a:pt x="0" y="156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524" y="322"/>
                    </a:lnTo>
                    <a:cubicBezTo>
                      <a:pt x="608" y="322"/>
                      <a:pt x="679" y="251"/>
                      <a:pt x="679" y="156"/>
                    </a:cubicBezTo>
                    <a:cubicBezTo>
                      <a:pt x="691" y="72"/>
                      <a:pt x="608" y="1"/>
                      <a:pt x="52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8" name="Google Shape;3948;p61"/>
              <p:cNvSpPr/>
              <p:nvPr/>
            </p:nvSpPr>
            <p:spPr>
              <a:xfrm>
                <a:off x="5439522" y="2698497"/>
                <a:ext cx="22025" cy="10248"/>
              </a:xfrm>
              <a:custGeom>
                <a:rect b="b" l="l" r="r" t="t"/>
                <a:pathLst>
                  <a:path extrusionOk="0" h="322" w="692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cubicBezTo>
                      <a:pt x="0" y="250"/>
                      <a:pt x="72" y="322"/>
                      <a:pt x="167" y="322"/>
                    </a:cubicBezTo>
                    <a:lnTo>
                      <a:pt x="524" y="322"/>
                    </a:lnTo>
                    <a:cubicBezTo>
                      <a:pt x="608" y="322"/>
                      <a:pt x="679" y="250"/>
                      <a:pt x="679" y="155"/>
                    </a:cubicBezTo>
                    <a:cubicBezTo>
                      <a:pt x="691" y="72"/>
                      <a:pt x="608" y="0"/>
                      <a:pt x="52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9" name="Google Shape;3949;p61"/>
              <p:cNvSpPr/>
              <p:nvPr/>
            </p:nvSpPr>
            <p:spPr>
              <a:xfrm>
                <a:off x="5439522" y="2675740"/>
                <a:ext cx="22025" cy="10280"/>
              </a:xfrm>
              <a:custGeom>
                <a:rect b="b" l="l" r="r" t="t"/>
                <a:pathLst>
                  <a:path extrusionOk="0" h="323" w="692">
                    <a:moveTo>
                      <a:pt x="167" y="1"/>
                    </a:moveTo>
                    <a:cubicBezTo>
                      <a:pt x="72" y="1"/>
                      <a:pt x="0" y="72"/>
                      <a:pt x="0" y="156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524" y="322"/>
                    </a:lnTo>
                    <a:cubicBezTo>
                      <a:pt x="608" y="322"/>
                      <a:pt x="679" y="251"/>
                      <a:pt x="679" y="156"/>
                    </a:cubicBezTo>
                    <a:cubicBezTo>
                      <a:pt x="691" y="72"/>
                      <a:pt x="608" y="1"/>
                      <a:pt x="52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0" name="Google Shape;3950;p61"/>
              <p:cNvSpPr/>
              <p:nvPr/>
            </p:nvSpPr>
            <p:spPr>
              <a:xfrm>
                <a:off x="5439522" y="2653015"/>
                <a:ext cx="22025" cy="10248"/>
              </a:xfrm>
              <a:custGeom>
                <a:rect b="b" l="l" r="r" t="t"/>
                <a:pathLst>
                  <a:path extrusionOk="0" h="322" w="692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cubicBezTo>
                      <a:pt x="0" y="250"/>
                      <a:pt x="72" y="322"/>
                      <a:pt x="167" y="322"/>
                    </a:cubicBezTo>
                    <a:lnTo>
                      <a:pt x="524" y="322"/>
                    </a:lnTo>
                    <a:cubicBezTo>
                      <a:pt x="608" y="322"/>
                      <a:pt x="679" y="250"/>
                      <a:pt x="679" y="155"/>
                    </a:cubicBezTo>
                    <a:cubicBezTo>
                      <a:pt x="691" y="72"/>
                      <a:pt x="608" y="0"/>
                      <a:pt x="52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1" name="Google Shape;3951;p61"/>
              <p:cNvSpPr/>
              <p:nvPr/>
            </p:nvSpPr>
            <p:spPr>
              <a:xfrm>
                <a:off x="5473641" y="2630258"/>
                <a:ext cx="44718" cy="10280"/>
              </a:xfrm>
              <a:custGeom>
                <a:rect b="b" l="l" r="r" t="t"/>
                <a:pathLst>
                  <a:path extrusionOk="0" h="323" w="1405">
                    <a:moveTo>
                      <a:pt x="167" y="1"/>
                    </a:moveTo>
                    <a:cubicBezTo>
                      <a:pt x="71" y="1"/>
                      <a:pt x="0" y="72"/>
                      <a:pt x="0" y="156"/>
                    </a:cubicBezTo>
                    <a:cubicBezTo>
                      <a:pt x="0" y="251"/>
                      <a:pt x="71" y="322"/>
                      <a:pt x="167" y="322"/>
                    </a:cubicBezTo>
                    <a:lnTo>
                      <a:pt x="1238" y="322"/>
                    </a:lnTo>
                    <a:cubicBezTo>
                      <a:pt x="1322" y="322"/>
                      <a:pt x="1393" y="251"/>
                      <a:pt x="1393" y="156"/>
                    </a:cubicBezTo>
                    <a:cubicBezTo>
                      <a:pt x="1405" y="72"/>
                      <a:pt x="1322" y="1"/>
                      <a:pt x="123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2" name="Google Shape;3952;p61"/>
              <p:cNvSpPr/>
              <p:nvPr/>
            </p:nvSpPr>
            <p:spPr>
              <a:xfrm>
                <a:off x="5473641" y="2698497"/>
                <a:ext cx="67474" cy="10248"/>
              </a:xfrm>
              <a:custGeom>
                <a:rect b="b" l="l" r="r" t="t"/>
                <a:pathLst>
                  <a:path extrusionOk="0" h="322" w="2120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67" y="322"/>
                    </a:cubicBezTo>
                    <a:lnTo>
                      <a:pt x="1953" y="322"/>
                    </a:lnTo>
                    <a:cubicBezTo>
                      <a:pt x="2036" y="322"/>
                      <a:pt x="2107" y="250"/>
                      <a:pt x="2107" y="155"/>
                    </a:cubicBezTo>
                    <a:cubicBezTo>
                      <a:pt x="2119" y="72"/>
                      <a:pt x="2036" y="0"/>
                      <a:pt x="1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3" name="Google Shape;3953;p61"/>
              <p:cNvSpPr/>
              <p:nvPr/>
            </p:nvSpPr>
            <p:spPr>
              <a:xfrm>
                <a:off x="5473641" y="2675740"/>
                <a:ext cx="44718" cy="10280"/>
              </a:xfrm>
              <a:custGeom>
                <a:rect b="b" l="l" r="r" t="t"/>
                <a:pathLst>
                  <a:path extrusionOk="0" h="323" w="1405">
                    <a:moveTo>
                      <a:pt x="167" y="1"/>
                    </a:moveTo>
                    <a:cubicBezTo>
                      <a:pt x="71" y="1"/>
                      <a:pt x="0" y="72"/>
                      <a:pt x="0" y="156"/>
                    </a:cubicBezTo>
                    <a:cubicBezTo>
                      <a:pt x="0" y="251"/>
                      <a:pt x="71" y="322"/>
                      <a:pt x="167" y="322"/>
                    </a:cubicBezTo>
                    <a:lnTo>
                      <a:pt x="1238" y="322"/>
                    </a:lnTo>
                    <a:cubicBezTo>
                      <a:pt x="1322" y="322"/>
                      <a:pt x="1393" y="251"/>
                      <a:pt x="1393" y="156"/>
                    </a:cubicBezTo>
                    <a:cubicBezTo>
                      <a:pt x="1405" y="72"/>
                      <a:pt x="1322" y="1"/>
                      <a:pt x="123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4" name="Google Shape;3954;p61"/>
              <p:cNvSpPr/>
              <p:nvPr/>
            </p:nvSpPr>
            <p:spPr>
              <a:xfrm>
                <a:off x="5473641" y="2653015"/>
                <a:ext cx="67474" cy="10248"/>
              </a:xfrm>
              <a:custGeom>
                <a:rect b="b" l="l" r="r" t="t"/>
                <a:pathLst>
                  <a:path extrusionOk="0" h="322" w="2120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67" y="322"/>
                    </a:cubicBezTo>
                    <a:lnTo>
                      <a:pt x="1953" y="322"/>
                    </a:lnTo>
                    <a:cubicBezTo>
                      <a:pt x="2036" y="322"/>
                      <a:pt x="2107" y="250"/>
                      <a:pt x="2107" y="155"/>
                    </a:cubicBezTo>
                    <a:cubicBezTo>
                      <a:pt x="2119" y="72"/>
                      <a:pt x="2036" y="0"/>
                      <a:pt x="1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5" name="Google Shape;3955;p61"/>
              <p:cNvSpPr/>
              <p:nvPr/>
            </p:nvSpPr>
            <p:spPr>
              <a:xfrm>
                <a:off x="5558525" y="2653015"/>
                <a:ext cx="39434" cy="10248"/>
              </a:xfrm>
              <a:custGeom>
                <a:rect b="b" l="l" r="r" t="t"/>
                <a:pathLst>
                  <a:path extrusionOk="0" h="322" w="1239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67" y="322"/>
                    </a:cubicBezTo>
                    <a:lnTo>
                      <a:pt x="1060" y="322"/>
                    </a:lnTo>
                    <a:cubicBezTo>
                      <a:pt x="1143" y="322"/>
                      <a:pt x="1214" y="250"/>
                      <a:pt x="1214" y="155"/>
                    </a:cubicBezTo>
                    <a:cubicBezTo>
                      <a:pt x="1238" y="72"/>
                      <a:pt x="1155" y="0"/>
                      <a:pt x="106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6" name="Google Shape;3956;p61"/>
              <p:cNvSpPr/>
              <p:nvPr/>
            </p:nvSpPr>
            <p:spPr>
              <a:xfrm>
                <a:off x="5558525" y="2630258"/>
                <a:ext cx="39434" cy="10280"/>
              </a:xfrm>
              <a:custGeom>
                <a:rect b="b" l="l" r="r" t="t"/>
                <a:pathLst>
                  <a:path extrusionOk="0" h="323" w="1239">
                    <a:moveTo>
                      <a:pt x="167" y="1"/>
                    </a:moveTo>
                    <a:cubicBezTo>
                      <a:pt x="71" y="1"/>
                      <a:pt x="0" y="72"/>
                      <a:pt x="0" y="156"/>
                    </a:cubicBezTo>
                    <a:cubicBezTo>
                      <a:pt x="0" y="251"/>
                      <a:pt x="71" y="322"/>
                      <a:pt x="167" y="322"/>
                    </a:cubicBezTo>
                    <a:lnTo>
                      <a:pt x="1060" y="322"/>
                    </a:lnTo>
                    <a:cubicBezTo>
                      <a:pt x="1143" y="322"/>
                      <a:pt x="1214" y="251"/>
                      <a:pt x="1214" y="156"/>
                    </a:cubicBezTo>
                    <a:cubicBezTo>
                      <a:pt x="1238" y="72"/>
                      <a:pt x="1155" y="1"/>
                      <a:pt x="106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7" name="Google Shape;3957;p61"/>
              <p:cNvSpPr/>
              <p:nvPr/>
            </p:nvSpPr>
            <p:spPr>
              <a:xfrm>
                <a:off x="5558525" y="2675740"/>
                <a:ext cx="39434" cy="10280"/>
              </a:xfrm>
              <a:custGeom>
                <a:rect b="b" l="l" r="r" t="t"/>
                <a:pathLst>
                  <a:path extrusionOk="0" h="323" w="1239">
                    <a:moveTo>
                      <a:pt x="167" y="1"/>
                    </a:moveTo>
                    <a:cubicBezTo>
                      <a:pt x="71" y="1"/>
                      <a:pt x="0" y="72"/>
                      <a:pt x="0" y="156"/>
                    </a:cubicBezTo>
                    <a:cubicBezTo>
                      <a:pt x="0" y="251"/>
                      <a:pt x="71" y="322"/>
                      <a:pt x="167" y="322"/>
                    </a:cubicBezTo>
                    <a:lnTo>
                      <a:pt x="1060" y="322"/>
                    </a:lnTo>
                    <a:cubicBezTo>
                      <a:pt x="1143" y="322"/>
                      <a:pt x="1214" y="251"/>
                      <a:pt x="1214" y="156"/>
                    </a:cubicBezTo>
                    <a:cubicBezTo>
                      <a:pt x="1238" y="72"/>
                      <a:pt x="1155" y="1"/>
                      <a:pt x="106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8" name="Google Shape;3958;p61"/>
              <p:cNvSpPr/>
              <p:nvPr/>
            </p:nvSpPr>
            <p:spPr>
              <a:xfrm>
                <a:off x="5558525" y="2698497"/>
                <a:ext cx="39434" cy="10248"/>
              </a:xfrm>
              <a:custGeom>
                <a:rect b="b" l="l" r="r" t="t"/>
                <a:pathLst>
                  <a:path extrusionOk="0" h="322" w="1239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67" y="322"/>
                    </a:cubicBezTo>
                    <a:lnTo>
                      <a:pt x="1060" y="322"/>
                    </a:lnTo>
                    <a:cubicBezTo>
                      <a:pt x="1143" y="322"/>
                      <a:pt x="1214" y="250"/>
                      <a:pt x="1214" y="155"/>
                    </a:cubicBezTo>
                    <a:cubicBezTo>
                      <a:pt x="1238" y="72"/>
                      <a:pt x="1155" y="0"/>
                      <a:pt x="106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59" name="Google Shape;3959;p61"/>
            <p:cNvSpPr txBox="1"/>
            <p:nvPr/>
          </p:nvSpPr>
          <p:spPr>
            <a:xfrm>
              <a:off x="2925150" y="3228374"/>
              <a:ext cx="967200" cy="2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Personas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960" name="Google Shape;3960;p61"/>
            <p:cNvSpPr txBox="1"/>
            <p:nvPr/>
          </p:nvSpPr>
          <p:spPr>
            <a:xfrm>
              <a:off x="3173800" y="1041125"/>
              <a:ext cx="12384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User 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stories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961" name="Google Shape;3961;p61"/>
            <p:cNvSpPr txBox="1"/>
            <p:nvPr/>
          </p:nvSpPr>
          <p:spPr>
            <a:xfrm>
              <a:off x="2391700" y="1041125"/>
              <a:ext cx="12384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Use </a:t>
              </a:r>
              <a:br>
                <a:rPr lang="en" sz="1200">
                  <a:latin typeface="Abel"/>
                  <a:ea typeface="Abel"/>
                  <a:cs typeface="Abel"/>
                  <a:sym typeface="Abel"/>
                </a:rPr>
              </a:b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cases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3962" name="Google Shape;3962;p61"/>
            <p:cNvGrpSpPr/>
            <p:nvPr/>
          </p:nvGrpSpPr>
          <p:grpSpPr>
            <a:xfrm>
              <a:off x="3676874" y="1528937"/>
              <a:ext cx="232253" cy="232499"/>
              <a:chOff x="7538896" y="1970156"/>
              <a:chExt cx="361147" cy="361529"/>
            </a:xfrm>
          </p:grpSpPr>
          <p:sp>
            <p:nvSpPr>
              <p:cNvPr id="3963" name="Google Shape;3963;p61"/>
              <p:cNvSpPr/>
              <p:nvPr/>
            </p:nvSpPr>
            <p:spPr>
              <a:xfrm>
                <a:off x="7538896" y="1970156"/>
                <a:ext cx="361147" cy="361529"/>
              </a:xfrm>
              <a:custGeom>
                <a:rect b="b" l="l" r="r" t="t"/>
                <a:pathLst>
                  <a:path extrusionOk="0" h="11359" w="11347">
                    <a:moveTo>
                      <a:pt x="8918" y="584"/>
                    </a:moveTo>
                    <a:lnTo>
                      <a:pt x="9477" y="1155"/>
                    </a:lnTo>
                    <a:lnTo>
                      <a:pt x="9632" y="1298"/>
                    </a:lnTo>
                    <a:lnTo>
                      <a:pt x="10239" y="1905"/>
                    </a:lnTo>
                    <a:lnTo>
                      <a:pt x="10704" y="2370"/>
                    </a:lnTo>
                    <a:lnTo>
                      <a:pt x="8918" y="2370"/>
                    </a:lnTo>
                    <a:lnTo>
                      <a:pt x="8918" y="584"/>
                    </a:lnTo>
                    <a:close/>
                    <a:moveTo>
                      <a:pt x="2631" y="4644"/>
                    </a:moveTo>
                    <a:cubicBezTo>
                      <a:pt x="3322" y="4644"/>
                      <a:pt x="3882" y="5215"/>
                      <a:pt x="3882" y="5894"/>
                    </a:cubicBezTo>
                    <a:lnTo>
                      <a:pt x="3882" y="6192"/>
                    </a:lnTo>
                    <a:lnTo>
                      <a:pt x="3810" y="6192"/>
                    </a:lnTo>
                    <a:cubicBezTo>
                      <a:pt x="3429" y="6108"/>
                      <a:pt x="3310" y="5596"/>
                      <a:pt x="3286" y="5596"/>
                    </a:cubicBezTo>
                    <a:cubicBezTo>
                      <a:pt x="3274" y="5525"/>
                      <a:pt x="3215" y="5477"/>
                      <a:pt x="3155" y="5465"/>
                    </a:cubicBezTo>
                    <a:cubicBezTo>
                      <a:pt x="3143" y="5463"/>
                      <a:pt x="3132" y="5462"/>
                      <a:pt x="3121" y="5462"/>
                    </a:cubicBezTo>
                    <a:cubicBezTo>
                      <a:pt x="3064" y="5462"/>
                      <a:pt x="3016" y="5487"/>
                      <a:pt x="2977" y="5537"/>
                    </a:cubicBezTo>
                    <a:cubicBezTo>
                      <a:pt x="2477" y="6156"/>
                      <a:pt x="1429" y="6156"/>
                      <a:pt x="1417" y="6156"/>
                    </a:cubicBezTo>
                    <a:lnTo>
                      <a:pt x="1298" y="6156"/>
                    </a:lnTo>
                    <a:lnTo>
                      <a:pt x="1286" y="6168"/>
                    </a:lnTo>
                    <a:lnTo>
                      <a:pt x="1262" y="6180"/>
                    </a:lnTo>
                    <a:lnTo>
                      <a:pt x="1262" y="5894"/>
                    </a:lnTo>
                    <a:cubicBezTo>
                      <a:pt x="1262" y="5215"/>
                      <a:pt x="1834" y="4644"/>
                      <a:pt x="2512" y="4644"/>
                    </a:cubicBezTo>
                    <a:close/>
                    <a:moveTo>
                      <a:pt x="1238" y="6644"/>
                    </a:moveTo>
                    <a:lnTo>
                      <a:pt x="1238" y="7192"/>
                    </a:lnTo>
                    <a:cubicBezTo>
                      <a:pt x="1107" y="7180"/>
                      <a:pt x="1000" y="7061"/>
                      <a:pt x="1000" y="6930"/>
                    </a:cubicBezTo>
                    <a:cubicBezTo>
                      <a:pt x="1000" y="6846"/>
                      <a:pt x="1024" y="6775"/>
                      <a:pt x="1084" y="6715"/>
                    </a:cubicBezTo>
                    <a:cubicBezTo>
                      <a:pt x="1143" y="6715"/>
                      <a:pt x="1191" y="6692"/>
                      <a:pt x="1226" y="6644"/>
                    </a:cubicBezTo>
                    <a:close/>
                    <a:moveTo>
                      <a:pt x="3929" y="6656"/>
                    </a:moveTo>
                    <a:cubicBezTo>
                      <a:pt x="3965" y="6680"/>
                      <a:pt x="4001" y="6715"/>
                      <a:pt x="4048" y="6715"/>
                    </a:cubicBezTo>
                    <a:cubicBezTo>
                      <a:pt x="4108" y="6763"/>
                      <a:pt x="4132" y="6835"/>
                      <a:pt x="4132" y="6918"/>
                    </a:cubicBezTo>
                    <a:cubicBezTo>
                      <a:pt x="4155" y="7061"/>
                      <a:pt x="4048" y="7180"/>
                      <a:pt x="3917" y="7192"/>
                    </a:cubicBezTo>
                    <a:lnTo>
                      <a:pt x="3917" y="6656"/>
                    </a:lnTo>
                    <a:close/>
                    <a:moveTo>
                      <a:pt x="3036" y="5942"/>
                    </a:moveTo>
                    <a:cubicBezTo>
                      <a:pt x="3120" y="6132"/>
                      <a:pt x="3286" y="6358"/>
                      <a:pt x="3572" y="6465"/>
                    </a:cubicBezTo>
                    <a:lnTo>
                      <a:pt x="3572" y="7227"/>
                    </a:lnTo>
                    <a:cubicBezTo>
                      <a:pt x="3560" y="7704"/>
                      <a:pt x="3167" y="8085"/>
                      <a:pt x="2691" y="8085"/>
                    </a:cubicBezTo>
                    <a:lnTo>
                      <a:pt x="2477" y="8085"/>
                    </a:lnTo>
                    <a:cubicBezTo>
                      <a:pt x="2000" y="8085"/>
                      <a:pt x="1607" y="7692"/>
                      <a:pt x="1607" y="7227"/>
                    </a:cubicBezTo>
                    <a:lnTo>
                      <a:pt x="1607" y="6501"/>
                    </a:lnTo>
                    <a:cubicBezTo>
                      <a:pt x="1917" y="6477"/>
                      <a:pt x="2572" y="6370"/>
                      <a:pt x="3036" y="5942"/>
                    </a:cubicBezTo>
                    <a:close/>
                    <a:moveTo>
                      <a:pt x="2917" y="8418"/>
                    </a:moveTo>
                    <a:lnTo>
                      <a:pt x="2917" y="8656"/>
                    </a:lnTo>
                    <a:lnTo>
                      <a:pt x="2917" y="8668"/>
                    </a:lnTo>
                    <a:lnTo>
                      <a:pt x="2572" y="9025"/>
                    </a:lnTo>
                    <a:lnTo>
                      <a:pt x="2250" y="8692"/>
                    </a:lnTo>
                    <a:lnTo>
                      <a:pt x="2250" y="8418"/>
                    </a:lnTo>
                    <a:cubicBezTo>
                      <a:pt x="2322" y="8430"/>
                      <a:pt x="2393" y="8430"/>
                      <a:pt x="2477" y="8430"/>
                    </a:cubicBezTo>
                    <a:lnTo>
                      <a:pt x="2691" y="8430"/>
                    </a:lnTo>
                    <a:cubicBezTo>
                      <a:pt x="2774" y="8430"/>
                      <a:pt x="2846" y="8418"/>
                      <a:pt x="2917" y="8418"/>
                    </a:cubicBezTo>
                    <a:close/>
                    <a:moveTo>
                      <a:pt x="8561" y="346"/>
                    </a:moveTo>
                    <a:lnTo>
                      <a:pt x="8561" y="2560"/>
                    </a:lnTo>
                    <a:cubicBezTo>
                      <a:pt x="8561" y="2667"/>
                      <a:pt x="8632" y="2739"/>
                      <a:pt x="8739" y="2739"/>
                    </a:cubicBezTo>
                    <a:lnTo>
                      <a:pt x="10954" y="2739"/>
                    </a:lnTo>
                    <a:lnTo>
                      <a:pt x="10954" y="10954"/>
                    </a:lnTo>
                    <a:lnTo>
                      <a:pt x="5167" y="10954"/>
                    </a:lnTo>
                    <a:lnTo>
                      <a:pt x="5167" y="10263"/>
                    </a:lnTo>
                    <a:cubicBezTo>
                      <a:pt x="5167" y="9454"/>
                      <a:pt x="4608" y="9049"/>
                      <a:pt x="4310" y="8954"/>
                    </a:cubicBezTo>
                    <a:lnTo>
                      <a:pt x="3274" y="8537"/>
                    </a:lnTo>
                    <a:lnTo>
                      <a:pt x="3274" y="8311"/>
                    </a:lnTo>
                    <a:cubicBezTo>
                      <a:pt x="3560" y="8156"/>
                      <a:pt x="3786" y="7894"/>
                      <a:pt x="3870" y="7561"/>
                    </a:cubicBezTo>
                    <a:cubicBezTo>
                      <a:pt x="4215" y="7561"/>
                      <a:pt x="4489" y="7287"/>
                      <a:pt x="4489" y="6930"/>
                    </a:cubicBezTo>
                    <a:cubicBezTo>
                      <a:pt x="4489" y="6715"/>
                      <a:pt x="4394" y="6525"/>
                      <a:pt x="4239" y="6418"/>
                    </a:cubicBezTo>
                    <a:lnTo>
                      <a:pt x="4239" y="5942"/>
                    </a:lnTo>
                    <a:cubicBezTo>
                      <a:pt x="4239" y="5108"/>
                      <a:pt x="3620" y="4429"/>
                      <a:pt x="2810" y="4346"/>
                    </a:cubicBezTo>
                    <a:lnTo>
                      <a:pt x="2810" y="346"/>
                    </a:lnTo>
                    <a:close/>
                    <a:moveTo>
                      <a:pt x="2679" y="0"/>
                    </a:moveTo>
                    <a:cubicBezTo>
                      <a:pt x="2572" y="0"/>
                      <a:pt x="2500" y="72"/>
                      <a:pt x="2500" y="179"/>
                    </a:cubicBezTo>
                    <a:lnTo>
                      <a:pt x="2500" y="4358"/>
                    </a:lnTo>
                    <a:cubicBezTo>
                      <a:pt x="1643" y="4394"/>
                      <a:pt x="953" y="5108"/>
                      <a:pt x="953" y="5965"/>
                    </a:cubicBezTo>
                    <a:lnTo>
                      <a:pt x="953" y="6442"/>
                    </a:lnTo>
                    <a:cubicBezTo>
                      <a:pt x="786" y="6561"/>
                      <a:pt x="691" y="6739"/>
                      <a:pt x="691" y="6954"/>
                    </a:cubicBezTo>
                    <a:cubicBezTo>
                      <a:pt x="691" y="7299"/>
                      <a:pt x="965" y="7597"/>
                      <a:pt x="1322" y="7597"/>
                    </a:cubicBezTo>
                    <a:cubicBezTo>
                      <a:pt x="1417" y="7918"/>
                      <a:pt x="1643" y="8192"/>
                      <a:pt x="1917" y="8335"/>
                    </a:cubicBezTo>
                    <a:lnTo>
                      <a:pt x="1917" y="8561"/>
                    </a:lnTo>
                    <a:lnTo>
                      <a:pt x="845" y="8978"/>
                    </a:lnTo>
                    <a:cubicBezTo>
                      <a:pt x="548" y="9085"/>
                      <a:pt x="0" y="9478"/>
                      <a:pt x="0" y="10287"/>
                    </a:cubicBezTo>
                    <a:lnTo>
                      <a:pt x="0" y="11180"/>
                    </a:lnTo>
                    <a:cubicBezTo>
                      <a:pt x="0" y="11287"/>
                      <a:pt x="72" y="11359"/>
                      <a:pt x="179" y="11359"/>
                    </a:cubicBezTo>
                    <a:lnTo>
                      <a:pt x="965" y="11359"/>
                    </a:lnTo>
                    <a:cubicBezTo>
                      <a:pt x="1072" y="11359"/>
                      <a:pt x="1143" y="11287"/>
                      <a:pt x="1143" y="11180"/>
                    </a:cubicBezTo>
                    <a:cubicBezTo>
                      <a:pt x="1143" y="11073"/>
                      <a:pt x="1072" y="11002"/>
                      <a:pt x="965" y="11002"/>
                    </a:cubicBezTo>
                    <a:lnTo>
                      <a:pt x="357" y="11002"/>
                    </a:lnTo>
                    <a:lnTo>
                      <a:pt x="357" y="10263"/>
                    </a:lnTo>
                    <a:cubicBezTo>
                      <a:pt x="357" y="9513"/>
                      <a:pt x="941" y="9287"/>
                      <a:pt x="965" y="9287"/>
                    </a:cubicBezTo>
                    <a:lnTo>
                      <a:pt x="988" y="9287"/>
                    </a:lnTo>
                    <a:lnTo>
                      <a:pt x="1965" y="8906"/>
                    </a:lnTo>
                    <a:lnTo>
                      <a:pt x="1977" y="8918"/>
                    </a:lnTo>
                    <a:lnTo>
                      <a:pt x="2500" y="9430"/>
                    </a:lnTo>
                    <a:cubicBezTo>
                      <a:pt x="2536" y="9454"/>
                      <a:pt x="2572" y="9466"/>
                      <a:pt x="2619" y="9466"/>
                    </a:cubicBezTo>
                    <a:cubicBezTo>
                      <a:pt x="2667" y="9466"/>
                      <a:pt x="2715" y="9454"/>
                      <a:pt x="2739" y="9406"/>
                    </a:cubicBezTo>
                    <a:lnTo>
                      <a:pt x="3251" y="8894"/>
                    </a:lnTo>
                    <a:lnTo>
                      <a:pt x="4227" y="9275"/>
                    </a:lnTo>
                    <a:lnTo>
                      <a:pt x="4239" y="9275"/>
                    </a:lnTo>
                    <a:cubicBezTo>
                      <a:pt x="4239" y="9275"/>
                      <a:pt x="4858" y="9490"/>
                      <a:pt x="4858" y="10240"/>
                    </a:cubicBezTo>
                    <a:lnTo>
                      <a:pt x="4858" y="10954"/>
                    </a:lnTo>
                    <a:lnTo>
                      <a:pt x="1607" y="10954"/>
                    </a:lnTo>
                    <a:cubicBezTo>
                      <a:pt x="1500" y="10954"/>
                      <a:pt x="1429" y="11037"/>
                      <a:pt x="1429" y="11133"/>
                    </a:cubicBezTo>
                    <a:cubicBezTo>
                      <a:pt x="1429" y="11240"/>
                      <a:pt x="1500" y="11311"/>
                      <a:pt x="1607" y="11311"/>
                    </a:cubicBezTo>
                    <a:lnTo>
                      <a:pt x="11168" y="11311"/>
                    </a:lnTo>
                    <a:cubicBezTo>
                      <a:pt x="11263" y="11311"/>
                      <a:pt x="11347" y="11240"/>
                      <a:pt x="11347" y="11133"/>
                    </a:cubicBezTo>
                    <a:lnTo>
                      <a:pt x="11311" y="2536"/>
                    </a:lnTo>
                    <a:lnTo>
                      <a:pt x="11311" y="2501"/>
                    </a:lnTo>
                    <a:lnTo>
                      <a:pt x="11311" y="2489"/>
                    </a:lnTo>
                    <a:cubicBezTo>
                      <a:pt x="11311" y="2489"/>
                      <a:pt x="11311" y="2477"/>
                      <a:pt x="11299" y="2477"/>
                    </a:cubicBezTo>
                    <a:lnTo>
                      <a:pt x="11287" y="2465"/>
                    </a:lnTo>
                    <a:lnTo>
                      <a:pt x="11263" y="2441"/>
                    </a:lnTo>
                    <a:lnTo>
                      <a:pt x="9882" y="1060"/>
                    </a:lnTo>
                    <a:lnTo>
                      <a:pt x="8870" y="48"/>
                    </a:lnTo>
                    <a:lnTo>
                      <a:pt x="8858" y="36"/>
                    </a:lnTo>
                    <a:lnTo>
                      <a:pt x="8846" y="12"/>
                    </a:lnTo>
                    <a:cubicBezTo>
                      <a:pt x="8846" y="12"/>
                      <a:pt x="8823" y="12"/>
                      <a:pt x="882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4" name="Google Shape;3964;p61"/>
              <p:cNvSpPr/>
              <p:nvPr/>
            </p:nvSpPr>
            <p:spPr>
              <a:xfrm>
                <a:off x="7685907" y="2066784"/>
                <a:ext cx="101211" cy="11394"/>
              </a:xfrm>
              <a:custGeom>
                <a:rect b="b" l="l" r="r" t="t"/>
                <a:pathLst>
                  <a:path extrusionOk="0" h="358" w="3180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3001" y="358"/>
                    </a:lnTo>
                    <a:cubicBezTo>
                      <a:pt x="3108" y="358"/>
                      <a:pt x="3180" y="286"/>
                      <a:pt x="3180" y="179"/>
                    </a:cubicBezTo>
                    <a:cubicBezTo>
                      <a:pt x="3180" y="84"/>
                      <a:pt x="3108" y="0"/>
                      <a:pt x="300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5" name="Google Shape;3965;p61"/>
              <p:cNvSpPr/>
              <p:nvPr/>
            </p:nvSpPr>
            <p:spPr>
              <a:xfrm>
                <a:off x="7685907" y="2106187"/>
                <a:ext cx="147075" cy="11394"/>
              </a:xfrm>
              <a:custGeom>
                <a:rect b="b" l="l" r="r" t="t"/>
                <a:pathLst>
                  <a:path extrusionOk="0" h="358" w="4621">
                    <a:moveTo>
                      <a:pt x="179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72"/>
                      <a:pt x="4549" y="1"/>
                      <a:pt x="444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6" name="Google Shape;3966;p61"/>
              <p:cNvSpPr/>
              <p:nvPr/>
            </p:nvSpPr>
            <p:spPr>
              <a:xfrm>
                <a:off x="7685907" y="2145239"/>
                <a:ext cx="147075" cy="11394"/>
              </a:xfrm>
              <a:custGeom>
                <a:rect b="b" l="l" r="r" t="t"/>
                <a:pathLst>
                  <a:path extrusionOk="0" h="358" w="4621">
                    <a:moveTo>
                      <a:pt x="179" y="0"/>
                    </a:moveTo>
                    <a:cubicBezTo>
                      <a:pt x="72" y="0"/>
                      <a:pt x="1" y="71"/>
                      <a:pt x="1" y="179"/>
                    </a:cubicBezTo>
                    <a:cubicBezTo>
                      <a:pt x="1" y="274"/>
                      <a:pt x="72" y="357"/>
                      <a:pt x="179" y="357"/>
                    </a:cubicBezTo>
                    <a:lnTo>
                      <a:pt x="4442" y="357"/>
                    </a:lnTo>
                    <a:cubicBezTo>
                      <a:pt x="4549" y="357"/>
                      <a:pt x="4620" y="274"/>
                      <a:pt x="4620" y="179"/>
                    </a:cubicBezTo>
                    <a:cubicBezTo>
                      <a:pt x="4620" y="83"/>
                      <a:pt x="4537" y="0"/>
                      <a:pt x="444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7" name="Google Shape;3967;p61"/>
              <p:cNvSpPr/>
              <p:nvPr/>
            </p:nvSpPr>
            <p:spPr>
              <a:xfrm>
                <a:off x="7685907" y="2184260"/>
                <a:ext cx="147075" cy="11394"/>
              </a:xfrm>
              <a:custGeom>
                <a:rect b="b" l="l" r="r" t="t"/>
                <a:pathLst>
                  <a:path extrusionOk="0" h="358" w="4621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84"/>
                      <a:pt x="4537" y="0"/>
                      <a:pt x="444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8" name="Google Shape;3968;p61"/>
              <p:cNvSpPr/>
              <p:nvPr/>
            </p:nvSpPr>
            <p:spPr>
              <a:xfrm>
                <a:off x="7685907" y="2223280"/>
                <a:ext cx="147075" cy="11394"/>
              </a:xfrm>
              <a:custGeom>
                <a:rect b="b" l="l" r="r" t="t"/>
                <a:pathLst>
                  <a:path extrusionOk="0" h="358" w="4621">
                    <a:moveTo>
                      <a:pt x="179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84"/>
                      <a:pt x="4537" y="1"/>
                      <a:pt x="444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69" name="Google Shape;3969;p61"/>
            <p:cNvGrpSpPr/>
            <p:nvPr/>
          </p:nvGrpSpPr>
          <p:grpSpPr>
            <a:xfrm>
              <a:off x="2882985" y="1525029"/>
              <a:ext cx="255836" cy="240305"/>
              <a:chOff x="1749728" y="2894777"/>
              <a:chExt cx="386927" cy="363438"/>
            </a:xfrm>
          </p:grpSpPr>
          <p:sp>
            <p:nvSpPr>
              <p:cNvPr id="3970" name="Google Shape;3970;p61"/>
              <p:cNvSpPr/>
              <p:nvPr/>
            </p:nvSpPr>
            <p:spPr>
              <a:xfrm>
                <a:off x="1809595" y="3025333"/>
                <a:ext cx="97424" cy="32432"/>
              </a:xfrm>
              <a:custGeom>
                <a:rect b="b" l="l" r="r" t="t"/>
                <a:pathLst>
                  <a:path extrusionOk="0" h="1019" w="3061">
                    <a:moveTo>
                      <a:pt x="1208" y="0"/>
                    </a:moveTo>
                    <a:cubicBezTo>
                      <a:pt x="852" y="0"/>
                      <a:pt x="531" y="35"/>
                      <a:pt x="322" y="66"/>
                    </a:cubicBezTo>
                    <a:cubicBezTo>
                      <a:pt x="143" y="101"/>
                      <a:pt x="1" y="244"/>
                      <a:pt x="1" y="423"/>
                    </a:cubicBezTo>
                    <a:lnTo>
                      <a:pt x="1" y="840"/>
                    </a:lnTo>
                    <a:cubicBezTo>
                      <a:pt x="1" y="947"/>
                      <a:pt x="84" y="1018"/>
                      <a:pt x="179" y="1018"/>
                    </a:cubicBezTo>
                    <a:cubicBezTo>
                      <a:pt x="286" y="1018"/>
                      <a:pt x="358" y="947"/>
                      <a:pt x="358" y="840"/>
                    </a:cubicBezTo>
                    <a:lnTo>
                      <a:pt x="358" y="423"/>
                    </a:lnTo>
                    <a:cubicBezTo>
                      <a:pt x="358" y="423"/>
                      <a:pt x="358" y="411"/>
                      <a:pt x="382" y="411"/>
                    </a:cubicBezTo>
                    <a:cubicBezTo>
                      <a:pt x="549" y="383"/>
                      <a:pt x="870" y="340"/>
                      <a:pt x="1231" y="340"/>
                    </a:cubicBezTo>
                    <a:cubicBezTo>
                      <a:pt x="1330" y="340"/>
                      <a:pt x="1433" y="344"/>
                      <a:pt x="1536" y="351"/>
                    </a:cubicBezTo>
                    <a:cubicBezTo>
                      <a:pt x="2084" y="387"/>
                      <a:pt x="2489" y="530"/>
                      <a:pt x="2727" y="768"/>
                    </a:cubicBezTo>
                    <a:cubicBezTo>
                      <a:pt x="2763" y="804"/>
                      <a:pt x="2807" y="822"/>
                      <a:pt x="2852" y="822"/>
                    </a:cubicBezTo>
                    <a:cubicBezTo>
                      <a:pt x="2897" y="822"/>
                      <a:pt x="2941" y="804"/>
                      <a:pt x="2977" y="768"/>
                    </a:cubicBezTo>
                    <a:cubicBezTo>
                      <a:pt x="3060" y="709"/>
                      <a:pt x="3060" y="590"/>
                      <a:pt x="2977" y="530"/>
                    </a:cubicBezTo>
                    <a:cubicBezTo>
                      <a:pt x="2554" y="107"/>
                      <a:pt x="1828" y="0"/>
                      <a:pt x="120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1" name="Google Shape;3971;p61"/>
              <p:cNvSpPr/>
              <p:nvPr/>
            </p:nvSpPr>
            <p:spPr>
              <a:xfrm>
                <a:off x="1749728" y="2974346"/>
                <a:ext cx="216777" cy="283869"/>
              </a:xfrm>
              <a:custGeom>
                <a:rect b="b" l="l" r="r" t="t"/>
                <a:pathLst>
                  <a:path extrusionOk="0" h="8919" w="6811">
                    <a:moveTo>
                      <a:pt x="5311" y="334"/>
                    </a:moveTo>
                    <a:lnTo>
                      <a:pt x="5311" y="2061"/>
                    </a:lnTo>
                    <a:cubicBezTo>
                      <a:pt x="5311" y="2311"/>
                      <a:pt x="5251" y="2561"/>
                      <a:pt x="5132" y="2799"/>
                    </a:cubicBezTo>
                    <a:cubicBezTo>
                      <a:pt x="5120" y="2835"/>
                      <a:pt x="5120" y="2846"/>
                      <a:pt x="5120" y="2882"/>
                    </a:cubicBezTo>
                    <a:lnTo>
                      <a:pt x="5120" y="3382"/>
                    </a:lnTo>
                    <a:cubicBezTo>
                      <a:pt x="5120" y="3858"/>
                      <a:pt x="4918" y="4311"/>
                      <a:pt x="4560" y="4644"/>
                    </a:cubicBezTo>
                    <a:cubicBezTo>
                      <a:pt x="4227" y="4955"/>
                      <a:pt x="3811" y="5111"/>
                      <a:pt x="3369" y="5111"/>
                    </a:cubicBezTo>
                    <a:cubicBezTo>
                      <a:pt x="3338" y="5111"/>
                      <a:pt x="3306" y="5110"/>
                      <a:pt x="3275" y="5109"/>
                    </a:cubicBezTo>
                    <a:cubicBezTo>
                      <a:pt x="2382" y="5061"/>
                      <a:pt x="1679" y="4275"/>
                      <a:pt x="1679" y="3323"/>
                    </a:cubicBezTo>
                    <a:lnTo>
                      <a:pt x="1679" y="2882"/>
                    </a:lnTo>
                    <a:cubicBezTo>
                      <a:pt x="1679" y="2846"/>
                      <a:pt x="1679" y="2823"/>
                      <a:pt x="1667" y="2799"/>
                    </a:cubicBezTo>
                    <a:cubicBezTo>
                      <a:pt x="1548" y="2561"/>
                      <a:pt x="1489" y="2311"/>
                      <a:pt x="1489" y="2061"/>
                    </a:cubicBezTo>
                    <a:lnTo>
                      <a:pt x="1489" y="1668"/>
                    </a:lnTo>
                    <a:cubicBezTo>
                      <a:pt x="1489" y="930"/>
                      <a:pt x="2096" y="334"/>
                      <a:pt x="2822" y="334"/>
                    </a:cubicBezTo>
                    <a:close/>
                    <a:moveTo>
                      <a:pt x="4358" y="5240"/>
                    </a:moveTo>
                    <a:lnTo>
                      <a:pt x="4358" y="5573"/>
                    </a:lnTo>
                    <a:lnTo>
                      <a:pt x="3406" y="6228"/>
                    </a:lnTo>
                    <a:lnTo>
                      <a:pt x="2441" y="5573"/>
                    </a:lnTo>
                    <a:lnTo>
                      <a:pt x="2441" y="5240"/>
                    </a:lnTo>
                    <a:cubicBezTo>
                      <a:pt x="2691" y="5371"/>
                      <a:pt x="2977" y="5466"/>
                      <a:pt x="3251" y="5478"/>
                    </a:cubicBezTo>
                    <a:lnTo>
                      <a:pt x="3394" y="5478"/>
                    </a:lnTo>
                    <a:cubicBezTo>
                      <a:pt x="3727" y="5478"/>
                      <a:pt x="4060" y="5406"/>
                      <a:pt x="4358" y="5240"/>
                    </a:cubicBezTo>
                    <a:close/>
                    <a:moveTo>
                      <a:pt x="2286" y="5883"/>
                    </a:moveTo>
                    <a:lnTo>
                      <a:pt x="3120" y="6466"/>
                    </a:lnTo>
                    <a:lnTo>
                      <a:pt x="2679" y="6906"/>
                    </a:lnTo>
                    <a:lnTo>
                      <a:pt x="2655" y="6906"/>
                    </a:lnTo>
                    <a:lnTo>
                      <a:pt x="2108" y="6073"/>
                    </a:lnTo>
                    <a:lnTo>
                      <a:pt x="2286" y="5883"/>
                    </a:lnTo>
                    <a:close/>
                    <a:moveTo>
                      <a:pt x="4525" y="5883"/>
                    </a:moveTo>
                    <a:lnTo>
                      <a:pt x="4703" y="6073"/>
                    </a:lnTo>
                    <a:lnTo>
                      <a:pt x="4144" y="6906"/>
                    </a:lnTo>
                    <a:lnTo>
                      <a:pt x="4132" y="6906"/>
                    </a:lnTo>
                    <a:lnTo>
                      <a:pt x="3691" y="6466"/>
                    </a:lnTo>
                    <a:lnTo>
                      <a:pt x="4525" y="5883"/>
                    </a:lnTo>
                    <a:close/>
                    <a:moveTo>
                      <a:pt x="2834" y="1"/>
                    </a:moveTo>
                    <a:cubicBezTo>
                      <a:pt x="1905" y="1"/>
                      <a:pt x="1143" y="763"/>
                      <a:pt x="1143" y="1703"/>
                    </a:cubicBezTo>
                    <a:lnTo>
                      <a:pt x="1143" y="2084"/>
                    </a:lnTo>
                    <a:cubicBezTo>
                      <a:pt x="1143" y="2382"/>
                      <a:pt x="1203" y="2680"/>
                      <a:pt x="1334" y="2954"/>
                    </a:cubicBezTo>
                    <a:lnTo>
                      <a:pt x="1334" y="3358"/>
                    </a:lnTo>
                    <a:cubicBezTo>
                      <a:pt x="1334" y="4025"/>
                      <a:pt x="1631" y="4620"/>
                      <a:pt x="2096" y="5025"/>
                    </a:cubicBezTo>
                    <a:lnTo>
                      <a:pt x="2096" y="5621"/>
                    </a:lnTo>
                    <a:lnTo>
                      <a:pt x="1762" y="5954"/>
                    </a:lnTo>
                    <a:cubicBezTo>
                      <a:pt x="1739" y="6002"/>
                      <a:pt x="1703" y="6049"/>
                      <a:pt x="1727" y="6097"/>
                    </a:cubicBezTo>
                    <a:lnTo>
                      <a:pt x="619" y="6490"/>
                    </a:lnTo>
                    <a:cubicBezTo>
                      <a:pt x="250" y="6633"/>
                      <a:pt x="0" y="6990"/>
                      <a:pt x="0" y="7371"/>
                    </a:cubicBezTo>
                    <a:lnTo>
                      <a:pt x="0" y="8740"/>
                    </a:lnTo>
                    <a:cubicBezTo>
                      <a:pt x="0" y="8847"/>
                      <a:pt x="72" y="8919"/>
                      <a:pt x="179" y="8919"/>
                    </a:cubicBezTo>
                    <a:cubicBezTo>
                      <a:pt x="274" y="8919"/>
                      <a:pt x="358" y="8847"/>
                      <a:pt x="358" y="8740"/>
                    </a:cubicBezTo>
                    <a:lnTo>
                      <a:pt x="358" y="7371"/>
                    </a:lnTo>
                    <a:cubicBezTo>
                      <a:pt x="358" y="7133"/>
                      <a:pt x="500" y="6906"/>
                      <a:pt x="739" y="6823"/>
                    </a:cubicBezTo>
                    <a:lnTo>
                      <a:pt x="1905" y="6406"/>
                    </a:lnTo>
                    <a:lnTo>
                      <a:pt x="2382" y="7121"/>
                    </a:lnTo>
                    <a:cubicBezTo>
                      <a:pt x="2441" y="7204"/>
                      <a:pt x="2536" y="7264"/>
                      <a:pt x="2644" y="7287"/>
                    </a:cubicBezTo>
                    <a:lnTo>
                      <a:pt x="2679" y="7287"/>
                    </a:lnTo>
                    <a:cubicBezTo>
                      <a:pt x="2774" y="7287"/>
                      <a:pt x="2870" y="7240"/>
                      <a:pt x="2929" y="7180"/>
                    </a:cubicBezTo>
                    <a:lnTo>
                      <a:pt x="3227" y="6883"/>
                    </a:lnTo>
                    <a:lnTo>
                      <a:pt x="3227" y="8740"/>
                    </a:lnTo>
                    <a:cubicBezTo>
                      <a:pt x="3227" y="8847"/>
                      <a:pt x="3298" y="8919"/>
                      <a:pt x="3406" y="8919"/>
                    </a:cubicBezTo>
                    <a:cubicBezTo>
                      <a:pt x="3513" y="8919"/>
                      <a:pt x="3584" y="8847"/>
                      <a:pt x="3584" y="8740"/>
                    </a:cubicBezTo>
                    <a:lnTo>
                      <a:pt x="3584" y="6883"/>
                    </a:lnTo>
                    <a:lnTo>
                      <a:pt x="3882" y="7180"/>
                    </a:lnTo>
                    <a:cubicBezTo>
                      <a:pt x="3953" y="7252"/>
                      <a:pt x="4048" y="7287"/>
                      <a:pt x="4132" y="7287"/>
                    </a:cubicBezTo>
                    <a:lnTo>
                      <a:pt x="4168" y="7287"/>
                    </a:lnTo>
                    <a:cubicBezTo>
                      <a:pt x="4263" y="7264"/>
                      <a:pt x="4370" y="7204"/>
                      <a:pt x="4429" y="7121"/>
                    </a:cubicBezTo>
                    <a:lnTo>
                      <a:pt x="4906" y="6406"/>
                    </a:lnTo>
                    <a:lnTo>
                      <a:pt x="6073" y="6823"/>
                    </a:lnTo>
                    <a:cubicBezTo>
                      <a:pt x="6287" y="6906"/>
                      <a:pt x="6454" y="7121"/>
                      <a:pt x="6454" y="7371"/>
                    </a:cubicBezTo>
                    <a:lnTo>
                      <a:pt x="6454" y="8740"/>
                    </a:lnTo>
                    <a:cubicBezTo>
                      <a:pt x="6454" y="8847"/>
                      <a:pt x="6525" y="8919"/>
                      <a:pt x="6632" y="8919"/>
                    </a:cubicBezTo>
                    <a:cubicBezTo>
                      <a:pt x="6739" y="8919"/>
                      <a:pt x="6811" y="8847"/>
                      <a:pt x="6811" y="8740"/>
                    </a:cubicBezTo>
                    <a:lnTo>
                      <a:pt x="6811" y="7371"/>
                    </a:lnTo>
                    <a:cubicBezTo>
                      <a:pt x="6811" y="6954"/>
                      <a:pt x="6573" y="6609"/>
                      <a:pt x="6203" y="6478"/>
                    </a:cubicBezTo>
                    <a:lnTo>
                      <a:pt x="5096" y="6073"/>
                    </a:lnTo>
                    <a:cubicBezTo>
                      <a:pt x="5096" y="6037"/>
                      <a:pt x="5084" y="5966"/>
                      <a:pt x="5060" y="5942"/>
                    </a:cubicBezTo>
                    <a:lnTo>
                      <a:pt x="4727" y="5597"/>
                    </a:lnTo>
                    <a:lnTo>
                      <a:pt x="4727" y="5025"/>
                    </a:lnTo>
                    <a:cubicBezTo>
                      <a:pt x="4763" y="4990"/>
                      <a:pt x="4799" y="4966"/>
                      <a:pt x="4834" y="4930"/>
                    </a:cubicBezTo>
                    <a:cubicBezTo>
                      <a:pt x="5251" y="4549"/>
                      <a:pt x="5489" y="3978"/>
                      <a:pt x="5489" y="3418"/>
                    </a:cubicBezTo>
                    <a:lnTo>
                      <a:pt x="5489" y="2954"/>
                    </a:lnTo>
                    <a:cubicBezTo>
                      <a:pt x="5608" y="2680"/>
                      <a:pt x="5680" y="2382"/>
                      <a:pt x="5680" y="2084"/>
                    </a:cubicBezTo>
                    <a:lnTo>
                      <a:pt x="5680" y="179"/>
                    </a:lnTo>
                    <a:cubicBezTo>
                      <a:pt x="5680" y="84"/>
                      <a:pt x="5608" y="1"/>
                      <a:pt x="550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2" name="Google Shape;3972;p61"/>
              <p:cNvSpPr/>
              <p:nvPr/>
            </p:nvSpPr>
            <p:spPr>
              <a:xfrm>
                <a:off x="1785725" y="3222186"/>
                <a:ext cx="11394" cy="35647"/>
              </a:xfrm>
              <a:custGeom>
                <a:rect b="b" l="l" r="r" t="t"/>
                <a:pathLst>
                  <a:path extrusionOk="0" h="1120" w="358">
                    <a:moveTo>
                      <a:pt x="179" y="0"/>
                    </a:moveTo>
                    <a:cubicBezTo>
                      <a:pt x="72" y="0"/>
                      <a:pt x="0" y="72"/>
                      <a:pt x="0" y="179"/>
                    </a:cubicBezTo>
                    <a:lnTo>
                      <a:pt x="0" y="941"/>
                    </a:lnTo>
                    <a:cubicBezTo>
                      <a:pt x="0" y="1048"/>
                      <a:pt x="72" y="1120"/>
                      <a:pt x="179" y="1120"/>
                    </a:cubicBezTo>
                    <a:cubicBezTo>
                      <a:pt x="274" y="1120"/>
                      <a:pt x="358" y="1048"/>
                      <a:pt x="358" y="941"/>
                    </a:cubicBezTo>
                    <a:lnTo>
                      <a:pt x="358" y="179"/>
                    </a:lnTo>
                    <a:cubicBezTo>
                      <a:pt x="358" y="72"/>
                      <a:pt x="274" y="0"/>
                      <a:pt x="17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3" name="Google Shape;3973;p61"/>
              <p:cNvSpPr/>
              <p:nvPr/>
            </p:nvSpPr>
            <p:spPr>
              <a:xfrm>
                <a:off x="1919114" y="3222186"/>
                <a:ext cx="11394" cy="35647"/>
              </a:xfrm>
              <a:custGeom>
                <a:rect b="b" l="l" r="r" t="t"/>
                <a:pathLst>
                  <a:path extrusionOk="0" h="1120" w="358">
                    <a:moveTo>
                      <a:pt x="179" y="0"/>
                    </a:moveTo>
                    <a:cubicBezTo>
                      <a:pt x="72" y="0"/>
                      <a:pt x="0" y="72"/>
                      <a:pt x="0" y="179"/>
                    </a:cubicBezTo>
                    <a:lnTo>
                      <a:pt x="0" y="941"/>
                    </a:lnTo>
                    <a:cubicBezTo>
                      <a:pt x="0" y="1048"/>
                      <a:pt x="72" y="1120"/>
                      <a:pt x="179" y="1120"/>
                    </a:cubicBezTo>
                    <a:cubicBezTo>
                      <a:pt x="286" y="1120"/>
                      <a:pt x="358" y="1048"/>
                      <a:pt x="358" y="941"/>
                    </a:cubicBezTo>
                    <a:lnTo>
                      <a:pt x="358" y="179"/>
                    </a:lnTo>
                    <a:cubicBezTo>
                      <a:pt x="358" y="72"/>
                      <a:pt x="274" y="0"/>
                      <a:pt x="17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4" name="Google Shape;3974;p61"/>
              <p:cNvSpPr/>
              <p:nvPr/>
            </p:nvSpPr>
            <p:spPr>
              <a:xfrm>
                <a:off x="1956257" y="2931156"/>
                <a:ext cx="180398" cy="188737"/>
              </a:xfrm>
              <a:custGeom>
                <a:rect b="b" l="l" r="r" t="t"/>
                <a:pathLst>
                  <a:path extrusionOk="0" h="5930" w="5668">
                    <a:moveTo>
                      <a:pt x="738" y="1"/>
                    </a:moveTo>
                    <a:cubicBezTo>
                      <a:pt x="322" y="1"/>
                      <a:pt x="0" y="346"/>
                      <a:pt x="0" y="751"/>
                    </a:cubicBezTo>
                    <a:lnTo>
                      <a:pt x="0" y="3799"/>
                    </a:lnTo>
                    <a:cubicBezTo>
                      <a:pt x="0" y="4215"/>
                      <a:pt x="334" y="4549"/>
                      <a:pt x="738" y="4549"/>
                    </a:cubicBezTo>
                    <a:lnTo>
                      <a:pt x="1084" y="4549"/>
                    </a:lnTo>
                    <a:lnTo>
                      <a:pt x="810" y="5585"/>
                    </a:lnTo>
                    <a:cubicBezTo>
                      <a:pt x="786" y="5704"/>
                      <a:pt x="834" y="5811"/>
                      <a:pt x="929" y="5882"/>
                    </a:cubicBezTo>
                    <a:cubicBezTo>
                      <a:pt x="977" y="5918"/>
                      <a:pt x="1036" y="5930"/>
                      <a:pt x="1084" y="5930"/>
                    </a:cubicBezTo>
                    <a:cubicBezTo>
                      <a:pt x="1143" y="5930"/>
                      <a:pt x="1203" y="5918"/>
                      <a:pt x="1250" y="5870"/>
                    </a:cubicBezTo>
                    <a:lnTo>
                      <a:pt x="3072" y="4525"/>
                    </a:lnTo>
                    <a:lnTo>
                      <a:pt x="4918" y="4525"/>
                    </a:lnTo>
                    <a:cubicBezTo>
                      <a:pt x="5334" y="4525"/>
                      <a:pt x="5668" y="4192"/>
                      <a:pt x="5668" y="3787"/>
                    </a:cubicBezTo>
                    <a:lnTo>
                      <a:pt x="5668" y="751"/>
                    </a:lnTo>
                    <a:cubicBezTo>
                      <a:pt x="5656" y="334"/>
                      <a:pt x="5322" y="12"/>
                      <a:pt x="4906" y="12"/>
                    </a:cubicBezTo>
                    <a:lnTo>
                      <a:pt x="3953" y="12"/>
                    </a:lnTo>
                    <a:cubicBezTo>
                      <a:pt x="3846" y="12"/>
                      <a:pt x="3775" y="84"/>
                      <a:pt x="3775" y="191"/>
                    </a:cubicBezTo>
                    <a:cubicBezTo>
                      <a:pt x="3775" y="286"/>
                      <a:pt x="3846" y="370"/>
                      <a:pt x="3953" y="370"/>
                    </a:cubicBezTo>
                    <a:lnTo>
                      <a:pt x="4906" y="370"/>
                    </a:lnTo>
                    <a:cubicBezTo>
                      <a:pt x="5132" y="370"/>
                      <a:pt x="5299" y="548"/>
                      <a:pt x="5299" y="751"/>
                    </a:cubicBezTo>
                    <a:lnTo>
                      <a:pt x="5299" y="3799"/>
                    </a:lnTo>
                    <a:cubicBezTo>
                      <a:pt x="5299" y="4025"/>
                      <a:pt x="5120" y="4192"/>
                      <a:pt x="4906" y="4192"/>
                    </a:cubicBezTo>
                    <a:lnTo>
                      <a:pt x="3001" y="4192"/>
                    </a:lnTo>
                    <a:cubicBezTo>
                      <a:pt x="2953" y="4192"/>
                      <a:pt x="2929" y="4203"/>
                      <a:pt x="2893" y="4215"/>
                    </a:cubicBezTo>
                    <a:lnTo>
                      <a:pt x="1203" y="5454"/>
                    </a:lnTo>
                    <a:lnTo>
                      <a:pt x="1203" y="5454"/>
                    </a:lnTo>
                    <a:lnTo>
                      <a:pt x="1465" y="4418"/>
                    </a:lnTo>
                    <a:cubicBezTo>
                      <a:pt x="1489" y="4358"/>
                      <a:pt x="1465" y="4311"/>
                      <a:pt x="1441" y="4263"/>
                    </a:cubicBezTo>
                    <a:cubicBezTo>
                      <a:pt x="1405" y="4215"/>
                      <a:pt x="1346" y="4192"/>
                      <a:pt x="1310" y="4192"/>
                    </a:cubicBezTo>
                    <a:lnTo>
                      <a:pt x="738" y="4192"/>
                    </a:lnTo>
                    <a:cubicBezTo>
                      <a:pt x="512" y="4192"/>
                      <a:pt x="357" y="4013"/>
                      <a:pt x="357" y="3799"/>
                    </a:cubicBezTo>
                    <a:lnTo>
                      <a:pt x="357" y="751"/>
                    </a:lnTo>
                    <a:cubicBezTo>
                      <a:pt x="357" y="524"/>
                      <a:pt x="536" y="370"/>
                      <a:pt x="738" y="370"/>
                    </a:cubicBezTo>
                    <a:lnTo>
                      <a:pt x="1691" y="370"/>
                    </a:lnTo>
                    <a:cubicBezTo>
                      <a:pt x="1798" y="370"/>
                      <a:pt x="1870" y="286"/>
                      <a:pt x="1870" y="179"/>
                    </a:cubicBezTo>
                    <a:cubicBezTo>
                      <a:pt x="1870" y="84"/>
                      <a:pt x="1798" y="1"/>
                      <a:pt x="16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5" name="Google Shape;3975;p61"/>
              <p:cNvSpPr/>
              <p:nvPr/>
            </p:nvSpPr>
            <p:spPr>
              <a:xfrm>
                <a:off x="2027487" y="2894777"/>
                <a:ext cx="36029" cy="108786"/>
              </a:xfrm>
              <a:custGeom>
                <a:rect b="b" l="l" r="r" t="t"/>
                <a:pathLst>
                  <a:path extrusionOk="0" h="3418" w="1132">
                    <a:moveTo>
                      <a:pt x="775" y="358"/>
                    </a:moveTo>
                    <a:lnTo>
                      <a:pt x="596" y="3049"/>
                    </a:lnTo>
                    <a:lnTo>
                      <a:pt x="560" y="3049"/>
                    </a:lnTo>
                    <a:lnTo>
                      <a:pt x="394" y="358"/>
                    </a:lnTo>
                    <a:close/>
                    <a:moveTo>
                      <a:pt x="179" y="1"/>
                    </a:moveTo>
                    <a:cubicBezTo>
                      <a:pt x="143" y="1"/>
                      <a:pt x="96" y="24"/>
                      <a:pt x="48" y="60"/>
                    </a:cubicBezTo>
                    <a:cubicBezTo>
                      <a:pt x="24" y="96"/>
                      <a:pt x="1" y="155"/>
                      <a:pt x="1" y="203"/>
                    </a:cubicBezTo>
                    <a:lnTo>
                      <a:pt x="203" y="3251"/>
                    </a:lnTo>
                    <a:cubicBezTo>
                      <a:pt x="203" y="3334"/>
                      <a:pt x="286" y="3418"/>
                      <a:pt x="382" y="3418"/>
                    </a:cubicBezTo>
                    <a:lnTo>
                      <a:pt x="763" y="3418"/>
                    </a:lnTo>
                    <a:cubicBezTo>
                      <a:pt x="858" y="3418"/>
                      <a:pt x="941" y="3334"/>
                      <a:pt x="941" y="3251"/>
                    </a:cubicBezTo>
                    <a:lnTo>
                      <a:pt x="1132" y="203"/>
                    </a:lnTo>
                    <a:cubicBezTo>
                      <a:pt x="1132" y="155"/>
                      <a:pt x="1120" y="96"/>
                      <a:pt x="1072" y="60"/>
                    </a:cubicBezTo>
                    <a:cubicBezTo>
                      <a:pt x="1048" y="36"/>
                      <a:pt x="1001" y="1"/>
                      <a:pt x="94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6" name="Google Shape;3976;p61"/>
              <p:cNvSpPr/>
              <p:nvPr/>
            </p:nvSpPr>
            <p:spPr>
              <a:xfrm>
                <a:off x="2027487" y="3009992"/>
                <a:ext cx="36029" cy="36029"/>
              </a:xfrm>
              <a:custGeom>
                <a:rect b="b" l="l" r="r" t="t"/>
                <a:pathLst>
                  <a:path extrusionOk="0" h="1132" w="1132">
                    <a:moveTo>
                      <a:pt x="572" y="345"/>
                    </a:moveTo>
                    <a:cubicBezTo>
                      <a:pt x="691" y="345"/>
                      <a:pt x="775" y="429"/>
                      <a:pt x="775" y="548"/>
                    </a:cubicBezTo>
                    <a:cubicBezTo>
                      <a:pt x="775" y="667"/>
                      <a:pt x="691" y="762"/>
                      <a:pt x="572" y="762"/>
                    </a:cubicBezTo>
                    <a:cubicBezTo>
                      <a:pt x="453" y="762"/>
                      <a:pt x="358" y="667"/>
                      <a:pt x="358" y="548"/>
                    </a:cubicBezTo>
                    <a:cubicBezTo>
                      <a:pt x="358" y="429"/>
                      <a:pt x="453" y="345"/>
                      <a:pt x="572" y="345"/>
                    </a:cubicBezTo>
                    <a:close/>
                    <a:moveTo>
                      <a:pt x="572" y="0"/>
                    </a:moveTo>
                    <a:cubicBezTo>
                      <a:pt x="263" y="0"/>
                      <a:pt x="1" y="250"/>
                      <a:pt x="1" y="572"/>
                    </a:cubicBezTo>
                    <a:cubicBezTo>
                      <a:pt x="1" y="881"/>
                      <a:pt x="263" y="1131"/>
                      <a:pt x="572" y="1131"/>
                    </a:cubicBezTo>
                    <a:cubicBezTo>
                      <a:pt x="882" y="1131"/>
                      <a:pt x="1132" y="881"/>
                      <a:pt x="1132" y="572"/>
                    </a:cubicBezTo>
                    <a:cubicBezTo>
                      <a:pt x="1132" y="250"/>
                      <a:pt x="882" y="0"/>
                      <a:pt x="57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977" name="Google Shape;3977;p61"/>
            <p:cNvCxnSpPr/>
            <p:nvPr/>
          </p:nvCxnSpPr>
          <p:spPr>
            <a:xfrm flipH="1">
              <a:off x="3604475" y="1881775"/>
              <a:ext cx="109800" cy="2352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8" name="Google Shape;3978;p61"/>
            <p:cNvCxnSpPr/>
            <p:nvPr/>
          </p:nvCxnSpPr>
          <p:spPr>
            <a:xfrm>
              <a:off x="3079200" y="1881775"/>
              <a:ext cx="117600" cy="2745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9" name="Google Shape;3979;p61"/>
            <p:cNvCxnSpPr>
              <a:stCxn id="3891" idx="2"/>
              <a:endCxn id="3959" idx="0"/>
            </p:cNvCxnSpPr>
            <p:nvPr/>
          </p:nvCxnSpPr>
          <p:spPr>
            <a:xfrm>
              <a:off x="3408719" y="3016166"/>
              <a:ext cx="0" cy="2121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80" name="Google Shape;3980;p61"/>
          <p:cNvGrpSpPr/>
          <p:nvPr/>
        </p:nvGrpSpPr>
        <p:grpSpPr>
          <a:xfrm>
            <a:off x="4200350" y="819763"/>
            <a:ext cx="1812175" cy="2758436"/>
            <a:chOff x="3971750" y="1131188"/>
            <a:chExt cx="1812175" cy="2758436"/>
          </a:xfrm>
        </p:grpSpPr>
        <p:grpSp>
          <p:nvGrpSpPr>
            <p:cNvPr id="3981" name="Google Shape;3981;p61"/>
            <p:cNvGrpSpPr/>
            <p:nvPr/>
          </p:nvGrpSpPr>
          <p:grpSpPr>
            <a:xfrm>
              <a:off x="4327440" y="3620301"/>
              <a:ext cx="255817" cy="255543"/>
              <a:chOff x="1749897" y="2894561"/>
              <a:chExt cx="355993" cy="355612"/>
            </a:xfrm>
          </p:grpSpPr>
          <p:sp>
            <p:nvSpPr>
              <p:cNvPr id="3982" name="Google Shape;3982;p61"/>
              <p:cNvSpPr/>
              <p:nvPr/>
            </p:nvSpPr>
            <p:spPr>
              <a:xfrm>
                <a:off x="1899858" y="2895324"/>
                <a:ext cx="206033" cy="161728"/>
              </a:xfrm>
              <a:custGeom>
                <a:rect b="b" l="l" r="r" t="t"/>
                <a:pathLst>
                  <a:path extrusionOk="0" h="5085" w="6478">
                    <a:moveTo>
                      <a:pt x="6156" y="322"/>
                    </a:moveTo>
                    <a:lnTo>
                      <a:pt x="6156" y="4763"/>
                    </a:lnTo>
                    <a:lnTo>
                      <a:pt x="334" y="4763"/>
                    </a:lnTo>
                    <a:lnTo>
                      <a:pt x="334" y="322"/>
                    </a:lnTo>
                    <a:close/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4930"/>
                    </a:lnTo>
                    <a:cubicBezTo>
                      <a:pt x="0" y="5013"/>
                      <a:pt x="72" y="5085"/>
                      <a:pt x="167" y="5085"/>
                    </a:cubicBezTo>
                    <a:lnTo>
                      <a:pt x="6311" y="5085"/>
                    </a:lnTo>
                    <a:cubicBezTo>
                      <a:pt x="6406" y="5085"/>
                      <a:pt x="6477" y="5013"/>
                      <a:pt x="6477" y="4930"/>
                    </a:cubicBezTo>
                    <a:lnTo>
                      <a:pt x="6477" y="167"/>
                    </a:lnTo>
                    <a:cubicBezTo>
                      <a:pt x="6477" y="72"/>
                      <a:pt x="6406" y="1"/>
                      <a:pt x="631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3" name="Google Shape;3983;p61"/>
              <p:cNvSpPr/>
              <p:nvPr/>
            </p:nvSpPr>
            <p:spPr>
              <a:xfrm>
                <a:off x="1751424" y="2894561"/>
                <a:ext cx="135585" cy="161379"/>
              </a:xfrm>
              <a:custGeom>
                <a:rect b="b" l="l" r="r" t="t"/>
                <a:pathLst>
                  <a:path extrusionOk="0" h="5074" w="4263">
                    <a:moveTo>
                      <a:pt x="3643" y="334"/>
                    </a:moveTo>
                    <a:lnTo>
                      <a:pt x="2048" y="2227"/>
                    </a:lnTo>
                    <a:lnTo>
                      <a:pt x="476" y="334"/>
                    </a:lnTo>
                    <a:close/>
                    <a:moveTo>
                      <a:pt x="286" y="632"/>
                    </a:moveTo>
                    <a:lnTo>
                      <a:pt x="1846" y="2489"/>
                    </a:lnTo>
                    <a:lnTo>
                      <a:pt x="286" y="4359"/>
                    </a:lnTo>
                    <a:lnTo>
                      <a:pt x="286" y="632"/>
                    </a:lnTo>
                    <a:close/>
                    <a:moveTo>
                      <a:pt x="3894" y="561"/>
                    </a:moveTo>
                    <a:lnTo>
                      <a:pt x="3894" y="4430"/>
                    </a:lnTo>
                    <a:lnTo>
                      <a:pt x="2274" y="2489"/>
                    </a:lnTo>
                    <a:lnTo>
                      <a:pt x="3894" y="561"/>
                    </a:lnTo>
                    <a:close/>
                    <a:moveTo>
                      <a:pt x="2072" y="2739"/>
                    </a:moveTo>
                    <a:lnTo>
                      <a:pt x="3763" y="4763"/>
                    </a:lnTo>
                    <a:lnTo>
                      <a:pt x="369" y="4763"/>
                    </a:lnTo>
                    <a:lnTo>
                      <a:pt x="2072" y="2739"/>
                    </a:lnTo>
                    <a:close/>
                    <a:moveTo>
                      <a:pt x="36" y="1"/>
                    </a:moveTo>
                    <a:cubicBezTo>
                      <a:pt x="36" y="1"/>
                      <a:pt x="24" y="1"/>
                      <a:pt x="24" y="25"/>
                    </a:cubicBezTo>
                    <a:cubicBezTo>
                      <a:pt x="24" y="25"/>
                      <a:pt x="12" y="25"/>
                      <a:pt x="12" y="37"/>
                    </a:cubicBezTo>
                    <a:lnTo>
                      <a:pt x="0" y="49"/>
                    </a:lnTo>
                    <a:lnTo>
                      <a:pt x="0" y="72"/>
                    </a:lnTo>
                    <a:lnTo>
                      <a:pt x="0" y="84"/>
                    </a:lnTo>
                    <a:lnTo>
                      <a:pt x="0" y="96"/>
                    </a:lnTo>
                    <a:lnTo>
                      <a:pt x="0" y="108"/>
                    </a:lnTo>
                    <a:lnTo>
                      <a:pt x="0" y="132"/>
                    </a:lnTo>
                    <a:lnTo>
                      <a:pt x="0" y="144"/>
                    </a:lnTo>
                    <a:lnTo>
                      <a:pt x="0" y="4906"/>
                    </a:lnTo>
                    <a:cubicBezTo>
                      <a:pt x="0" y="4990"/>
                      <a:pt x="72" y="5073"/>
                      <a:pt x="155" y="5073"/>
                    </a:cubicBezTo>
                    <a:lnTo>
                      <a:pt x="4108" y="5073"/>
                    </a:lnTo>
                    <a:cubicBezTo>
                      <a:pt x="4191" y="5073"/>
                      <a:pt x="4263" y="4990"/>
                      <a:pt x="4263" y="4906"/>
                    </a:cubicBezTo>
                    <a:lnTo>
                      <a:pt x="4263" y="144"/>
                    </a:lnTo>
                    <a:cubicBezTo>
                      <a:pt x="4239" y="84"/>
                      <a:pt x="4167" y="1"/>
                      <a:pt x="406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4" name="Google Shape;3984;p61"/>
              <p:cNvSpPr/>
              <p:nvPr/>
            </p:nvSpPr>
            <p:spPr>
              <a:xfrm>
                <a:off x="1931663" y="2921468"/>
                <a:ext cx="64787" cy="10241"/>
              </a:xfrm>
              <a:custGeom>
                <a:rect b="b" l="l" r="r" t="t"/>
                <a:pathLst>
                  <a:path extrusionOk="0" h="322" w="2037">
                    <a:moveTo>
                      <a:pt x="167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67" y="322"/>
                    </a:cubicBezTo>
                    <a:lnTo>
                      <a:pt x="1882" y="322"/>
                    </a:lnTo>
                    <a:cubicBezTo>
                      <a:pt x="1965" y="322"/>
                      <a:pt x="2037" y="250"/>
                      <a:pt x="2037" y="155"/>
                    </a:cubicBezTo>
                    <a:cubicBezTo>
                      <a:pt x="2037" y="72"/>
                      <a:pt x="1965" y="0"/>
                      <a:pt x="188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5" name="Google Shape;3985;p61"/>
              <p:cNvSpPr/>
              <p:nvPr/>
            </p:nvSpPr>
            <p:spPr>
              <a:xfrm>
                <a:off x="2009681" y="2921468"/>
                <a:ext cx="65168" cy="10241"/>
              </a:xfrm>
              <a:custGeom>
                <a:rect b="b" l="l" r="r" t="t"/>
                <a:pathLst>
                  <a:path extrusionOk="0" h="322" w="2049">
                    <a:moveTo>
                      <a:pt x="167" y="0"/>
                    </a:moveTo>
                    <a:cubicBezTo>
                      <a:pt x="84" y="0"/>
                      <a:pt x="0" y="72"/>
                      <a:pt x="0" y="155"/>
                    </a:cubicBezTo>
                    <a:cubicBezTo>
                      <a:pt x="0" y="250"/>
                      <a:pt x="84" y="322"/>
                      <a:pt x="167" y="322"/>
                    </a:cubicBezTo>
                    <a:lnTo>
                      <a:pt x="1881" y="322"/>
                    </a:lnTo>
                    <a:cubicBezTo>
                      <a:pt x="1965" y="322"/>
                      <a:pt x="2048" y="250"/>
                      <a:pt x="2048" y="155"/>
                    </a:cubicBezTo>
                    <a:cubicBezTo>
                      <a:pt x="2048" y="72"/>
                      <a:pt x="1965" y="0"/>
                      <a:pt x="18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6" name="Google Shape;3986;p61"/>
              <p:cNvSpPr/>
              <p:nvPr/>
            </p:nvSpPr>
            <p:spPr>
              <a:xfrm>
                <a:off x="1931663" y="2954418"/>
                <a:ext cx="64787" cy="10623"/>
              </a:xfrm>
              <a:custGeom>
                <a:rect b="b" l="l" r="r" t="t"/>
                <a:pathLst>
                  <a:path extrusionOk="0" h="334" w="2037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67" y="334"/>
                    </a:cubicBezTo>
                    <a:lnTo>
                      <a:pt x="1882" y="334"/>
                    </a:lnTo>
                    <a:cubicBezTo>
                      <a:pt x="1965" y="334"/>
                      <a:pt x="2037" y="250"/>
                      <a:pt x="2037" y="167"/>
                    </a:cubicBezTo>
                    <a:cubicBezTo>
                      <a:pt x="2037" y="72"/>
                      <a:pt x="1965" y="0"/>
                      <a:pt x="188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7" name="Google Shape;3987;p61"/>
              <p:cNvSpPr/>
              <p:nvPr/>
            </p:nvSpPr>
            <p:spPr>
              <a:xfrm>
                <a:off x="2009681" y="2954418"/>
                <a:ext cx="65168" cy="10623"/>
              </a:xfrm>
              <a:custGeom>
                <a:rect b="b" l="l" r="r" t="t"/>
                <a:pathLst>
                  <a:path extrusionOk="0" h="334" w="2049">
                    <a:moveTo>
                      <a:pt x="167" y="0"/>
                    </a:moveTo>
                    <a:cubicBezTo>
                      <a:pt x="84" y="0"/>
                      <a:pt x="0" y="72"/>
                      <a:pt x="0" y="167"/>
                    </a:cubicBezTo>
                    <a:cubicBezTo>
                      <a:pt x="0" y="250"/>
                      <a:pt x="84" y="334"/>
                      <a:pt x="167" y="334"/>
                    </a:cubicBezTo>
                    <a:lnTo>
                      <a:pt x="1881" y="334"/>
                    </a:lnTo>
                    <a:cubicBezTo>
                      <a:pt x="1965" y="334"/>
                      <a:pt x="2048" y="250"/>
                      <a:pt x="2048" y="167"/>
                    </a:cubicBezTo>
                    <a:cubicBezTo>
                      <a:pt x="2048" y="72"/>
                      <a:pt x="1965" y="0"/>
                      <a:pt x="18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8" name="Google Shape;3988;p61"/>
              <p:cNvSpPr/>
              <p:nvPr/>
            </p:nvSpPr>
            <p:spPr>
              <a:xfrm>
                <a:off x="1931663" y="2987718"/>
                <a:ext cx="64787" cy="10273"/>
              </a:xfrm>
              <a:custGeom>
                <a:rect b="b" l="l" r="r" t="t"/>
                <a:pathLst>
                  <a:path extrusionOk="0" h="323" w="2037">
                    <a:moveTo>
                      <a:pt x="167" y="1"/>
                    </a:moveTo>
                    <a:cubicBezTo>
                      <a:pt x="72" y="1"/>
                      <a:pt x="1" y="72"/>
                      <a:pt x="1" y="156"/>
                    </a:cubicBezTo>
                    <a:cubicBezTo>
                      <a:pt x="1" y="251"/>
                      <a:pt x="72" y="322"/>
                      <a:pt x="167" y="322"/>
                    </a:cubicBezTo>
                    <a:lnTo>
                      <a:pt x="1882" y="322"/>
                    </a:lnTo>
                    <a:cubicBezTo>
                      <a:pt x="1965" y="322"/>
                      <a:pt x="2037" y="251"/>
                      <a:pt x="2037" y="156"/>
                    </a:cubicBezTo>
                    <a:cubicBezTo>
                      <a:pt x="2037" y="72"/>
                      <a:pt x="1965" y="1"/>
                      <a:pt x="18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9" name="Google Shape;3989;p61"/>
              <p:cNvSpPr/>
              <p:nvPr/>
            </p:nvSpPr>
            <p:spPr>
              <a:xfrm>
                <a:off x="2009681" y="2987718"/>
                <a:ext cx="65168" cy="10273"/>
              </a:xfrm>
              <a:custGeom>
                <a:rect b="b" l="l" r="r" t="t"/>
                <a:pathLst>
                  <a:path extrusionOk="0" h="323" w="2049">
                    <a:moveTo>
                      <a:pt x="167" y="1"/>
                    </a:moveTo>
                    <a:cubicBezTo>
                      <a:pt x="84" y="1"/>
                      <a:pt x="0" y="72"/>
                      <a:pt x="0" y="156"/>
                    </a:cubicBezTo>
                    <a:cubicBezTo>
                      <a:pt x="0" y="251"/>
                      <a:pt x="84" y="322"/>
                      <a:pt x="167" y="322"/>
                    </a:cubicBezTo>
                    <a:lnTo>
                      <a:pt x="1881" y="322"/>
                    </a:lnTo>
                    <a:cubicBezTo>
                      <a:pt x="1965" y="322"/>
                      <a:pt x="2048" y="251"/>
                      <a:pt x="2048" y="156"/>
                    </a:cubicBezTo>
                    <a:cubicBezTo>
                      <a:pt x="2048" y="72"/>
                      <a:pt x="1965" y="1"/>
                      <a:pt x="1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0" name="Google Shape;3990;p61"/>
              <p:cNvSpPr/>
              <p:nvPr/>
            </p:nvSpPr>
            <p:spPr>
              <a:xfrm>
                <a:off x="1931663" y="3020668"/>
                <a:ext cx="64787" cy="10655"/>
              </a:xfrm>
              <a:custGeom>
                <a:rect b="b" l="l" r="r" t="t"/>
                <a:pathLst>
                  <a:path extrusionOk="0" h="335" w="2037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67" y="334"/>
                    </a:cubicBezTo>
                    <a:lnTo>
                      <a:pt x="1882" y="334"/>
                    </a:lnTo>
                    <a:cubicBezTo>
                      <a:pt x="1965" y="334"/>
                      <a:pt x="2037" y="251"/>
                      <a:pt x="2037" y="167"/>
                    </a:cubicBezTo>
                    <a:cubicBezTo>
                      <a:pt x="2037" y="72"/>
                      <a:pt x="1965" y="1"/>
                      <a:pt x="18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1" name="Google Shape;3991;p61"/>
              <p:cNvSpPr/>
              <p:nvPr/>
            </p:nvSpPr>
            <p:spPr>
              <a:xfrm>
                <a:off x="2009681" y="3020668"/>
                <a:ext cx="65168" cy="10655"/>
              </a:xfrm>
              <a:custGeom>
                <a:rect b="b" l="l" r="r" t="t"/>
                <a:pathLst>
                  <a:path extrusionOk="0" h="335" w="2049">
                    <a:moveTo>
                      <a:pt x="167" y="1"/>
                    </a:moveTo>
                    <a:cubicBezTo>
                      <a:pt x="84" y="1"/>
                      <a:pt x="0" y="72"/>
                      <a:pt x="0" y="167"/>
                    </a:cubicBezTo>
                    <a:cubicBezTo>
                      <a:pt x="0" y="251"/>
                      <a:pt x="84" y="334"/>
                      <a:pt x="167" y="334"/>
                    </a:cubicBezTo>
                    <a:lnTo>
                      <a:pt x="1881" y="334"/>
                    </a:lnTo>
                    <a:cubicBezTo>
                      <a:pt x="1965" y="334"/>
                      <a:pt x="2048" y="251"/>
                      <a:pt x="2048" y="167"/>
                    </a:cubicBezTo>
                    <a:cubicBezTo>
                      <a:pt x="2048" y="72"/>
                      <a:pt x="1965" y="1"/>
                      <a:pt x="1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2" name="Google Shape;3992;p61"/>
              <p:cNvSpPr/>
              <p:nvPr/>
            </p:nvSpPr>
            <p:spPr>
              <a:xfrm>
                <a:off x="1749897" y="3069138"/>
                <a:ext cx="355993" cy="181034"/>
              </a:xfrm>
              <a:custGeom>
                <a:rect b="b" l="l" r="r" t="t"/>
                <a:pathLst>
                  <a:path extrusionOk="0" h="5692" w="11193">
                    <a:moveTo>
                      <a:pt x="9859" y="322"/>
                    </a:moveTo>
                    <a:lnTo>
                      <a:pt x="5596" y="1477"/>
                    </a:lnTo>
                    <a:lnTo>
                      <a:pt x="1334" y="322"/>
                    </a:lnTo>
                    <a:close/>
                    <a:moveTo>
                      <a:pt x="334" y="394"/>
                    </a:moveTo>
                    <a:lnTo>
                      <a:pt x="4954" y="1644"/>
                    </a:lnTo>
                    <a:lnTo>
                      <a:pt x="334" y="2894"/>
                    </a:lnTo>
                    <a:lnTo>
                      <a:pt x="334" y="394"/>
                    </a:lnTo>
                    <a:close/>
                    <a:moveTo>
                      <a:pt x="10871" y="417"/>
                    </a:moveTo>
                    <a:lnTo>
                      <a:pt x="10871" y="2918"/>
                    </a:lnTo>
                    <a:lnTo>
                      <a:pt x="6239" y="1668"/>
                    </a:lnTo>
                    <a:lnTo>
                      <a:pt x="10871" y="417"/>
                    </a:lnTo>
                    <a:close/>
                    <a:moveTo>
                      <a:pt x="5596" y="1822"/>
                    </a:moveTo>
                    <a:lnTo>
                      <a:pt x="10252" y="3096"/>
                    </a:lnTo>
                    <a:lnTo>
                      <a:pt x="941" y="3096"/>
                    </a:lnTo>
                    <a:lnTo>
                      <a:pt x="5596" y="1822"/>
                    </a:lnTo>
                    <a:close/>
                    <a:moveTo>
                      <a:pt x="9132" y="3425"/>
                    </a:moveTo>
                    <a:cubicBezTo>
                      <a:pt x="9140" y="3425"/>
                      <a:pt x="9148" y="3427"/>
                      <a:pt x="9156" y="3430"/>
                    </a:cubicBezTo>
                    <a:lnTo>
                      <a:pt x="10669" y="4477"/>
                    </a:lnTo>
                    <a:cubicBezTo>
                      <a:pt x="10692" y="4489"/>
                      <a:pt x="10704" y="4501"/>
                      <a:pt x="10692" y="4537"/>
                    </a:cubicBezTo>
                    <a:cubicBezTo>
                      <a:pt x="10692" y="4549"/>
                      <a:pt x="10669" y="4561"/>
                      <a:pt x="10645" y="4561"/>
                    </a:cubicBezTo>
                    <a:lnTo>
                      <a:pt x="9871" y="4525"/>
                    </a:lnTo>
                    <a:cubicBezTo>
                      <a:pt x="9856" y="4522"/>
                      <a:pt x="9840" y="4521"/>
                      <a:pt x="9825" y="4521"/>
                    </a:cubicBezTo>
                    <a:cubicBezTo>
                      <a:pt x="9708" y="4521"/>
                      <a:pt x="9589" y="4598"/>
                      <a:pt x="9526" y="4704"/>
                    </a:cubicBezTo>
                    <a:cubicBezTo>
                      <a:pt x="9097" y="5382"/>
                      <a:pt x="9121" y="5382"/>
                      <a:pt x="9085" y="5382"/>
                    </a:cubicBezTo>
                    <a:cubicBezTo>
                      <a:pt x="9049" y="5382"/>
                      <a:pt x="9037" y="5370"/>
                      <a:pt x="9037" y="5335"/>
                    </a:cubicBezTo>
                    <a:lnTo>
                      <a:pt x="9085" y="3477"/>
                    </a:lnTo>
                    <a:cubicBezTo>
                      <a:pt x="9085" y="3441"/>
                      <a:pt x="9106" y="3425"/>
                      <a:pt x="9132" y="3425"/>
                    </a:cubicBezTo>
                    <a:close/>
                    <a:moveTo>
                      <a:pt x="334" y="1"/>
                    </a:moveTo>
                    <a:cubicBezTo>
                      <a:pt x="286" y="1"/>
                      <a:pt x="239" y="13"/>
                      <a:pt x="215" y="25"/>
                    </a:cubicBezTo>
                    <a:cubicBezTo>
                      <a:pt x="96" y="72"/>
                      <a:pt x="12" y="191"/>
                      <a:pt x="1" y="310"/>
                    </a:cubicBezTo>
                    <a:lnTo>
                      <a:pt x="1" y="322"/>
                    </a:lnTo>
                    <a:lnTo>
                      <a:pt x="1" y="3096"/>
                    </a:lnTo>
                    <a:cubicBezTo>
                      <a:pt x="1" y="3275"/>
                      <a:pt x="155" y="3418"/>
                      <a:pt x="334" y="3418"/>
                    </a:cubicBezTo>
                    <a:lnTo>
                      <a:pt x="8728" y="3418"/>
                    </a:lnTo>
                    <a:cubicBezTo>
                      <a:pt x="8728" y="3465"/>
                      <a:pt x="8728" y="3346"/>
                      <a:pt x="8680" y="5311"/>
                    </a:cubicBezTo>
                    <a:cubicBezTo>
                      <a:pt x="8680" y="5418"/>
                      <a:pt x="8704" y="5513"/>
                      <a:pt x="8775" y="5573"/>
                    </a:cubicBezTo>
                    <a:cubicBezTo>
                      <a:pt x="8859" y="5656"/>
                      <a:pt x="8954" y="5692"/>
                      <a:pt x="9061" y="5692"/>
                    </a:cubicBezTo>
                    <a:cubicBezTo>
                      <a:pt x="9192" y="5692"/>
                      <a:pt x="9311" y="5620"/>
                      <a:pt x="9395" y="5513"/>
                    </a:cubicBezTo>
                    <a:cubicBezTo>
                      <a:pt x="9823" y="4847"/>
                      <a:pt x="9787" y="4835"/>
                      <a:pt x="9835" y="4835"/>
                    </a:cubicBezTo>
                    <a:cubicBezTo>
                      <a:pt x="10764" y="4882"/>
                      <a:pt x="10621" y="4882"/>
                      <a:pt x="10645" y="4882"/>
                    </a:cubicBezTo>
                    <a:cubicBezTo>
                      <a:pt x="10800" y="4882"/>
                      <a:pt x="10954" y="4775"/>
                      <a:pt x="11002" y="4608"/>
                    </a:cubicBezTo>
                    <a:cubicBezTo>
                      <a:pt x="11038" y="4442"/>
                      <a:pt x="10978" y="4287"/>
                      <a:pt x="10847" y="4180"/>
                    </a:cubicBezTo>
                    <a:lnTo>
                      <a:pt x="9704" y="3406"/>
                    </a:lnTo>
                    <a:lnTo>
                      <a:pt x="10847" y="3406"/>
                    </a:lnTo>
                    <a:cubicBezTo>
                      <a:pt x="11026" y="3406"/>
                      <a:pt x="11181" y="3251"/>
                      <a:pt x="11181" y="3073"/>
                    </a:cubicBezTo>
                    <a:cubicBezTo>
                      <a:pt x="11192" y="2739"/>
                      <a:pt x="11192" y="620"/>
                      <a:pt x="11192" y="310"/>
                    </a:cubicBezTo>
                    <a:cubicBezTo>
                      <a:pt x="11192" y="179"/>
                      <a:pt x="11109" y="72"/>
                      <a:pt x="10990" y="25"/>
                    </a:cubicBezTo>
                    <a:cubicBezTo>
                      <a:pt x="10942" y="13"/>
                      <a:pt x="10907" y="1"/>
                      <a:pt x="1087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93" name="Google Shape;3993;p61"/>
            <p:cNvSpPr txBox="1"/>
            <p:nvPr/>
          </p:nvSpPr>
          <p:spPr>
            <a:xfrm>
              <a:off x="3971750" y="3209463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Wireframe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3994" name="Google Shape;3994;p61"/>
            <p:cNvGrpSpPr/>
            <p:nvPr/>
          </p:nvGrpSpPr>
          <p:grpSpPr>
            <a:xfrm>
              <a:off x="4708598" y="1543593"/>
              <a:ext cx="283464" cy="283189"/>
              <a:chOff x="7978465" y="1969392"/>
              <a:chExt cx="361147" cy="360797"/>
            </a:xfrm>
          </p:grpSpPr>
          <p:sp>
            <p:nvSpPr>
              <p:cNvPr id="3995" name="Google Shape;3995;p61"/>
              <p:cNvSpPr/>
              <p:nvPr/>
            </p:nvSpPr>
            <p:spPr>
              <a:xfrm>
                <a:off x="8136871" y="2285821"/>
                <a:ext cx="44368" cy="44368"/>
              </a:xfrm>
              <a:custGeom>
                <a:rect b="b" l="l" r="r" t="t"/>
                <a:pathLst>
                  <a:path extrusionOk="0" h="1394" w="1394">
                    <a:moveTo>
                      <a:pt x="691" y="322"/>
                    </a:moveTo>
                    <a:cubicBezTo>
                      <a:pt x="905" y="322"/>
                      <a:pt x="1072" y="488"/>
                      <a:pt x="1072" y="703"/>
                    </a:cubicBezTo>
                    <a:cubicBezTo>
                      <a:pt x="1072" y="905"/>
                      <a:pt x="893" y="1072"/>
                      <a:pt x="691" y="1072"/>
                    </a:cubicBezTo>
                    <a:cubicBezTo>
                      <a:pt x="488" y="1072"/>
                      <a:pt x="322" y="905"/>
                      <a:pt x="322" y="703"/>
                    </a:cubicBezTo>
                    <a:cubicBezTo>
                      <a:pt x="322" y="488"/>
                      <a:pt x="488" y="322"/>
                      <a:pt x="691" y="322"/>
                    </a:cubicBezTo>
                    <a:close/>
                    <a:moveTo>
                      <a:pt x="691" y="0"/>
                    </a:moveTo>
                    <a:cubicBezTo>
                      <a:pt x="310" y="0"/>
                      <a:pt x="0" y="310"/>
                      <a:pt x="0" y="703"/>
                    </a:cubicBezTo>
                    <a:cubicBezTo>
                      <a:pt x="0" y="1084"/>
                      <a:pt x="310" y="1393"/>
                      <a:pt x="691" y="1393"/>
                    </a:cubicBezTo>
                    <a:cubicBezTo>
                      <a:pt x="1084" y="1393"/>
                      <a:pt x="1393" y="1084"/>
                      <a:pt x="1393" y="703"/>
                    </a:cubicBezTo>
                    <a:cubicBezTo>
                      <a:pt x="1393" y="310"/>
                      <a:pt x="1084" y="0"/>
                      <a:pt x="6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6" name="Google Shape;3996;p61"/>
              <p:cNvSpPr/>
              <p:nvPr/>
            </p:nvSpPr>
            <p:spPr>
              <a:xfrm>
                <a:off x="8210010" y="2121719"/>
                <a:ext cx="56112" cy="56112"/>
              </a:xfrm>
              <a:custGeom>
                <a:rect b="b" l="l" r="r" t="t"/>
                <a:pathLst>
                  <a:path extrusionOk="0" h="1763" w="1763">
                    <a:moveTo>
                      <a:pt x="881" y="334"/>
                    </a:moveTo>
                    <a:cubicBezTo>
                      <a:pt x="1191" y="334"/>
                      <a:pt x="1429" y="572"/>
                      <a:pt x="1429" y="882"/>
                    </a:cubicBezTo>
                    <a:cubicBezTo>
                      <a:pt x="1417" y="1180"/>
                      <a:pt x="1179" y="1430"/>
                      <a:pt x="881" y="1430"/>
                    </a:cubicBezTo>
                    <a:cubicBezTo>
                      <a:pt x="583" y="1430"/>
                      <a:pt x="333" y="1191"/>
                      <a:pt x="333" y="882"/>
                    </a:cubicBezTo>
                    <a:cubicBezTo>
                      <a:pt x="333" y="584"/>
                      <a:pt x="572" y="334"/>
                      <a:pt x="881" y="334"/>
                    </a:cubicBezTo>
                    <a:close/>
                    <a:moveTo>
                      <a:pt x="881" y="1"/>
                    </a:moveTo>
                    <a:cubicBezTo>
                      <a:pt x="405" y="1"/>
                      <a:pt x="0" y="394"/>
                      <a:pt x="0" y="882"/>
                    </a:cubicBezTo>
                    <a:cubicBezTo>
                      <a:pt x="0" y="1358"/>
                      <a:pt x="393" y="1763"/>
                      <a:pt x="881" y="1763"/>
                    </a:cubicBezTo>
                    <a:cubicBezTo>
                      <a:pt x="1357" y="1763"/>
                      <a:pt x="1762" y="1370"/>
                      <a:pt x="1762" y="882"/>
                    </a:cubicBezTo>
                    <a:cubicBezTo>
                      <a:pt x="1762" y="406"/>
                      <a:pt x="1357" y="1"/>
                      <a:pt x="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7" name="Google Shape;3997;p61"/>
              <p:cNvSpPr/>
              <p:nvPr/>
            </p:nvSpPr>
            <p:spPr>
              <a:xfrm>
                <a:off x="8051987" y="2121719"/>
                <a:ext cx="55730" cy="56112"/>
              </a:xfrm>
              <a:custGeom>
                <a:rect b="b" l="l" r="r" t="t"/>
                <a:pathLst>
                  <a:path extrusionOk="0" h="1763" w="1751">
                    <a:moveTo>
                      <a:pt x="881" y="334"/>
                    </a:moveTo>
                    <a:cubicBezTo>
                      <a:pt x="1179" y="334"/>
                      <a:pt x="1429" y="572"/>
                      <a:pt x="1429" y="882"/>
                    </a:cubicBezTo>
                    <a:cubicBezTo>
                      <a:pt x="1417" y="1180"/>
                      <a:pt x="1179" y="1430"/>
                      <a:pt x="881" y="1430"/>
                    </a:cubicBezTo>
                    <a:cubicBezTo>
                      <a:pt x="584" y="1430"/>
                      <a:pt x="322" y="1191"/>
                      <a:pt x="322" y="882"/>
                    </a:cubicBezTo>
                    <a:cubicBezTo>
                      <a:pt x="322" y="572"/>
                      <a:pt x="560" y="334"/>
                      <a:pt x="881" y="334"/>
                    </a:cubicBezTo>
                    <a:close/>
                    <a:moveTo>
                      <a:pt x="881" y="1"/>
                    </a:moveTo>
                    <a:cubicBezTo>
                      <a:pt x="405" y="1"/>
                      <a:pt x="0" y="394"/>
                      <a:pt x="0" y="882"/>
                    </a:cubicBezTo>
                    <a:cubicBezTo>
                      <a:pt x="0" y="1358"/>
                      <a:pt x="381" y="1763"/>
                      <a:pt x="881" y="1763"/>
                    </a:cubicBezTo>
                    <a:cubicBezTo>
                      <a:pt x="1357" y="1763"/>
                      <a:pt x="1750" y="1370"/>
                      <a:pt x="1750" y="882"/>
                    </a:cubicBezTo>
                    <a:cubicBezTo>
                      <a:pt x="1750" y="406"/>
                      <a:pt x="1357" y="1"/>
                      <a:pt x="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8" name="Google Shape;3998;p61"/>
              <p:cNvSpPr/>
              <p:nvPr/>
            </p:nvSpPr>
            <p:spPr>
              <a:xfrm>
                <a:off x="7978465" y="2285821"/>
                <a:ext cx="44749" cy="44368"/>
              </a:xfrm>
              <a:custGeom>
                <a:rect b="b" l="l" r="r" t="t"/>
                <a:pathLst>
                  <a:path extrusionOk="0" h="1394" w="1406">
                    <a:moveTo>
                      <a:pt x="703" y="322"/>
                    </a:moveTo>
                    <a:cubicBezTo>
                      <a:pt x="905" y="322"/>
                      <a:pt x="1072" y="488"/>
                      <a:pt x="1072" y="703"/>
                    </a:cubicBezTo>
                    <a:cubicBezTo>
                      <a:pt x="1072" y="905"/>
                      <a:pt x="893" y="1072"/>
                      <a:pt x="703" y="1072"/>
                    </a:cubicBezTo>
                    <a:cubicBezTo>
                      <a:pt x="489" y="1072"/>
                      <a:pt x="334" y="905"/>
                      <a:pt x="334" y="703"/>
                    </a:cubicBezTo>
                    <a:cubicBezTo>
                      <a:pt x="334" y="488"/>
                      <a:pt x="489" y="322"/>
                      <a:pt x="703" y="322"/>
                    </a:cubicBezTo>
                    <a:close/>
                    <a:moveTo>
                      <a:pt x="703" y="0"/>
                    </a:moveTo>
                    <a:cubicBezTo>
                      <a:pt x="310" y="0"/>
                      <a:pt x="0" y="310"/>
                      <a:pt x="0" y="703"/>
                    </a:cubicBezTo>
                    <a:cubicBezTo>
                      <a:pt x="0" y="1084"/>
                      <a:pt x="310" y="1393"/>
                      <a:pt x="703" y="1393"/>
                    </a:cubicBezTo>
                    <a:cubicBezTo>
                      <a:pt x="1084" y="1393"/>
                      <a:pt x="1405" y="1084"/>
                      <a:pt x="1405" y="703"/>
                    </a:cubicBezTo>
                    <a:cubicBezTo>
                      <a:pt x="1405" y="310"/>
                      <a:pt x="1084" y="0"/>
                      <a:pt x="70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9" name="Google Shape;3999;p61"/>
              <p:cNvSpPr/>
              <p:nvPr/>
            </p:nvSpPr>
            <p:spPr>
              <a:xfrm>
                <a:off x="8294894" y="2285821"/>
                <a:ext cx="44718" cy="44368"/>
              </a:xfrm>
              <a:custGeom>
                <a:rect b="b" l="l" r="r" t="t"/>
                <a:pathLst>
                  <a:path extrusionOk="0" h="1394" w="1405">
                    <a:moveTo>
                      <a:pt x="703" y="322"/>
                    </a:moveTo>
                    <a:cubicBezTo>
                      <a:pt x="905" y="322"/>
                      <a:pt x="1072" y="488"/>
                      <a:pt x="1072" y="703"/>
                    </a:cubicBezTo>
                    <a:cubicBezTo>
                      <a:pt x="1072" y="905"/>
                      <a:pt x="893" y="1072"/>
                      <a:pt x="703" y="1072"/>
                    </a:cubicBezTo>
                    <a:cubicBezTo>
                      <a:pt x="488" y="1072"/>
                      <a:pt x="333" y="905"/>
                      <a:pt x="333" y="703"/>
                    </a:cubicBezTo>
                    <a:cubicBezTo>
                      <a:pt x="333" y="488"/>
                      <a:pt x="488" y="322"/>
                      <a:pt x="703" y="322"/>
                    </a:cubicBezTo>
                    <a:close/>
                    <a:moveTo>
                      <a:pt x="703" y="0"/>
                    </a:moveTo>
                    <a:cubicBezTo>
                      <a:pt x="310" y="0"/>
                      <a:pt x="0" y="310"/>
                      <a:pt x="0" y="703"/>
                    </a:cubicBezTo>
                    <a:cubicBezTo>
                      <a:pt x="0" y="1084"/>
                      <a:pt x="310" y="1393"/>
                      <a:pt x="703" y="1393"/>
                    </a:cubicBezTo>
                    <a:cubicBezTo>
                      <a:pt x="1084" y="1393"/>
                      <a:pt x="1405" y="1084"/>
                      <a:pt x="1405" y="703"/>
                    </a:cubicBezTo>
                    <a:cubicBezTo>
                      <a:pt x="1405" y="310"/>
                      <a:pt x="1084" y="0"/>
                      <a:pt x="70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0" name="Google Shape;4000;p61"/>
              <p:cNvSpPr/>
              <p:nvPr/>
            </p:nvSpPr>
            <p:spPr>
              <a:xfrm>
                <a:off x="8119811" y="1969392"/>
                <a:ext cx="78455" cy="78487"/>
              </a:xfrm>
              <a:custGeom>
                <a:rect b="b" l="l" r="r" t="t"/>
                <a:pathLst>
                  <a:path extrusionOk="0" h="2466" w="2465">
                    <a:moveTo>
                      <a:pt x="1227" y="346"/>
                    </a:moveTo>
                    <a:cubicBezTo>
                      <a:pt x="1727" y="346"/>
                      <a:pt x="2120" y="739"/>
                      <a:pt x="2120" y="1239"/>
                    </a:cubicBezTo>
                    <a:cubicBezTo>
                      <a:pt x="2120" y="1727"/>
                      <a:pt x="1727" y="2132"/>
                      <a:pt x="1227" y="2132"/>
                    </a:cubicBezTo>
                    <a:cubicBezTo>
                      <a:pt x="739" y="2132"/>
                      <a:pt x="334" y="1727"/>
                      <a:pt x="334" y="1239"/>
                    </a:cubicBezTo>
                    <a:cubicBezTo>
                      <a:pt x="334" y="739"/>
                      <a:pt x="739" y="346"/>
                      <a:pt x="1227" y="346"/>
                    </a:cubicBezTo>
                    <a:close/>
                    <a:moveTo>
                      <a:pt x="1227" y="1"/>
                    </a:moveTo>
                    <a:cubicBezTo>
                      <a:pt x="548" y="1"/>
                      <a:pt x="0" y="548"/>
                      <a:pt x="0" y="1239"/>
                    </a:cubicBezTo>
                    <a:cubicBezTo>
                      <a:pt x="0" y="1917"/>
                      <a:pt x="548" y="2465"/>
                      <a:pt x="1227" y="2465"/>
                    </a:cubicBezTo>
                    <a:cubicBezTo>
                      <a:pt x="1917" y="2465"/>
                      <a:pt x="2465" y="1917"/>
                      <a:pt x="2465" y="1239"/>
                    </a:cubicBezTo>
                    <a:cubicBezTo>
                      <a:pt x="2465" y="548"/>
                      <a:pt x="1905" y="1"/>
                      <a:pt x="122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1" name="Google Shape;4001;p61"/>
              <p:cNvSpPr/>
              <p:nvPr/>
            </p:nvSpPr>
            <p:spPr>
              <a:xfrm>
                <a:off x="8012202" y="2189575"/>
                <a:ext cx="134917" cy="89690"/>
              </a:xfrm>
              <a:custGeom>
                <a:rect b="b" l="l" r="r" t="t"/>
                <a:pathLst>
                  <a:path extrusionOk="0" h="2818" w="4239">
                    <a:moveTo>
                      <a:pt x="2107" y="0"/>
                    </a:moveTo>
                    <a:cubicBezTo>
                      <a:pt x="2024" y="0"/>
                      <a:pt x="1953" y="71"/>
                      <a:pt x="1953" y="167"/>
                    </a:cubicBezTo>
                    <a:lnTo>
                      <a:pt x="1953" y="1417"/>
                    </a:lnTo>
                    <a:lnTo>
                      <a:pt x="1072" y="1417"/>
                    </a:lnTo>
                    <a:cubicBezTo>
                      <a:pt x="822" y="1417"/>
                      <a:pt x="583" y="1560"/>
                      <a:pt x="464" y="1786"/>
                    </a:cubicBezTo>
                    <a:lnTo>
                      <a:pt x="48" y="2560"/>
                    </a:lnTo>
                    <a:cubicBezTo>
                      <a:pt x="0" y="2631"/>
                      <a:pt x="24" y="2738"/>
                      <a:pt x="119" y="2786"/>
                    </a:cubicBezTo>
                    <a:cubicBezTo>
                      <a:pt x="143" y="2798"/>
                      <a:pt x="167" y="2798"/>
                      <a:pt x="191" y="2798"/>
                    </a:cubicBezTo>
                    <a:cubicBezTo>
                      <a:pt x="250" y="2798"/>
                      <a:pt x="310" y="2774"/>
                      <a:pt x="345" y="2715"/>
                    </a:cubicBezTo>
                    <a:lnTo>
                      <a:pt x="762" y="1941"/>
                    </a:lnTo>
                    <a:cubicBezTo>
                      <a:pt x="822" y="1822"/>
                      <a:pt x="953" y="1738"/>
                      <a:pt x="1083" y="1738"/>
                    </a:cubicBezTo>
                    <a:lnTo>
                      <a:pt x="3167" y="1738"/>
                    </a:lnTo>
                    <a:cubicBezTo>
                      <a:pt x="3298" y="1738"/>
                      <a:pt x="3417" y="1822"/>
                      <a:pt x="3500" y="1941"/>
                    </a:cubicBezTo>
                    <a:lnTo>
                      <a:pt x="3917" y="2727"/>
                    </a:lnTo>
                    <a:cubicBezTo>
                      <a:pt x="3943" y="2778"/>
                      <a:pt x="4006" y="2817"/>
                      <a:pt x="4066" y="2817"/>
                    </a:cubicBezTo>
                    <a:cubicBezTo>
                      <a:pt x="4089" y="2817"/>
                      <a:pt x="4112" y="2811"/>
                      <a:pt x="4131" y="2798"/>
                    </a:cubicBezTo>
                    <a:cubicBezTo>
                      <a:pt x="4215" y="2774"/>
                      <a:pt x="4239" y="2667"/>
                      <a:pt x="4191" y="2572"/>
                    </a:cubicBezTo>
                    <a:lnTo>
                      <a:pt x="3774" y="1786"/>
                    </a:lnTo>
                    <a:cubicBezTo>
                      <a:pt x="3655" y="1560"/>
                      <a:pt x="3417" y="1417"/>
                      <a:pt x="3155" y="1417"/>
                    </a:cubicBezTo>
                    <a:lnTo>
                      <a:pt x="2274" y="1417"/>
                    </a:lnTo>
                    <a:lnTo>
                      <a:pt x="2274" y="167"/>
                    </a:lnTo>
                    <a:cubicBezTo>
                      <a:pt x="2274" y="71"/>
                      <a:pt x="2203" y="0"/>
                      <a:pt x="210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2" name="Google Shape;4002;p61"/>
              <p:cNvSpPr/>
              <p:nvPr/>
            </p:nvSpPr>
            <p:spPr>
              <a:xfrm>
                <a:off x="8099346" y="2059973"/>
                <a:ext cx="119385" cy="56016"/>
              </a:xfrm>
              <a:custGeom>
                <a:rect b="b" l="l" r="r" t="t"/>
                <a:pathLst>
                  <a:path extrusionOk="0" h="1760" w="3751">
                    <a:moveTo>
                      <a:pt x="1870" y="0"/>
                    </a:moveTo>
                    <a:cubicBezTo>
                      <a:pt x="1786" y="0"/>
                      <a:pt x="1715" y="72"/>
                      <a:pt x="1715" y="155"/>
                    </a:cubicBezTo>
                    <a:lnTo>
                      <a:pt x="1715" y="714"/>
                    </a:lnTo>
                    <a:lnTo>
                      <a:pt x="774" y="714"/>
                    </a:lnTo>
                    <a:cubicBezTo>
                      <a:pt x="584" y="714"/>
                      <a:pt x="405" y="810"/>
                      <a:pt x="310" y="988"/>
                    </a:cubicBezTo>
                    <a:lnTo>
                      <a:pt x="48" y="1512"/>
                    </a:lnTo>
                    <a:cubicBezTo>
                      <a:pt x="0" y="1584"/>
                      <a:pt x="24" y="1691"/>
                      <a:pt x="120" y="1738"/>
                    </a:cubicBezTo>
                    <a:cubicBezTo>
                      <a:pt x="141" y="1753"/>
                      <a:pt x="167" y="1760"/>
                      <a:pt x="192" y="1760"/>
                    </a:cubicBezTo>
                    <a:cubicBezTo>
                      <a:pt x="251" y="1760"/>
                      <a:pt x="313" y="1725"/>
                      <a:pt x="346" y="1667"/>
                    </a:cubicBezTo>
                    <a:lnTo>
                      <a:pt x="608" y="1143"/>
                    </a:lnTo>
                    <a:cubicBezTo>
                      <a:pt x="643" y="1084"/>
                      <a:pt x="715" y="1036"/>
                      <a:pt x="774" y="1036"/>
                    </a:cubicBezTo>
                    <a:lnTo>
                      <a:pt x="2977" y="1036"/>
                    </a:lnTo>
                    <a:cubicBezTo>
                      <a:pt x="3048" y="1036"/>
                      <a:pt x="3108" y="1084"/>
                      <a:pt x="3144" y="1143"/>
                    </a:cubicBezTo>
                    <a:lnTo>
                      <a:pt x="3406" y="1667"/>
                    </a:lnTo>
                    <a:cubicBezTo>
                      <a:pt x="3441" y="1727"/>
                      <a:pt x="3501" y="1750"/>
                      <a:pt x="3560" y="1750"/>
                    </a:cubicBezTo>
                    <a:cubicBezTo>
                      <a:pt x="3584" y="1750"/>
                      <a:pt x="3620" y="1750"/>
                      <a:pt x="3632" y="1738"/>
                    </a:cubicBezTo>
                    <a:cubicBezTo>
                      <a:pt x="3715" y="1691"/>
                      <a:pt x="3751" y="1584"/>
                      <a:pt x="3703" y="1512"/>
                    </a:cubicBezTo>
                    <a:lnTo>
                      <a:pt x="3441" y="988"/>
                    </a:lnTo>
                    <a:cubicBezTo>
                      <a:pt x="3346" y="810"/>
                      <a:pt x="3168" y="714"/>
                      <a:pt x="2977" y="714"/>
                    </a:cubicBezTo>
                    <a:lnTo>
                      <a:pt x="2036" y="714"/>
                    </a:lnTo>
                    <a:lnTo>
                      <a:pt x="2036" y="155"/>
                    </a:lnTo>
                    <a:cubicBezTo>
                      <a:pt x="2036" y="72"/>
                      <a:pt x="1965" y="0"/>
                      <a:pt x="187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3" name="Google Shape;4003;p61"/>
              <p:cNvSpPr/>
              <p:nvPr/>
            </p:nvSpPr>
            <p:spPr>
              <a:xfrm>
                <a:off x="8170194" y="2189925"/>
                <a:ext cx="135331" cy="89849"/>
              </a:xfrm>
              <a:custGeom>
                <a:rect b="b" l="l" r="r" t="t"/>
                <a:pathLst>
                  <a:path extrusionOk="0" h="2823" w="4252">
                    <a:moveTo>
                      <a:pt x="2132" y="1"/>
                    </a:moveTo>
                    <a:cubicBezTo>
                      <a:pt x="2049" y="1"/>
                      <a:pt x="1965" y="84"/>
                      <a:pt x="1965" y="168"/>
                    </a:cubicBezTo>
                    <a:lnTo>
                      <a:pt x="1965" y="1418"/>
                    </a:lnTo>
                    <a:lnTo>
                      <a:pt x="1096" y="1418"/>
                    </a:lnTo>
                    <a:cubicBezTo>
                      <a:pt x="834" y="1418"/>
                      <a:pt x="596" y="1573"/>
                      <a:pt x="465" y="1787"/>
                    </a:cubicBezTo>
                    <a:lnTo>
                      <a:pt x="49" y="2585"/>
                    </a:lnTo>
                    <a:cubicBezTo>
                      <a:pt x="1" y="2656"/>
                      <a:pt x="37" y="2763"/>
                      <a:pt x="120" y="2799"/>
                    </a:cubicBezTo>
                    <a:cubicBezTo>
                      <a:pt x="148" y="2815"/>
                      <a:pt x="177" y="2823"/>
                      <a:pt x="205" y="2823"/>
                    </a:cubicBezTo>
                    <a:cubicBezTo>
                      <a:pt x="262" y="2823"/>
                      <a:pt x="314" y="2791"/>
                      <a:pt x="346" y="2727"/>
                    </a:cubicBezTo>
                    <a:lnTo>
                      <a:pt x="763" y="1942"/>
                    </a:lnTo>
                    <a:cubicBezTo>
                      <a:pt x="822" y="1823"/>
                      <a:pt x="953" y="1751"/>
                      <a:pt x="1096" y="1751"/>
                    </a:cubicBezTo>
                    <a:lnTo>
                      <a:pt x="3180" y="1751"/>
                    </a:lnTo>
                    <a:cubicBezTo>
                      <a:pt x="3311" y="1751"/>
                      <a:pt x="3430" y="1823"/>
                      <a:pt x="3501" y="1942"/>
                    </a:cubicBezTo>
                    <a:lnTo>
                      <a:pt x="3918" y="2716"/>
                    </a:lnTo>
                    <a:cubicBezTo>
                      <a:pt x="3954" y="2775"/>
                      <a:pt x="4013" y="2799"/>
                      <a:pt x="4073" y="2799"/>
                    </a:cubicBezTo>
                    <a:cubicBezTo>
                      <a:pt x="4097" y="2799"/>
                      <a:pt x="4132" y="2799"/>
                      <a:pt x="4144" y="2787"/>
                    </a:cubicBezTo>
                    <a:cubicBezTo>
                      <a:pt x="4216" y="2763"/>
                      <a:pt x="4251" y="2656"/>
                      <a:pt x="4204" y="2561"/>
                    </a:cubicBezTo>
                    <a:lnTo>
                      <a:pt x="3787" y="1787"/>
                    </a:lnTo>
                    <a:cubicBezTo>
                      <a:pt x="3668" y="1573"/>
                      <a:pt x="3430" y="1418"/>
                      <a:pt x="3180" y="1418"/>
                    </a:cubicBezTo>
                    <a:lnTo>
                      <a:pt x="2299" y="1418"/>
                    </a:lnTo>
                    <a:lnTo>
                      <a:pt x="2299" y="168"/>
                    </a:lnTo>
                    <a:cubicBezTo>
                      <a:pt x="2299" y="84"/>
                      <a:pt x="2227" y="1"/>
                      <a:pt x="213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04" name="Google Shape;4004;p61"/>
            <p:cNvSpPr txBox="1"/>
            <p:nvPr/>
          </p:nvSpPr>
          <p:spPr>
            <a:xfrm>
              <a:off x="4393200" y="1131188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Flow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005" name="Google Shape;4005;p61"/>
            <p:cNvGrpSpPr/>
            <p:nvPr/>
          </p:nvGrpSpPr>
          <p:grpSpPr>
            <a:xfrm>
              <a:off x="5158609" y="3606521"/>
              <a:ext cx="283443" cy="283103"/>
              <a:chOff x="4674791" y="1977447"/>
              <a:chExt cx="344528" cy="344114"/>
            </a:xfrm>
          </p:grpSpPr>
          <p:sp>
            <p:nvSpPr>
              <p:cNvPr id="4006" name="Google Shape;4006;p61"/>
              <p:cNvSpPr/>
              <p:nvPr/>
            </p:nvSpPr>
            <p:spPr>
              <a:xfrm>
                <a:off x="4696022" y="1996768"/>
                <a:ext cx="29570" cy="29220"/>
              </a:xfrm>
              <a:custGeom>
                <a:rect b="b" l="l" r="r" t="t"/>
                <a:pathLst>
                  <a:path extrusionOk="0" h="918" w="929">
                    <a:moveTo>
                      <a:pt x="476" y="310"/>
                    </a:moveTo>
                    <a:cubicBezTo>
                      <a:pt x="548" y="310"/>
                      <a:pt x="631" y="369"/>
                      <a:pt x="631" y="465"/>
                    </a:cubicBezTo>
                    <a:cubicBezTo>
                      <a:pt x="631" y="536"/>
                      <a:pt x="572" y="607"/>
                      <a:pt x="476" y="607"/>
                    </a:cubicBezTo>
                    <a:cubicBezTo>
                      <a:pt x="405" y="607"/>
                      <a:pt x="334" y="548"/>
                      <a:pt x="334" y="465"/>
                    </a:cubicBezTo>
                    <a:cubicBezTo>
                      <a:pt x="334" y="381"/>
                      <a:pt x="393" y="310"/>
                      <a:pt x="476" y="310"/>
                    </a:cubicBezTo>
                    <a:close/>
                    <a:moveTo>
                      <a:pt x="465" y="0"/>
                    </a:moveTo>
                    <a:cubicBezTo>
                      <a:pt x="215" y="0"/>
                      <a:pt x="0" y="203"/>
                      <a:pt x="0" y="465"/>
                    </a:cubicBezTo>
                    <a:cubicBezTo>
                      <a:pt x="0" y="715"/>
                      <a:pt x="215" y="917"/>
                      <a:pt x="465" y="917"/>
                    </a:cubicBezTo>
                    <a:cubicBezTo>
                      <a:pt x="715" y="917"/>
                      <a:pt x="929" y="715"/>
                      <a:pt x="929" y="465"/>
                    </a:cubicBezTo>
                    <a:cubicBezTo>
                      <a:pt x="929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7" name="Google Shape;4007;p61"/>
              <p:cNvSpPr/>
              <p:nvPr/>
            </p:nvSpPr>
            <p:spPr>
              <a:xfrm>
                <a:off x="4733899" y="1996768"/>
                <a:ext cx="29602" cy="29220"/>
              </a:xfrm>
              <a:custGeom>
                <a:rect b="b" l="l" r="r" t="t"/>
                <a:pathLst>
                  <a:path extrusionOk="0" h="918" w="930">
                    <a:moveTo>
                      <a:pt x="465" y="310"/>
                    </a:moveTo>
                    <a:cubicBezTo>
                      <a:pt x="549" y="310"/>
                      <a:pt x="608" y="369"/>
                      <a:pt x="608" y="465"/>
                    </a:cubicBezTo>
                    <a:cubicBezTo>
                      <a:pt x="608" y="536"/>
                      <a:pt x="549" y="607"/>
                      <a:pt x="465" y="607"/>
                    </a:cubicBezTo>
                    <a:cubicBezTo>
                      <a:pt x="394" y="607"/>
                      <a:pt x="310" y="548"/>
                      <a:pt x="310" y="465"/>
                    </a:cubicBezTo>
                    <a:cubicBezTo>
                      <a:pt x="310" y="381"/>
                      <a:pt x="370" y="310"/>
                      <a:pt x="465" y="310"/>
                    </a:cubicBezTo>
                    <a:close/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cubicBezTo>
                      <a:pt x="1" y="715"/>
                      <a:pt x="215" y="917"/>
                      <a:pt x="465" y="917"/>
                    </a:cubicBezTo>
                    <a:cubicBezTo>
                      <a:pt x="715" y="917"/>
                      <a:pt x="930" y="715"/>
                      <a:pt x="930" y="465"/>
                    </a:cubicBez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8" name="Google Shape;4008;p61"/>
              <p:cNvSpPr/>
              <p:nvPr/>
            </p:nvSpPr>
            <p:spPr>
              <a:xfrm>
                <a:off x="4771809" y="1996768"/>
                <a:ext cx="29602" cy="29220"/>
              </a:xfrm>
              <a:custGeom>
                <a:rect b="b" l="l" r="r" t="t"/>
                <a:pathLst>
                  <a:path extrusionOk="0" h="918" w="930">
                    <a:moveTo>
                      <a:pt x="465" y="310"/>
                    </a:moveTo>
                    <a:cubicBezTo>
                      <a:pt x="536" y="310"/>
                      <a:pt x="608" y="369"/>
                      <a:pt x="608" y="465"/>
                    </a:cubicBezTo>
                    <a:cubicBezTo>
                      <a:pt x="608" y="536"/>
                      <a:pt x="548" y="607"/>
                      <a:pt x="465" y="607"/>
                    </a:cubicBezTo>
                    <a:cubicBezTo>
                      <a:pt x="393" y="607"/>
                      <a:pt x="310" y="548"/>
                      <a:pt x="310" y="465"/>
                    </a:cubicBezTo>
                    <a:cubicBezTo>
                      <a:pt x="310" y="381"/>
                      <a:pt x="370" y="310"/>
                      <a:pt x="465" y="310"/>
                    </a:cubicBezTo>
                    <a:close/>
                    <a:moveTo>
                      <a:pt x="465" y="0"/>
                    </a:moveTo>
                    <a:cubicBezTo>
                      <a:pt x="215" y="0"/>
                      <a:pt x="0" y="203"/>
                      <a:pt x="0" y="465"/>
                    </a:cubicBezTo>
                    <a:cubicBezTo>
                      <a:pt x="0" y="715"/>
                      <a:pt x="215" y="917"/>
                      <a:pt x="465" y="917"/>
                    </a:cubicBezTo>
                    <a:cubicBezTo>
                      <a:pt x="715" y="917"/>
                      <a:pt x="929" y="715"/>
                      <a:pt x="929" y="465"/>
                    </a:cubicBezTo>
                    <a:cubicBezTo>
                      <a:pt x="929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9" name="Google Shape;4009;p61"/>
              <p:cNvSpPr/>
              <p:nvPr/>
            </p:nvSpPr>
            <p:spPr>
              <a:xfrm>
                <a:off x="4674791" y="1977447"/>
                <a:ext cx="344528" cy="344114"/>
              </a:xfrm>
              <a:custGeom>
                <a:rect b="b" l="l" r="r" t="t"/>
                <a:pathLst>
                  <a:path extrusionOk="0" h="10811" w="10824">
                    <a:moveTo>
                      <a:pt x="10466" y="2155"/>
                    </a:moveTo>
                    <a:lnTo>
                      <a:pt x="10466" y="10120"/>
                    </a:lnTo>
                    <a:lnTo>
                      <a:pt x="10478" y="10120"/>
                    </a:lnTo>
                    <a:cubicBezTo>
                      <a:pt x="10478" y="10323"/>
                      <a:pt x="10311" y="10501"/>
                      <a:pt x="10085" y="10501"/>
                    </a:cubicBezTo>
                    <a:lnTo>
                      <a:pt x="667" y="10501"/>
                    </a:lnTo>
                    <a:cubicBezTo>
                      <a:pt x="465" y="10501"/>
                      <a:pt x="286" y="10335"/>
                      <a:pt x="286" y="10120"/>
                    </a:cubicBezTo>
                    <a:lnTo>
                      <a:pt x="286" y="2155"/>
                    </a:lnTo>
                    <a:close/>
                    <a:moveTo>
                      <a:pt x="703" y="0"/>
                    </a:moveTo>
                    <a:cubicBezTo>
                      <a:pt x="310" y="0"/>
                      <a:pt x="0" y="310"/>
                      <a:pt x="0" y="691"/>
                    </a:cubicBezTo>
                    <a:lnTo>
                      <a:pt x="0" y="10120"/>
                    </a:lnTo>
                    <a:cubicBezTo>
                      <a:pt x="0" y="10501"/>
                      <a:pt x="310" y="10811"/>
                      <a:pt x="703" y="10811"/>
                    </a:cubicBezTo>
                    <a:lnTo>
                      <a:pt x="10121" y="10811"/>
                    </a:lnTo>
                    <a:cubicBezTo>
                      <a:pt x="10502" y="10811"/>
                      <a:pt x="10823" y="10501"/>
                      <a:pt x="10823" y="10120"/>
                    </a:cubicBezTo>
                    <a:lnTo>
                      <a:pt x="10823" y="691"/>
                    </a:lnTo>
                    <a:cubicBezTo>
                      <a:pt x="10799" y="310"/>
                      <a:pt x="10490" y="0"/>
                      <a:pt x="10109" y="0"/>
                    </a:cubicBezTo>
                    <a:lnTo>
                      <a:pt x="5025" y="0"/>
                    </a:lnTo>
                    <a:cubicBezTo>
                      <a:pt x="4942" y="0"/>
                      <a:pt x="4870" y="71"/>
                      <a:pt x="4870" y="155"/>
                    </a:cubicBezTo>
                    <a:cubicBezTo>
                      <a:pt x="4870" y="250"/>
                      <a:pt x="4942" y="321"/>
                      <a:pt x="5025" y="321"/>
                    </a:cubicBezTo>
                    <a:lnTo>
                      <a:pt x="10109" y="321"/>
                    </a:lnTo>
                    <a:cubicBezTo>
                      <a:pt x="10311" y="321"/>
                      <a:pt x="10490" y="488"/>
                      <a:pt x="10490" y="714"/>
                    </a:cubicBezTo>
                    <a:lnTo>
                      <a:pt x="10490" y="1857"/>
                    </a:lnTo>
                    <a:lnTo>
                      <a:pt x="310" y="1857"/>
                    </a:lnTo>
                    <a:lnTo>
                      <a:pt x="310" y="714"/>
                    </a:lnTo>
                    <a:cubicBezTo>
                      <a:pt x="310" y="500"/>
                      <a:pt x="477" y="321"/>
                      <a:pt x="703" y="321"/>
                    </a:cubicBezTo>
                    <a:lnTo>
                      <a:pt x="4049" y="321"/>
                    </a:lnTo>
                    <a:cubicBezTo>
                      <a:pt x="4132" y="321"/>
                      <a:pt x="4215" y="250"/>
                      <a:pt x="4215" y="155"/>
                    </a:cubicBezTo>
                    <a:cubicBezTo>
                      <a:pt x="4215" y="71"/>
                      <a:pt x="4132" y="0"/>
                      <a:pt x="404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0" name="Google Shape;4010;p61"/>
              <p:cNvSpPr/>
              <p:nvPr/>
            </p:nvSpPr>
            <p:spPr>
              <a:xfrm>
                <a:off x="4696022" y="2073160"/>
                <a:ext cx="13655" cy="27469"/>
              </a:xfrm>
              <a:custGeom>
                <a:rect b="b" l="l" r="r" t="t"/>
                <a:pathLst>
                  <a:path extrusionOk="0" h="863" w="429">
                    <a:moveTo>
                      <a:pt x="249" y="1"/>
                    </a:moveTo>
                    <a:cubicBezTo>
                      <a:pt x="198" y="1"/>
                      <a:pt x="148" y="22"/>
                      <a:pt x="119" y="65"/>
                    </a:cubicBezTo>
                    <a:cubicBezTo>
                      <a:pt x="48" y="184"/>
                      <a:pt x="0" y="327"/>
                      <a:pt x="0" y="470"/>
                    </a:cubicBezTo>
                    <a:lnTo>
                      <a:pt x="0" y="708"/>
                    </a:lnTo>
                    <a:cubicBezTo>
                      <a:pt x="0" y="779"/>
                      <a:pt x="72" y="863"/>
                      <a:pt x="167" y="863"/>
                    </a:cubicBezTo>
                    <a:cubicBezTo>
                      <a:pt x="250" y="863"/>
                      <a:pt x="334" y="779"/>
                      <a:pt x="334" y="696"/>
                    </a:cubicBezTo>
                    <a:lnTo>
                      <a:pt x="334" y="470"/>
                    </a:lnTo>
                    <a:cubicBezTo>
                      <a:pt x="334" y="398"/>
                      <a:pt x="357" y="303"/>
                      <a:pt x="393" y="243"/>
                    </a:cubicBezTo>
                    <a:cubicBezTo>
                      <a:pt x="429" y="172"/>
                      <a:pt x="417" y="65"/>
                      <a:pt x="346" y="29"/>
                    </a:cubicBezTo>
                    <a:cubicBezTo>
                      <a:pt x="317" y="10"/>
                      <a:pt x="283" y="1"/>
                      <a:pt x="24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1" name="Google Shape;4011;p61"/>
              <p:cNvSpPr/>
              <p:nvPr/>
            </p:nvSpPr>
            <p:spPr>
              <a:xfrm>
                <a:off x="4711173" y="2279419"/>
                <a:ext cx="28456" cy="10695"/>
              </a:xfrm>
              <a:custGeom>
                <a:rect b="b" l="l" r="r" t="t"/>
                <a:pathLst>
                  <a:path extrusionOk="0" h="336" w="894">
                    <a:moveTo>
                      <a:pt x="170" y="1"/>
                    </a:moveTo>
                    <a:cubicBezTo>
                      <a:pt x="96" y="1"/>
                      <a:pt x="34" y="57"/>
                      <a:pt x="12" y="133"/>
                    </a:cubicBezTo>
                    <a:cubicBezTo>
                      <a:pt x="0" y="228"/>
                      <a:pt x="60" y="300"/>
                      <a:pt x="131" y="312"/>
                    </a:cubicBezTo>
                    <a:cubicBezTo>
                      <a:pt x="179" y="312"/>
                      <a:pt x="215" y="336"/>
                      <a:pt x="251" y="336"/>
                    </a:cubicBezTo>
                    <a:lnTo>
                      <a:pt x="727" y="336"/>
                    </a:lnTo>
                    <a:cubicBezTo>
                      <a:pt x="822" y="336"/>
                      <a:pt x="893" y="252"/>
                      <a:pt x="893" y="169"/>
                    </a:cubicBezTo>
                    <a:cubicBezTo>
                      <a:pt x="893" y="74"/>
                      <a:pt x="822" y="2"/>
                      <a:pt x="727" y="2"/>
                    </a:cubicBezTo>
                    <a:lnTo>
                      <a:pt x="191" y="2"/>
                    </a:lnTo>
                    <a:cubicBezTo>
                      <a:pt x="184" y="1"/>
                      <a:pt x="177" y="1"/>
                      <a:pt x="17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2" name="Google Shape;4012;p61"/>
              <p:cNvSpPr/>
              <p:nvPr/>
            </p:nvSpPr>
            <p:spPr>
              <a:xfrm>
                <a:off x="4714197" y="2064216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56" y="1"/>
                    </a:moveTo>
                    <a:cubicBezTo>
                      <a:pt x="72" y="1"/>
                      <a:pt x="1" y="84"/>
                      <a:pt x="1" y="167"/>
                    </a:cubicBezTo>
                    <a:cubicBezTo>
                      <a:pt x="13" y="262"/>
                      <a:pt x="72" y="334"/>
                      <a:pt x="156" y="334"/>
                    </a:cubicBezTo>
                    <a:lnTo>
                      <a:pt x="727" y="334"/>
                    </a:lnTo>
                    <a:cubicBezTo>
                      <a:pt x="810" y="334"/>
                      <a:pt x="894" y="262"/>
                      <a:pt x="894" y="167"/>
                    </a:cubicBezTo>
                    <a:cubicBezTo>
                      <a:pt x="894" y="84"/>
                      <a:pt x="810" y="1"/>
                      <a:pt x="72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3" name="Google Shape;4013;p61"/>
              <p:cNvSpPr/>
              <p:nvPr/>
            </p:nvSpPr>
            <p:spPr>
              <a:xfrm>
                <a:off x="4747173" y="2279482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67" y="334"/>
                    </a:cubicBezTo>
                    <a:lnTo>
                      <a:pt x="727" y="334"/>
                    </a:lnTo>
                    <a:cubicBezTo>
                      <a:pt x="822" y="334"/>
                      <a:pt x="894" y="250"/>
                      <a:pt x="894" y="167"/>
                    </a:cubicBezTo>
                    <a:cubicBezTo>
                      <a:pt x="894" y="72"/>
                      <a:pt x="822" y="0"/>
                      <a:pt x="72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4" name="Google Shape;4014;p61"/>
              <p:cNvSpPr/>
              <p:nvPr/>
            </p:nvSpPr>
            <p:spPr>
              <a:xfrm>
                <a:off x="4750196" y="2064216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56" y="1"/>
                    </a:moveTo>
                    <a:cubicBezTo>
                      <a:pt x="72" y="1"/>
                      <a:pt x="1" y="84"/>
                      <a:pt x="1" y="167"/>
                    </a:cubicBezTo>
                    <a:cubicBezTo>
                      <a:pt x="1" y="262"/>
                      <a:pt x="72" y="334"/>
                      <a:pt x="156" y="334"/>
                    </a:cubicBezTo>
                    <a:lnTo>
                      <a:pt x="727" y="334"/>
                    </a:lnTo>
                    <a:cubicBezTo>
                      <a:pt x="810" y="334"/>
                      <a:pt x="894" y="262"/>
                      <a:pt x="894" y="167"/>
                    </a:cubicBezTo>
                    <a:cubicBezTo>
                      <a:pt x="894" y="84"/>
                      <a:pt x="810" y="1"/>
                      <a:pt x="72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5" name="Google Shape;4015;p61"/>
              <p:cNvSpPr/>
              <p:nvPr/>
            </p:nvSpPr>
            <p:spPr>
              <a:xfrm>
                <a:off x="4696022" y="2107791"/>
                <a:ext cx="10631" cy="28838"/>
              </a:xfrm>
              <a:custGeom>
                <a:rect b="b" l="l" r="r" t="t"/>
                <a:pathLst>
                  <a:path extrusionOk="0" h="906" w="334">
                    <a:moveTo>
                      <a:pt x="167" y="1"/>
                    </a:moveTo>
                    <a:cubicBezTo>
                      <a:pt x="72" y="1"/>
                      <a:pt x="0" y="84"/>
                      <a:pt x="0" y="167"/>
                    </a:cubicBezTo>
                    <a:lnTo>
                      <a:pt x="0" y="739"/>
                    </a:lnTo>
                    <a:cubicBezTo>
                      <a:pt x="0" y="822"/>
                      <a:pt x="72" y="906"/>
                      <a:pt x="167" y="906"/>
                    </a:cubicBezTo>
                    <a:cubicBezTo>
                      <a:pt x="250" y="906"/>
                      <a:pt x="334" y="822"/>
                      <a:pt x="334" y="739"/>
                    </a:cubicBezTo>
                    <a:lnTo>
                      <a:pt x="334" y="167"/>
                    </a:lnTo>
                    <a:cubicBezTo>
                      <a:pt x="334" y="84"/>
                      <a:pt x="250" y="1"/>
                      <a:pt x="16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6" name="Google Shape;4016;p61"/>
              <p:cNvSpPr/>
              <p:nvPr/>
            </p:nvSpPr>
            <p:spPr>
              <a:xfrm>
                <a:off x="4695640" y="2251058"/>
                <a:ext cx="12541" cy="28074"/>
              </a:xfrm>
              <a:custGeom>
                <a:rect b="b" l="l" r="r" t="t"/>
                <a:pathLst>
                  <a:path extrusionOk="0" h="882" w="394">
                    <a:moveTo>
                      <a:pt x="155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488"/>
                    </a:lnTo>
                    <a:cubicBezTo>
                      <a:pt x="0" y="596"/>
                      <a:pt x="12" y="703"/>
                      <a:pt x="60" y="786"/>
                    </a:cubicBezTo>
                    <a:cubicBezTo>
                      <a:pt x="107" y="846"/>
                      <a:pt x="167" y="881"/>
                      <a:pt x="227" y="881"/>
                    </a:cubicBezTo>
                    <a:cubicBezTo>
                      <a:pt x="238" y="881"/>
                      <a:pt x="262" y="881"/>
                      <a:pt x="286" y="869"/>
                    </a:cubicBezTo>
                    <a:cubicBezTo>
                      <a:pt x="358" y="834"/>
                      <a:pt x="393" y="727"/>
                      <a:pt x="358" y="655"/>
                    </a:cubicBezTo>
                    <a:cubicBezTo>
                      <a:pt x="322" y="596"/>
                      <a:pt x="322" y="548"/>
                      <a:pt x="322" y="488"/>
                    </a:cubicBezTo>
                    <a:lnTo>
                      <a:pt x="322" y="167"/>
                    </a:ln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7" name="Google Shape;4017;p61"/>
              <p:cNvSpPr/>
              <p:nvPr/>
            </p:nvSpPr>
            <p:spPr>
              <a:xfrm>
                <a:off x="4782790" y="2279482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3" y="250"/>
                      <a:pt x="72" y="334"/>
                      <a:pt x="167" y="334"/>
                    </a:cubicBezTo>
                    <a:lnTo>
                      <a:pt x="727" y="334"/>
                    </a:lnTo>
                    <a:cubicBezTo>
                      <a:pt x="822" y="334"/>
                      <a:pt x="894" y="250"/>
                      <a:pt x="894" y="167"/>
                    </a:cubicBezTo>
                    <a:cubicBezTo>
                      <a:pt x="894" y="72"/>
                      <a:pt x="822" y="0"/>
                      <a:pt x="72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8" name="Google Shape;4018;p61"/>
              <p:cNvSpPr/>
              <p:nvPr/>
            </p:nvSpPr>
            <p:spPr>
              <a:xfrm>
                <a:off x="4696022" y="2143409"/>
                <a:ext cx="10631" cy="28456"/>
              </a:xfrm>
              <a:custGeom>
                <a:rect b="b" l="l" r="r" t="t"/>
                <a:pathLst>
                  <a:path extrusionOk="0" h="894" w="334">
                    <a:moveTo>
                      <a:pt x="167" y="1"/>
                    </a:moveTo>
                    <a:cubicBezTo>
                      <a:pt x="72" y="1"/>
                      <a:pt x="0" y="72"/>
                      <a:pt x="0" y="168"/>
                    </a:cubicBezTo>
                    <a:lnTo>
                      <a:pt x="0" y="739"/>
                    </a:lnTo>
                    <a:cubicBezTo>
                      <a:pt x="0" y="822"/>
                      <a:pt x="72" y="894"/>
                      <a:pt x="167" y="894"/>
                    </a:cubicBezTo>
                    <a:cubicBezTo>
                      <a:pt x="250" y="894"/>
                      <a:pt x="334" y="822"/>
                      <a:pt x="334" y="739"/>
                    </a:cubicBezTo>
                    <a:lnTo>
                      <a:pt x="334" y="168"/>
                    </a:lnTo>
                    <a:cubicBezTo>
                      <a:pt x="334" y="72"/>
                      <a:pt x="250" y="1"/>
                      <a:pt x="16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9" name="Google Shape;4019;p61"/>
              <p:cNvSpPr/>
              <p:nvPr/>
            </p:nvSpPr>
            <p:spPr>
              <a:xfrm>
                <a:off x="4696022" y="2215440"/>
                <a:ext cx="10631" cy="28074"/>
              </a:xfrm>
              <a:custGeom>
                <a:rect b="b" l="l" r="r" t="t"/>
                <a:pathLst>
                  <a:path extrusionOk="0" h="882" w="334">
                    <a:moveTo>
                      <a:pt x="167" y="0"/>
                    </a:moveTo>
                    <a:cubicBezTo>
                      <a:pt x="72" y="0"/>
                      <a:pt x="0" y="83"/>
                      <a:pt x="0" y="167"/>
                    </a:cubicBezTo>
                    <a:lnTo>
                      <a:pt x="0" y="738"/>
                    </a:lnTo>
                    <a:cubicBezTo>
                      <a:pt x="0" y="810"/>
                      <a:pt x="72" y="881"/>
                      <a:pt x="167" y="881"/>
                    </a:cubicBezTo>
                    <a:cubicBezTo>
                      <a:pt x="250" y="881"/>
                      <a:pt x="334" y="810"/>
                      <a:pt x="334" y="715"/>
                    </a:cubicBezTo>
                    <a:lnTo>
                      <a:pt x="334" y="167"/>
                    </a:lnTo>
                    <a:cubicBezTo>
                      <a:pt x="334" y="83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0" name="Google Shape;4020;p61"/>
              <p:cNvSpPr/>
              <p:nvPr/>
            </p:nvSpPr>
            <p:spPr>
              <a:xfrm>
                <a:off x="4696022" y="2179441"/>
                <a:ext cx="10631" cy="28424"/>
              </a:xfrm>
              <a:custGeom>
                <a:rect b="b" l="l" r="r" t="t"/>
                <a:pathLst>
                  <a:path extrusionOk="0" h="893" w="334">
                    <a:moveTo>
                      <a:pt x="167" y="0"/>
                    </a:moveTo>
                    <a:cubicBezTo>
                      <a:pt x="72" y="0"/>
                      <a:pt x="0" y="71"/>
                      <a:pt x="0" y="167"/>
                    </a:cubicBezTo>
                    <a:lnTo>
                      <a:pt x="0" y="738"/>
                    </a:lnTo>
                    <a:cubicBezTo>
                      <a:pt x="0" y="822"/>
                      <a:pt x="72" y="893"/>
                      <a:pt x="167" y="893"/>
                    </a:cubicBezTo>
                    <a:cubicBezTo>
                      <a:pt x="250" y="893"/>
                      <a:pt x="334" y="822"/>
                      <a:pt x="334" y="738"/>
                    </a:cubicBezTo>
                    <a:lnTo>
                      <a:pt x="334" y="167"/>
                    </a:lnTo>
                    <a:cubicBezTo>
                      <a:pt x="334" y="71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1" name="Google Shape;4021;p61"/>
              <p:cNvSpPr/>
              <p:nvPr/>
            </p:nvSpPr>
            <p:spPr>
              <a:xfrm>
                <a:off x="4854790" y="2146847"/>
                <a:ext cx="10281" cy="28456"/>
              </a:xfrm>
              <a:custGeom>
                <a:rect b="b" l="l" r="r" t="t"/>
                <a:pathLst>
                  <a:path extrusionOk="0" h="894" w="323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726"/>
                    </a:lnTo>
                    <a:cubicBezTo>
                      <a:pt x="1" y="822"/>
                      <a:pt x="72" y="893"/>
                      <a:pt x="168" y="893"/>
                    </a:cubicBezTo>
                    <a:cubicBezTo>
                      <a:pt x="251" y="893"/>
                      <a:pt x="322" y="822"/>
                      <a:pt x="322" y="726"/>
                    </a:cubicBezTo>
                    <a:lnTo>
                      <a:pt x="322" y="167"/>
                    </a:lnTo>
                    <a:cubicBezTo>
                      <a:pt x="311" y="72"/>
                      <a:pt x="251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2" name="Google Shape;4022;p61"/>
              <p:cNvSpPr/>
              <p:nvPr/>
            </p:nvSpPr>
            <p:spPr>
              <a:xfrm>
                <a:off x="4854790" y="2110847"/>
                <a:ext cx="10281" cy="28424"/>
              </a:xfrm>
              <a:custGeom>
                <a:rect b="b" l="l" r="r" t="t"/>
                <a:pathLst>
                  <a:path extrusionOk="0" h="893" w="323">
                    <a:moveTo>
                      <a:pt x="168" y="0"/>
                    </a:moveTo>
                    <a:cubicBezTo>
                      <a:pt x="72" y="0"/>
                      <a:pt x="1" y="71"/>
                      <a:pt x="1" y="167"/>
                    </a:cubicBezTo>
                    <a:lnTo>
                      <a:pt x="1" y="726"/>
                    </a:lnTo>
                    <a:cubicBezTo>
                      <a:pt x="1" y="822"/>
                      <a:pt x="72" y="893"/>
                      <a:pt x="168" y="893"/>
                    </a:cubicBezTo>
                    <a:cubicBezTo>
                      <a:pt x="251" y="893"/>
                      <a:pt x="322" y="822"/>
                      <a:pt x="322" y="726"/>
                    </a:cubicBezTo>
                    <a:lnTo>
                      <a:pt x="322" y="167"/>
                    </a:lnTo>
                    <a:cubicBezTo>
                      <a:pt x="311" y="71"/>
                      <a:pt x="251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3" name="Google Shape;4023;p61"/>
              <p:cNvSpPr/>
              <p:nvPr/>
            </p:nvSpPr>
            <p:spPr>
              <a:xfrm>
                <a:off x="4854790" y="2182846"/>
                <a:ext cx="10281" cy="28456"/>
              </a:xfrm>
              <a:custGeom>
                <a:rect b="b" l="l" r="r" t="t"/>
                <a:pathLst>
                  <a:path extrusionOk="0" h="894" w="323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726"/>
                    </a:lnTo>
                    <a:cubicBezTo>
                      <a:pt x="1" y="822"/>
                      <a:pt x="72" y="893"/>
                      <a:pt x="168" y="893"/>
                    </a:cubicBezTo>
                    <a:cubicBezTo>
                      <a:pt x="251" y="893"/>
                      <a:pt x="322" y="822"/>
                      <a:pt x="322" y="726"/>
                    </a:cubicBezTo>
                    <a:lnTo>
                      <a:pt x="322" y="155"/>
                    </a:lnTo>
                    <a:cubicBezTo>
                      <a:pt x="311" y="60"/>
                      <a:pt x="251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4" name="Google Shape;4024;p61"/>
              <p:cNvSpPr/>
              <p:nvPr/>
            </p:nvSpPr>
            <p:spPr>
              <a:xfrm>
                <a:off x="4852912" y="2075738"/>
                <a:ext cx="12159" cy="27915"/>
              </a:xfrm>
              <a:custGeom>
                <a:rect b="b" l="l" r="r" t="t"/>
                <a:pathLst>
                  <a:path extrusionOk="0" h="877" w="382">
                    <a:moveTo>
                      <a:pt x="185" y="0"/>
                    </a:moveTo>
                    <a:cubicBezTo>
                      <a:pt x="162" y="0"/>
                      <a:pt x="139" y="6"/>
                      <a:pt x="119" y="20"/>
                    </a:cubicBezTo>
                    <a:cubicBezTo>
                      <a:pt x="48" y="43"/>
                      <a:pt x="0" y="151"/>
                      <a:pt x="48" y="222"/>
                    </a:cubicBezTo>
                    <a:cubicBezTo>
                      <a:pt x="48" y="270"/>
                      <a:pt x="60" y="329"/>
                      <a:pt x="60" y="389"/>
                    </a:cubicBezTo>
                    <a:lnTo>
                      <a:pt x="60" y="722"/>
                    </a:lnTo>
                    <a:cubicBezTo>
                      <a:pt x="60" y="805"/>
                      <a:pt x="131" y="877"/>
                      <a:pt x="227" y="877"/>
                    </a:cubicBezTo>
                    <a:cubicBezTo>
                      <a:pt x="310" y="877"/>
                      <a:pt x="381" y="805"/>
                      <a:pt x="381" y="722"/>
                    </a:cubicBezTo>
                    <a:lnTo>
                      <a:pt x="381" y="389"/>
                    </a:lnTo>
                    <a:cubicBezTo>
                      <a:pt x="381" y="281"/>
                      <a:pt x="370" y="186"/>
                      <a:pt x="322" y="91"/>
                    </a:cubicBezTo>
                    <a:cubicBezTo>
                      <a:pt x="305" y="39"/>
                      <a:pt x="244" y="0"/>
                      <a:pt x="18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5" name="Google Shape;4025;p61"/>
              <p:cNvSpPr/>
              <p:nvPr/>
            </p:nvSpPr>
            <p:spPr>
              <a:xfrm>
                <a:off x="4854790" y="2218464"/>
                <a:ext cx="10281" cy="28456"/>
              </a:xfrm>
              <a:custGeom>
                <a:rect b="b" l="l" r="r" t="t"/>
                <a:pathLst>
                  <a:path extrusionOk="0" h="894" w="323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727"/>
                    </a:lnTo>
                    <a:cubicBezTo>
                      <a:pt x="1" y="822"/>
                      <a:pt x="72" y="893"/>
                      <a:pt x="168" y="893"/>
                    </a:cubicBezTo>
                    <a:cubicBezTo>
                      <a:pt x="251" y="893"/>
                      <a:pt x="322" y="822"/>
                      <a:pt x="322" y="727"/>
                    </a:cubicBezTo>
                    <a:lnTo>
                      <a:pt x="322" y="167"/>
                    </a:lnTo>
                    <a:cubicBezTo>
                      <a:pt x="311" y="72"/>
                      <a:pt x="251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6" name="Google Shape;4026;p61"/>
              <p:cNvSpPr/>
              <p:nvPr/>
            </p:nvSpPr>
            <p:spPr>
              <a:xfrm>
                <a:off x="4821464" y="2064598"/>
                <a:ext cx="29188" cy="10249"/>
              </a:xfrm>
              <a:custGeom>
                <a:rect b="b" l="l" r="r" t="t"/>
                <a:pathLst>
                  <a:path extrusionOk="0" h="322" w="917">
                    <a:moveTo>
                      <a:pt x="167" y="0"/>
                    </a:moveTo>
                    <a:cubicBezTo>
                      <a:pt x="84" y="0"/>
                      <a:pt x="0" y="72"/>
                      <a:pt x="0" y="155"/>
                    </a:cubicBezTo>
                    <a:cubicBezTo>
                      <a:pt x="0" y="250"/>
                      <a:pt x="84" y="322"/>
                      <a:pt x="167" y="322"/>
                    </a:cubicBezTo>
                    <a:lnTo>
                      <a:pt x="738" y="322"/>
                    </a:lnTo>
                    <a:cubicBezTo>
                      <a:pt x="810" y="322"/>
                      <a:pt x="881" y="262"/>
                      <a:pt x="893" y="191"/>
                    </a:cubicBezTo>
                    <a:cubicBezTo>
                      <a:pt x="917" y="96"/>
                      <a:pt x="857" y="24"/>
                      <a:pt x="762" y="12"/>
                    </a:cubicBezTo>
                    <a:cubicBezTo>
                      <a:pt x="715" y="12"/>
                      <a:pt x="691" y="0"/>
                      <a:pt x="64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7" name="Google Shape;4027;p61"/>
              <p:cNvSpPr/>
              <p:nvPr/>
            </p:nvSpPr>
            <p:spPr>
              <a:xfrm>
                <a:off x="4785464" y="2064216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67" y="1"/>
                    </a:moveTo>
                    <a:cubicBezTo>
                      <a:pt x="83" y="1"/>
                      <a:pt x="0" y="84"/>
                      <a:pt x="0" y="167"/>
                    </a:cubicBezTo>
                    <a:cubicBezTo>
                      <a:pt x="24" y="262"/>
                      <a:pt x="83" y="334"/>
                      <a:pt x="167" y="334"/>
                    </a:cubicBezTo>
                    <a:lnTo>
                      <a:pt x="738" y="334"/>
                    </a:lnTo>
                    <a:cubicBezTo>
                      <a:pt x="822" y="334"/>
                      <a:pt x="893" y="262"/>
                      <a:pt x="893" y="167"/>
                    </a:cubicBezTo>
                    <a:cubicBezTo>
                      <a:pt x="893" y="84"/>
                      <a:pt x="822" y="1"/>
                      <a:pt x="73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8" name="Google Shape;4028;p61"/>
              <p:cNvSpPr/>
              <p:nvPr/>
            </p:nvSpPr>
            <p:spPr>
              <a:xfrm>
                <a:off x="4818790" y="2279482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68" y="334"/>
                    </a:cubicBezTo>
                    <a:lnTo>
                      <a:pt x="727" y="334"/>
                    </a:lnTo>
                    <a:cubicBezTo>
                      <a:pt x="822" y="334"/>
                      <a:pt x="894" y="250"/>
                      <a:pt x="894" y="167"/>
                    </a:cubicBezTo>
                    <a:cubicBezTo>
                      <a:pt x="894" y="72"/>
                      <a:pt x="822" y="0"/>
                      <a:pt x="72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9" name="Google Shape;4029;p61"/>
              <p:cNvSpPr/>
              <p:nvPr/>
            </p:nvSpPr>
            <p:spPr>
              <a:xfrm>
                <a:off x="4851002" y="2253700"/>
                <a:ext cx="14069" cy="28074"/>
              </a:xfrm>
              <a:custGeom>
                <a:rect b="b" l="l" r="r" t="t"/>
                <a:pathLst>
                  <a:path extrusionOk="0" h="882" w="442">
                    <a:moveTo>
                      <a:pt x="275" y="1"/>
                    </a:moveTo>
                    <a:cubicBezTo>
                      <a:pt x="191" y="1"/>
                      <a:pt x="120" y="84"/>
                      <a:pt x="120" y="167"/>
                    </a:cubicBezTo>
                    <a:lnTo>
                      <a:pt x="120" y="405"/>
                    </a:lnTo>
                    <a:cubicBezTo>
                      <a:pt x="120" y="489"/>
                      <a:pt x="84" y="572"/>
                      <a:pt x="60" y="632"/>
                    </a:cubicBezTo>
                    <a:cubicBezTo>
                      <a:pt x="1" y="703"/>
                      <a:pt x="25" y="810"/>
                      <a:pt x="108" y="858"/>
                    </a:cubicBezTo>
                    <a:cubicBezTo>
                      <a:pt x="132" y="870"/>
                      <a:pt x="168" y="882"/>
                      <a:pt x="191" y="882"/>
                    </a:cubicBezTo>
                    <a:cubicBezTo>
                      <a:pt x="239" y="882"/>
                      <a:pt x="299" y="858"/>
                      <a:pt x="322" y="810"/>
                    </a:cubicBezTo>
                    <a:cubicBezTo>
                      <a:pt x="406" y="691"/>
                      <a:pt x="441" y="560"/>
                      <a:pt x="441" y="405"/>
                    </a:cubicBezTo>
                    <a:lnTo>
                      <a:pt x="441" y="167"/>
                    </a:lnTo>
                    <a:cubicBezTo>
                      <a:pt x="441" y="84"/>
                      <a:pt x="370" y="1"/>
                      <a:pt x="27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0" name="Google Shape;4030;p61"/>
              <p:cNvSpPr/>
              <p:nvPr/>
            </p:nvSpPr>
            <p:spPr>
              <a:xfrm>
                <a:off x="4883596" y="2064980"/>
                <a:ext cx="107299" cy="99310"/>
              </a:xfrm>
              <a:custGeom>
                <a:rect b="b" l="l" r="r" t="t"/>
                <a:pathLst>
                  <a:path extrusionOk="0" h="3120" w="3371">
                    <a:moveTo>
                      <a:pt x="2620" y="310"/>
                    </a:moveTo>
                    <a:cubicBezTo>
                      <a:pt x="2680" y="310"/>
                      <a:pt x="2739" y="322"/>
                      <a:pt x="2787" y="346"/>
                    </a:cubicBezTo>
                    <a:lnTo>
                      <a:pt x="1656" y="1334"/>
                    </a:lnTo>
                    <a:lnTo>
                      <a:pt x="525" y="346"/>
                    </a:lnTo>
                    <a:cubicBezTo>
                      <a:pt x="584" y="322"/>
                      <a:pt x="644" y="310"/>
                      <a:pt x="703" y="310"/>
                    </a:cubicBezTo>
                    <a:close/>
                    <a:moveTo>
                      <a:pt x="3013" y="572"/>
                    </a:moveTo>
                    <a:cubicBezTo>
                      <a:pt x="3025" y="619"/>
                      <a:pt x="3037" y="667"/>
                      <a:pt x="3037" y="727"/>
                    </a:cubicBezTo>
                    <a:lnTo>
                      <a:pt x="3037" y="2394"/>
                    </a:lnTo>
                    <a:cubicBezTo>
                      <a:pt x="3037" y="2453"/>
                      <a:pt x="3025" y="2501"/>
                      <a:pt x="3013" y="2548"/>
                    </a:cubicBezTo>
                    <a:lnTo>
                      <a:pt x="1906" y="1560"/>
                    </a:lnTo>
                    <a:lnTo>
                      <a:pt x="3013" y="572"/>
                    </a:lnTo>
                    <a:close/>
                    <a:moveTo>
                      <a:pt x="310" y="596"/>
                    </a:moveTo>
                    <a:lnTo>
                      <a:pt x="1418" y="1572"/>
                    </a:lnTo>
                    <a:lnTo>
                      <a:pt x="310" y="2560"/>
                    </a:lnTo>
                    <a:cubicBezTo>
                      <a:pt x="298" y="2513"/>
                      <a:pt x="287" y="2465"/>
                      <a:pt x="287" y="2405"/>
                    </a:cubicBezTo>
                    <a:lnTo>
                      <a:pt x="287" y="727"/>
                    </a:lnTo>
                    <a:cubicBezTo>
                      <a:pt x="287" y="679"/>
                      <a:pt x="298" y="619"/>
                      <a:pt x="310" y="596"/>
                    </a:cubicBezTo>
                    <a:close/>
                    <a:moveTo>
                      <a:pt x="715" y="0"/>
                    </a:moveTo>
                    <a:cubicBezTo>
                      <a:pt x="501" y="0"/>
                      <a:pt x="322" y="84"/>
                      <a:pt x="191" y="227"/>
                    </a:cubicBezTo>
                    <a:lnTo>
                      <a:pt x="179" y="238"/>
                    </a:lnTo>
                    <a:cubicBezTo>
                      <a:pt x="60" y="369"/>
                      <a:pt x="1" y="536"/>
                      <a:pt x="1" y="715"/>
                    </a:cubicBezTo>
                    <a:lnTo>
                      <a:pt x="1" y="2382"/>
                    </a:lnTo>
                    <a:cubicBezTo>
                      <a:pt x="1" y="2560"/>
                      <a:pt x="60" y="2727"/>
                      <a:pt x="168" y="2846"/>
                    </a:cubicBezTo>
                    <a:cubicBezTo>
                      <a:pt x="156" y="2870"/>
                      <a:pt x="156" y="2870"/>
                      <a:pt x="168" y="2882"/>
                    </a:cubicBezTo>
                    <a:lnTo>
                      <a:pt x="191" y="2917"/>
                    </a:lnTo>
                    <a:cubicBezTo>
                      <a:pt x="334" y="3048"/>
                      <a:pt x="513" y="3120"/>
                      <a:pt x="703" y="3120"/>
                    </a:cubicBezTo>
                    <a:lnTo>
                      <a:pt x="1132" y="3120"/>
                    </a:lnTo>
                    <a:cubicBezTo>
                      <a:pt x="1227" y="3120"/>
                      <a:pt x="1299" y="3048"/>
                      <a:pt x="1299" y="2953"/>
                    </a:cubicBezTo>
                    <a:cubicBezTo>
                      <a:pt x="1299" y="2870"/>
                      <a:pt x="1227" y="2798"/>
                      <a:pt x="1132" y="2798"/>
                    </a:cubicBezTo>
                    <a:lnTo>
                      <a:pt x="703" y="2798"/>
                    </a:lnTo>
                    <a:cubicBezTo>
                      <a:pt x="644" y="2798"/>
                      <a:pt x="584" y="2775"/>
                      <a:pt x="537" y="2763"/>
                    </a:cubicBezTo>
                    <a:lnTo>
                      <a:pt x="1668" y="1762"/>
                    </a:lnTo>
                    <a:lnTo>
                      <a:pt x="2799" y="2763"/>
                    </a:lnTo>
                    <a:cubicBezTo>
                      <a:pt x="2751" y="2775"/>
                      <a:pt x="2692" y="2798"/>
                      <a:pt x="2632" y="2798"/>
                    </a:cubicBezTo>
                    <a:lnTo>
                      <a:pt x="2096" y="2798"/>
                    </a:lnTo>
                    <a:cubicBezTo>
                      <a:pt x="2013" y="2798"/>
                      <a:pt x="1942" y="2870"/>
                      <a:pt x="1942" y="2953"/>
                    </a:cubicBezTo>
                    <a:cubicBezTo>
                      <a:pt x="1942" y="3048"/>
                      <a:pt x="2013" y="3120"/>
                      <a:pt x="2096" y="3120"/>
                    </a:cubicBezTo>
                    <a:lnTo>
                      <a:pt x="2632" y="3120"/>
                    </a:lnTo>
                    <a:cubicBezTo>
                      <a:pt x="2846" y="3120"/>
                      <a:pt x="3025" y="3036"/>
                      <a:pt x="3156" y="2905"/>
                    </a:cubicBezTo>
                    <a:lnTo>
                      <a:pt x="3168" y="2882"/>
                    </a:lnTo>
                    <a:cubicBezTo>
                      <a:pt x="3287" y="2751"/>
                      <a:pt x="3370" y="2584"/>
                      <a:pt x="3370" y="2394"/>
                    </a:cubicBezTo>
                    <a:lnTo>
                      <a:pt x="3370" y="727"/>
                    </a:lnTo>
                    <a:cubicBezTo>
                      <a:pt x="3370" y="322"/>
                      <a:pt x="3037" y="0"/>
                      <a:pt x="263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1" name="Google Shape;4031;p61"/>
              <p:cNvSpPr/>
              <p:nvPr/>
            </p:nvSpPr>
            <p:spPr>
              <a:xfrm>
                <a:off x="4882864" y="2190422"/>
                <a:ext cx="107267" cy="99692"/>
              </a:xfrm>
              <a:custGeom>
                <a:rect b="b" l="l" r="r" t="t"/>
                <a:pathLst>
                  <a:path extrusionOk="0" h="3132" w="3370">
                    <a:moveTo>
                      <a:pt x="2643" y="310"/>
                    </a:moveTo>
                    <a:cubicBezTo>
                      <a:pt x="2703" y="310"/>
                      <a:pt x="2762" y="334"/>
                      <a:pt x="2810" y="346"/>
                    </a:cubicBezTo>
                    <a:lnTo>
                      <a:pt x="1679" y="1346"/>
                    </a:lnTo>
                    <a:lnTo>
                      <a:pt x="548" y="346"/>
                    </a:lnTo>
                    <a:cubicBezTo>
                      <a:pt x="607" y="334"/>
                      <a:pt x="667" y="310"/>
                      <a:pt x="726" y="310"/>
                    </a:cubicBezTo>
                    <a:close/>
                    <a:moveTo>
                      <a:pt x="333" y="584"/>
                    </a:moveTo>
                    <a:lnTo>
                      <a:pt x="1441" y="1560"/>
                    </a:lnTo>
                    <a:lnTo>
                      <a:pt x="333" y="2548"/>
                    </a:lnTo>
                    <a:cubicBezTo>
                      <a:pt x="321" y="2501"/>
                      <a:pt x="310" y="2453"/>
                      <a:pt x="310" y="2393"/>
                    </a:cubicBezTo>
                    <a:lnTo>
                      <a:pt x="310" y="727"/>
                    </a:lnTo>
                    <a:cubicBezTo>
                      <a:pt x="310" y="691"/>
                      <a:pt x="321" y="631"/>
                      <a:pt x="333" y="584"/>
                    </a:cubicBezTo>
                    <a:close/>
                    <a:moveTo>
                      <a:pt x="3036" y="584"/>
                    </a:moveTo>
                    <a:cubicBezTo>
                      <a:pt x="3048" y="631"/>
                      <a:pt x="3060" y="667"/>
                      <a:pt x="3060" y="727"/>
                    </a:cubicBezTo>
                    <a:lnTo>
                      <a:pt x="3060" y="2393"/>
                    </a:lnTo>
                    <a:cubicBezTo>
                      <a:pt x="3060" y="2441"/>
                      <a:pt x="3048" y="2501"/>
                      <a:pt x="3036" y="2548"/>
                    </a:cubicBezTo>
                    <a:lnTo>
                      <a:pt x="1929" y="1560"/>
                    </a:lnTo>
                    <a:lnTo>
                      <a:pt x="3036" y="584"/>
                    </a:lnTo>
                    <a:close/>
                    <a:moveTo>
                      <a:pt x="1691" y="1786"/>
                    </a:moveTo>
                    <a:lnTo>
                      <a:pt x="2822" y="2786"/>
                    </a:lnTo>
                    <a:cubicBezTo>
                      <a:pt x="2762" y="2798"/>
                      <a:pt x="2703" y="2810"/>
                      <a:pt x="2643" y="2810"/>
                    </a:cubicBezTo>
                    <a:lnTo>
                      <a:pt x="726" y="2810"/>
                    </a:lnTo>
                    <a:cubicBezTo>
                      <a:pt x="667" y="2810"/>
                      <a:pt x="607" y="2798"/>
                      <a:pt x="560" y="2786"/>
                    </a:cubicBezTo>
                    <a:lnTo>
                      <a:pt x="1691" y="1786"/>
                    </a:lnTo>
                    <a:close/>
                    <a:moveTo>
                      <a:pt x="726" y="0"/>
                    </a:moveTo>
                    <a:cubicBezTo>
                      <a:pt x="512" y="0"/>
                      <a:pt x="333" y="96"/>
                      <a:pt x="202" y="227"/>
                    </a:cubicBezTo>
                    <a:lnTo>
                      <a:pt x="191" y="238"/>
                    </a:lnTo>
                    <a:cubicBezTo>
                      <a:pt x="71" y="369"/>
                      <a:pt x="0" y="536"/>
                      <a:pt x="0" y="727"/>
                    </a:cubicBezTo>
                    <a:lnTo>
                      <a:pt x="0" y="2393"/>
                    </a:lnTo>
                    <a:cubicBezTo>
                      <a:pt x="0" y="2596"/>
                      <a:pt x="71" y="2751"/>
                      <a:pt x="191" y="2894"/>
                    </a:cubicBezTo>
                    <a:cubicBezTo>
                      <a:pt x="333" y="3036"/>
                      <a:pt x="512" y="3132"/>
                      <a:pt x="726" y="3132"/>
                    </a:cubicBezTo>
                    <a:lnTo>
                      <a:pt x="2643" y="3132"/>
                    </a:lnTo>
                    <a:cubicBezTo>
                      <a:pt x="2858" y="3132"/>
                      <a:pt x="3036" y="3036"/>
                      <a:pt x="3167" y="2905"/>
                    </a:cubicBezTo>
                    <a:lnTo>
                      <a:pt x="3179" y="2894"/>
                    </a:lnTo>
                    <a:cubicBezTo>
                      <a:pt x="3298" y="2751"/>
                      <a:pt x="3369" y="2596"/>
                      <a:pt x="3369" y="2393"/>
                    </a:cubicBezTo>
                    <a:lnTo>
                      <a:pt x="3369" y="727"/>
                    </a:lnTo>
                    <a:cubicBezTo>
                      <a:pt x="3369" y="536"/>
                      <a:pt x="3298" y="369"/>
                      <a:pt x="3179" y="238"/>
                    </a:cubicBezTo>
                    <a:lnTo>
                      <a:pt x="3167" y="227"/>
                    </a:lnTo>
                    <a:cubicBezTo>
                      <a:pt x="3036" y="96"/>
                      <a:pt x="2858" y="0"/>
                      <a:pt x="264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32" name="Google Shape;4032;p61"/>
            <p:cNvSpPr txBox="1"/>
            <p:nvPr/>
          </p:nvSpPr>
          <p:spPr>
            <a:xfrm>
              <a:off x="4816725" y="3209463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Prototype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033" name="Google Shape;4033;p61"/>
            <p:cNvCxnSpPr>
              <a:stCxn id="3894" idx="0"/>
            </p:cNvCxnSpPr>
            <p:nvPr/>
          </p:nvCxnSpPr>
          <p:spPr>
            <a:xfrm rot="10800000">
              <a:off x="4850348" y="1950148"/>
              <a:ext cx="0" cy="1998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4" name="Google Shape;4034;p61"/>
            <p:cNvCxnSpPr/>
            <p:nvPr/>
          </p:nvCxnSpPr>
          <p:spPr>
            <a:xfrm flipH="1">
              <a:off x="4580300" y="3056775"/>
              <a:ext cx="78300" cy="2667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5" name="Google Shape;4035;p61"/>
            <p:cNvCxnSpPr/>
            <p:nvPr/>
          </p:nvCxnSpPr>
          <p:spPr>
            <a:xfrm>
              <a:off x="5042800" y="3056775"/>
              <a:ext cx="125400" cy="2823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36" name="Google Shape;4036;p61"/>
          <p:cNvGrpSpPr/>
          <p:nvPr/>
        </p:nvGrpSpPr>
        <p:grpSpPr>
          <a:xfrm>
            <a:off x="5517050" y="942013"/>
            <a:ext cx="1658525" cy="2757204"/>
            <a:chOff x="5288450" y="1253438"/>
            <a:chExt cx="1658525" cy="2757204"/>
          </a:xfrm>
        </p:grpSpPr>
        <p:grpSp>
          <p:nvGrpSpPr>
            <p:cNvPr id="4037" name="Google Shape;4037;p61"/>
            <p:cNvGrpSpPr/>
            <p:nvPr/>
          </p:nvGrpSpPr>
          <p:grpSpPr>
            <a:xfrm>
              <a:off x="5612164" y="1602482"/>
              <a:ext cx="319757" cy="287050"/>
              <a:chOff x="1865381" y="4277506"/>
              <a:chExt cx="396131" cy="355612"/>
            </a:xfrm>
          </p:grpSpPr>
          <p:sp>
            <p:nvSpPr>
              <p:cNvPr id="4038" name="Google Shape;4038;p61"/>
              <p:cNvSpPr/>
              <p:nvPr/>
            </p:nvSpPr>
            <p:spPr>
              <a:xfrm>
                <a:off x="1865381" y="4277506"/>
                <a:ext cx="396131" cy="355612"/>
              </a:xfrm>
              <a:custGeom>
                <a:rect b="b" l="l" r="r" t="t"/>
                <a:pathLst>
                  <a:path extrusionOk="0" h="11181" w="12455">
                    <a:moveTo>
                      <a:pt x="6240" y="322"/>
                    </a:moveTo>
                    <a:cubicBezTo>
                      <a:pt x="6883" y="322"/>
                      <a:pt x="7395" y="846"/>
                      <a:pt x="7395" y="1489"/>
                    </a:cubicBezTo>
                    <a:cubicBezTo>
                      <a:pt x="7395" y="2132"/>
                      <a:pt x="6883" y="2644"/>
                      <a:pt x="6240" y="2644"/>
                    </a:cubicBezTo>
                    <a:cubicBezTo>
                      <a:pt x="5597" y="2644"/>
                      <a:pt x="5073" y="2132"/>
                      <a:pt x="5073" y="1489"/>
                    </a:cubicBezTo>
                    <a:cubicBezTo>
                      <a:pt x="5073" y="834"/>
                      <a:pt x="5597" y="322"/>
                      <a:pt x="6240" y="322"/>
                    </a:cubicBezTo>
                    <a:close/>
                    <a:moveTo>
                      <a:pt x="8621" y="3703"/>
                    </a:moveTo>
                    <a:cubicBezTo>
                      <a:pt x="8943" y="3703"/>
                      <a:pt x="9276" y="3751"/>
                      <a:pt x="9585" y="3834"/>
                    </a:cubicBezTo>
                    <a:cubicBezTo>
                      <a:pt x="9657" y="4156"/>
                      <a:pt x="9705" y="4477"/>
                      <a:pt x="9705" y="4811"/>
                    </a:cubicBezTo>
                    <a:cubicBezTo>
                      <a:pt x="9705" y="6239"/>
                      <a:pt x="8847" y="7466"/>
                      <a:pt x="7609" y="7990"/>
                    </a:cubicBezTo>
                    <a:cubicBezTo>
                      <a:pt x="7669" y="7728"/>
                      <a:pt x="7692" y="7454"/>
                      <a:pt x="7692" y="7192"/>
                    </a:cubicBezTo>
                    <a:cubicBezTo>
                      <a:pt x="7692" y="6382"/>
                      <a:pt x="7454" y="5620"/>
                      <a:pt x="7002" y="4965"/>
                    </a:cubicBezTo>
                    <a:cubicBezTo>
                      <a:pt x="6859" y="4775"/>
                      <a:pt x="6704" y="4584"/>
                      <a:pt x="6526" y="4418"/>
                    </a:cubicBezTo>
                    <a:cubicBezTo>
                      <a:pt x="7097" y="3977"/>
                      <a:pt x="7835" y="3703"/>
                      <a:pt x="8621" y="3703"/>
                    </a:cubicBezTo>
                    <a:close/>
                    <a:moveTo>
                      <a:pt x="10478" y="7918"/>
                    </a:moveTo>
                    <a:lnTo>
                      <a:pt x="10598" y="8168"/>
                    </a:lnTo>
                    <a:lnTo>
                      <a:pt x="10359" y="8168"/>
                    </a:lnTo>
                    <a:lnTo>
                      <a:pt x="10478" y="7918"/>
                    </a:lnTo>
                    <a:close/>
                    <a:moveTo>
                      <a:pt x="6240" y="4656"/>
                    </a:moveTo>
                    <a:cubicBezTo>
                      <a:pt x="6407" y="4823"/>
                      <a:pt x="6561" y="4989"/>
                      <a:pt x="6704" y="5180"/>
                    </a:cubicBezTo>
                    <a:cubicBezTo>
                      <a:pt x="7121" y="5775"/>
                      <a:pt x="7335" y="6454"/>
                      <a:pt x="7335" y="7192"/>
                    </a:cubicBezTo>
                    <a:cubicBezTo>
                      <a:pt x="7335" y="7513"/>
                      <a:pt x="7299" y="7847"/>
                      <a:pt x="7204" y="8144"/>
                    </a:cubicBezTo>
                    <a:cubicBezTo>
                      <a:pt x="6907" y="8228"/>
                      <a:pt x="6585" y="8275"/>
                      <a:pt x="6252" y="8275"/>
                    </a:cubicBezTo>
                    <a:cubicBezTo>
                      <a:pt x="5930" y="8275"/>
                      <a:pt x="5597" y="8228"/>
                      <a:pt x="5299" y="8144"/>
                    </a:cubicBezTo>
                    <a:cubicBezTo>
                      <a:pt x="5180" y="7847"/>
                      <a:pt x="5133" y="7513"/>
                      <a:pt x="5133" y="7192"/>
                    </a:cubicBezTo>
                    <a:cubicBezTo>
                      <a:pt x="5133" y="6192"/>
                      <a:pt x="5549" y="5299"/>
                      <a:pt x="6240" y="4656"/>
                    </a:cubicBezTo>
                    <a:close/>
                    <a:moveTo>
                      <a:pt x="5430" y="8561"/>
                    </a:moveTo>
                    <a:lnTo>
                      <a:pt x="5430" y="8561"/>
                    </a:lnTo>
                    <a:cubicBezTo>
                      <a:pt x="5704" y="8621"/>
                      <a:pt x="5966" y="8644"/>
                      <a:pt x="6252" y="8644"/>
                    </a:cubicBezTo>
                    <a:cubicBezTo>
                      <a:pt x="6537" y="8644"/>
                      <a:pt x="6799" y="8621"/>
                      <a:pt x="7061" y="8561"/>
                    </a:cubicBezTo>
                    <a:lnTo>
                      <a:pt x="7061" y="8561"/>
                    </a:lnTo>
                    <a:cubicBezTo>
                      <a:pt x="6847" y="8990"/>
                      <a:pt x="6585" y="9395"/>
                      <a:pt x="6240" y="9716"/>
                    </a:cubicBezTo>
                    <a:cubicBezTo>
                      <a:pt x="5895" y="9395"/>
                      <a:pt x="5609" y="9002"/>
                      <a:pt x="5430" y="8561"/>
                    </a:cubicBezTo>
                    <a:close/>
                    <a:moveTo>
                      <a:pt x="2470" y="7643"/>
                    </a:moveTo>
                    <a:cubicBezTo>
                      <a:pt x="2693" y="7643"/>
                      <a:pt x="2903" y="7736"/>
                      <a:pt x="3049" y="7882"/>
                    </a:cubicBezTo>
                    <a:cubicBezTo>
                      <a:pt x="3216" y="8049"/>
                      <a:pt x="3323" y="8263"/>
                      <a:pt x="3323" y="8502"/>
                    </a:cubicBezTo>
                    <a:cubicBezTo>
                      <a:pt x="3323" y="8692"/>
                      <a:pt x="3263" y="8859"/>
                      <a:pt x="3144" y="9002"/>
                    </a:cubicBezTo>
                    <a:cubicBezTo>
                      <a:pt x="2954" y="9275"/>
                      <a:pt x="2799" y="9549"/>
                      <a:pt x="2739" y="9847"/>
                    </a:cubicBezTo>
                    <a:lnTo>
                      <a:pt x="2192" y="9847"/>
                    </a:lnTo>
                    <a:cubicBezTo>
                      <a:pt x="2132" y="9537"/>
                      <a:pt x="2001" y="9252"/>
                      <a:pt x="1799" y="9002"/>
                    </a:cubicBezTo>
                    <a:cubicBezTo>
                      <a:pt x="1680" y="8835"/>
                      <a:pt x="1620" y="8656"/>
                      <a:pt x="1620" y="8454"/>
                    </a:cubicBezTo>
                    <a:cubicBezTo>
                      <a:pt x="1644" y="8025"/>
                      <a:pt x="2001" y="7668"/>
                      <a:pt x="2430" y="7644"/>
                    </a:cubicBezTo>
                    <a:cubicBezTo>
                      <a:pt x="2443" y="7644"/>
                      <a:pt x="2457" y="7643"/>
                      <a:pt x="2470" y="7643"/>
                    </a:cubicBezTo>
                    <a:close/>
                    <a:moveTo>
                      <a:pt x="10300" y="8525"/>
                    </a:moveTo>
                    <a:lnTo>
                      <a:pt x="10300" y="10145"/>
                    </a:lnTo>
                    <a:lnTo>
                      <a:pt x="10109" y="10145"/>
                    </a:lnTo>
                    <a:lnTo>
                      <a:pt x="10109" y="8585"/>
                    </a:lnTo>
                    <a:cubicBezTo>
                      <a:pt x="10109" y="8561"/>
                      <a:pt x="10133" y="8525"/>
                      <a:pt x="10169" y="8525"/>
                    </a:cubicBezTo>
                    <a:close/>
                    <a:moveTo>
                      <a:pt x="10788" y="8525"/>
                    </a:moveTo>
                    <a:cubicBezTo>
                      <a:pt x="10824" y="8525"/>
                      <a:pt x="10848" y="8561"/>
                      <a:pt x="10848" y="8585"/>
                    </a:cubicBezTo>
                    <a:lnTo>
                      <a:pt x="10848" y="10145"/>
                    </a:lnTo>
                    <a:lnTo>
                      <a:pt x="10657" y="10145"/>
                    </a:lnTo>
                    <a:lnTo>
                      <a:pt x="10657" y="8525"/>
                    </a:lnTo>
                    <a:close/>
                    <a:moveTo>
                      <a:pt x="2847" y="10252"/>
                    </a:moveTo>
                    <a:lnTo>
                      <a:pt x="2847" y="10323"/>
                    </a:lnTo>
                    <a:lnTo>
                      <a:pt x="2073" y="10323"/>
                    </a:lnTo>
                    <a:lnTo>
                      <a:pt x="2073" y="10252"/>
                    </a:lnTo>
                    <a:close/>
                    <a:moveTo>
                      <a:pt x="2489" y="4013"/>
                    </a:moveTo>
                    <a:lnTo>
                      <a:pt x="2489" y="4013"/>
                    </a:lnTo>
                    <a:cubicBezTo>
                      <a:pt x="2430" y="4287"/>
                      <a:pt x="2394" y="4549"/>
                      <a:pt x="2394" y="4823"/>
                    </a:cubicBezTo>
                    <a:cubicBezTo>
                      <a:pt x="2394" y="6501"/>
                      <a:pt x="3489" y="7930"/>
                      <a:pt x="4990" y="8454"/>
                    </a:cubicBezTo>
                    <a:cubicBezTo>
                      <a:pt x="5180" y="9025"/>
                      <a:pt x="5525" y="9549"/>
                      <a:pt x="5954" y="9966"/>
                    </a:cubicBezTo>
                    <a:cubicBezTo>
                      <a:pt x="5371" y="10383"/>
                      <a:pt x="4644" y="10657"/>
                      <a:pt x="3859" y="10657"/>
                    </a:cubicBezTo>
                    <a:cubicBezTo>
                      <a:pt x="3644" y="10657"/>
                      <a:pt x="3430" y="10645"/>
                      <a:pt x="3216" y="10597"/>
                    </a:cubicBezTo>
                    <a:lnTo>
                      <a:pt x="3216" y="10192"/>
                    </a:lnTo>
                    <a:cubicBezTo>
                      <a:pt x="3216" y="10085"/>
                      <a:pt x="3168" y="10002"/>
                      <a:pt x="3097" y="9942"/>
                    </a:cubicBezTo>
                    <a:cubicBezTo>
                      <a:pt x="3156" y="9680"/>
                      <a:pt x="3263" y="9454"/>
                      <a:pt x="3430" y="9240"/>
                    </a:cubicBezTo>
                    <a:cubicBezTo>
                      <a:pt x="3585" y="9025"/>
                      <a:pt x="3680" y="8775"/>
                      <a:pt x="3680" y="8513"/>
                    </a:cubicBezTo>
                    <a:cubicBezTo>
                      <a:pt x="3680" y="8180"/>
                      <a:pt x="3549" y="7871"/>
                      <a:pt x="3311" y="7632"/>
                    </a:cubicBezTo>
                    <a:cubicBezTo>
                      <a:pt x="3072" y="7416"/>
                      <a:pt x="2769" y="7298"/>
                      <a:pt x="2462" y="7298"/>
                    </a:cubicBezTo>
                    <a:cubicBezTo>
                      <a:pt x="2447" y="7298"/>
                      <a:pt x="2433" y="7298"/>
                      <a:pt x="2418" y="7299"/>
                    </a:cubicBezTo>
                    <a:cubicBezTo>
                      <a:pt x="1787" y="7335"/>
                      <a:pt x="1275" y="7835"/>
                      <a:pt x="1263" y="8466"/>
                    </a:cubicBezTo>
                    <a:cubicBezTo>
                      <a:pt x="1251" y="8752"/>
                      <a:pt x="1346" y="9025"/>
                      <a:pt x="1525" y="9252"/>
                    </a:cubicBezTo>
                    <a:cubicBezTo>
                      <a:pt x="1680" y="9466"/>
                      <a:pt x="1787" y="9704"/>
                      <a:pt x="1846" y="9954"/>
                    </a:cubicBezTo>
                    <a:lnTo>
                      <a:pt x="1799" y="10002"/>
                    </a:lnTo>
                    <a:cubicBezTo>
                      <a:pt x="906" y="9347"/>
                      <a:pt x="382" y="8311"/>
                      <a:pt x="382" y="7204"/>
                    </a:cubicBezTo>
                    <a:cubicBezTo>
                      <a:pt x="382" y="5775"/>
                      <a:pt x="1251" y="4537"/>
                      <a:pt x="2489" y="4013"/>
                    </a:cubicBezTo>
                    <a:close/>
                    <a:moveTo>
                      <a:pt x="2847" y="10680"/>
                    </a:moveTo>
                    <a:lnTo>
                      <a:pt x="2847" y="10788"/>
                    </a:lnTo>
                    <a:lnTo>
                      <a:pt x="2073" y="10788"/>
                    </a:lnTo>
                    <a:lnTo>
                      <a:pt x="2073" y="10680"/>
                    </a:lnTo>
                    <a:close/>
                    <a:moveTo>
                      <a:pt x="10848" y="10526"/>
                    </a:moveTo>
                    <a:lnTo>
                      <a:pt x="10848" y="10728"/>
                    </a:lnTo>
                    <a:cubicBezTo>
                      <a:pt x="10848" y="10764"/>
                      <a:pt x="10824" y="10788"/>
                      <a:pt x="10788" y="10788"/>
                    </a:cubicBezTo>
                    <a:lnTo>
                      <a:pt x="10169" y="10788"/>
                    </a:lnTo>
                    <a:cubicBezTo>
                      <a:pt x="10133" y="10788"/>
                      <a:pt x="10109" y="10764"/>
                      <a:pt x="10109" y="10728"/>
                    </a:cubicBezTo>
                    <a:lnTo>
                      <a:pt x="10109" y="10526"/>
                    </a:lnTo>
                    <a:close/>
                    <a:moveTo>
                      <a:pt x="6228" y="0"/>
                    </a:moveTo>
                    <a:cubicBezTo>
                      <a:pt x="5454" y="0"/>
                      <a:pt x="4823" y="584"/>
                      <a:pt x="4716" y="1310"/>
                    </a:cubicBezTo>
                    <a:cubicBezTo>
                      <a:pt x="4049" y="1596"/>
                      <a:pt x="3466" y="2072"/>
                      <a:pt x="3049" y="2667"/>
                    </a:cubicBezTo>
                    <a:cubicBezTo>
                      <a:pt x="2858" y="2941"/>
                      <a:pt x="2692" y="3263"/>
                      <a:pt x="2597" y="3584"/>
                    </a:cubicBezTo>
                    <a:cubicBezTo>
                      <a:pt x="1084" y="4108"/>
                      <a:pt x="1" y="5537"/>
                      <a:pt x="1" y="7216"/>
                    </a:cubicBezTo>
                    <a:cubicBezTo>
                      <a:pt x="1" y="8502"/>
                      <a:pt x="632" y="9692"/>
                      <a:pt x="1704" y="10407"/>
                    </a:cubicBezTo>
                    <a:lnTo>
                      <a:pt x="1704" y="10847"/>
                    </a:lnTo>
                    <a:cubicBezTo>
                      <a:pt x="1704" y="11026"/>
                      <a:pt x="1846" y="11180"/>
                      <a:pt x="2025" y="11180"/>
                    </a:cubicBezTo>
                    <a:lnTo>
                      <a:pt x="2858" y="11180"/>
                    </a:lnTo>
                    <a:cubicBezTo>
                      <a:pt x="2989" y="11180"/>
                      <a:pt x="3108" y="11097"/>
                      <a:pt x="3156" y="10978"/>
                    </a:cubicBezTo>
                    <a:cubicBezTo>
                      <a:pt x="3382" y="11026"/>
                      <a:pt x="3609" y="11038"/>
                      <a:pt x="3823" y="11038"/>
                    </a:cubicBezTo>
                    <a:cubicBezTo>
                      <a:pt x="4716" y="11038"/>
                      <a:pt x="5549" y="10728"/>
                      <a:pt x="6204" y="10204"/>
                    </a:cubicBezTo>
                    <a:cubicBezTo>
                      <a:pt x="6764" y="10645"/>
                      <a:pt x="7419" y="10919"/>
                      <a:pt x="8157" y="11014"/>
                    </a:cubicBezTo>
                    <a:lnTo>
                      <a:pt x="8169" y="11014"/>
                    </a:lnTo>
                    <a:cubicBezTo>
                      <a:pt x="8264" y="11014"/>
                      <a:pt x="8335" y="10942"/>
                      <a:pt x="8347" y="10847"/>
                    </a:cubicBezTo>
                    <a:cubicBezTo>
                      <a:pt x="8371" y="10740"/>
                      <a:pt x="8288" y="10657"/>
                      <a:pt x="8192" y="10645"/>
                    </a:cubicBezTo>
                    <a:cubicBezTo>
                      <a:pt x="7550" y="10561"/>
                      <a:pt x="6966" y="10323"/>
                      <a:pt x="6490" y="9954"/>
                    </a:cubicBezTo>
                    <a:cubicBezTo>
                      <a:pt x="6918" y="9537"/>
                      <a:pt x="7264" y="9014"/>
                      <a:pt x="7454" y="8442"/>
                    </a:cubicBezTo>
                    <a:cubicBezTo>
                      <a:pt x="8966" y="7918"/>
                      <a:pt x="10050" y="6489"/>
                      <a:pt x="10050" y="4811"/>
                    </a:cubicBezTo>
                    <a:cubicBezTo>
                      <a:pt x="10050" y="4525"/>
                      <a:pt x="10014" y="4251"/>
                      <a:pt x="9955" y="4001"/>
                    </a:cubicBezTo>
                    <a:lnTo>
                      <a:pt x="9955" y="4001"/>
                    </a:lnTo>
                    <a:cubicBezTo>
                      <a:pt x="11193" y="4537"/>
                      <a:pt x="12062" y="5763"/>
                      <a:pt x="12062" y="7192"/>
                    </a:cubicBezTo>
                    <a:cubicBezTo>
                      <a:pt x="12062" y="8037"/>
                      <a:pt x="11741" y="8859"/>
                      <a:pt x="11181" y="9490"/>
                    </a:cubicBezTo>
                    <a:lnTo>
                      <a:pt x="11181" y="8597"/>
                    </a:lnTo>
                    <a:cubicBezTo>
                      <a:pt x="11181" y="8466"/>
                      <a:pt x="11109" y="8335"/>
                      <a:pt x="11002" y="8263"/>
                    </a:cubicBezTo>
                    <a:lnTo>
                      <a:pt x="10717" y="7644"/>
                    </a:lnTo>
                    <a:cubicBezTo>
                      <a:pt x="10669" y="7549"/>
                      <a:pt x="10574" y="7466"/>
                      <a:pt x="10455" y="7466"/>
                    </a:cubicBezTo>
                    <a:cubicBezTo>
                      <a:pt x="10336" y="7466"/>
                      <a:pt x="10228" y="7525"/>
                      <a:pt x="10181" y="7644"/>
                    </a:cubicBezTo>
                    <a:lnTo>
                      <a:pt x="9895" y="8263"/>
                    </a:lnTo>
                    <a:cubicBezTo>
                      <a:pt x="9800" y="8335"/>
                      <a:pt x="9716" y="8466"/>
                      <a:pt x="9716" y="8597"/>
                    </a:cubicBezTo>
                    <a:lnTo>
                      <a:pt x="9716" y="10478"/>
                    </a:lnTo>
                    <a:cubicBezTo>
                      <a:pt x="9466" y="10561"/>
                      <a:pt x="9216" y="10621"/>
                      <a:pt x="8943" y="10645"/>
                    </a:cubicBezTo>
                    <a:cubicBezTo>
                      <a:pt x="8847" y="10657"/>
                      <a:pt x="8764" y="10740"/>
                      <a:pt x="8788" y="10835"/>
                    </a:cubicBezTo>
                    <a:cubicBezTo>
                      <a:pt x="8800" y="10919"/>
                      <a:pt x="8871" y="11002"/>
                      <a:pt x="8966" y="11002"/>
                    </a:cubicBezTo>
                    <a:lnTo>
                      <a:pt x="8978" y="11002"/>
                    </a:lnTo>
                    <a:cubicBezTo>
                      <a:pt x="9228" y="10966"/>
                      <a:pt x="9478" y="10919"/>
                      <a:pt x="9740" y="10847"/>
                    </a:cubicBezTo>
                    <a:cubicBezTo>
                      <a:pt x="9776" y="11026"/>
                      <a:pt x="9943" y="11157"/>
                      <a:pt x="10133" y="11157"/>
                    </a:cubicBezTo>
                    <a:lnTo>
                      <a:pt x="10764" y="11157"/>
                    </a:lnTo>
                    <a:cubicBezTo>
                      <a:pt x="11002" y="11157"/>
                      <a:pt x="11193" y="10966"/>
                      <a:pt x="11193" y="10728"/>
                    </a:cubicBezTo>
                    <a:lnTo>
                      <a:pt x="11193" y="10014"/>
                    </a:lnTo>
                    <a:cubicBezTo>
                      <a:pt x="12002" y="9287"/>
                      <a:pt x="12455" y="8263"/>
                      <a:pt x="12455" y="7192"/>
                    </a:cubicBezTo>
                    <a:cubicBezTo>
                      <a:pt x="12455" y="5501"/>
                      <a:pt x="11371" y="4072"/>
                      <a:pt x="9871" y="3560"/>
                    </a:cubicBezTo>
                    <a:cubicBezTo>
                      <a:pt x="9740" y="3168"/>
                      <a:pt x="9538" y="2798"/>
                      <a:pt x="9276" y="2465"/>
                    </a:cubicBezTo>
                    <a:cubicBezTo>
                      <a:pt x="9242" y="2425"/>
                      <a:pt x="9189" y="2403"/>
                      <a:pt x="9137" y="2403"/>
                    </a:cubicBezTo>
                    <a:cubicBezTo>
                      <a:pt x="9097" y="2403"/>
                      <a:pt x="9057" y="2416"/>
                      <a:pt x="9026" y="2441"/>
                    </a:cubicBezTo>
                    <a:cubicBezTo>
                      <a:pt x="8943" y="2501"/>
                      <a:pt x="8931" y="2620"/>
                      <a:pt x="8990" y="2691"/>
                    </a:cubicBezTo>
                    <a:cubicBezTo>
                      <a:pt x="9169" y="2929"/>
                      <a:pt x="9324" y="3168"/>
                      <a:pt x="9443" y="3441"/>
                    </a:cubicBezTo>
                    <a:cubicBezTo>
                      <a:pt x="9169" y="3382"/>
                      <a:pt x="8907" y="3346"/>
                      <a:pt x="8621" y="3346"/>
                    </a:cubicBezTo>
                    <a:cubicBezTo>
                      <a:pt x="7728" y="3346"/>
                      <a:pt x="6895" y="3656"/>
                      <a:pt x="6240" y="4180"/>
                    </a:cubicBezTo>
                    <a:cubicBezTo>
                      <a:pt x="5930" y="3930"/>
                      <a:pt x="5573" y="3739"/>
                      <a:pt x="5192" y="3584"/>
                    </a:cubicBezTo>
                    <a:cubicBezTo>
                      <a:pt x="5175" y="3580"/>
                      <a:pt x="5158" y="3577"/>
                      <a:pt x="5140" y="3577"/>
                    </a:cubicBezTo>
                    <a:cubicBezTo>
                      <a:pt x="5068" y="3577"/>
                      <a:pt x="4992" y="3615"/>
                      <a:pt x="4954" y="3691"/>
                    </a:cubicBezTo>
                    <a:cubicBezTo>
                      <a:pt x="4930" y="3775"/>
                      <a:pt x="4978" y="3882"/>
                      <a:pt x="5061" y="3930"/>
                    </a:cubicBezTo>
                    <a:cubicBezTo>
                      <a:pt x="5394" y="4049"/>
                      <a:pt x="5692" y="4215"/>
                      <a:pt x="5954" y="4418"/>
                    </a:cubicBezTo>
                    <a:cubicBezTo>
                      <a:pt x="5228" y="5120"/>
                      <a:pt x="4775" y="6096"/>
                      <a:pt x="4775" y="7192"/>
                    </a:cubicBezTo>
                    <a:cubicBezTo>
                      <a:pt x="4775" y="7466"/>
                      <a:pt x="4811" y="7740"/>
                      <a:pt x="4871" y="7990"/>
                    </a:cubicBezTo>
                    <a:cubicBezTo>
                      <a:pt x="3632" y="7454"/>
                      <a:pt x="2775" y="6239"/>
                      <a:pt x="2775" y="4811"/>
                    </a:cubicBezTo>
                    <a:cubicBezTo>
                      <a:pt x="2775" y="4477"/>
                      <a:pt x="2811" y="4156"/>
                      <a:pt x="2906" y="3858"/>
                    </a:cubicBezTo>
                    <a:cubicBezTo>
                      <a:pt x="3204" y="3763"/>
                      <a:pt x="3525" y="3715"/>
                      <a:pt x="3859" y="3715"/>
                    </a:cubicBezTo>
                    <a:cubicBezTo>
                      <a:pt x="4025" y="3715"/>
                      <a:pt x="4168" y="3739"/>
                      <a:pt x="4335" y="3751"/>
                    </a:cubicBezTo>
                    <a:cubicBezTo>
                      <a:pt x="4342" y="3752"/>
                      <a:pt x="4349" y="3752"/>
                      <a:pt x="4356" y="3752"/>
                    </a:cubicBezTo>
                    <a:cubicBezTo>
                      <a:pt x="4444" y="3752"/>
                      <a:pt x="4526" y="3684"/>
                      <a:pt x="4537" y="3596"/>
                    </a:cubicBezTo>
                    <a:cubicBezTo>
                      <a:pt x="4549" y="3501"/>
                      <a:pt x="4478" y="3406"/>
                      <a:pt x="4394" y="3394"/>
                    </a:cubicBezTo>
                    <a:cubicBezTo>
                      <a:pt x="4216" y="3358"/>
                      <a:pt x="4049" y="3358"/>
                      <a:pt x="3870" y="3358"/>
                    </a:cubicBezTo>
                    <a:cubicBezTo>
                      <a:pt x="3585" y="3358"/>
                      <a:pt x="3323" y="3394"/>
                      <a:pt x="3049" y="3453"/>
                    </a:cubicBezTo>
                    <a:cubicBezTo>
                      <a:pt x="3144" y="3239"/>
                      <a:pt x="3239" y="3048"/>
                      <a:pt x="3382" y="2858"/>
                    </a:cubicBezTo>
                    <a:cubicBezTo>
                      <a:pt x="3716" y="2346"/>
                      <a:pt x="4192" y="1953"/>
                      <a:pt x="4728" y="1691"/>
                    </a:cubicBezTo>
                    <a:cubicBezTo>
                      <a:pt x="4835" y="2441"/>
                      <a:pt x="5466" y="3025"/>
                      <a:pt x="6240" y="3025"/>
                    </a:cubicBezTo>
                    <a:cubicBezTo>
                      <a:pt x="7014" y="3025"/>
                      <a:pt x="7657" y="2441"/>
                      <a:pt x="7740" y="1691"/>
                    </a:cubicBezTo>
                    <a:cubicBezTo>
                      <a:pt x="7990" y="1810"/>
                      <a:pt x="8228" y="1977"/>
                      <a:pt x="8454" y="2156"/>
                    </a:cubicBezTo>
                    <a:cubicBezTo>
                      <a:pt x="8490" y="2191"/>
                      <a:pt x="8526" y="2203"/>
                      <a:pt x="8573" y="2203"/>
                    </a:cubicBezTo>
                    <a:cubicBezTo>
                      <a:pt x="8633" y="2203"/>
                      <a:pt x="8681" y="2191"/>
                      <a:pt x="8704" y="2144"/>
                    </a:cubicBezTo>
                    <a:cubicBezTo>
                      <a:pt x="8764" y="2072"/>
                      <a:pt x="8764" y="1953"/>
                      <a:pt x="8681" y="1894"/>
                    </a:cubicBezTo>
                    <a:cubicBezTo>
                      <a:pt x="8395" y="1655"/>
                      <a:pt x="8073" y="1453"/>
                      <a:pt x="7728" y="1310"/>
                    </a:cubicBezTo>
                    <a:cubicBezTo>
                      <a:pt x="7621" y="560"/>
                      <a:pt x="7002" y="0"/>
                      <a:pt x="622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9" name="Google Shape;4039;p61"/>
              <p:cNvSpPr/>
              <p:nvPr/>
            </p:nvSpPr>
            <p:spPr>
              <a:xfrm>
                <a:off x="2057770" y="4294553"/>
                <a:ext cx="22741" cy="35622"/>
              </a:xfrm>
              <a:custGeom>
                <a:rect b="b" l="l" r="r" t="t"/>
                <a:pathLst>
                  <a:path extrusionOk="0" h="1120" w="715">
                    <a:moveTo>
                      <a:pt x="191" y="0"/>
                    </a:moveTo>
                    <a:cubicBezTo>
                      <a:pt x="84" y="0"/>
                      <a:pt x="12" y="72"/>
                      <a:pt x="12" y="179"/>
                    </a:cubicBezTo>
                    <a:lnTo>
                      <a:pt x="12" y="941"/>
                    </a:lnTo>
                    <a:cubicBezTo>
                      <a:pt x="0" y="1036"/>
                      <a:pt x="84" y="1119"/>
                      <a:pt x="191" y="1119"/>
                    </a:cubicBezTo>
                    <a:lnTo>
                      <a:pt x="536" y="1119"/>
                    </a:lnTo>
                    <a:cubicBezTo>
                      <a:pt x="631" y="1119"/>
                      <a:pt x="715" y="1036"/>
                      <a:pt x="715" y="941"/>
                    </a:cubicBezTo>
                    <a:cubicBezTo>
                      <a:pt x="715" y="834"/>
                      <a:pt x="631" y="750"/>
                      <a:pt x="536" y="750"/>
                    </a:cubicBezTo>
                    <a:lnTo>
                      <a:pt x="369" y="750"/>
                    </a:lnTo>
                    <a:lnTo>
                      <a:pt x="369" y="179"/>
                    </a:lnTo>
                    <a:cubicBezTo>
                      <a:pt x="369" y="72"/>
                      <a:pt x="298" y="0"/>
                      <a:pt x="1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0" name="Google Shape;4040;p61"/>
              <p:cNvSpPr/>
              <p:nvPr/>
            </p:nvSpPr>
            <p:spPr>
              <a:xfrm>
                <a:off x="2048292" y="4456250"/>
                <a:ext cx="30724" cy="64055"/>
              </a:xfrm>
              <a:custGeom>
                <a:rect b="b" l="l" r="r" t="t"/>
                <a:pathLst>
                  <a:path extrusionOk="0" h="2014" w="966">
                    <a:moveTo>
                      <a:pt x="477" y="0"/>
                    </a:moveTo>
                    <a:cubicBezTo>
                      <a:pt x="370" y="0"/>
                      <a:pt x="298" y="84"/>
                      <a:pt x="298" y="179"/>
                    </a:cubicBezTo>
                    <a:lnTo>
                      <a:pt x="298" y="262"/>
                    </a:lnTo>
                    <a:cubicBezTo>
                      <a:pt x="120" y="334"/>
                      <a:pt x="1" y="512"/>
                      <a:pt x="1" y="703"/>
                    </a:cubicBezTo>
                    <a:cubicBezTo>
                      <a:pt x="1" y="977"/>
                      <a:pt x="215" y="1191"/>
                      <a:pt x="489" y="1191"/>
                    </a:cubicBezTo>
                    <a:cubicBezTo>
                      <a:pt x="560" y="1191"/>
                      <a:pt x="608" y="1250"/>
                      <a:pt x="608" y="1310"/>
                    </a:cubicBezTo>
                    <a:cubicBezTo>
                      <a:pt x="608" y="1381"/>
                      <a:pt x="548" y="1429"/>
                      <a:pt x="489" y="1429"/>
                    </a:cubicBezTo>
                    <a:cubicBezTo>
                      <a:pt x="441" y="1429"/>
                      <a:pt x="394" y="1405"/>
                      <a:pt x="382" y="1358"/>
                    </a:cubicBezTo>
                    <a:cubicBezTo>
                      <a:pt x="346" y="1287"/>
                      <a:pt x="284" y="1249"/>
                      <a:pt x="216" y="1249"/>
                    </a:cubicBezTo>
                    <a:cubicBezTo>
                      <a:pt x="192" y="1249"/>
                      <a:pt x="168" y="1253"/>
                      <a:pt x="144" y="1262"/>
                    </a:cubicBezTo>
                    <a:cubicBezTo>
                      <a:pt x="60" y="1310"/>
                      <a:pt x="13" y="1417"/>
                      <a:pt x="60" y="1500"/>
                    </a:cubicBezTo>
                    <a:cubicBezTo>
                      <a:pt x="120" y="1608"/>
                      <a:pt x="203" y="1703"/>
                      <a:pt x="310" y="1739"/>
                    </a:cubicBezTo>
                    <a:lnTo>
                      <a:pt x="310" y="1834"/>
                    </a:lnTo>
                    <a:cubicBezTo>
                      <a:pt x="310" y="1941"/>
                      <a:pt x="382" y="2012"/>
                      <a:pt x="489" y="2012"/>
                    </a:cubicBezTo>
                    <a:cubicBezTo>
                      <a:pt x="495" y="2013"/>
                      <a:pt x="501" y="2014"/>
                      <a:pt x="507" y="2014"/>
                    </a:cubicBezTo>
                    <a:cubicBezTo>
                      <a:pt x="586" y="2014"/>
                      <a:pt x="667" y="1945"/>
                      <a:pt x="667" y="1846"/>
                    </a:cubicBezTo>
                    <a:lnTo>
                      <a:pt x="667" y="1762"/>
                    </a:lnTo>
                    <a:cubicBezTo>
                      <a:pt x="846" y="1691"/>
                      <a:pt x="965" y="1512"/>
                      <a:pt x="965" y="1310"/>
                    </a:cubicBezTo>
                    <a:cubicBezTo>
                      <a:pt x="965" y="1048"/>
                      <a:pt x="739" y="822"/>
                      <a:pt x="477" y="822"/>
                    </a:cubicBezTo>
                    <a:cubicBezTo>
                      <a:pt x="394" y="822"/>
                      <a:pt x="358" y="762"/>
                      <a:pt x="358" y="703"/>
                    </a:cubicBezTo>
                    <a:cubicBezTo>
                      <a:pt x="358" y="631"/>
                      <a:pt x="417" y="584"/>
                      <a:pt x="477" y="584"/>
                    </a:cubicBezTo>
                    <a:cubicBezTo>
                      <a:pt x="513" y="584"/>
                      <a:pt x="548" y="596"/>
                      <a:pt x="572" y="643"/>
                    </a:cubicBezTo>
                    <a:cubicBezTo>
                      <a:pt x="608" y="700"/>
                      <a:pt x="660" y="727"/>
                      <a:pt x="717" y="727"/>
                    </a:cubicBezTo>
                    <a:cubicBezTo>
                      <a:pt x="755" y="727"/>
                      <a:pt x="796" y="715"/>
                      <a:pt x="834" y="691"/>
                    </a:cubicBezTo>
                    <a:cubicBezTo>
                      <a:pt x="917" y="631"/>
                      <a:pt x="929" y="524"/>
                      <a:pt x="870" y="441"/>
                    </a:cubicBezTo>
                    <a:cubicBezTo>
                      <a:pt x="810" y="357"/>
                      <a:pt x="739" y="286"/>
                      <a:pt x="656" y="262"/>
                    </a:cubicBezTo>
                    <a:lnTo>
                      <a:pt x="656" y="179"/>
                    </a:lnTo>
                    <a:cubicBezTo>
                      <a:pt x="656" y="84"/>
                      <a:pt x="572" y="0"/>
                      <a:pt x="47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1" name="Google Shape;4041;p61"/>
              <p:cNvSpPr/>
              <p:nvPr/>
            </p:nvSpPr>
            <p:spPr>
              <a:xfrm>
                <a:off x="1898713" y="4487196"/>
                <a:ext cx="17461" cy="16030"/>
              </a:xfrm>
              <a:custGeom>
                <a:rect b="b" l="l" r="r" t="t"/>
                <a:pathLst>
                  <a:path extrusionOk="0" h="504" w="549">
                    <a:moveTo>
                      <a:pt x="193" y="1"/>
                    </a:moveTo>
                    <a:cubicBezTo>
                      <a:pt x="147" y="1"/>
                      <a:pt x="102" y="21"/>
                      <a:pt x="72" y="63"/>
                    </a:cubicBezTo>
                    <a:cubicBezTo>
                      <a:pt x="1" y="135"/>
                      <a:pt x="1" y="254"/>
                      <a:pt x="72" y="313"/>
                    </a:cubicBezTo>
                    <a:lnTo>
                      <a:pt x="203" y="444"/>
                    </a:lnTo>
                    <a:cubicBezTo>
                      <a:pt x="227" y="480"/>
                      <a:pt x="298" y="504"/>
                      <a:pt x="334" y="504"/>
                    </a:cubicBezTo>
                    <a:cubicBezTo>
                      <a:pt x="382" y="504"/>
                      <a:pt x="429" y="492"/>
                      <a:pt x="465" y="444"/>
                    </a:cubicBezTo>
                    <a:cubicBezTo>
                      <a:pt x="548" y="373"/>
                      <a:pt x="548" y="254"/>
                      <a:pt x="465" y="194"/>
                    </a:cubicBezTo>
                    <a:lnTo>
                      <a:pt x="322" y="63"/>
                    </a:lnTo>
                    <a:cubicBezTo>
                      <a:pt x="286" y="21"/>
                      <a:pt x="239" y="1"/>
                      <a:pt x="19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2" name="Google Shape;4042;p61"/>
              <p:cNvSpPr/>
              <p:nvPr/>
            </p:nvSpPr>
            <p:spPr>
              <a:xfrm>
                <a:off x="1887740" y="4502494"/>
                <a:ext cx="19337" cy="13231"/>
              </a:xfrm>
              <a:custGeom>
                <a:rect b="b" l="l" r="r" t="t"/>
                <a:pathLst>
                  <a:path extrusionOk="0" h="416" w="608">
                    <a:moveTo>
                      <a:pt x="190" y="0"/>
                    </a:moveTo>
                    <a:cubicBezTo>
                      <a:pt x="112" y="0"/>
                      <a:pt x="53" y="56"/>
                      <a:pt x="24" y="142"/>
                    </a:cubicBezTo>
                    <a:cubicBezTo>
                      <a:pt x="0" y="249"/>
                      <a:pt x="60" y="332"/>
                      <a:pt x="155" y="368"/>
                    </a:cubicBezTo>
                    <a:lnTo>
                      <a:pt x="358" y="416"/>
                    </a:lnTo>
                    <a:lnTo>
                      <a:pt x="405" y="416"/>
                    </a:lnTo>
                    <a:cubicBezTo>
                      <a:pt x="477" y="416"/>
                      <a:pt x="548" y="356"/>
                      <a:pt x="572" y="273"/>
                    </a:cubicBezTo>
                    <a:cubicBezTo>
                      <a:pt x="608" y="189"/>
                      <a:pt x="548" y="82"/>
                      <a:pt x="441" y="58"/>
                    </a:cubicBezTo>
                    <a:lnTo>
                      <a:pt x="250" y="11"/>
                    </a:lnTo>
                    <a:cubicBezTo>
                      <a:pt x="229" y="4"/>
                      <a:pt x="209" y="0"/>
                      <a:pt x="19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3" name="Google Shape;4043;p61"/>
              <p:cNvSpPr/>
              <p:nvPr/>
            </p:nvSpPr>
            <p:spPr>
              <a:xfrm>
                <a:off x="1913852" y="4477019"/>
                <a:ext cx="13676" cy="17874"/>
              </a:xfrm>
              <a:custGeom>
                <a:rect b="b" l="l" r="r" t="t"/>
                <a:pathLst>
                  <a:path extrusionOk="0" h="562" w="430">
                    <a:moveTo>
                      <a:pt x="175" y="0"/>
                    </a:moveTo>
                    <a:cubicBezTo>
                      <a:pt x="165" y="0"/>
                      <a:pt x="155" y="1"/>
                      <a:pt x="144" y="2"/>
                    </a:cubicBezTo>
                    <a:cubicBezTo>
                      <a:pt x="37" y="38"/>
                      <a:pt x="1" y="121"/>
                      <a:pt x="13" y="228"/>
                    </a:cubicBezTo>
                    <a:lnTo>
                      <a:pt x="60" y="419"/>
                    </a:lnTo>
                    <a:cubicBezTo>
                      <a:pt x="72" y="502"/>
                      <a:pt x="144" y="562"/>
                      <a:pt x="239" y="562"/>
                    </a:cubicBezTo>
                    <a:lnTo>
                      <a:pt x="275" y="562"/>
                    </a:lnTo>
                    <a:cubicBezTo>
                      <a:pt x="382" y="526"/>
                      <a:pt x="430" y="443"/>
                      <a:pt x="418" y="335"/>
                    </a:cubicBezTo>
                    <a:lnTo>
                      <a:pt x="370" y="145"/>
                    </a:lnTo>
                    <a:cubicBezTo>
                      <a:pt x="338" y="49"/>
                      <a:pt x="267" y="0"/>
                      <a:pt x="17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44" name="Google Shape;4044;p61"/>
            <p:cNvSpPr txBox="1"/>
            <p:nvPr/>
          </p:nvSpPr>
          <p:spPr>
            <a:xfrm>
              <a:off x="5288450" y="1253438"/>
              <a:ext cx="9672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Visual 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style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045" name="Google Shape;4045;p61"/>
            <p:cNvGrpSpPr/>
            <p:nvPr/>
          </p:nvGrpSpPr>
          <p:grpSpPr>
            <a:xfrm>
              <a:off x="6088910" y="3732872"/>
              <a:ext cx="255795" cy="277770"/>
              <a:chOff x="2219466" y="1500293"/>
              <a:chExt cx="330613" cy="359015"/>
            </a:xfrm>
          </p:grpSpPr>
          <p:sp>
            <p:nvSpPr>
              <p:cNvPr id="4046" name="Google Shape;4046;p61"/>
              <p:cNvSpPr/>
              <p:nvPr/>
            </p:nvSpPr>
            <p:spPr>
              <a:xfrm>
                <a:off x="2353906" y="1635560"/>
                <a:ext cx="65518" cy="82121"/>
              </a:xfrm>
              <a:custGeom>
                <a:rect b="b" l="l" r="r" t="t"/>
                <a:pathLst>
                  <a:path extrusionOk="0" h="2582" w="2060">
                    <a:moveTo>
                      <a:pt x="994" y="319"/>
                    </a:moveTo>
                    <a:cubicBezTo>
                      <a:pt x="1051" y="319"/>
                      <a:pt x="1107" y="355"/>
                      <a:pt x="1131" y="426"/>
                    </a:cubicBezTo>
                    <a:lnTo>
                      <a:pt x="1631" y="2093"/>
                    </a:lnTo>
                    <a:cubicBezTo>
                      <a:pt x="1667" y="2165"/>
                      <a:pt x="1607" y="2236"/>
                      <a:pt x="1536" y="2236"/>
                    </a:cubicBezTo>
                    <a:lnTo>
                      <a:pt x="476" y="2236"/>
                    </a:lnTo>
                    <a:cubicBezTo>
                      <a:pt x="405" y="2236"/>
                      <a:pt x="345" y="2165"/>
                      <a:pt x="357" y="2093"/>
                    </a:cubicBezTo>
                    <a:lnTo>
                      <a:pt x="857" y="426"/>
                    </a:lnTo>
                    <a:cubicBezTo>
                      <a:pt x="881" y="355"/>
                      <a:pt x="938" y="319"/>
                      <a:pt x="994" y="319"/>
                    </a:cubicBezTo>
                    <a:close/>
                    <a:moveTo>
                      <a:pt x="1006" y="1"/>
                    </a:moveTo>
                    <a:cubicBezTo>
                      <a:pt x="813" y="1"/>
                      <a:pt x="619" y="111"/>
                      <a:pt x="548" y="331"/>
                    </a:cubicBezTo>
                    <a:lnTo>
                      <a:pt x="48" y="1998"/>
                    </a:lnTo>
                    <a:cubicBezTo>
                      <a:pt x="0" y="2129"/>
                      <a:pt x="36" y="2284"/>
                      <a:pt x="119" y="2403"/>
                    </a:cubicBezTo>
                    <a:cubicBezTo>
                      <a:pt x="214" y="2522"/>
                      <a:pt x="345" y="2581"/>
                      <a:pt x="476" y="2581"/>
                    </a:cubicBezTo>
                    <a:lnTo>
                      <a:pt x="1536" y="2581"/>
                    </a:lnTo>
                    <a:cubicBezTo>
                      <a:pt x="1845" y="2581"/>
                      <a:pt x="2060" y="2284"/>
                      <a:pt x="1965" y="1998"/>
                    </a:cubicBezTo>
                    <a:lnTo>
                      <a:pt x="1464" y="331"/>
                    </a:lnTo>
                    <a:cubicBezTo>
                      <a:pt x="1393" y="111"/>
                      <a:pt x="1200" y="1"/>
                      <a:pt x="1006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7" name="Google Shape;4047;p61"/>
              <p:cNvSpPr/>
              <p:nvPr/>
            </p:nvSpPr>
            <p:spPr>
              <a:xfrm>
                <a:off x="2219466" y="1500293"/>
                <a:ext cx="330613" cy="359015"/>
              </a:xfrm>
              <a:custGeom>
                <a:rect b="b" l="l" r="r" t="t"/>
                <a:pathLst>
                  <a:path extrusionOk="0" h="11288" w="10395">
                    <a:moveTo>
                      <a:pt x="1048" y="322"/>
                    </a:moveTo>
                    <a:lnTo>
                      <a:pt x="1048" y="1048"/>
                    </a:lnTo>
                    <a:lnTo>
                      <a:pt x="334" y="1048"/>
                    </a:lnTo>
                    <a:lnTo>
                      <a:pt x="334" y="322"/>
                    </a:lnTo>
                    <a:close/>
                    <a:moveTo>
                      <a:pt x="5549" y="334"/>
                    </a:moveTo>
                    <a:lnTo>
                      <a:pt x="5549" y="1048"/>
                    </a:lnTo>
                    <a:lnTo>
                      <a:pt x="4834" y="1048"/>
                    </a:lnTo>
                    <a:lnTo>
                      <a:pt x="4834" y="334"/>
                    </a:lnTo>
                    <a:close/>
                    <a:moveTo>
                      <a:pt x="10049" y="322"/>
                    </a:moveTo>
                    <a:lnTo>
                      <a:pt x="10049" y="1048"/>
                    </a:lnTo>
                    <a:lnTo>
                      <a:pt x="9335" y="1048"/>
                    </a:lnTo>
                    <a:lnTo>
                      <a:pt x="9335" y="322"/>
                    </a:lnTo>
                    <a:close/>
                    <a:moveTo>
                      <a:pt x="10061" y="5287"/>
                    </a:moveTo>
                    <a:lnTo>
                      <a:pt x="10061" y="6001"/>
                    </a:lnTo>
                    <a:lnTo>
                      <a:pt x="9347" y="6001"/>
                    </a:lnTo>
                    <a:lnTo>
                      <a:pt x="9347" y="5287"/>
                    </a:lnTo>
                    <a:close/>
                    <a:moveTo>
                      <a:pt x="1048" y="5299"/>
                    </a:moveTo>
                    <a:lnTo>
                      <a:pt x="1048" y="6013"/>
                    </a:lnTo>
                    <a:lnTo>
                      <a:pt x="334" y="6013"/>
                    </a:lnTo>
                    <a:lnTo>
                      <a:pt x="334" y="5299"/>
                    </a:lnTo>
                    <a:close/>
                    <a:moveTo>
                      <a:pt x="1381" y="10287"/>
                    </a:moveTo>
                    <a:lnTo>
                      <a:pt x="1524" y="10418"/>
                    </a:lnTo>
                    <a:lnTo>
                      <a:pt x="1381" y="10418"/>
                    </a:lnTo>
                    <a:lnTo>
                      <a:pt x="1381" y="10287"/>
                    </a:lnTo>
                    <a:close/>
                    <a:moveTo>
                      <a:pt x="9001" y="10287"/>
                    </a:moveTo>
                    <a:lnTo>
                      <a:pt x="9001" y="10418"/>
                    </a:lnTo>
                    <a:lnTo>
                      <a:pt x="8870" y="10418"/>
                    </a:lnTo>
                    <a:lnTo>
                      <a:pt x="9001" y="10287"/>
                    </a:lnTo>
                    <a:close/>
                    <a:moveTo>
                      <a:pt x="9025" y="857"/>
                    </a:moveTo>
                    <a:lnTo>
                      <a:pt x="9025" y="1215"/>
                    </a:lnTo>
                    <a:cubicBezTo>
                      <a:pt x="9025" y="1310"/>
                      <a:pt x="9097" y="1381"/>
                      <a:pt x="9180" y="1381"/>
                    </a:cubicBezTo>
                    <a:lnTo>
                      <a:pt x="9537" y="1381"/>
                    </a:lnTo>
                    <a:lnTo>
                      <a:pt x="9537" y="4953"/>
                    </a:lnTo>
                    <a:lnTo>
                      <a:pt x="9180" y="4953"/>
                    </a:lnTo>
                    <a:cubicBezTo>
                      <a:pt x="9097" y="4953"/>
                      <a:pt x="9025" y="5025"/>
                      <a:pt x="9025" y="5120"/>
                    </a:cubicBezTo>
                    <a:lnTo>
                      <a:pt x="9025" y="6180"/>
                    </a:lnTo>
                    <a:cubicBezTo>
                      <a:pt x="9025" y="6263"/>
                      <a:pt x="9097" y="6346"/>
                      <a:pt x="9180" y="6346"/>
                    </a:cubicBezTo>
                    <a:lnTo>
                      <a:pt x="9537" y="6346"/>
                    </a:lnTo>
                    <a:lnTo>
                      <a:pt x="9537" y="9894"/>
                    </a:lnTo>
                    <a:lnTo>
                      <a:pt x="9275" y="9894"/>
                    </a:lnTo>
                    <a:cubicBezTo>
                      <a:pt x="9406" y="9573"/>
                      <a:pt x="9442" y="9216"/>
                      <a:pt x="9323" y="8870"/>
                    </a:cubicBezTo>
                    <a:lnTo>
                      <a:pt x="7311" y="2632"/>
                    </a:lnTo>
                    <a:cubicBezTo>
                      <a:pt x="7283" y="2567"/>
                      <a:pt x="7227" y="2524"/>
                      <a:pt x="7160" y="2524"/>
                    </a:cubicBezTo>
                    <a:cubicBezTo>
                      <a:pt x="7139" y="2524"/>
                      <a:pt x="7118" y="2528"/>
                      <a:pt x="7096" y="2536"/>
                    </a:cubicBezTo>
                    <a:cubicBezTo>
                      <a:pt x="7013" y="2560"/>
                      <a:pt x="6965" y="2655"/>
                      <a:pt x="7001" y="2739"/>
                    </a:cubicBezTo>
                    <a:lnTo>
                      <a:pt x="9001" y="8978"/>
                    </a:lnTo>
                    <a:cubicBezTo>
                      <a:pt x="9263" y="9780"/>
                      <a:pt x="8624" y="10429"/>
                      <a:pt x="7936" y="10429"/>
                    </a:cubicBezTo>
                    <a:cubicBezTo>
                      <a:pt x="7685" y="10429"/>
                      <a:pt x="7427" y="10342"/>
                      <a:pt x="7204" y="10144"/>
                    </a:cubicBezTo>
                    <a:cubicBezTo>
                      <a:pt x="7171" y="10123"/>
                      <a:pt x="7132" y="10111"/>
                      <a:pt x="7093" y="10111"/>
                    </a:cubicBezTo>
                    <a:cubicBezTo>
                      <a:pt x="7045" y="10111"/>
                      <a:pt x="6998" y="10129"/>
                      <a:pt x="6965" y="10168"/>
                    </a:cubicBezTo>
                    <a:cubicBezTo>
                      <a:pt x="6906" y="10240"/>
                      <a:pt x="6906" y="10347"/>
                      <a:pt x="6977" y="10406"/>
                    </a:cubicBezTo>
                    <a:cubicBezTo>
                      <a:pt x="7001" y="10418"/>
                      <a:pt x="7013" y="10430"/>
                      <a:pt x="7025" y="10430"/>
                    </a:cubicBezTo>
                    <a:lnTo>
                      <a:pt x="5906" y="10430"/>
                    </a:lnTo>
                    <a:lnTo>
                      <a:pt x="5906" y="10073"/>
                    </a:lnTo>
                    <a:cubicBezTo>
                      <a:pt x="5906" y="9990"/>
                      <a:pt x="5834" y="9918"/>
                      <a:pt x="5751" y="9918"/>
                    </a:cubicBezTo>
                    <a:lnTo>
                      <a:pt x="4691" y="9918"/>
                    </a:lnTo>
                    <a:cubicBezTo>
                      <a:pt x="4596" y="9918"/>
                      <a:pt x="4525" y="9990"/>
                      <a:pt x="4525" y="10073"/>
                    </a:cubicBezTo>
                    <a:lnTo>
                      <a:pt x="4525" y="10430"/>
                    </a:lnTo>
                    <a:lnTo>
                      <a:pt x="3382" y="10430"/>
                    </a:lnTo>
                    <a:cubicBezTo>
                      <a:pt x="3834" y="10049"/>
                      <a:pt x="3858" y="9585"/>
                      <a:pt x="4037" y="9144"/>
                    </a:cubicBezTo>
                    <a:cubicBezTo>
                      <a:pt x="4167" y="8728"/>
                      <a:pt x="4548" y="8442"/>
                      <a:pt x="5001" y="8442"/>
                    </a:cubicBezTo>
                    <a:lnTo>
                      <a:pt x="5418" y="8442"/>
                    </a:lnTo>
                    <a:cubicBezTo>
                      <a:pt x="5846" y="8442"/>
                      <a:pt x="6239" y="8728"/>
                      <a:pt x="6382" y="9144"/>
                    </a:cubicBezTo>
                    <a:lnTo>
                      <a:pt x="6596" y="9775"/>
                    </a:lnTo>
                    <a:cubicBezTo>
                      <a:pt x="6615" y="9849"/>
                      <a:pt x="6676" y="9894"/>
                      <a:pt x="6742" y="9894"/>
                    </a:cubicBezTo>
                    <a:cubicBezTo>
                      <a:pt x="6761" y="9894"/>
                      <a:pt x="6780" y="9890"/>
                      <a:pt x="6799" y="9882"/>
                    </a:cubicBezTo>
                    <a:cubicBezTo>
                      <a:pt x="6894" y="9859"/>
                      <a:pt x="6930" y="9763"/>
                      <a:pt x="6906" y="9680"/>
                    </a:cubicBezTo>
                    <a:lnTo>
                      <a:pt x="6692" y="9037"/>
                    </a:lnTo>
                    <a:cubicBezTo>
                      <a:pt x="6513" y="8489"/>
                      <a:pt x="6001" y="8108"/>
                      <a:pt x="5418" y="8108"/>
                    </a:cubicBezTo>
                    <a:lnTo>
                      <a:pt x="5001" y="8108"/>
                    </a:lnTo>
                    <a:cubicBezTo>
                      <a:pt x="4418" y="8108"/>
                      <a:pt x="3894" y="8489"/>
                      <a:pt x="3715" y="9037"/>
                    </a:cubicBezTo>
                    <a:lnTo>
                      <a:pt x="3513" y="9680"/>
                    </a:lnTo>
                    <a:cubicBezTo>
                      <a:pt x="3358" y="10132"/>
                      <a:pt x="2929" y="10430"/>
                      <a:pt x="2453" y="10430"/>
                    </a:cubicBezTo>
                    <a:cubicBezTo>
                      <a:pt x="1846" y="10430"/>
                      <a:pt x="1334" y="9942"/>
                      <a:pt x="1334" y="9323"/>
                    </a:cubicBezTo>
                    <a:cubicBezTo>
                      <a:pt x="1334" y="9025"/>
                      <a:pt x="1429" y="8906"/>
                      <a:pt x="1751" y="7846"/>
                    </a:cubicBezTo>
                    <a:cubicBezTo>
                      <a:pt x="1786" y="7751"/>
                      <a:pt x="1739" y="7668"/>
                      <a:pt x="1655" y="7632"/>
                    </a:cubicBezTo>
                    <a:cubicBezTo>
                      <a:pt x="1639" y="7628"/>
                      <a:pt x="1622" y="7626"/>
                      <a:pt x="1607" y="7626"/>
                    </a:cubicBezTo>
                    <a:cubicBezTo>
                      <a:pt x="1532" y="7626"/>
                      <a:pt x="1470" y="7670"/>
                      <a:pt x="1441" y="7739"/>
                    </a:cubicBezTo>
                    <a:lnTo>
                      <a:pt x="1084" y="8870"/>
                    </a:lnTo>
                    <a:cubicBezTo>
                      <a:pt x="977" y="9216"/>
                      <a:pt x="1000" y="9573"/>
                      <a:pt x="1143" y="9894"/>
                    </a:cubicBezTo>
                    <a:lnTo>
                      <a:pt x="881" y="9894"/>
                    </a:lnTo>
                    <a:lnTo>
                      <a:pt x="881" y="6346"/>
                    </a:lnTo>
                    <a:lnTo>
                      <a:pt x="1239" y="6346"/>
                    </a:lnTo>
                    <a:cubicBezTo>
                      <a:pt x="1322" y="6346"/>
                      <a:pt x="1393" y="6263"/>
                      <a:pt x="1393" y="6180"/>
                    </a:cubicBezTo>
                    <a:lnTo>
                      <a:pt x="1393" y="5120"/>
                    </a:lnTo>
                    <a:cubicBezTo>
                      <a:pt x="1393" y="5037"/>
                      <a:pt x="1322" y="4953"/>
                      <a:pt x="1239" y="4953"/>
                    </a:cubicBezTo>
                    <a:lnTo>
                      <a:pt x="881" y="4953"/>
                    </a:lnTo>
                    <a:lnTo>
                      <a:pt x="881" y="1381"/>
                    </a:lnTo>
                    <a:lnTo>
                      <a:pt x="1239" y="1381"/>
                    </a:lnTo>
                    <a:cubicBezTo>
                      <a:pt x="1322" y="1381"/>
                      <a:pt x="1393" y="1310"/>
                      <a:pt x="1393" y="1227"/>
                    </a:cubicBezTo>
                    <a:lnTo>
                      <a:pt x="1393" y="869"/>
                    </a:lnTo>
                    <a:lnTo>
                      <a:pt x="3953" y="869"/>
                    </a:lnTo>
                    <a:cubicBezTo>
                      <a:pt x="3703" y="1060"/>
                      <a:pt x="3513" y="1322"/>
                      <a:pt x="3417" y="1643"/>
                    </a:cubicBezTo>
                    <a:lnTo>
                      <a:pt x="1643" y="7096"/>
                    </a:lnTo>
                    <a:cubicBezTo>
                      <a:pt x="1608" y="7204"/>
                      <a:pt x="1679" y="7323"/>
                      <a:pt x="1798" y="7323"/>
                    </a:cubicBezTo>
                    <a:cubicBezTo>
                      <a:pt x="1881" y="7323"/>
                      <a:pt x="1941" y="7275"/>
                      <a:pt x="1965" y="7204"/>
                    </a:cubicBezTo>
                    <a:lnTo>
                      <a:pt x="3739" y="1727"/>
                    </a:lnTo>
                    <a:cubicBezTo>
                      <a:pt x="3858" y="1334"/>
                      <a:pt x="4156" y="1036"/>
                      <a:pt x="4525" y="917"/>
                    </a:cubicBezTo>
                    <a:lnTo>
                      <a:pt x="4525" y="1215"/>
                    </a:lnTo>
                    <a:cubicBezTo>
                      <a:pt x="4525" y="1310"/>
                      <a:pt x="4596" y="1381"/>
                      <a:pt x="4691" y="1381"/>
                    </a:cubicBezTo>
                    <a:lnTo>
                      <a:pt x="5751" y="1381"/>
                    </a:lnTo>
                    <a:cubicBezTo>
                      <a:pt x="5834" y="1381"/>
                      <a:pt x="5906" y="1310"/>
                      <a:pt x="5906" y="1215"/>
                    </a:cubicBezTo>
                    <a:lnTo>
                      <a:pt x="5906" y="941"/>
                    </a:lnTo>
                    <a:cubicBezTo>
                      <a:pt x="6263" y="1072"/>
                      <a:pt x="6549" y="1358"/>
                      <a:pt x="6680" y="1739"/>
                    </a:cubicBezTo>
                    <a:lnTo>
                      <a:pt x="6799" y="2096"/>
                    </a:lnTo>
                    <a:cubicBezTo>
                      <a:pt x="6827" y="2172"/>
                      <a:pt x="6886" y="2210"/>
                      <a:pt x="6958" y="2210"/>
                    </a:cubicBezTo>
                    <a:cubicBezTo>
                      <a:pt x="6975" y="2210"/>
                      <a:pt x="6994" y="2208"/>
                      <a:pt x="7013" y="2203"/>
                    </a:cubicBezTo>
                    <a:cubicBezTo>
                      <a:pt x="7096" y="2167"/>
                      <a:pt x="7144" y="2084"/>
                      <a:pt x="7120" y="1989"/>
                    </a:cubicBezTo>
                    <a:cubicBezTo>
                      <a:pt x="7025" y="1786"/>
                      <a:pt x="6977" y="1262"/>
                      <a:pt x="6465" y="857"/>
                    </a:cubicBezTo>
                    <a:close/>
                    <a:moveTo>
                      <a:pt x="1048" y="10228"/>
                    </a:moveTo>
                    <a:lnTo>
                      <a:pt x="1048" y="10942"/>
                    </a:lnTo>
                    <a:lnTo>
                      <a:pt x="334" y="10942"/>
                    </a:lnTo>
                    <a:lnTo>
                      <a:pt x="334" y="10228"/>
                    </a:lnTo>
                    <a:close/>
                    <a:moveTo>
                      <a:pt x="5572" y="10228"/>
                    </a:moveTo>
                    <a:lnTo>
                      <a:pt x="5572" y="10942"/>
                    </a:lnTo>
                    <a:lnTo>
                      <a:pt x="4858" y="10942"/>
                    </a:lnTo>
                    <a:lnTo>
                      <a:pt x="4858" y="10228"/>
                    </a:lnTo>
                    <a:close/>
                    <a:moveTo>
                      <a:pt x="10061" y="10228"/>
                    </a:moveTo>
                    <a:lnTo>
                      <a:pt x="10061" y="10942"/>
                    </a:lnTo>
                    <a:lnTo>
                      <a:pt x="9347" y="10942"/>
                    </a:lnTo>
                    <a:lnTo>
                      <a:pt x="9347" y="10228"/>
                    </a:lnTo>
                    <a:close/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1227"/>
                    </a:lnTo>
                    <a:cubicBezTo>
                      <a:pt x="0" y="1310"/>
                      <a:pt x="72" y="1381"/>
                      <a:pt x="167" y="1381"/>
                    </a:cubicBezTo>
                    <a:lnTo>
                      <a:pt x="524" y="1381"/>
                    </a:lnTo>
                    <a:lnTo>
                      <a:pt x="524" y="4953"/>
                    </a:lnTo>
                    <a:lnTo>
                      <a:pt x="167" y="4953"/>
                    </a:lnTo>
                    <a:cubicBezTo>
                      <a:pt x="72" y="4953"/>
                      <a:pt x="0" y="5037"/>
                      <a:pt x="0" y="5120"/>
                    </a:cubicBezTo>
                    <a:lnTo>
                      <a:pt x="0" y="6180"/>
                    </a:lnTo>
                    <a:cubicBezTo>
                      <a:pt x="0" y="6263"/>
                      <a:pt x="72" y="6346"/>
                      <a:pt x="167" y="6346"/>
                    </a:cubicBezTo>
                    <a:lnTo>
                      <a:pt x="524" y="6346"/>
                    </a:lnTo>
                    <a:lnTo>
                      <a:pt x="524" y="9894"/>
                    </a:lnTo>
                    <a:lnTo>
                      <a:pt x="167" y="9894"/>
                    </a:lnTo>
                    <a:cubicBezTo>
                      <a:pt x="72" y="9894"/>
                      <a:pt x="0" y="9978"/>
                      <a:pt x="0" y="10061"/>
                    </a:cubicBezTo>
                    <a:lnTo>
                      <a:pt x="0" y="11121"/>
                    </a:lnTo>
                    <a:cubicBezTo>
                      <a:pt x="0" y="11204"/>
                      <a:pt x="72" y="11287"/>
                      <a:pt x="167" y="11287"/>
                    </a:cubicBezTo>
                    <a:lnTo>
                      <a:pt x="1215" y="11287"/>
                    </a:lnTo>
                    <a:cubicBezTo>
                      <a:pt x="1310" y="11287"/>
                      <a:pt x="1381" y="11204"/>
                      <a:pt x="1381" y="11121"/>
                    </a:cubicBezTo>
                    <a:lnTo>
                      <a:pt x="1381" y="10763"/>
                    </a:lnTo>
                    <a:lnTo>
                      <a:pt x="4513" y="10763"/>
                    </a:lnTo>
                    <a:lnTo>
                      <a:pt x="4513" y="11121"/>
                    </a:lnTo>
                    <a:cubicBezTo>
                      <a:pt x="4513" y="11204"/>
                      <a:pt x="4584" y="11287"/>
                      <a:pt x="4679" y="11287"/>
                    </a:cubicBezTo>
                    <a:lnTo>
                      <a:pt x="5727" y="11287"/>
                    </a:lnTo>
                    <a:cubicBezTo>
                      <a:pt x="5822" y="11287"/>
                      <a:pt x="5894" y="11204"/>
                      <a:pt x="5894" y="11121"/>
                    </a:cubicBezTo>
                    <a:lnTo>
                      <a:pt x="5894" y="10763"/>
                    </a:lnTo>
                    <a:lnTo>
                      <a:pt x="9001" y="10763"/>
                    </a:lnTo>
                    <a:lnTo>
                      <a:pt x="9001" y="11121"/>
                    </a:lnTo>
                    <a:cubicBezTo>
                      <a:pt x="9001" y="11204"/>
                      <a:pt x="9085" y="11287"/>
                      <a:pt x="9168" y="11287"/>
                    </a:cubicBezTo>
                    <a:lnTo>
                      <a:pt x="10228" y="11287"/>
                    </a:lnTo>
                    <a:cubicBezTo>
                      <a:pt x="10311" y="11287"/>
                      <a:pt x="10394" y="11204"/>
                      <a:pt x="10394" y="11121"/>
                    </a:cubicBezTo>
                    <a:lnTo>
                      <a:pt x="10394" y="10061"/>
                    </a:lnTo>
                    <a:cubicBezTo>
                      <a:pt x="10394" y="9978"/>
                      <a:pt x="10311" y="9894"/>
                      <a:pt x="10228" y="9894"/>
                    </a:cubicBezTo>
                    <a:lnTo>
                      <a:pt x="9871" y="9894"/>
                    </a:lnTo>
                    <a:lnTo>
                      <a:pt x="9871" y="6346"/>
                    </a:lnTo>
                    <a:lnTo>
                      <a:pt x="10228" y="6346"/>
                    </a:lnTo>
                    <a:cubicBezTo>
                      <a:pt x="10311" y="6346"/>
                      <a:pt x="10394" y="6263"/>
                      <a:pt x="10394" y="6180"/>
                    </a:cubicBezTo>
                    <a:lnTo>
                      <a:pt x="10394" y="5120"/>
                    </a:lnTo>
                    <a:cubicBezTo>
                      <a:pt x="10394" y="5037"/>
                      <a:pt x="10311" y="4953"/>
                      <a:pt x="10228" y="4953"/>
                    </a:cubicBezTo>
                    <a:lnTo>
                      <a:pt x="9871" y="4953"/>
                    </a:lnTo>
                    <a:lnTo>
                      <a:pt x="9871" y="1381"/>
                    </a:lnTo>
                    <a:lnTo>
                      <a:pt x="10228" y="1381"/>
                    </a:lnTo>
                    <a:cubicBezTo>
                      <a:pt x="10311" y="1381"/>
                      <a:pt x="10394" y="1310"/>
                      <a:pt x="10394" y="1227"/>
                    </a:cubicBezTo>
                    <a:lnTo>
                      <a:pt x="10394" y="167"/>
                    </a:lnTo>
                    <a:cubicBezTo>
                      <a:pt x="10394" y="72"/>
                      <a:pt x="10311" y="0"/>
                      <a:pt x="10228" y="0"/>
                    </a:cubicBezTo>
                    <a:lnTo>
                      <a:pt x="9168" y="0"/>
                    </a:lnTo>
                    <a:cubicBezTo>
                      <a:pt x="9085" y="0"/>
                      <a:pt x="9001" y="72"/>
                      <a:pt x="9001" y="167"/>
                    </a:cubicBezTo>
                    <a:lnTo>
                      <a:pt x="9001" y="524"/>
                    </a:lnTo>
                    <a:lnTo>
                      <a:pt x="5894" y="524"/>
                    </a:lnTo>
                    <a:lnTo>
                      <a:pt x="5894" y="167"/>
                    </a:lnTo>
                    <a:cubicBezTo>
                      <a:pt x="5894" y="72"/>
                      <a:pt x="5822" y="0"/>
                      <a:pt x="5727" y="0"/>
                    </a:cubicBezTo>
                    <a:lnTo>
                      <a:pt x="4679" y="0"/>
                    </a:lnTo>
                    <a:cubicBezTo>
                      <a:pt x="4584" y="0"/>
                      <a:pt x="4513" y="72"/>
                      <a:pt x="4513" y="167"/>
                    </a:cubicBezTo>
                    <a:lnTo>
                      <a:pt x="4513" y="524"/>
                    </a:lnTo>
                    <a:lnTo>
                      <a:pt x="1381" y="524"/>
                    </a:lnTo>
                    <a:lnTo>
                      <a:pt x="1381" y="167"/>
                    </a:lnTo>
                    <a:cubicBezTo>
                      <a:pt x="1381" y="72"/>
                      <a:pt x="1310" y="0"/>
                      <a:pt x="121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48" name="Google Shape;4048;p61"/>
            <p:cNvSpPr txBox="1"/>
            <p:nvPr/>
          </p:nvSpPr>
          <p:spPr>
            <a:xfrm>
              <a:off x="5733200" y="3323400"/>
              <a:ext cx="967200" cy="3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Motion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design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049" name="Google Shape;4049;p61"/>
            <p:cNvGrpSpPr/>
            <p:nvPr/>
          </p:nvGrpSpPr>
          <p:grpSpPr>
            <a:xfrm>
              <a:off x="6344699" y="1608122"/>
              <a:ext cx="329186" cy="275743"/>
              <a:chOff x="853950" y="2894720"/>
              <a:chExt cx="364104" cy="353290"/>
            </a:xfrm>
          </p:grpSpPr>
          <p:sp>
            <p:nvSpPr>
              <p:cNvPr id="4050" name="Google Shape;4050;p61"/>
              <p:cNvSpPr/>
              <p:nvPr/>
            </p:nvSpPr>
            <p:spPr>
              <a:xfrm>
                <a:off x="1056167" y="3155298"/>
                <a:ext cx="57472" cy="57662"/>
              </a:xfrm>
              <a:custGeom>
                <a:rect b="b" l="l" r="r" t="t"/>
                <a:pathLst>
                  <a:path extrusionOk="0" h="1813" w="1807">
                    <a:moveTo>
                      <a:pt x="907" y="0"/>
                    </a:moveTo>
                    <a:cubicBezTo>
                      <a:pt x="686" y="0"/>
                      <a:pt x="459" y="83"/>
                      <a:pt x="274" y="268"/>
                    </a:cubicBezTo>
                    <a:cubicBezTo>
                      <a:pt x="215" y="328"/>
                      <a:pt x="215" y="423"/>
                      <a:pt x="274" y="506"/>
                    </a:cubicBezTo>
                    <a:cubicBezTo>
                      <a:pt x="304" y="536"/>
                      <a:pt x="346" y="551"/>
                      <a:pt x="389" y="551"/>
                    </a:cubicBezTo>
                    <a:cubicBezTo>
                      <a:pt x="432" y="551"/>
                      <a:pt x="477" y="536"/>
                      <a:pt x="512" y="506"/>
                    </a:cubicBezTo>
                    <a:cubicBezTo>
                      <a:pt x="625" y="394"/>
                      <a:pt x="767" y="336"/>
                      <a:pt x="908" y="336"/>
                    </a:cubicBezTo>
                    <a:cubicBezTo>
                      <a:pt x="1020" y="336"/>
                      <a:pt x="1132" y="373"/>
                      <a:pt x="1227" y="447"/>
                    </a:cubicBezTo>
                    <a:cubicBezTo>
                      <a:pt x="1489" y="625"/>
                      <a:pt x="1560" y="983"/>
                      <a:pt x="1381" y="1233"/>
                    </a:cubicBezTo>
                    <a:cubicBezTo>
                      <a:pt x="1265" y="1401"/>
                      <a:pt x="1087" y="1477"/>
                      <a:pt x="911" y="1477"/>
                    </a:cubicBezTo>
                    <a:cubicBezTo>
                      <a:pt x="639" y="1477"/>
                      <a:pt x="370" y="1294"/>
                      <a:pt x="334" y="983"/>
                    </a:cubicBezTo>
                    <a:cubicBezTo>
                      <a:pt x="323" y="894"/>
                      <a:pt x="260" y="827"/>
                      <a:pt x="176" y="827"/>
                    </a:cubicBezTo>
                    <a:cubicBezTo>
                      <a:pt x="169" y="827"/>
                      <a:pt x="162" y="827"/>
                      <a:pt x="155" y="828"/>
                    </a:cubicBezTo>
                    <a:cubicBezTo>
                      <a:pt x="72" y="840"/>
                      <a:pt x="0" y="923"/>
                      <a:pt x="12" y="1006"/>
                    </a:cubicBezTo>
                    <a:cubicBezTo>
                      <a:pt x="63" y="1513"/>
                      <a:pt x="487" y="1812"/>
                      <a:pt x="913" y="1812"/>
                    </a:cubicBezTo>
                    <a:cubicBezTo>
                      <a:pt x="1189" y="1812"/>
                      <a:pt x="1466" y="1687"/>
                      <a:pt x="1643" y="1411"/>
                    </a:cubicBezTo>
                    <a:cubicBezTo>
                      <a:pt x="1751" y="1256"/>
                      <a:pt x="1798" y="1078"/>
                      <a:pt x="1798" y="899"/>
                    </a:cubicBezTo>
                    <a:cubicBezTo>
                      <a:pt x="1806" y="360"/>
                      <a:pt x="1368" y="0"/>
                      <a:pt x="90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1" name="Google Shape;4051;p61"/>
              <p:cNvSpPr/>
              <p:nvPr/>
            </p:nvSpPr>
            <p:spPr>
              <a:xfrm>
                <a:off x="868326" y="2975027"/>
                <a:ext cx="192802" cy="82025"/>
              </a:xfrm>
              <a:custGeom>
                <a:rect b="b" l="l" r="r" t="t"/>
                <a:pathLst>
                  <a:path extrusionOk="0" h="2579" w="6062">
                    <a:moveTo>
                      <a:pt x="3619" y="1"/>
                    </a:moveTo>
                    <a:cubicBezTo>
                      <a:pt x="2165" y="1"/>
                      <a:pt x="686" y="811"/>
                      <a:pt x="48" y="2364"/>
                    </a:cubicBezTo>
                    <a:cubicBezTo>
                      <a:pt x="1" y="2460"/>
                      <a:pt x="84" y="2579"/>
                      <a:pt x="203" y="2579"/>
                    </a:cubicBezTo>
                    <a:cubicBezTo>
                      <a:pt x="263" y="2579"/>
                      <a:pt x="334" y="2543"/>
                      <a:pt x="346" y="2483"/>
                    </a:cubicBezTo>
                    <a:cubicBezTo>
                      <a:pt x="909" y="1104"/>
                      <a:pt x="2222" y="332"/>
                      <a:pt x="3567" y="332"/>
                    </a:cubicBezTo>
                    <a:cubicBezTo>
                      <a:pt x="4242" y="332"/>
                      <a:pt x="4925" y="526"/>
                      <a:pt x="5525" y="936"/>
                    </a:cubicBezTo>
                    <a:cubicBezTo>
                      <a:pt x="5609" y="995"/>
                      <a:pt x="5680" y="1031"/>
                      <a:pt x="5752" y="1114"/>
                    </a:cubicBezTo>
                    <a:cubicBezTo>
                      <a:pt x="5784" y="1142"/>
                      <a:pt x="5824" y="1156"/>
                      <a:pt x="5864" y="1156"/>
                    </a:cubicBezTo>
                    <a:cubicBezTo>
                      <a:pt x="5911" y="1156"/>
                      <a:pt x="5957" y="1136"/>
                      <a:pt x="5990" y="1090"/>
                    </a:cubicBezTo>
                    <a:cubicBezTo>
                      <a:pt x="6061" y="1019"/>
                      <a:pt x="6049" y="912"/>
                      <a:pt x="5978" y="852"/>
                    </a:cubicBezTo>
                    <a:cubicBezTo>
                      <a:pt x="5317" y="280"/>
                      <a:pt x="4473" y="1"/>
                      <a:pt x="361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2" name="Google Shape;4052;p61"/>
              <p:cNvSpPr/>
              <p:nvPr/>
            </p:nvSpPr>
            <p:spPr>
              <a:xfrm>
                <a:off x="853950" y="3067580"/>
                <a:ext cx="137875" cy="168598"/>
              </a:xfrm>
              <a:custGeom>
                <a:rect b="b" l="l" r="r" t="t"/>
                <a:pathLst>
                  <a:path extrusionOk="0" h="5301" w="4335">
                    <a:moveTo>
                      <a:pt x="479" y="1"/>
                    </a:moveTo>
                    <a:cubicBezTo>
                      <a:pt x="401" y="1"/>
                      <a:pt x="321" y="57"/>
                      <a:pt x="310" y="133"/>
                    </a:cubicBezTo>
                    <a:cubicBezTo>
                      <a:pt x="0" y="1633"/>
                      <a:pt x="608" y="3217"/>
                      <a:pt x="1893" y="4074"/>
                    </a:cubicBezTo>
                    <a:cubicBezTo>
                      <a:pt x="1965" y="4134"/>
                      <a:pt x="2858" y="4788"/>
                      <a:pt x="4072" y="5288"/>
                    </a:cubicBezTo>
                    <a:cubicBezTo>
                      <a:pt x="4084" y="5300"/>
                      <a:pt x="4120" y="5300"/>
                      <a:pt x="4132" y="5300"/>
                    </a:cubicBezTo>
                    <a:cubicBezTo>
                      <a:pt x="4191" y="5300"/>
                      <a:pt x="4275" y="5253"/>
                      <a:pt x="4287" y="5193"/>
                    </a:cubicBezTo>
                    <a:cubicBezTo>
                      <a:pt x="4334" y="5074"/>
                      <a:pt x="4287" y="4979"/>
                      <a:pt x="4191" y="4955"/>
                    </a:cubicBezTo>
                    <a:cubicBezTo>
                      <a:pt x="2989" y="4479"/>
                      <a:pt x="2084" y="3800"/>
                      <a:pt x="2084" y="3800"/>
                    </a:cubicBezTo>
                    <a:cubicBezTo>
                      <a:pt x="905" y="3002"/>
                      <a:pt x="346" y="1562"/>
                      <a:pt x="643" y="193"/>
                    </a:cubicBezTo>
                    <a:cubicBezTo>
                      <a:pt x="655" y="109"/>
                      <a:pt x="596" y="14"/>
                      <a:pt x="500" y="2"/>
                    </a:cubicBezTo>
                    <a:cubicBezTo>
                      <a:pt x="493" y="1"/>
                      <a:pt x="486" y="1"/>
                      <a:pt x="4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3" name="Google Shape;4053;p61"/>
              <p:cNvSpPr/>
              <p:nvPr/>
            </p:nvSpPr>
            <p:spPr>
              <a:xfrm>
                <a:off x="937248" y="3014975"/>
                <a:ext cx="87877" cy="57217"/>
              </a:xfrm>
              <a:custGeom>
                <a:rect b="b" l="l" r="r" t="t"/>
                <a:pathLst>
                  <a:path extrusionOk="0" h="1799" w="2763">
                    <a:moveTo>
                      <a:pt x="2225" y="1"/>
                    </a:moveTo>
                    <a:cubicBezTo>
                      <a:pt x="2218" y="1"/>
                      <a:pt x="2211" y="1"/>
                      <a:pt x="2203" y="1"/>
                    </a:cubicBezTo>
                    <a:lnTo>
                      <a:pt x="941" y="61"/>
                    </a:lnTo>
                    <a:cubicBezTo>
                      <a:pt x="584" y="73"/>
                      <a:pt x="346" y="430"/>
                      <a:pt x="477" y="763"/>
                    </a:cubicBezTo>
                    <a:cubicBezTo>
                      <a:pt x="203" y="787"/>
                      <a:pt x="1" y="1025"/>
                      <a:pt x="13" y="1311"/>
                    </a:cubicBezTo>
                    <a:cubicBezTo>
                      <a:pt x="25" y="1597"/>
                      <a:pt x="263" y="1799"/>
                      <a:pt x="537" y="1799"/>
                    </a:cubicBezTo>
                    <a:cubicBezTo>
                      <a:pt x="560" y="1799"/>
                      <a:pt x="548" y="1799"/>
                      <a:pt x="953" y="1787"/>
                    </a:cubicBezTo>
                    <a:cubicBezTo>
                      <a:pt x="1037" y="1787"/>
                      <a:pt x="1120" y="1704"/>
                      <a:pt x="1120" y="1608"/>
                    </a:cubicBezTo>
                    <a:cubicBezTo>
                      <a:pt x="1120" y="1525"/>
                      <a:pt x="1025" y="1442"/>
                      <a:pt x="941" y="1442"/>
                    </a:cubicBezTo>
                    <a:lnTo>
                      <a:pt x="548" y="1466"/>
                    </a:lnTo>
                    <a:cubicBezTo>
                      <a:pt x="441" y="1466"/>
                      <a:pt x="346" y="1370"/>
                      <a:pt x="346" y="1263"/>
                    </a:cubicBezTo>
                    <a:cubicBezTo>
                      <a:pt x="346" y="1168"/>
                      <a:pt x="429" y="1073"/>
                      <a:pt x="537" y="1073"/>
                    </a:cubicBezTo>
                    <a:lnTo>
                      <a:pt x="667" y="1073"/>
                    </a:lnTo>
                    <a:cubicBezTo>
                      <a:pt x="858" y="1061"/>
                      <a:pt x="953" y="835"/>
                      <a:pt x="834" y="704"/>
                    </a:cubicBezTo>
                    <a:cubicBezTo>
                      <a:pt x="727" y="585"/>
                      <a:pt x="798" y="394"/>
                      <a:pt x="965" y="370"/>
                    </a:cubicBezTo>
                    <a:lnTo>
                      <a:pt x="2227" y="311"/>
                    </a:lnTo>
                    <a:cubicBezTo>
                      <a:pt x="2334" y="311"/>
                      <a:pt x="2442" y="406"/>
                      <a:pt x="2442" y="513"/>
                    </a:cubicBezTo>
                    <a:cubicBezTo>
                      <a:pt x="2442" y="608"/>
                      <a:pt x="2346" y="704"/>
                      <a:pt x="2263" y="704"/>
                    </a:cubicBezTo>
                    <a:lnTo>
                      <a:pt x="2144" y="704"/>
                    </a:lnTo>
                    <a:cubicBezTo>
                      <a:pt x="1953" y="716"/>
                      <a:pt x="1858" y="942"/>
                      <a:pt x="1977" y="1085"/>
                    </a:cubicBezTo>
                    <a:cubicBezTo>
                      <a:pt x="2084" y="1204"/>
                      <a:pt x="1989" y="1406"/>
                      <a:pt x="1834" y="1406"/>
                    </a:cubicBezTo>
                    <a:lnTo>
                      <a:pt x="1620" y="1418"/>
                    </a:lnTo>
                    <a:cubicBezTo>
                      <a:pt x="1537" y="1418"/>
                      <a:pt x="1453" y="1501"/>
                      <a:pt x="1453" y="1597"/>
                    </a:cubicBezTo>
                    <a:cubicBezTo>
                      <a:pt x="1453" y="1680"/>
                      <a:pt x="1549" y="1763"/>
                      <a:pt x="1632" y="1763"/>
                    </a:cubicBezTo>
                    <a:lnTo>
                      <a:pt x="1846" y="1739"/>
                    </a:lnTo>
                    <a:cubicBezTo>
                      <a:pt x="2203" y="1728"/>
                      <a:pt x="2442" y="1370"/>
                      <a:pt x="2322" y="1049"/>
                    </a:cubicBezTo>
                    <a:cubicBezTo>
                      <a:pt x="2561" y="1013"/>
                      <a:pt x="2763" y="775"/>
                      <a:pt x="2751" y="489"/>
                    </a:cubicBezTo>
                    <a:cubicBezTo>
                      <a:pt x="2739" y="222"/>
                      <a:pt x="2502" y="1"/>
                      <a:pt x="222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4" name="Google Shape;4054;p61"/>
              <p:cNvSpPr/>
              <p:nvPr/>
            </p:nvSpPr>
            <p:spPr>
              <a:xfrm>
                <a:off x="978912" y="3095664"/>
                <a:ext cx="78399" cy="79290"/>
              </a:xfrm>
              <a:custGeom>
                <a:rect b="b" l="l" r="r" t="t"/>
                <a:pathLst>
                  <a:path extrusionOk="0" h="2493" w="2465">
                    <a:moveTo>
                      <a:pt x="1751" y="0"/>
                    </a:moveTo>
                    <a:cubicBezTo>
                      <a:pt x="1513" y="0"/>
                      <a:pt x="1477" y="95"/>
                      <a:pt x="381" y="691"/>
                    </a:cubicBezTo>
                    <a:cubicBezTo>
                      <a:pt x="72" y="869"/>
                      <a:pt x="24" y="1286"/>
                      <a:pt x="286" y="1524"/>
                    </a:cubicBezTo>
                    <a:cubicBezTo>
                      <a:pt x="84" y="1667"/>
                      <a:pt x="0" y="1929"/>
                      <a:pt x="72" y="2155"/>
                    </a:cubicBezTo>
                    <a:cubicBezTo>
                      <a:pt x="154" y="2370"/>
                      <a:pt x="351" y="2493"/>
                      <a:pt x="555" y="2493"/>
                    </a:cubicBezTo>
                    <a:cubicBezTo>
                      <a:pt x="646" y="2493"/>
                      <a:pt x="738" y="2468"/>
                      <a:pt x="822" y="2417"/>
                    </a:cubicBezTo>
                    <a:lnTo>
                      <a:pt x="1096" y="2262"/>
                    </a:lnTo>
                    <a:cubicBezTo>
                      <a:pt x="1179" y="2215"/>
                      <a:pt x="1203" y="2108"/>
                      <a:pt x="1155" y="2036"/>
                    </a:cubicBezTo>
                    <a:cubicBezTo>
                      <a:pt x="1131" y="1987"/>
                      <a:pt x="1073" y="1955"/>
                      <a:pt x="1016" y="1955"/>
                    </a:cubicBezTo>
                    <a:cubicBezTo>
                      <a:pt x="989" y="1955"/>
                      <a:pt x="963" y="1962"/>
                      <a:pt x="941" y="1977"/>
                    </a:cubicBezTo>
                    <a:lnTo>
                      <a:pt x="655" y="2143"/>
                    </a:lnTo>
                    <a:cubicBezTo>
                      <a:pt x="624" y="2161"/>
                      <a:pt x="591" y="2169"/>
                      <a:pt x="558" y="2169"/>
                    </a:cubicBezTo>
                    <a:cubicBezTo>
                      <a:pt x="479" y="2169"/>
                      <a:pt x="403" y="2120"/>
                      <a:pt x="370" y="2036"/>
                    </a:cubicBezTo>
                    <a:cubicBezTo>
                      <a:pt x="346" y="1965"/>
                      <a:pt x="381" y="1846"/>
                      <a:pt x="465" y="1798"/>
                    </a:cubicBezTo>
                    <a:cubicBezTo>
                      <a:pt x="643" y="1691"/>
                      <a:pt x="667" y="1441"/>
                      <a:pt x="489" y="1310"/>
                    </a:cubicBezTo>
                    <a:cubicBezTo>
                      <a:pt x="381" y="1215"/>
                      <a:pt x="405" y="1048"/>
                      <a:pt x="512" y="976"/>
                    </a:cubicBezTo>
                    <a:cubicBezTo>
                      <a:pt x="1691" y="322"/>
                      <a:pt x="1632" y="322"/>
                      <a:pt x="1727" y="322"/>
                    </a:cubicBezTo>
                    <a:cubicBezTo>
                      <a:pt x="1822" y="322"/>
                      <a:pt x="1917" y="417"/>
                      <a:pt x="1917" y="512"/>
                    </a:cubicBezTo>
                    <a:cubicBezTo>
                      <a:pt x="1917" y="679"/>
                      <a:pt x="1751" y="715"/>
                      <a:pt x="1691" y="750"/>
                    </a:cubicBezTo>
                    <a:cubicBezTo>
                      <a:pt x="1536" y="846"/>
                      <a:pt x="1548" y="1084"/>
                      <a:pt x="1727" y="1155"/>
                    </a:cubicBezTo>
                    <a:cubicBezTo>
                      <a:pt x="1882" y="1215"/>
                      <a:pt x="1882" y="1429"/>
                      <a:pt x="1739" y="1512"/>
                    </a:cubicBezTo>
                    <a:lnTo>
                      <a:pt x="1501" y="1643"/>
                    </a:lnTo>
                    <a:cubicBezTo>
                      <a:pt x="1429" y="1691"/>
                      <a:pt x="1393" y="1798"/>
                      <a:pt x="1441" y="1869"/>
                    </a:cubicBezTo>
                    <a:cubicBezTo>
                      <a:pt x="1474" y="1918"/>
                      <a:pt x="1529" y="1951"/>
                      <a:pt x="1587" y="1951"/>
                    </a:cubicBezTo>
                    <a:cubicBezTo>
                      <a:pt x="1614" y="1951"/>
                      <a:pt x="1641" y="1944"/>
                      <a:pt x="1667" y="1929"/>
                    </a:cubicBezTo>
                    <a:lnTo>
                      <a:pt x="1905" y="1798"/>
                    </a:lnTo>
                    <a:cubicBezTo>
                      <a:pt x="2215" y="1619"/>
                      <a:pt x="2275" y="1203"/>
                      <a:pt x="2001" y="953"/>
                    </a:cubicBezTo>
                    <a:cubicBezTo>
                      <a:pt x="2465" y="679"/>
                      <a:pt x="2275" y="0"/>
                      <a:pt x="175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5" name="Google Shape;4055;p61"/>
              <p:cNvSpPr/>
              <p:nvPr/>
            </p:nvSpPr>
            <p:spPr>
              <a:xfrm>
                <a:off x="891067" y="3070697"/>
                <a:ext cx="74615" cy="77477"/>
              </a:xfrm>
              <a:custGeom>
                <a:rect b="b" l="l" r="r" t="t"/>
                <a:pathLst>
                  <a:path extrusionOk="0" h="2436" w="2346">
                    <a:moveTo>
                      <a:pt x="534" y="1"/>
                    </a:moveTo>
                    <a:cubicBezTo>
                      <a:pt x="499" y="1"/>
                      <a:pt x="464" y="4"/>
                      <a:pt x="429" y="11"/>
                    </a:cubicBezTo>
                    <a:cubicBezTo>
                      <a:pt x="191" y="71"/>
                      <a:pt x="0" y="273"/>
                      <a:pt x="0" y="523"/>
                    </a:cubicBezTo>
                    <a:cubicBezTo>
                      <a:pt x="0" y="690"/>
                      <a:pt x="72" y="749"/>
                      <a:pt x="203" y="1107"/>
                    </a:cubicBezTo>
                    <a:cubicBezTo>
                      <a:pt x="220" y="1178"/>
                      <a:pt x="284" y="1215"/>
                      <a:pt x="345" y="1215"/>
                    </a:cubicBezTo>
                    <a:cubicBezTo>
                      <a:pt x="366" y="1215"/>
                      <a:pt x="387" y="1211"/>
                      <a:pt x="405" y="1202"/>
                    </a:cubicBezTo>
                    <a:cubicBezTo>
                      <a:pt x="500" y="1166"/>
                      <a:pt x="548" y="1059"/>
                      <a:pt x="500" y="988"/>
                    </a:cubicBezTo>
                    <a:cubicBezTo>
                      <a:pt x="345" y="583"/>
                      <a:pt x="334" y="583"/>
                      <a:pt x="334" y="523"/>
                    </a:cubicBezTo>
                    <a:cubicBezTo>
                      <a:pt x="334" y="416"/>
                      <a:pt x="429" y="333"/>
                      <a:pt x="512" y="333"/>
                    </a:cubicBezTo>
                    <a:cubicBezTo>
                      <a:pt x="584" y="333"/>
                      <a:pt x="679" y="392"/>
                      <a:pt x="703" y="464"/>
                    </a:cubicBezTo>
                    <a:cubicBezTo>
                      <a:pt x="738" y="511"/>
                      <a:pt x="750" y="738"/>
                      <a:pt x="965" y="738"/>
                    </a:cubicBezTo>
                    <a:cubicBezTo>
                      <a:pt x="1036" y="738"/>
                      <a:pt x="1107" y="690"/>
                      <a:pt x="1155" y="618"/>
                    </a:cubicBezTo>
                    <a:cubicBezTo>
                      <a:pt x="1188" y="557"/>
                      <a:pt x="1253" y="527"/>
                      <a:pt x="1318" y="527"/>
                    </a:cubicBezTo>
                    <a:cubicBezTo>
                      <a:pt x="1393" y="527"/>
                      <a:pt x="1469" y="566"/>
                      <a:pt x="1500" y="642"/>
                    </a:cubicBezTo>
                    <a:cubicBezTo>
                      <a:pt x="1977" y="1881"/>
                      <a:pt x="1977" y="1833"/>
                      <a:pt x="1977" y="1892"/>
                    </a:cubicBezTo>
                    <a:cubicBezTo>
                      <a:pt x="1977" y="2018"/>
                      <a:pt x="1874" y="2091"/>
                      <a:pt x="1773" y="2091"/>
                    </a:cubicBezTo>
                    <a:cubicBezTo>
                      <a:pt x="1701" y="2091"/>
                      <a:pt x="1630" y="2055"/>
                      <a:pt x="1596" y="1976"/>
                    </a:cubicBezTo>
                    <a:lnTo>
                      <a:pt x="1536" y="1833"/>
                    </a:lnTo>
                    <a:cubicBezTo>
                      <a:pt x="1498" y="1739"/>
                      <a:pt x="1415" y="1691"/>
                      <a:pt x="1332" y="1691"/>
                    </a:cubicBezTo>
                    <a:cubicBezTo>
                      <a:pt x="1257" y="1691"/>
                      <a:pt x="1183" y="1730"/>
                      <a:pt x="1143" y="1809"/>
                    </a:cubicBezTo>
                    <a:cubicBezTo>
                      <a:pt x="1105" y="1875"/>
                      <a:pt x="1041" y="1908"/>
                      <a:pt x="976" y="1908"/>
                    </a:cubicBezTo>
                    <a:cubicBezTo>
                      <a:pt x="901" y="1908"/>
                      <a:pt x="824" y="1863"/>
                      <a:pt x="786" y="1773"/>
                    </a:cubicBezTo>
                    <a:lnTo>
                      <a:pt x="726" y="1607"/>
                    </a:lnTo>
                    <a:cubicBezTo>
                      <a:pt x="700" y="1546"/>
                      <a:pt x="637" y="1504"/>
                      <a:pt x="577" y="1504"/>
                    </a:cubicBezTo>
                    <a:cubicBezTo>
                      <a:pt x="554" y="1504"/>
                      <a:pt x="532" y="1510"/>
                      <a:pt x="512" y="1523"/>
                    </a:cubicBezTo>
                    <a:cubicBezTo>
                      <a:pt x="429" y="1559"/>
                      <a:pt x="381" y="1654"/>
                      <a:pt x="429" y="1726"/>
                    </a:cubicBezTo>
                    <a:lnTo>
                      <a:pt x="488" y="1892"/>
                    </a:lnTo>
                    <a:cubicBezTo>
                      <a:pt x="574" y="2112"/>
                      <a:pt x="779" y="2244"/>
                      <a:pt x="987" y="2244"/>
                    </a:cubicBezTo>
                    <a:cubicBezTo>
                      <a:pt x="1095" y="2244"/>
                      <a:pt x="1204" y="2208"/>
                      <a:pt x="1298" y="2131"/>
                    </a:cubicBezTo>
                    <a:cubicBezTo>
                      <a:pt x="1390" y="2315"/>
                      <a:pt x="1583" y="2436"/>
                      <a:pt x="1793" y="2436"/>
                    </a:cubicBezTo>
                    <a:cubicBezTo>
                      <a:pt x="1853" y="2436"/>
                      <a:pt x="1915" y="2426"/>
                      <a:pt x="1977" y="2404"/>
                    </a:cubicBezTo>
                    <a:cubicBezTo>
                      <a:pt x="2179" y="2321"/>
                      <a:pt x="2310" y="2119"/>
                      <a:pt x="2310" y="1904"/>
                    </a:cubicBezTo>
                    <a:cubicBezTo>
                      <a:pt x="2346" y="1738"/>
                      <a:pt x="2298" y="1738"/>
                      <a:pt x="1834" y="523"/>
                    </a:cubicBezTo>
                    <a:cubicBezTo>
                      <a:pt x="1757" y="315"/>
                      <a:pt x="1555" y="192"/>
                      <a:pt x="1349" y="192"/>
                    </a:cubicBezTo>
                    <a:cubicBezTo>
                      <a:pt x="1236" y="192"/>
                      <a:pt x="1121" y="229"/>
                      <a:pt x="1024" y="309"/>
                    </a:cubicBezTo>
                    <a:cubicBezTo>
                      <a:pt x="933" y="116"/>
                      <a:pt x="737" y="1"/>
                      <a:pt x="53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6" name="Google Shape;4056;p61"/>
              <p:cNvSpPr/>
              <p:nvPr/>
            </p:nvSpPr>
            <p:spPr>
              <a:xfrm>
                <a:off x="999745" y="2894720"/>
                <a:ext cx="218310" cy="353290"/>
              </a:xfrm>
              <a:custGeom>
                <a:rect b="b" l="l" r="r" t="t"/>
                <a:pathLst>
                  <a:path extrusionOk="0" h="11108" w="6864">
                    <a:moveTo>
                      <a:pt x="6633" y="1"/>
                    </a:moveTo>
                    <a:cubicBezTo>
                      <a:pt x="6605" y="1"/>
                      <a:pt x="6577" y="7"/>
                      <a:pt x="6549" y="20"/>
                    </a:cubicBezTo>
                    <a:cubicBezTo>
                      <a:pt x="5918" y="282"/>
                      <a:pt x="5299" y="698"/>
                      <a:pt x="4703" y="1246"/>
                    </a:cubicBezTo>
                    <a:cubicBezTo>
                      <a:pt x="4644" y="1306"/>
                      <a:pt x="4620" y="1413"/>
                      <a:pt x="4703" y="1484"/>
                    </a:cubicBezTo>
                    <a:cubicBezTo>
                      <a:pt x="4735" y="1516"/>
                      <a:pt x="4778" y="1538"/>
                      <a:pt x="4824" y="1538"/>
                    </a:cubicBezTo>
                    <a:cubicBezTo>
                      <a:pt x="4862" y="1538"/>
                      <a:pt x="4903" y="1523"/>
                      <a:pt x="4941" y="1484"/>
                    </a:cubicBezTo>
                    <a:cubicBezTo>
                      <a:pt x="5430" y="1032"/>
                      <a:pt x="5918" y="675"/>
                      <a:pt x="6442" y="413"/>
                    </a:cubicBezTo>
                    <a:lnTo>
                      <a:pt x="6442" y="413"/>
                    </a:lnTo>
                    <a:cubicBezTo>
                      <a:pt x="6084" y="1579"/>
                      <a:pt x="5299" y="2603"/>
                      <a:pt x="4429" y="3449"/>
                    </a:cubicBezTo>
                    <a:cubicBezTo>
                      <a:pt x="4413" y="3444"/>
                      <a:pt x="4397" y="3442"/>
                      <a:pt x="4382" y="3442"/>
                    </a:cubicBezTo>
                    <a:cubicBezTo>
                      <a:pt x="4269" y="3442"/>
                      <a:pt x="4172" y="3548"/>
                      <a:pt x="4203" y="3663"/>
                    </a:cubicBezTo>
                    <a:cubicBezTo>
                      <a:pt x="4108" y="3746"/>
                      <a:pt x="4013" y="3842"/>
                      <a:pt x="3929" y="3913"/>
                    </a:cubicBezTo>
                    <a:cubicBezTo>
                      <a:pt x="3786" y="3711"/>
                      <a:pt x="3572" y="3508"/>
                      <a:pt x="3358" y="3425"/>
                    </a:cubicBezTo>
                    <a:cubicBezTo>
                      <a:pt x="3417" y="3330"/>
                      <a:pt x="3489" y="3234"/>
                      <a:pt x="3548" y="3115"/>
                    </a:cubicBezTo>
                    <a:cubicBezTo>
                      <a:pt x="3727" y="3258"/>
                      <a:pt x="3763" y="3318"/>
                      <a:pt x="3870" y="3318"/>
                    </a:cubicBezTo>
                    <a:cubicBezTo>
                      <a:pt x="4013" y="3318"/>
                      <a:pt x="4084" y="3127"/>
                      <a:pt x="3965" y="3020"/>
                    </a:cubicBezTo>
                    <a:lnTo>
                      <a:pt x="3751" y="2830"/>
                    </a:lnTo>
                    <a:cubicBezTo>
                      <a:pt x="3786" y="2758"/>
                      <a:pt x="3775" y="2782"/>
                      <a:pt x="3810" y="2734"/>
                    </a:cubicBezTo>
                    <a:cubicBezTo>
                      <a:pt x="3810" y="2734"/>
                      <a:pt x="3941" y="2544"/>
                      <a:pt x="3953" y="2544"/>
                    </a:cubicBezTo>
                    <a:lnTo>
                      <a:pt x="4358" y="2889"/>
                    </a:lnTo>
                    <a:cubicBezTo>
                      <a:pt x="4390" y="2916"/>
                      <a:pt x="4430" y="2928"/>
                      <a:pt x="4469" y="2928"/>
                    </a:cubicBezTo>
                    <a:cubicBezTo>
                      <a:pt x="4516" y="2928"/>
                      <a:pt x="4563" y="2910"/>
                      <a:pt x="4596" y="2877"/>
                    </a:cubicBezTo>
                    <a:cubicBezTo>
                      <a:pt x="4656" y="2794"/>
                      <a:pt x="4644" y="2699"/>
                      <a:pt x="4584" y="2639"/>
                    </a:cubicBezTo>
                    <a:lnTo>
                      <a:pt x="4167" y="2282"/>
                    </a:lnTo>
                    <a:cubicBezTo>
                      <a:pt x="4263" y="2139"/>
                      <a:pt x="4370" y="2020"/>
                      <a:pt x="4489" y="1901"/>
                    </a:cubicBezTo>
                    <a:cubicBezTo>
                      <a:pt x="4548" y="1830"/>
                      <a:pt x="4548" y="1722"/>
                      <a:pt x="4477" y="1663"/>
                    </a:cubicBezTo>
                    <a:cubicBezTo>
                      <a:pt x="4444" y="1636"/>
                      <a:pt x="4404" y="1621"/>
                      <a:pt x="4364" y="1621"/>
                    </a:cubicBezTo>
                    <a:cubicBezTo>
                      <a:pt x="4317" y="1621"/>
                      <a:pt x="4271" y="1641"/>
                      <a:pt x="4239" y="1687"/>
                    </a:cubicBezTo>
                    <a:cubicBezTo>
                      <a:pt x="4001" y="1937"/>
                      <a:pt x="3775" y="2222"/>
                      <a:pt x="3536" y="2532"/>
                    </a:cubicBezTo>
                    <a:cubicBezTo>
                      <a:pt x="3536" y="2532"/>
                      <a:pt x="3310" y="2830"/>
                      <a:pt x="3013" y="3306"/>
                    </a:cubicBezTo>
                    <a:cubicBezTo>
                      <a:pt x="2985" y="3304"/>
                      <a:pt x="2957" y="3303"/>
                      <a:pt x="2929" y="3303"/>
                    </a:cubicBezTo>
                    <a:cubicBezTo>
                      <a:pt x="2484" y="3303"/>
                      <a:pt x="2071" y="3569"/>
                      <a:pt x="1858" y="3973"/>
                    </a:cubicBezTo>
                    <a:cubicBezTo>
                      <a:pt x="1762" y="4151"/>
                      <a:pt x="1750" y="4330"/>
                      <a:pt x="1679" y="4449"/>
                    </a:cubicBezTo>
                    <a:cubicBezTo>
                      <a:pt x="1608" y="4568"/>
                      <a:pt x="1500" y="4687"/>
                      <a:pt x="1346" y="4770"/>
                    </a:cubicBezTo>
                    <a:cubicBezTo>
                      <a:pt x="1191" y="4866"/>
                      <a:pt x="1024" y="4913"/>
                      <a:pt x="846" y="4961"/>
                    </a:cubicBezTo>
                    <a:cubicBezTo>
                      <a:pt x="786" y="4973"/>
                      <a:pt x="679" y="5008"/>
                      <a:pt x="572" y="5020"/>
                    </a:cubicBezTo>
                    <a:cubicBezTo>
                      <a:pt x="369" y="5056"/>
                      <a:pt x="274" y="5330"/>
                      <a:pt x="441" y="5485"/>
                    </a:cubicBezTo>
                    <a:cubicBezTo>
                      <a:pt x="560" y="5580"/>
                      <a:pt x="679" y="5687"/>
                      <a:pt x="810" y="5759"/>
                    </a:cubicBezTo>
                    <a:cubicBezTo>
                      <a:pt x="838" y="5775"/>
                      <a:pt x="868" y="5783"/>
                      <a:pt x="897" y="5783"/>
                    </a:cubicBezTo>
                    <a:cubicBezTo>
                      <a:pt x="953" y="5783"/>
                      <a:pt x="1005" y="5754"/>
                      <a:pt x="1036" y="5699"/>
                    </a:cubicBezTo>
                    <a:cubicBezTo>
                      <a:pt x="1084" y="5628"/>
                      <a:pt x="1048" y="5520"/>
                      <a:pt x="977" y="5485"/>
                    </a:cubicBezTo>
                    <a:cubicBezTo>
                      <a:pt x="905" y="5437"/>
                      <a:pt x="834" y="5378"/>
                      <a:pt x="750" y="5318"/>
                    </a:cubicBezTo>
                    <a:cubicBezTo>
                      <a:pt x="1250" y="5199"/>
                      <a:pt x="1679" y="5044"/>
                      <a:pt x="1941" y="4616"/>
                    </a:cubicBezTo>
                    <a:cubicBezTo>
                      <a:pt x="2048" y="4437"/>
                      <a:pt x="2084" y="4246"/>
                      <a:pt x="2143" y="4116"/>
                    </a:cubicBezTo>
                    <a:cubicBezTo>
                      <a:pt x="2278" y="3831"/>
                      <a:pt x="2583" y="3626"/>
                      <a:pt x="2911" y="3626"/>
                    </a:cubicBezTo>
                    <a:cubicBezTo>
                      <a:pt x="3105" y="3626"/>
                      <a:pt x="3308" y="3698"/>
                      <a:pt x="3489" y="3865"/>
                    </a:cubicBezTo>
                    <a:cubicBezTo>
                      <a:pt x="3929" y="4270"/>
                      <a:pt x="3786" y="4985"/>
                      <a:pt x="3239" y="5330"/>
                    </a:cubicBezTo>
                    <a:cubicBezTo>
                      <a:pt x="2867" y="5559"/>
                      <a:pt x="2374" y="5719"/>
                      <a:pt x="1899" y="5719"/>
                    </a:cubicBezTo>
                    <a:cubicBezTo>
                      <a:pt x="1780" y="5719"/>
                      <a:pt x="1662" y="5709"/>
                      <a:pt x="1548" y="5687"/>
                    </a:cubicBezTo>
                    <a:cubicBezTo>
                      <a:pt x="1540" y="5686"/>
                      <a:pt x="1532" y="5686"/>
                      <a:pt x="1524" y="5686"/>
                    </a:cubicBezTo>
                    <a:cubicBezTo>
                      <a:pt x="1439" y="5686"/>
                      <a:pt x="1367" y="5742"/>
                      <a:pt x="1346" y="5818"/>
                    </a:cubicBezTo>
                    <a:cubicBezTo>
                      <a:pt x="1334" y="5913"/>
                      <a:pt x="1393" y="5997"/>
                      <a:pt x="1489" y="6009"/>
                    </a:cubicBezTo>
                    <a:cubicBezTo>
                      <a:pt x="1628" y="6035"/>
                      <a:pt x="1767" y="6048"/>
                      <a:pt x="1907" y="6048"/>
                    </a:cubicBezTo>
                    <a:cubicBezTo>
                      <a:pt x="2077" y="6048"/>
                      <a:pt x="2247" y="6029"/>
                      <a:pt x="2417" y="5997"/>
                    </a:cubicBezTo>
                    <a:cubicBezTo>
                      <a:pt x="2465" y="6937"/>
                      <a:pt x="3096" y="7675"/>
                      <a:pt x="3906" y="8033"/>
                    </a:cubicBezTo>
                    <a:cubicBezTo>
                      <a:pt x="4298" y="8199"/>
                      <a:pt x="4548" y="8592"/>
                      <a:pt x="4548" y="9009"/>
                    </a:cubicBezTo>
                    <a:cubicBezTo>
                      <a:pt x="4548" y="9342"/>
                      <a:pt x="4370" y="9580"/>
                      <a:pt x="4370" y="9580"/>
                    </a:cubicBezTo>
                    <a:cubicBezTo>
                      <a:pt x="3673" y="10434"/>
                      <a:pt x="2786" y="10777"/>
                      <a:pt x="1813" y="10777"/>
                    </a:cubicBezTo>
                    <a:cubicBezTo>
                      <a:pt x="1307" y="10777"/>
                      <a:pt x="777" y="10684"/>
                      <a:pt x="238" y="10521"/>
                    </a:cubicBezTo>
                    <a:cubicBezTo>
                      <a:pt x="224" y="10517"/>
                      <a:pt x="210" y="10516"/>
                      <a:pt x="196" y="10516"/>
                    </a:cubicBezTo>
                    <a:cubicBezTo>
                      <a:pt x="119" y="10516"/>
                      <a:pt x="54" y="10568"/>
                      <a:pt x="24" y="10628"/>
                    </a:cubicBezTo>
                    <a:cubicBezTo>
                      <a:pt x="0" y="10712"/>
                      <a:pt x="60" y="10807"/>
                      <a:pt x="131" y="10831"/>
                    </a:cubicBezTo>
                    <a:cubicBezTo>
                      <a:pt x="707" y="11009"/>
                      <a:pt x="1272" y="11107"/>
                      <a:pt x="1811" y="11107"/>
                    </a:cubicBezTo>
                    <a:cubicBezTo>
                      <a:pt x="2890" y="11107"/>
                      <a:pt x="3866" y="10716"/>
                      <a:pt x="4620" y="9795"/>
                    </a:cubicBezTo>
                    <a:cubicBezTo>
                      <a:pt x="4620" y="9783"/>
                      <a:pt x="4644" y="9783"/>
                      <a:pt x="4644" y="9759"/>
                    </a:cubicBezTo>
                    <a:cubicBezTo>
                      <a:pt x="5120" y="9045"/>
                      <a:pt x="4834" y="8068"/>
                      <a:pt x="4048" y="7723"/>
                    </a:cubicBezTo>
                    <a:cubicBezTo>
                      <a:pt x="3310" y="7414"/>
                      <a:pt x="2763" y="6747"/>
                      <a:pt x="2751" y="5913"/>
                    </a:cubicBezTo>
                    <a:cubicBezTo>
                      <a:pt x="3132" y="5794"/>
                      <a:pt x="3405" y="5628"/>
                      <a:pt x="3417" y="5616"/>
                    </a:cubicBezTo>
                    <a:cubicBezTo>
                      <a:pt x="3953" y="5282"/>
                      <a:pt x="4179" y="4687"/>
                      <a:pt x="4060" y="4187"/>
                    </a:cubicBezTo>
                    <a:cubicBezTo>
                      <a:pt x="5251" y="3234"/>
                      <a:pt x="6430" y="1818"/>
                      <a:pt x="6834" y="258"/>
                    </a:cubicBezTo>
                    <a:cubicBezTo>
                      <a:pt x="6864" y="121"/>
                      <a:pt x="6757" y="1"/>
                      <a:pt x="663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57" name="Google Shape;4057;p61"/>
            <p:cNvSpPr txBox="1"/>
            <p:nvPr/>
          </p:nvSpPr>
          <p:spPr>
            <a:xfrm>
              <a:off x="6025675" y="1253450"/>
              <a:ext cx="9213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Mockup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058" name="Google Shape;4058;p61"/>
            <p:cNvCxnSpPr/>
            <p:nvPr/>
          </p:nvCxnSpPr>
          <p:spPr>
            <a:xfrm>
              <a:off x="5809950" y="1968025"/>
              <a:ext cx="195900" cy="2901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9" name="Google Shape;4059;p61"/>
            <p:cNvCxnSpPr/>
            <p:nvPr/>
          </p:nvCxnSpPr>
          <p:spPr>
            <a:xfrm flipH="1">
              <a:off x="6350975" y="1960175"/>
              <a:ext cx="117600" cy="2823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0" name="Google Shape;4060;p61"/>
            <p:cNvCxnSpPr>
              <a:stCxn id="3897" idx="2"/>
              <a:endCxn id="4048" idx="0"/>
            </p:cNvCxnSpPr>
            <p:nvPr/>
          </p:nvCxnSpPr>
          <p:spPr>
            <a:xfrm>
              <a:off x="6216778" y="3116991"/>
              <a:ext cx="0" cy="2064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61" name="Google Shape;4061;p61"/>
          <p:cNvGrpSpPr/>
          <p:nvPr/>
        </p:nvGrpSpPr>
        <p:grpSpPr>
          <a:xfrm>
            <a:off x="7315238" y="942013"/>
            <a:ext cx="967213" cy="2776361"/>
            <a:chOff x="7086638" y="1253438"/>
            <a:chExt cx="967213" cy="2776361"/>
          </a:xfrm>
        </p:grpSpPr>
        <p:grpSp>
          <p:nvGrpSpPr>
            <p:cNvPr id="4062" name="Google Shape;4062;p61"/>
            <p:cNvGrpSpPr/>
            <p:nvPr/>
          </p:nvGrpSpPr>
          <p:grpSpPr>
            <a:xfrm>
              <a:off x="7405652" y="1597124"/>
              <a:ext cx="329171" cy="297764"/>
              <a:chOff x="2633105" y="2431859"/>
              <a:chExt cx="363243" cy="328585"/>
            </a:xfrm>
          </p:grpSpPr>
          <p:sp>
            <p:nvSpPr>
              <p:cNvPr id="4063" name="Google Shape;4063;p61"/>
              <p:cNvSpPr/>
              <p:nvPr/>
            </p:nvSpPr>
            <p:spPr>
              <a:xfrm>
                <a:off x="2633105" y="2498260"/>
                <a:ext cx="250462" cy="262184"/>
              </a:xfrm>
              <a:custGeom>
                <a:rect b="b" l="l" r="r" t="t"/>
                <a:pathLst>
                  <a:path extrusionOk="0" h="8276" w="7906">
                    <a:moveTo>
                      <a:pt x="5322" y="6644"/>
                    </a:moveTo>
                    <a:lnTo>
                      <a:pt x="5465" y="7263"/>
                    </a:lnTo>
                    <a:lnTo>
                      <a:pt x="4560" y="7263"/>
                    </a:lnTo>
                    <a:lnTo>
                      <a:pt x="4691" y="6644"/>
                    </a:lnTo>
                    <a:close/>
                    <a:moveTo>
                      <a:pt x="6465" y="7608"/>
                    </a:moveTo>
                    <a:lnTo>
                      <a:pt x="6465" y="7954"/>
                    </a:lnTo>
                    <a:lnTo>
                      <a:pt x="3548" y="7954"/>
                    </a:lnTo>
                    <a:lnTo>
                      <a:pt x="3548" y="7608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72"/>
                      <a:pt x="0" y="167"/>
                    </a:cubicBezTo>
                    <a:lnTo>
                      <a:pt x="0" y="6489"/>
                    </a:lnTo>
                    <a:cubicBezTo>
                      <a:pt x="0" y="6585"/>
                      <a:pt x="84" y="6656"/>
                      <a:pt x="167" y="6656"/>
                    </a:cubicBezTo>
                    <a:lnTo>
                      <a:pt x="4346" y="6656"/>
                    </a:lnTo>
                    <a:lnTo>
                      <a:pt x="4203" y="7287"/>
                    </a:lnTo>
                    <a:lnTo>
                      <a:pt x="3370" y="7287"/>
                    </a:lnTo>
                    <a:cubicBezTo>
                      <a:pt x="3274" y="7287"/>
                      <a:pt x="3203" y="7358"/>
                      <a:pt x="3203" y="7442"/>
                    </a:cubicBezTo>
                    <a:lnTo>
                      <a:pt x="3203" y="8120"/>
                    </a:lnTo>
                    <a:cubicBezTo>
                      <a:pt x="3203" y="8204"/>
                      <a:pt x="3274" y="8275"/>
                      <a:pt x="3370" y="8275"/>
                    </a:cubicBezTo>
                    <a:lnTo>
                      <a:pt x="6632" y="8275"/>
                    </a:lnTo>
                    <a:cubicBezTo>
                      <a:pt x="6715" y="8275"/>
                      <a:pt x="6787" y="8204"/>
                      <a:pt x="6787" y="8120"/>
                    </a:cubicBezTo>
                    <a:lnTo>
                      <a:pt x="6787" y="7442"/>
                    </a:lnTo>
                    <a:cubicBezTo>
                      <a:pt x="6787" y="7358"/>
                      <a:pt x="6715" y="7287"/>
                      <a:pt x="6632" y="7287"/>
                    </a:cubicBezTo>
                    <a:lnTo>
                      <a:pt x="5787" y="7287"/>
                    </a:lnTo>
                    <a:lnTo>
                      <a:pt x="5644" y="6656"/>
                    </a:lnTo>
                    <a:lnTo>
                      <a:pt x="7727" y="6656"/>
                    </a:lnTo>
                    <a:cubicBezTo>
                      <a:pt x="7823" y="6656"/>
                      <a:pt x="7894" y="6585"/>
                      <a:pt x="7894" y="6489"/>
                    </a:cubicBezTo>
                    <a:cubicBezTo>
                      <a:pt x="7906" y="6394"/>
                      <a:pt x="7834" y="6311"/>
                      <a:pt x="7739" y="6311"/>
                    </a:cubicBezTo>
                    <a:lnTo>
                      <a:pt x="345" y="6311"/>
                    </a:lnTo>
                    <a:lnTo>
                      <a:pt x="345" y="334"/>
                    </a:lnTo>
                    <a:lnTo>
                      <a:pt x="4763" y="334"/>
                    </a:lnTo>
                    <a:cubicBezTo>
                      <a:pt x="4858" y="334"/>
                      <a:pt x="4929" y="262"/>
                      <a:pt x="4929" y="167"/>
                    </a:cubicBezTo>
                    <a:cubicBezTo>
                      <a:pt x="4929" y="72"/>
                      <a:pt x="4858" y="0"/>
                      <a:pt x="476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4" name="Google Shape;4064;p61"/>
              <p:cNvSpPr/>
              <p:nvPr/>
            </p:nvSpPr>
            <p:spPr>
              <a:xfrm>
                <a:off x="2772655" y="2680800"/>
                <a:ext cx="38491" cy="10613"/>
              </a:xfrm>
              <a:custGeom>
                <a:rect b="b" l="l" r="r" t="t"/>
                <a:pathLst>
                  <a:path extrusionOk="0" h="335" w="1215">
                    <a:moveTo>
                      <a:pt x="167" y="1"/>
                    </a:moveTo>
                    <a:cubicBezTo>
                      <a:pt x="84" y="1"/>
                      <a:pt x="0" y="72"/>
                      <a:pt x="0" y="168"/>
                    </a:cubicBezTo>
                    <a:cubicBezTo>
                      <a:pt x="0" y="251"/>
                      <a:pt x="84" y="334"/>
                      <a:pt x="167" y="334"/>
                    </a:cubicBezTo>
                    <a:lnTo>
                      <a:pt x="1048" y="334"/>
                    </a:lnTo>
                    <a:cubicBezTo>
                      <a:pt x="1132" y="334"/>
                      <a:pt x="1215" y="251"/>
                      <a:pt x="1215" y="168"/>
                    </a:cubicBezTo>
                    <a:cubicBezTo>
                      <a:pt x="1215" y="72"/>
                      <a:pt x="1132" y="1"/>
                      <a:pt x="104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5" name="Google Shape;4065;p61"/>
              <p:cNvSpPr/>
              <p:nvPr/>
            </p:nvSpPr>
            <p:spPr>
              <a:xfrm>
                <a:off x="2729286" y="2583131"/>
                <a:ext cx="35862" cy="35862"/>
              </a:xfrm>
              <a:custGeom>
                <a:rect b="b" l="l" r="r" t="t"/>
                <a:pathLst>
                  <a:path extrusionOk="0" h="1132" w="1132">
                    <a:moveTo>
                      <a:pt x="798" y="334"/>
                    </a:moveTo>
                    <a:lnTo>
                      <a:pt x="798" y="810"/>
                    </a:lnTo>
                    <a:lnTo>
                      <a:pt x="334" y="810"/>
                    </a:lnTo>
                    <a:lnTo>
                      <a:pt x="334" y="334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84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31" y="84"/>
                      <a:pt x="1060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6" name="Google Shape;4066;p61"/>
              <p:cNvSpPr/>
              <p:nvPr/>
            </p:nvSpPr>
            <p:spPr>
              <a:xfrm>
                <a:off x="2774176" y="2583131"/>
                <a:ext cx="35482" cy="35862"/>
              </a:xfrm>
              <a:custGeom>
                <a:rect b="b" l="l" r="r" t="t"/>
                <a:pathLst>
                  <a:path extrusionOk="0" h="1132" w="1120">
                    <a:moveTo>
                      <a:pt x="786" y="334"/>
                    </a:moveTo>
                    <a:lnTo>
                      <a:pt x="786" y="810"/>
                    </a:lnTo>
                    <a:lnTo>
                      <a:pt x="333" y="810"/>
                    </a:lnTo>
                    <a:lnTo>
                      <a:pt x="333" y="334"/>
                    </a:lnTo>
                    <a:close/>
                    <a:moveTo>
                      <a:pt x="167" y="0"/>
                    </a:moveTo>
                    <a:cubicBezTo>
                      <a:pt x="72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72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19" y="84"/>
                      <a:pt x="1036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7" name="Google Shape;4067;p61"/>
              <p:cNvSpPr/>
              <p:nvPr/>
            </p:nvSpPr>
            <p:spPr>
              <a:xfrm>
                <a:off x="2817926" y="2583131"/>
                <a:ext cx="35862" cy="35862"/>
              </a:xfrm>
              <a:custGeom>
                <a:rect b="b" l="l" r="r" t="t"/>
                <a:pathLst>
                  <a:path extrusionOk="0" h="1132" w="1132">
                    <a:moveTo>
                      <a:pt x="798" y="334"/>
                    </a:moveTo>
                    <a:lnTo>
                      <a:pt x="798" y="810"/>
                    </a:lnTo>
                    <a:lnTo>
                      <a:pt x="334" y="810"/>
                    </a:lnTo>
                    <a:lnTo>
                      <a:pt x="334" y="334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84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31" y="84"/>
                      <a:pt x="1060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8" name="Google Shape;4068;p61"/>
              <p:cNvSpPr/>
              <p:nvPr/>
            </p:nvSpPr>
            <p:spPr>
              <a:xfrm>
                <a:off x="2653475" y="2431859"/>
                <a:ext cx="342873" cy="275394"/>
              </a:xfrm>
              <a:custGeom>
                <a:rect b="b" l="l" r="r" t="t"/>
                <a:pathLst>
                  <a:path extrusionOk="0" h="8693" w="10823">
                    <a:moveTo>
                      <a:pt x="6429" y="3001"/>
                    </a:moveTo>
                    <a:cubicBezTo>
                      <a:pt x="6715" y="3870"/>
                      <a:pt x="7489" y="4513"/>
                      <a:pt x="8406" y="4585"/>
                    </a:cubicBezTo>
                    <a:lnTo>
                      <a:pt x="8406" y="7359"/>
                    </a:lnTo>
                    <a:lnTo>
                      <a:pt x="310" y="7359"/>
                    </a:lnTo>
                    <a:lnTo>
                      <a:pt x="310" y="3001"/>
                    </a:lnTo>
                    <a:close/>
                    <a:moveTo>
                      <a:pt x="8608" y="1"/>
                    </a:moveTo>
                    <a:cubicBezTo>
                      <a:pt x="7430" y="1"/>
                      <a:pt x="6477" y="906"/>
                      <a:pt x="6358" y="2073"/>
                    </a:cubicBezTo>
                    <a:lnTo>
                      <a:pt x="4798" y="2073"/>
                    </a:lnTo>
                    <a:cubicBezTo>
                      <a:pt x="4703" y="2073"/>
                      <a:pt x="4632" y="2144"/>
                      <a:pt x="4632" y="2239"/>
                    </a:cubicBezTo>
                    <a:cubicBezTo>
                      <a:pt x="4632" y="2323"/>
                      <a:pt x="4703" y="2394"/>
                      <a:pt x="4798" y="2394"/>
                    </a:cubicBezTo>
                    <a:lnTo>
                      <a:pt x="6334" y="2394"/>
                    </a:lnTo>
                    <a:cubicBezTo>
                      <a:pt x="6334" y="2489"/>
                      <a:pt x="6358" y="2561"/>
                      <a:pt x="6370" y="2656"/>
                    </a:cubicBezTo>
                    <a:lnTo>
                      <a:pt x="167" y="2656"/>
                    </a:lnTo>
                    <a:cubicBezTo>
                      <a:pt x="72" y="2656"/>
                      <a:pt x="0" y="2727"/>
                      <a:pt x="0" y="2811"/>
                    </a:cubicBezTo>
                    <a:lnTo>
                      <a:pt x="0" y="7502"/>
                    </a:lnTo>
                    <a:cubicBezTo>
                      <a:pt x="0" y="7597"/>
                      <a:pt x="72" y="7668"/>
                      <a:pt x="167" y="7668"/>
                    </a:cubicBezTo>
                    <a:lnTo>
                      <a:pt x="8608" y="7668"/>
                    </a:lnTo>
                    <a:cubicBezTo>
                      <a:pt x="8692" y="7668"/>
                      <a:pt x="8763" y="7597"/>
                      <a:pt x="8763" y="7502"/>
                    </a:cubicBezTo>
                    <a:lnTo>
                      <a:pt x="8763" y="4561"/>
                    </a:lnTo>
                    <a:cubicBezTo>
                      <a:pt x="8858" y="4561"/>
                      <a:pt x="8966" y="4537"/>
                      <a:pt x="9049" y="4513"/>
                    </a:cubicBezTo>
                    <a:lnTo>
                      <a:pt x="9049" y="8371"/>
                    </a:lnTo>
                    <a:lnTo>
                      <a:pt x="7787" y="8371"/>
                    </a:lnTo>
                    <a:cubicBezTo>
                      <a:pt x="7692" y="8371"/>
                      <a:pt x="7620" y="8442"/>
                      <a:pt x="7620" y="8526"/>
                    </a:cubicBezTo>
                    <a:cubicBezTo>
                      <a:pt x="7620" y="8621"/>
                      <a:pt x="7692" y="8692"/>
                      <a:pt x="7787" y="8692"/>
                    </a:cubicBezTo>
                    <a:lnTo>
                      <a:pt x="9216" y="8692"/>
                    </a:lnTo>
                    <a:cubicBezTo>
                      <a:pt x="9299" y="8692"/>
                      <a:pt x="9382" y="8621"/>
                      <a:pt x="9382" y="8526"/>
                    </a:cubicBezTo>
                    <a:lnTo>
                      <a:pt x="9382" y="4406"/>
                    </a:lnTo>
                    <a:cubicBezTo>
                      <a:pt x="9632" y="4323"/>
                      <a:pt x="9858" y="4180"/>
                      <a:pt x="10061" y="4001"/>
                    </a:cubicBezTo>
                    <a:cubicBezTo>
                      <a:pt x="10466" y="3644"/>
                      <a:pt x="10728" y="3168"/>
                      <a:pt x="10823" y="2632"/>
                    </a:cubicBezTo>
                    <a:cubicBezTo>
                      <a:pt x="10823" y="2596"/>
                      <a:pt x="10763" y="2501"/>
                      <a:pt x="10668" y="2489"/>
                    </a:cubicBezTo>
                    <a:cubicBezTo>
                      <a:pt x="10656" y="2486"/>
                      <a:pt x="10643" y="2484"/>
                      <a:pt x="10630" y="2484"/>
                    </a:cubicBezTo>
                    <a:cubicBezTo>
                      <a:pt x="10558" y="2484"/>
                      <a:pt x="10488" y="2539"/>
                      <a:pt x="10478" y="2620"/>
                    </a:cubicBezTo>
                    <a:cubicBezTo>
                      <a:pt x="10359" y="3358"/>
                      <a:pt x="9835" y="3942"/>
                      <a:pt x="9168" y="4156"/>
                    </a:cubicBezTo>
                    <a:lnTo>
                      <a:pt x="9144" y="4156"/>
                    </a:lnTo>
                    <a:cubicBezTo>
                      <a:pt x="8966" y="4216"/>
                      <a:pt x="8763" y="4239"/>
                      <a:pt x="8573" y="4239"/>
                    </a:cubicBezTo>
                    <a:cubicBezTo>
                      <a:pt x="7513" y="4239"/>
                      <a:pt x="6656" y="3358"/>
                      <a:pt x="6656" y="2287"/>
                    </a:cubicBezTo>
                    <a:cubicBezTo>
                      <a:pt x="6656" y="1215"/>
                      <a:pt x="7513" y="346"/>
                      <a:pt x="8573" y="346"/>
                    </a:cubicBezTo>
                    <a:cubicBezTo>
                      <a:pt x="9513" y="346"/>
                      <a:pt x="10335" y="1061"/>
                      <a:pt x="10478" y="1989"/>
                    </a:cubicBezTo>
                    <a:cubicBezTo>
                      <a:pt x="10490" y="2084"/>
                      <a:pt x="10585" y="2144"/>
                      <a:pt x="10668" y="2144"/>
                    </a:cubicBezTo>
                    <a:cubicBezTo>
                      <a:pt x="10763" y="2132"/>
                      <a:pt x="10823" y="2037"/>
                      <a:pt x="10823" y="1953"/>
                    </a:cubicBezTo>
                    <a:cubicBezTo>
                      <a:pt x="10751" y="1418"/>
                      <a:pt x="10478" y="918"/>
                      <a:pt x="10073" y="572"/>
                    </a:cubicBezTo>
                    <a:cubicBezTo>
                      <a:pt x="9656" y="215"/>
                      <a:pt x="9144" y="1"/>
                      <a:pt x="860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9" name="Google Shape;4069;p61"/>
              <p:cNvSpPr/>
              <p:nvPr/>
            </p:nvSpPr>
            <p:spPr>
              <a:xfrm>
                <a:off x="2881286" y="2460529"/>
                <a:ext cx="87532" cy="87912"/>
              </a:xfrm>
              <a:custGeom>
                <a:rect b="b" l="l" r="r" t="t"/>
                <a:pathLst>
                  <a:path extrusionOk="0" h="2775" w="2763">
                    <a:moveTo>
                      <a:pt x="1414" y="703"/>
                    </a:moveTo>
                    <a:cubicBezTo>
                      <a:pt x="1786" y="703"/>
                      <a:pt x="2084" y="1020"/>
                      <a:pt x="2084" y="1406"/>
                    </a:cubicBezTo>
                    <a:cubicBezTo>
                      <a:pt x="2084" y="1787"/>
                      <a:pt x="1775" y="2108"/>
                      <a:pt x="1394" y="2108"/>
                    </a:cubicBezTo>
                    <a:cubicBezTo>
                      <a:pt x="1013" y="2108"/>
                      <a:pt x="715" y="1787"/>
                      <a:pt x="715" y="1406"/>
                    </a:cubicBezTo>
                    <a:cubicBezTo>
                      <a:pt x="715" y="1013"/>
                      <a:pt x="1024" y="703"/>
                      <a:pt x="1394" y="703"/>
                    </a:cubicBezTo>
                    <a:cubicBezTo>
                      <a:pt x="1400" y="703"/>
                      <a:pt x="1407" y="703"/>
                      <a:pt x="1414" y="703"/>
                    </a:cubicBezTo>
                    <a:close/>
                    <a:moveTo>
                      <a:pt x="1382" y="1"/>
                    </a:moveTo>
                    <a:cubicBezTo>
                      <a:pt x="1286" y="1"/>
                      <a:pt x="1215" y="72"/>
                      <a:pt x="1215" y="167"/>
                    </a:cubicBezTo>
                    <a:lnTo>
                      <a:pt x="1215" y="370"/>
                    </a:lnTo>
                    <a:cubicBezTo>
                      <a:pt x="1048" y="406"/>
                      <a:pt x="917" y="465"/>
                      <a:pt x="786" y="560"/>
                    </a:cubicBezTo>
                    <a:lnTo>
                      <a:pt x="632" y="406"/>
                    </a:lnTo>
                    <a:cubicBezTo>
                      <a:pt x="607" y="374"/>
                      <a:pt x="559" y="356"/>
                      <a:pt x="511" y="356"/>
                    </a:cubicBezTo>
                    <a:cubicBezTo>
                      <a:pt x="467" y="356"/>
                      <a:pt x="422" y="371"/>
                      <a:pt x="393" y="406"/>
                    </a:cubicBezTo>
                    <a:cubicBezTo>
                      <a:pt x="334" y="465"/>
                      <a:pt x="322" y="584"/>
                      <a:pt x="393" y="644"/>
                    </a:cubicBezTo>
                    <a:lnTo>
                      <a:pt x="548" y="798"/>
                    </a:lnTo>
                    <a:cubicBezTo>
                      <a:pt x="453" y="929"/>
                      <a:pt x="393" y="1072"/>
                      <a:pt x="370" y="1227"/>
                    </a:cubicBezTo>
                    <a:lnTo>
                      <a:pt x="155" y="1227"/>
                    </a:lnTo>
                    <a:cubicBezTo>
                      <a:pt x="72" y="1227"/>
                      <a:pt x="0" y="1299"/>
                      <a:pt x="0" y="1394"/>
                    </a:cubicBezTo>
                    <a:cubicBezTo>
                      <a:pt x="0" y="1477"/>
                      <a:pt x="72" y="1549"/>
                      <a:pt x="155" y="1549"/>
                    </a:cubicBezTo>
                    <a:lnTo>
                      <a:pt x="370" y="1549"/>
                    </a:lnTo>
                    <a:cubicBezTo>
                      <a:pt x="393" y="1715"/>
                      <a:pt x="453" y="1870"/>
                      <a:pt x="548" y="1989"/>
                    </a:cubicBezTo>
                    <a:lnTo>
                      <a:pt x="393" y="2132"/>
                    </a:lnTo>
                    <a:cubicBezTo>
                      <a:pt x="334" y="2191"/>
                      <a:pt x="334" y="2311"/>
                      <a:pt x="393" y="2370"/>
                    </a:cubicBezTo>
                    <a:cubicBezTo>
                      <a:pt x="429" y="2406"/>
                      <a:pt x="477" y="2418"/>
                      <a:pt x="512" y="2418"/>
                    </a:cubicBezTo>
                    <a:cubicBezTo>
                      <a:pt x="560" y="2418"/>
                      <a:pt x="608" y="2394"/>
                      <a:pt x="632" y="2370"/>
                    </a:cubicBezTo>
                    <a:lnTo>
                      <a:pt x="786" y="2227"/>
                    </a:lnTo>
                    <a:cubicBezTo>
                      <a:pt x="905" y="2311"/>
                      <a:pt x="1048" y="2370"/>
                      <a:pt x="1215" y="2406"/>
                    </a:cubicBezTo>
                    <a:lnTo>
                      <a:pt x="1215" y="2608"/>
                    </a:lnTo>
                    <a:cubicBezTo>
                      <a:pt x="1215" y="2703"/>
                      <a:pt x="1286" y="2775"/>
                      <a:pt x="1382" y="2775"/>
                    </a:cubicBezTo>
                    <a:cubicBezTo>
                      <a:pt x="1465" y="2775"/>
                      <a:pt x="1548" y="2703"/>
                      <a:pt x="1548" y="2608"/>
                    </a:cubicBezTo>
                    <a:lnTo>
                      <a:pt x="1548" y="2430"/>
                    </a:lnTo>
                    <a:cubicBezTo>
                      <a:pt x="1703" y="2394"/>
                      <a:pt x="1846" y="2346"/>
                      <a:pt x="1977" y="2251"/>
                    </a:cubicBezTo>
                    <a:lnTo>
                      <a:pt x="2120" y="2394"/>
                    </a:lnTo>
                    <a:cubicBezTo>
                      <a:pt x="2156" y="2430"/>
                      <a:pt x="2203" y="2442"/>
                      <a:pt x="2239" y="2442"/>
                    </a:cubicBezTo>
                    <a:cubicBezTo>
                      <a:pt x="2286" y="2442"/>
                      <a:pt x="2334" y="2430"/>
                      <a:pt x="2358" y="2394"/>
                    </a:cubicBezTo>
                    <a:cubicBezTo>
                      <a:pt x="2417" y="2346"/>
                      <a:pt x="2441" y="2215"/>
                      <a:pt x="2358" y="2156"/>
                    </a:cubicBezTo>
                    <a:lnTo>
                      <a:pt x="2215" y="2013"/>
                    </a:lnTo>
                    <a:cubicBezTo>
                      <a:pt x="2298" y="1882"/>
                      <a:pt x="2358" y="1727"/>
                      <a:pt x="2394" y="1584"/>
                    </a:cubicBezTo>
                    <a:lnTo>
                      <a:pt x="2596" y="1584"/>
                    </a:lnTo>
                    <a:cubicBezTo>
                      <a:pt x="2691" y="1584"/>
                      <a:pt x="2763" y="1501"/>
                      <a:pt x="2763" y="1418"/>
                    </a:cubicBezTo>
                    <a:cubicBezTo>
                      <a:pt x="2763" y="1299"/>
                      <a:pt x="2691" y="1227"/>
                      <a:pt x="2608" y="1227"/>
                    </a:cubicBezTo>
                    <a:lnTo>
                      <a:pt x="2394" y="1227"/>
                    </a:lnTo>
                    <a:cubicBezTo>
                      <a:pt x="2370" y="1060"/>
                      <a:pt x="2310" y="906"/>
                      <a:pt x="2215" y="798"/>
                    </a:cubicBezTo>
                    <a:lnTo>
                      <a:pt x="2370" y="644"/>
                    </a:lnTo>
                    <a:cubicBezTo>
                      <a:pt x="2417" y="584"/>
                      <a:pt x="2417" y="465"/>
                      <a:pt x="2370" y="406"/>
                    </a:cubicBezTo>
                    <a:cubicBezTo>
                      <a:pt x="2340" y="376"/>
                      <a:pt x="2292" y="361"/>
                      <a:pt x="2245" y="361"/>
                    </a:cubicBezTo>
                    <a:cubicBezTo>
                      <a:pt x="2197" y="361"/>
                      <a:pt x="2150" y="376"/>
                      <a:pt x="2120" y="406"/>
                    </a:cubicBezTo>
                    <a:lnTo>
                      <a:pt x="1977" y="560"/>
                    </a:lnTo>
                    <a:cubicBezTo>
                      <a:pt x="1858" y="465"/>
                      <a:pt x="1715" y="406"/>
                      <a:pt x="1548" y="370"/>
                    </a:cubicBezTo>
                    <a:lnTo>
                      <a:pt x="1548" y="167"/>
                    </a:lnTo>
                    <a:cubicBezTo>
                      <a:pt x="1548" y="72"/>
                      <a:pt x="1477" y="1"/>
                      <a:pt x="13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0" name="Google Shape;4070;p61"/>
              <p:cNvSpPr/>
              <p:nvPr/>
            </p:nvSpPr>
            <p:spPr>
              <a:xfrm>
                <a:off x="2908436" y="2488059"/>
                <a:ext cx="33612" cy="33993"/>
              </a:xfrm>
              <a:custGeom>
                <a:rect b="b" l="l" r="r" t="t"/>
                <a:pathLst>
                  <a:path extrusionOk="0" h="1073" w="1061">
                    <a:moveTo>
                      <a:pt x="525" y="346"/>
                    </a:moveTo>
                    <a:cubicBezTo>
                      <a:pt x="632" y="346"/>
                      <a:pt x="715" y="430"/>
                      <a:pt x="715" y="537"/>
                    </a:cubicBezTo>
                    <a:cubicBezTo>
                      <a:pt x="715" y="632"/>
                      <a:pt x="632" y="727"/>
                      <a:pt x="525" y="727"/>
                    </a:cubicBezTo>
                    <a:cubicBezTo>
                      <a:pt x="417" y="727"/>
                      <a:pt x="334" y="632"/>
                      <a:pt x="334" y="537"/>
                    </a:cubicBezTo>
                    <a:cubicBezTo>
                      <a:pt x="334" y="430"/>
                      <a:pt x="417" y="346"/>
                      <a:pt x="525" y="346"/>
                    </a:cubicBezTo>
                    <a:close/>
                    <a:moveTo>
                      <a:pt x="525" y="1"/>
                    </a:moveTo>
                    <a:cubicBezTo>
                      <a:pt x="239" y="1"/>
                      <a:pt x="1" y="239"/>
                      <a:pt x="1" y="537"/>
                    </a:cubicBezTo>
                    <a:cubicBezTo>
                      <a:pt x="1" y="834"/>
                      <a:pt x="239" y="1072"/>
                      <a:pt x="525" y="1072"/>
                    </a:cubicBezTo>
                    <a:cubicBezTo>
                      <a:pt x="810" y="1072"/>
                      <a:pt x="1048" y="834"/>
                      <a:pt x="1048" y="537"/>
                    </a:cubicBezTo>
                    <a:cubicBezTo>
                      <a:pt x="1060" y="239"/>
                      <a:pt x="822" y="1"/>
                      <a:pt x="52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71" name="Google Shape;4071;p61"/>
            <p:cNvSpPr txBox="1"/>
            <p:nvPr/>
          </p:nvSpPr>
          <p:spPr>
            <a:xfrm>
              <a:off x="7086638" y="1253438"/>
              <a:ext cx="9672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Usibility test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072" name="Google Shape;4072;p61"/>
            <p:cNvGrpSpPr/>
            <p:nvPr/>
          </p:nvGrpSpPr>
          <p:grpSpPr>
            <a:xfrm>
              <a:off x="7411787" y="3736664"/>
              <a:ext cx="319747" cy="293135"/>
              <a:chOff x="2903337" y="4279032"/>
              <a:chExt cx="382519" cy="350682"/>
            </a:xfrm>
          </p:grpSpPr>
          <p:sp>
            <p:nvSpPr>
              <p:cNvPr id="4073" name="Google Shape;4073;p61"/>
              <p:cNvSpPr/>
              <p:nvPr/>
            </p:nvSpPr>
            <p:spPr>
              <a:xfrm>
                <a:off x="2966979" y="4320570"/>
                <a:ext cx="202248" cy="184183"/>
              </a:xfrm>
              <a:custGeom>
                <a:rect b="b" l="l" r="r" t="t"/>
                <a:pathLst>
                  <a:path extrusionOk="0" h="5791" w="6359">
                    <a:moveTo>
                      <a:pt x="3179" y="361"/>
                    </a:moveTo>
                    <a:cubicBezTo>
                      <a:pt x="3834" y="361"/>
                      <a:pt x="4477" y="611"/>
                      <a:pt x="4989" y="1099"/>
                    </a:cubicBezTo>
                    <a:cubicBezTo>
                      <a:pt x="5965" y="2087"/>
                      <a:pt x="5965" y="3707"/>
                      <a:pt x="4965" y="4683"/>
                    </a:cubicBezTo>
                    <a:cubicBezTo>
                      <a:pt x="4465" y="5183"/>
                      <a:pt x="3813" y="5433"/>
                      <a:pt x="3164" y="5433"/>
                    </a:cubicBezTo>
                    <a:cubicBezTo>
                      <a:pt x="2515" y="5433"/>
                      <a:pt x="1870" y="5183"/>
                      <a:pt x="1381" y="4683"/>
                    </a:cubicBezTo>
                    <a:cubicBezTo>
                      <a:pt x="393" y="3695"/>
                      <a:pt x="381" y="2087"/>
                      <a:pt x="1381" y="1099"/>
                    </a:cubicBezTo>
                    <a:cubicBezTo>
                      <a:pt x="1870" y="611"/>
                      <a:pt x="2524" y="361"/>
                      <a:pt x="3179" y="361"/>
                    </a:cubicBezTo>
                    <a:close/>
                    <a:moveTo>
                      <a:pt x="3179" y="1"/>
                    </a:moveTo>
                    <a:cubicBezTo>
                      <a:pt x="2438" y="1"/>
                      <a:pt x="1697" y="284"/>
                      <a:pt x="1131" y="849"/>
                    </a:cubicBezTo>
                    <a:cubicBezTo>
                      <a:pt x="0" y="1980"/>
                      <a:pt x="0" y="3814"/>
                      <a:pt x="1131" y="4945"/>
                    </a:cubicBezTo>
                    <a:cubicBezTo>
                      <a:pt x="1691" y="5504"/>
                      <a:pt x="2441" y="5790"/>
                      <a:pt x="3167" y="5790"/>
                    </a:cubicBezTo>
                    <a:cubicBezTo>
                      <a:pt x="3917" y="5790"/>
                      <a:pt x="4644" y="5504"/>
                      <a:pt x="5203" y="4945"/>
                    </a:cubicBezTo>
                    <a:cubicBezTo>
                      <a:pt x="6358" y="3814"/>
                      <a:pt x="6358" y="1980"/>
                      <a:pt x="5227" y="849"/>
                    </a:cubicBezTo>
                    <a:cubicBezTo>
                      <a:pt x="4662" y="284"/>
                      <a:pt x="3920" y="1"/>
                      <a:pt x="31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4" name="Google Shape;4074;p61"/>
              <p:cNvSpPr/>
              <p:nvPr/>
            </p:nvSpPr>
            <p:spPr>
              <a:xfrm>
                <a:off x="2903337" y="4279032"/>
                <a:ext cx="382519" cy="350682"/>
              </a:xfrm>
              <a:custGeom>
                <a:rect b="b" l="l" r="r" t="t"/>
                <a:pathLst>
                  <a:path extrusionOk="0" h="11026" w="12027">
                    <a:moveTo>
                      <a:pt x="5168" y="1072"/>
                    </a:moveTo>
                    <a:cubicBezTo>
                      <a:pt x="5966" y="1072"/>
                      <a:pt x="6776" y="1381"/>
                      <a:pt x="7383" y="1988"/>
                    </a:cubicBezTo>
                    <a:cubicBezTo>
                      <a:pt x="8609" y="3215"/>
                      <a:pt x="8609" y="5203"/>
                      <a:pt x="7383" y="6429"/>
                    </a:cubicBezTo>
                    <a:cubicBezTo>
                      <a:pt x="6776" y="7037"/>
                      <a:pt x="5966" y="7346"/>
                      <a:pt x="5168" y="7346"/>
                    </a:cubicBezTo>
                    <a:cubicBezTo>
                      <a:pt x="4359" y="7334"/>
                      <a:pt x="3561" y="7037"/>
                      <a:pt x="2954" y="6429"/>
                    </a:cubicBezTo>
                    <a:cubicBezTo>
                      <a:pt x="1727" y="5203"/>
                      <a:pt x="1727" y="3215"/>
                      <a:pt x="2954" y="1988"/>
                    </a:cubicBezTo>
                    <a:cubicBezTo>
                      <a:pt x="3561" y="1381"/>
                      <a:pt x="4359" y="1072"/>
                      <a:pt x="5168" y="1072"/>
                    </a:cubicBezTo>
                    <a:close/>
                    <a:moveTo>
                      <a:pt x="7788" y="6513"/>
                    </a:moveTo>
                    <a:lnTo>
                      <a:pt x="8538" y="7263"/>
                    </a:lnTo>
                    <a:lnTo>
                      <a:pt x="8240" y="7561"/>
                    </a:lnTo>
                    <a:lnTo>
                      <a:pt x="7490" y="6810"/>
                    </a:lnTo>
                    <a:cubicBezTo>
                      <a:pt x="7550" y="6763"/>
                      <a:pt x="7597" y="6727"/>
                      <a:pt x="7633" y="6668"/>
                    </a:cubicBezTo>
                    <a:lnTo>
                      <a:pt x="7788" y="6513"/>
                    </a:lnTo>
                    <a:close/>
                    <a:moveTo>
                      <a:pt x="9038" y="7251"/>
                    </a:moveTo>
                    <a:cubicBezTo>
                      <a:pt x="9050" y="7251"/>
                      <a:pt x="9050" y="7251"/>
                      <a:pt x="9074" y="7275"/>
                    </a:cubicBezTo>
                    <a:lnTo>
                      <a:pt x="11276" y="9477"/>
                    </a:lnTo>
                    <a:lnTo>
                      <a:pt x="10455" y="10287"/>
                    </a:lnTo>
                    <a:lnTo>
                      <a:pt x="8252" y="8084"/>
                    </a:lnTo>
                    <a:cubicBezTo>
                      <a:pt x="8240" y="8073"/>
                      <a:pt x="8240" y="8061"/>
                      <a:pt x="8240" y="8061"/>
                    </a:cubicBezTo>
                    <a:cubicBezTo>
                      <a:pt x="8240" y="8049"/>
                      <a:pt x="8240" y="8049"/>
                      <a:pt x="8252" y="8037"/>
                    </a:cubicBezTo>
                    <a:lnTo>
                      <a:pt x="9014" y="7275"/>
                    </a:lnTo>
                    <a:cubicBezTo>
                      <a:pt x="9026" y="7251"/>
                      <a:pt x="9026" y="7251"/>
                      <a:pt x="9038" y="7251"/>
                    </a:cubicBezTo>
                    <a:close/>
                    <a:moveTo>
                      <a:pt x="11514" y="9716"/>
                    </a:moveTo>
                    <a:lnTo>
                      <a:pt x="11621" y="9835"/>
                    </a:lnTo>
                    <a:cubicBezTo>
                      <a:pt x="11645" y="9847"/>
                      <a:pt x="11645" y="9882"/>
                      <a:pt x="11633" y="9894"/>
                    </a:cubicBezTo>
                    <a:lnTo>
                      <a:pt x="10871" y="10656"/>
                    </a:lnTo>
                    <a:cubicBezTo>
                      <a:pt x="10859" y="10668"/>
                      <a:pt x="10859" y="10668"/>
                      <a:pt x="10836" y="10668"/>
                    </a:cubicBezTo>
                    <a:cubicBezTo>
                      <a:pt x="10824" y="10668"/>
                      <a:pt x="10824" y="10668"/>
                      <a:pt x="10812" y="10656"/>
                    </a:cubicBezTo>
                    <a:lnTo>
                      <a:pt x="10693" y="10537"/>
                    </a:lnTo>
                    <a:lnTo>
                      <a:pt x="11514" y="9716"/>
                    </a:lnTo>
                    <a:close/>
                    <a:moveTo>
                      <a:pt x="656" y="0"/>
                    </a:moveTo>
                    <a:cubicBezTo>
                      <a:pt x="299" y="0"/>
                      <a:pt x="1" y="298"/>
                      <a:pt x="1" y="655"/>
                    </a:cubicBezTo>
                    <a:lnTo>
                      <a:pt x="1" y="8715"/>
                    </a:lnTo>
                    <a:cubicBezTo>
                      <a:pt x="1" y="8942"/>
                      <a:pt x="180" y="9132"/>
                      <a:pt x="418" y="9132"/>
                    </a:cubicBezTo>
                    <a:lnTo>
                      <a:pt x="5859" y="9132"/>
                    </a:lnTo>
                    <a:cubicBezTo>
                      <a:pt x="5954" y="9132"/>
                      <a:pt x="6037" y="9061"/>
                      <a:pt x="6037" y="8954"/>
                    </a:cubicBezTo>
                    <a:cubicBezTo>
                      <a:pt x="6037" y="8846"/>
                      <a:pt x="5954" y="8775"/>
                      <a:pt x="5859" y="8775"/>
                    </a:cubicBezTo>
                    <a:lnTo>
                      <a:pt x="418" y="8775"/>
                    </a:lnTo>
                    <a:cubicBezTo>
                      <a:pt x="394" y="8775"/>
                      <a:pt x="358" y="8739"/>
                      <a:pt x="358" y="8715"/>
                    </a:cubicBezTo>
                    <a:lnTo>
                      <a:pt x="358" y="1631"/>
                    </a:lnTo>
                    <a:lnTo>
                      <a:pt x="2787" y="1631"/>
                    </a:lnTo>
                    <a:lnTo>
                      <a:pt x="2704" y="1727"/>
                    </a:lnTo>
                    <a:cubicBezTo>
                      <a:pt x="1346" y="3072"/>
                      <a:pt x="1346" y="5298"/>
                      <a:pt x="2704" y="6668"/>
                    </a:cubicBezTo>
                    <a:cubicBezTo>
                      <a:pt x="3382" y="7346"/>
                      <a:pt x="4275" y="7692"/>
                      <a:pt x="5168" y="7692"/>
                    </a:cubicBezTo>
                    <a:cubicBezTo>
                      <a:pt x="5883" y="7692"/>
                      <a:pt x="6597" y="7465"/>
                      <a:pt x="7204" y="7037"/>
                    </a:cubicBezTo>
                    <a:lnTo>
                      <a:pt x="7978" y="7811"/>
                    </a:lnTo>
                    <a:cubicBezTo>
                      <a:pt x="7919" y="7882"/>
                      <a:pt x="7883" y="7977"/>
                      <a:pt x="7883" y="8061"/>
                    </a:cubicBezTo>
                    <a:cubicBezTo>
                      <a:pt x="7883" y="8168"/>
                      <a:pt x="7919" y="8275"/>
                      <a:pt x="8002" y="8346"/>
                    </a:cubicBezTo>
                    <a:lnTo>
                      <a:pt x="8443" y="8787"/>
                    </a:lnTo>
                    <a:lnTo>
                      <a:pt x="6609" y="8787"/>
                    </a:lnTo>
                    <a:cubicBezTo>
                      <a:pt x="6514" y="8787"/>
                      <a:pt x="6430" y="8870"/>
                      <a:pt x="6430" y="8966"/>
                    </a:cubicBezTo>
                    <a:cubicBezTo>
                      <a:pt x="6430" y="9073"/>
                      <a:pt x="6514" y="9144"/>
                      <a:pt x="6609" y="9144"/>
                    </a:cubicBezTo>
                    <a:lnTo>
                      <a:pt x="8800" y="9144"/>
                    </a:lnTo>
                    <a:lnTo>
                      <a:pt x="10562" y="10906"/>
                    </a:lnTo>
                    <a:cubicBezTo>
                      <a:pt x="10633" y="10978"/>
                      <a:pt x="10740" y="11025"/>
                      <a:pt x="10836" y="11025"/>
                    </a:cubicBezTo>
                    <a:cubicBezTo>
                      <a:pt x="10943" y="11025"/>
                      <a:pt x="11050" y="10978"/>
                      <a:pt x="11121" y="10906"/>
                    </a:cubicBezTo>
                    <a:lnTo>
                      <a:pt x="11883" y="10144"/>
                    </a:lnTo>
                    <a:cubicBezTo>
                      <a:pt x="12026" y="9978"/>
                      <a:pt x="12026" y="9728"/>
                      <a:pt x="11872" y="9585"/>
                    </a:cubicBezTo>
                    <a:lnTo>
                      <a:pt x="11062" y="8775"/>
                    </a:lnTo>
                    <a:lnTo>
                      <a:pt x="11062" y="8727"/>
                    </a:lnTo>
                    <a:lnTo>
                      <a:pt x="11062" y="7025"/>
                    </a:lnTo>
                    <a:cubicBezTo>
                      <a:pt x="11062" y="6918"/>
                      <a:pt x="10990" y="6846"/>
                      <a:pt x="10883" y="6846"/>
                    </a:cubicBezTo>
                    <a:cubicBezTo>
                      <a:pt x="10776" y="6846"/>
                      <a:pt x="10705" y="6918"/>
                      <a:pt x="10705" y="7025"/>
                    </a:cubicBezTo>
                    <a:lnTo>
                      <a:pt x="10705" y="8430"/>
                    </a:lnTo>
                    <a:lnTo>
                      <a:pt x="9312" y="7037"/>
                    </a:lnTo>
                    <a:cubicBezTo>
                      <a:pt x="9233" y="6958"/>
                      <a:pt x="9132" y="6919"/>
                      <a:pt x="9034" y="6919"/>
                    </a:cubicBezTo>
                    <a:cubicBezTo>
                      <a:pt x="8939" y="6919"/>
                      <a:pt x="8846" y="6955"/>
                      <a:pt x="8776" y="7025"/>
                    </a:cubicBezTo>
                    <a:lnTo>
                      <a:pt x="8002" y="6251"/>
                    </a:lnTo>
                    <a:cubicBezTo>
                      <a:pt x="8978" y="4882"/>
                      <a:pt x="8859" y="2953"/>
                      <a:pt x="7633" y="1738"/>
                    </a:cubicBezTo>
                    <a:lnTo>
                      <a:pt x="7550" y="1643"/>
                    </a:lnTo>
                    <a:lnTo>
                      <a:pt x="10705" y="1643"/>
                    </a:lnTo>
                    <a:lnTo>
                      <a:pt x="10705" y="6251"/>
                    </a:lnTo>
                    <a:cubicBezTo>
                      <a:pt x="10705" y="6346"/>
                      <a:pt x="10776" y="6429"/>
                      <a:pt x="10883" y="6429"/>
                    </a:cubicBezTo>
                    <a:cubicBezTo>
                      <a:pt x="10990" y="6429"/>
                      <a:pt x="11062" y="6346"/>
                      <a:pt x="11062" y="6251"/>
                    </a:cubicBezTo>
                    <a:lnTo>
                      <a:pt x="11062" y="655"/>
                    </a:lnTo>
                    <a:cubicBezTo>
                      <a:pt x="11062" y="298"/>
                      <a:pt x="10764" y="0"/>
                      <a:pt x="10407" y="0"/>
                    </a:cubicBezTo>
                    <a:lnTo>
                      <a:pt x="8812" y="0"/>
                    </a:lnTo>
                    <a:cubicBezTo>
                      <a:pt x="8716" y="0"/>
                      <a:pt x="8633" y="72"/>
                      <a:pt x="8633" y="179"/>
                    </a:cubicBezTo>
                    <a:cubicBezTo>
                      <a:pt x="8633" y="274"/>
                      <a:pt x="8716" y="357"/>
                      <a:pt x="8812" y="357"/>
                    </a:cubicBezTo>
                    <a:lnTo>
                      <a:pt x="10407" y="357"/>
                    </a:lnTo>
                    <a:cubicBezTo>
                      <a:pt x="10574" y="357"/>
                      <a:pt x="10705" y="488"/>
                      <a:pt x="10705" y="655"/>
                    </a:cubicBezTo>
                    <a:lnTo>
                      <a:pt x="10705" y="1286"/>
                    </a:lnTo>
                    <a:lnTo>
                      <a:pt x="7109" y="1286"/>
                    </a:lnTo>
                    <a:cubicBezTo>
                      <a:pt x="6520" y="899"/>
                      <a:pt x="5841" y="706"/>
                      <a:pt x="5165" y="706"/>
                    </a:cubicBezTo>
                    <a:cubicBezTo>
                      <a:pt x="4490" y="706"/>
                      <a:pt x="3817" y="899"/>
                      <a:pt x="3239" y="1286"/>
                    </a:cubicBezTo>
                    <a:lnTo>
                      <a:pt x="358" y="1286"/>
                    </a:lnTo>
                    <a:lnTo>
                      <a:pt x="358" y="655"/>
                    </a:lnTo>
                    <a:cubicBezTo>
                      <a:pt x="358" y="488"/>
                      <a:pt x="501" y="357"/>
                      <a:pt x="656" y="357"/>
                    </a:cubicBezTo>
                    <a:lnTo>
                      <a:pt x="8062" y="357"/>
                    </a:lnTo>
                    <a:cubicBezTo>
                      <a:pt x="8157" y="357"/>
                      <a:pt x="8240" y="274"/>
                      <a:pt x="8240" y="179"/>
                    </a:cubicBezTo>
                    <a:cubicBezTo>
                      <a:pt x="8240" y="72"/>
                      <a:pt x="8157" y="0"/>
                      <a:pt x="806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5" name="Google Shape;4075;p61"/>
              <p:cNvSpPr/>
              <p:nvPr/>
            </p:nvSpPr>
            <p:spPr>
              <a:xfrm>
                <a:off x="2937814" y="4300215"/>
                <a:ext cx="11768" cy="11418"/>
              </a:xfrm>
              <a:custGeom>
                <a:rect b="b" l="l" r="r" t="t"/>
                <a:pathLst>
                  <a:path extrusionOk="0" h="359" w="370">
                    <a:moveTo>
                      <a:pt x="191" y="1"/>
                    </a:moveTo>
                    <a:cubicBezTo>
                      <a:pt x="84" y="1"/>
                      <a:pt x="0" y="72"/>
                      <a:pt x="0" y="179"/>
                    </a:cubicBezTo>
                    <a:cubicBezTo>
                      <a:pt x="0" y="263"/>
                      <a:pt x="84" y="358"/>
                      <a:pt x="191" y="358"/>
                    </a:cubicBezTo>
                    <a:cubicBezTo>
                      <a:pt x="286" y="358"/>
                      <a:pt x="370" y="287"/>
                      <a:pt x="370" y="179"/>
                    </a:cubicBezTo>
                    <a:cubicBezTo>
                      <a:pt x="370" y="72"/>
                      <a:pt x="286" y="1"/>
                      <a:pt x="1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6" name="Google Shape;4076;p61"/>
              <p:cNvSpPr/>
              <p:nvPr/>
            </p:nvSpPr>
            <p:spPr>
              <a:xfrm>
                <a:off x="2952572" y="4300215"/>
                <a:ext cx="11386" cy="11418"/>
              </a:xfrm>
              <a:custGeom>
                <a:rect b="b" l="l" r="r" t="t"/>
                <a:pathLst>
                  <a:path extrusionOk="0" h="359" w="358">
                    <a:moveTo>
                      <a:pt x="179" y="1"/>
                    </a:moveTo>
                    <a:cubicBezTo>
                      <a:pt x="84" y="1"/>
                      <a:pt x="1" y="72"/>
                      <a:pt x="1" y="179"/>
                    </a:cubicBezTo>
                    <a:cubicBezTo>
                      <a:pt x="1" y="263"/>
                      <a:pt x="84" y="358"/>
                      <a:pt x="179" y="358"/>
                    </a:cubicBezTo>
                    <a:cubicBezTo>
                      <a:pt x="287" y="358"/>
                      <a:pt x="358" y="287"/>
                      <a:pt x="358" y="179"/>
                    </a:cubicBezTo>
                    <a:cubicBezTo>
                      <a:pt x="358" y="72"/>
                      <a:pt x="275" y="1"/>
                      <a:pt x="1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7" name="Google Shape;4077;p61"/>
              <p:cNvSpPr/>
              <p:nvPr/>
            </p:nvSpPr>
            <p:spPr>
              <a:xfrm>
                <a:off x="2967361" y="4300215"/>
                <a:ext cx="11386" cy="11418"/>
              </a:xfrm>
              <a:custGeom>
                <a:rect b="b" l="l" r="r" t="t"/>
                <a:pathLst>
                  <a:path extrusionOk="0" h="359" w="358">
                    <a:moveTo>
                      <a:pt x="179" y="1"/>
                    </a:moveTo>
                    <a:cubicBezTo>
                      <a:pt x="72" y="1"/>
                      <a:pt x="0" y="72"/>
                      <a:pt x="0" y="179"/>
                    </a:cubicBezTo>
                    <a:cubicBezTo>
                      <a:pt x="0" y="263"/>
                      <a:pt x="72" y="358"/>
                      <a:pt x="179" y="358"/>
                    </a:cubicBezTo>
                    <a:cubicBezTo>
                      <a:pt x="286" y="358"/>
                      <a:pt x="357" y="287"/>
                      <a:pt x="357" y="179"/>
                    </a:cubicBezTo>
                    <a:cubicBezTo>
                      <a:pt x="345" y="72"/>
                      <a:pt x="262" y="1"/>
                      <a:pt x="1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8" name="Google Shape;4078;p61"/>
              <p:cNvSpPr/>
              <p:nvPr/>
            </p:nvSpPr>
            <p:spPr>
              <a:xfrm>
                <a:off x="3016563" y="4424063"/>
                <a:ext cx="11418" cy="11386"/>
              </a:xfrm>
              <a:custGeom>
                <a:rect b="b" l="l" r="r" t="t"/>
                <a:pathLst>
                  <a:path extrusionOk="0" h="358" w="359">
                    <a:moveTo>
                      <a:pt x="180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7"/>
                      <a:pt x="180" y="357"/>
                    </a:cubicBezTo>
                    <a:cubicBezTo>
                      <a:pt x="287" y="357"/>
                      <a:pt x="358" y="286"/>
                      <a:pt x="358" y="179"/>
                    </a:cubicBezTo>
                    <a:cubicBezTo>
                      <a:pt x="358" y="84"/>
                      <a:pt x="287" y="0"/>
                      <a:pt x="18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9" name="Google Shape;4079;p61"/>
              <p:cNvSpPr/>
              <p:nvPr/>
            </p:nvSpPr>
            <p:spPr>
              <a:xfrm>
                <a:off x="3016563" y="4442606"/>
                <a:ext cx="11418" cy="11386"/>
              </a:xfrm>
              <a:custGeom>
                <a:rect b="b" l="l" r="r" t="t"/>
                <a:pathLst>
                  <a:path extrusionOk="0" h="358" w="359">
                    <a:moveTo>
                      <a:pt x="180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80" y="358"/>
                    </a:cubicBezTo>
                    <a:cubicBezTo>
                      <a:pt x="287" y="358"/>
                      <a:pt x="358" y="286"/>
                      <a:pt x="358" y="179"/>
                    </a:cubicBezTo>
                    <a:cubicBezTo>
                      <a:pt x="358" y="72"/>
                      <a:pt x="287" y="1"/>
                      <a:pt x="18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0" name="Google Shape;4080;p61"/>
              <p:cNvSpPr/>
              <p:nvPr/>
            </p:nvSpPr>
            <p:spPr>
              <a:xfrm>
                <a:off x="3032498" y="4424063"/>
                <a:ext cx="11768" cy="11386"/>
              </a:xfrm>
              <a:custGeom>
                <a:rect b="b" l="l" r="r" t="t"/>
                <a:pathLst>
                  <a:path extrusionOk="0" h="358" w="370">
                    <a:moveTo>
                      <a:pt x="191" y="0"/>
                    </a:moveTo>
                    <a:cubicBezTo>
                      <a:pt x="83" y="0"/>
                      <a:pt x="0" y="84"/>
                      <a:pt x="0" y="179"/>
                    </a:cubicBezTo>
                    <a:cubicBezTo>
                      <a:pt x="0" y="286"/>
                      <a:pt x="83" y="357"/>
                      <a:pt x="191" y="357"/>
                    </a:cubicBezTo>
                    <a:cubicBezTo>
                      <a:pt x="286" y="357"/>
                      <a:pt x="369" y="286"/>
                      <a:pt x="369" y="179"/>
                    </a:cubicBezTo>
                    <a:cubicBezTo>
                      <a:pt x="369" y="84"/>
                      <a:pt x="274" y="0"/>
                      <a:pt x="1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1" name="Google Shape;4081;p61"/>
              <p:cNvSpPr/>
              <p:nvPr/>
            </p:nvSpPr>
            <p:spPr>
              <a:xfrm>
                <a:off x="3032498" y="4442606"/>
                <a:ext cx="11768" cy="11386"/>
              </a:xfrm>
              <a:custGeom>
                <a:rect b="b" l="l" r="r" t="t"/>
                <a:pathLst>
                  <a:path extrusionOk="0" h="358" w="370">
                    <a:moveTo>
                      <a:pt x="191" y="1"/>
                    </a:moveTo>
                    <a:cubicBezTo>
                      <a:pt x="83" y="1"/>
                      <a:pt x="0" y="72"/>
                      <a:pt x="0" y="179"/>
                    </a:cubicBezTo>
                    <a:cubicBezTo>
                      <a:pt x="0" y="286"/>
                      <a:pt x="83" y="358"/>
                      <a:pt x="191" y="358"/>
                    </a:cubicBezTo>
                    <a:cubicBezTo>
                      <a:pt x="286" y="358"/>
                      <a:pt x="369" y="286"/>
                      <a:pt x="369" y="179"/>
                    </a:cubicBezTo>
                    <a:cubicBezTo>
                      <a:pt x="369" y="72"/>
                      <a:pt x="274" y="1"/>
                      <a:pt x="1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2" name="Google Shape;4082;p61"/>
              <p:cNvSpPr/>
              <p:nvPr/>
            </p:nvSpPr>
            <p:spPr>
              <a:xfrm>
                <a:off x="3016213" y="4357527"/>
                <a:ext cx="112494" cy="111636"/>
              </a:xfrm>
              <a:custGeom>
                <a:rect b="b" l="l" r="r" t="t"/>
                <a:pathLst>
                  <a:path extrusionOk="0" h="3510" w="3537">
                    <a:moveTo>
                      <a:pt x="2250" y="354"/>
                    </a:moveTo>
                    <a:lnTo>
                      <a:pt x="2096" y="1080"/>
                    </a:lnTo>
                    <a:lnTo>
                      <a:pt x="1357" y="913"/>
                    </a:lnTo>
                    <a:cubicBezTo>
                      <a:pt x="1336" y="909"/>
                      <a:pt x="1315" y="907"/>
                      <a:pt x="1293" y="907"/>
                    </a:cubicBezTo>
                    <a:cubicBezTo>
                      <a:pt x="1193" y="907"/>
                      <a:pt x="1093" y="950"/>
                      <a:pt x="1024" y="1009"/>
                    </a:cubicBezTo>
                    <a:cubicBezTo>
                      <a:pt x="929" y="1104"/>
                      <a:pt x="905" y="1211"/>
                      <a:pt x="929" y="1342"/>
                    </a:cubicBezTo>
                    <a:lnTo>
                      <a:pt x="953" y="1366"/>
                    </a:lnTo>
                    <a:lnTo>
                      <a:pt x="369" y="818"/>
                    </a:lnTo>
                    <a:lnTo>
                      <a:pt x="2250" y="354"/>
                    </a:lnTo>
                    <a:close/>
                    <a:moveTo>
                      <a:pt x="1274" y="1259"/>
                    </a:moveTo>
                    <a:lnTo>
                      <a:pt x="2036" y="1425"/>
                    </a:lnTo>
                    <a:lnTo>
                      <a:pt x="1869" y="2259"/>
                    </a:lnTo>
                    <a:lnTo>
                      <a:pt x="1429" y="1830"/>
                    </a:lnTo>
                    <a:lnTo>
                      <a:pt x="1274" y="1259"/>
                    </a:lnTo>
                    <a:close/>
                    <a:moveTo>
                      <a:pt x="2369" y="1521"/>
                    </a:moveTo>
                    <a:lnTo>
                      <a:pt x="3167" y="1699"/>
                    </a:lnTo>
                    <a:lnTo>
                      <a:pt x="1715" y="3152"/>
                    </a:lnTo>
                    <a:lnTo>
                      <a:pt x="1548" y="2449"/>
                    </a:lnTo>
                    <a:lnTo>
                      <a:pt x="1607" y="2509"/>
                    </a:lnTo>
                    <a:cubicBezTo>
                      <a:pt x="1679" y="2568"/>
                      <a:pt x="1774" y="2616"/>
                      <a:pt x="1857" y="2616"/>
                    </a:cubicBezTo>
                    <a:cubicBezTo>
                      <a:pt x="1893" y="2616"/>
                      <a:pt x="1929" y="2616"/>
                      <a:pt x="1965" y="2604"/>
                    </a:cubicBezTo>
                    <a:cubicBezTo>
                      <a:pt x="2084" y="2557"/>
                      <a:pt x="2191" y="2473"/>
                      <a:pt x="2203" y="2330"/>
                    </a:cubicBezTo>
                    <a:lnTo>
                      <a:pt x="2369" y="1521"/>
                    </a:lnTo>
                    <a:close/>
                    <a:moveTo>
                      <a:pt x="2239" y="0"/>
                    </a:moveTo>
                    <a:cubicBezTo>
                      <a:pt x="2211" y="0"/>
                      <a:pt x="2183" y="3"/>
                      <a:pt x="2155" y="9"/>
                    </a:cubicBezTo>
                    <a:lnTo>
                      <a:pt x="274" y="473"/>
                    </a:lnTo>
                    <a:cubicBezTo>
                      <a:pt x="167" y="509"/>
                      <a:pt x="60" y="604"/>
                      <a:pt x="24" y="723"/>
                    </a:cubicBezTo>
                    <a:cubicBezTo>
                      <a:pt x="0" y="842"/>
                      <a:pt x="24" y="985"/>
                      <a:pt x="119" y="1068"/>
                    </a:cubicBezTo>
                    <a:lnTo>
                      <a:pt x="1084" y="2009"/>
                    </a:lnTo>
                    <a:lnTo>
                      <a:pt x="1369" y="3223"/>
                    </a:lnTo>
                    <a:cubicBezTo>
                      <a:pt x="1393" y="3342"/>
                      <a:pt x="1488" y="3450"/>
                      <a:pt x="1619" y="3497"/>
                    </a:cubicBezTo>
                    <a:cubicBezTo>
                      <a:pt x="1655" y="3509"/>
                      <a:pt x="1679" y="3509"/>
                      <a:pt x="1726" y="3509"/>
                    </a:cubicBezTo>
                    <a:cubicBezTo>
                      <a:pt x="1810" y="3509"/>
                      <a:pt x="1905" y="3473"/>
                      <a:pt x="1976" y="3402"/>
                    </a:cubicBezTo>
                    <a:lnTo>
                      <a:pt x="3441" y="1949"/>
                    </a:lnTo>
                    <a:cubicBezTo>
                      <a:pt x="3512" y="1842"/>
                      <a:pt x="3536" y="1711"/>
                      <a:pt x="3512" y="1592"/>
                    </a:cubicBezTo>
                    <a:cubicBezTo>
                      <a:pt x="3477" y="1473"/>
                      <a:pt x="3381" y="1366"/>
                      <a:pt x="3239" y="1342"/>
                    </a:cubicBezTo>
                    <a:lnTo>
                      <a:pt x="2441" y="1152"/>
                    </a:lnTo>
                    <a:lnTo>
                      <a:pt x="2584" y="425"/>
                    </a:lnTo>
                    <a:cubicBezTo>
                      <a:pt x="2619" y="306"/>
                      <a:pt x="2572" y="187"/>
                      <a:pt x="2488" y="104"/>
                    </a:cubicBezTo>
                    <a:cubicBezTo>
                      <a:pt x="2416" y="31"/>
                      <a:pt x="2329" y="0"/>
                      <a:pt x="223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3" name="Google Shape;4083;p61"/>
              <p:cNvSpPr/>
              <p:nvPr/>
            </p:nvSpPr>
            <p:spPr>
              <a:xfrm>
                <a:off x="2937051" y="4499791"/>
                <a:ext cx="14439" cy="11386"/>
              </a:xfrm>
              <a:custGeom>
                <a:rect b="b" l="l" r="r" t="t"/>
                <a:pathLst>
                  <a:path extrusionOk="0" h="358" w="454">
                    <a:moveTo>
                      <a:pt x="179" y="0"/>
                    </a:moveTo>
                    <a:cubicBezTo>
                      <a:pt x="72" y="0"/>
                      <a:pt x="1" y="72"/>
                      <a:pt x="1" y="179"/>
                    </a:cubicBezTo>
                    <a:cubicBezTo>
                      <a:pt x="1" y="286"/>
                      <a:pt x="96" y="358"/>
                      <a:pt x="179" y="358"/>
                    </a:cubicBezTo>
                    <a:lnTo>
                      <a:pt x="274" y="358"/>
                    </a:lnTo>
                    <a:cubicBezTo>
                      <a:pt x="370" y="358"/>
                      <a:pt x="453" y="286"/>
                      <a:pt x="453" y="179"/>
                    </a:cubicBezTo>
                    <a:cubicBezTo>
                      <a:pt x="453" y="72"/>
                      <a:pt x="370" y="0"/>
                      <a:pt x="27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4" name="Google Shape;4084;p61"/>
              <p:cNvSpPr/>
              <p:nvPr/>
            </p:nvSpPr>
            <p:spPr>
              <a:xfrm>
                <a:off x="2953717" y="4499791"/>
                <a:ext cx="30310" cy="11386"/>
              </a:xfrm>
              <a:custGeom>
                <a:rect b="b" l="l" r="r" t="t"/>
                <a:pathLst>
                  <a:path extrusionOk="0" h="358" w="953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774" y="358"/>
                    </a:lnTo>
                    <a:cubicBezTo>
                      <a:pt x="882" y="358"/>
                      <a:pt x="953" y="286"/>
                      <a:pt x="953" y="179"/>
                    </a:cubicBezTo>
                    <a:cubicBezTo>
                      <a:pt x="953" y="96"/>
                      <a:pt x="858" y="0"/>
                      <a:pt x="77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5" name="Google Shape;4085;p61"/>
              <p:cNvSpPr/>
              <p:nvPr/>
            </p:nvSpPr>
            <p:spPr>
              <a:xfrm>
                <a:off x="2937051" y="4514930"/>
                <a:ext cx="46976" cy="11386"/>
              </a:xfrm>
              <a:custGeom>
                <a:rect b="b" l="l" r="r" t="t"/>
                <a:pathLst>
                  <a:path extrusionOk="0" h="358" w="1477">
                    <a:moveTo>
                      <a:pt x="179" y="1"/>
                    </a:moveTo>
                    <a:cubicBezTo>
                      <a:pt x="72" y="1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1298" y="358"/>
                    </a:lnTo>
                    <a:cubicBezTo>
                      <a:pt x="1406" y="358"/>
                      <a:pt x="1477" y="286"/>
                      <a:pt x="1477" y="179"/>
                    </a:cubicBezTo>
                    <a:cubicBezTo>
                      <a:pt x="1477" y="84"/>
                      <a:pt x="1382" y="1"/>
                      <a:pt x="129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6" name="Google Shape;4086;p61"/>
              <p:cNvSpPr/>
              <p:nvPr/>
            </p:nvSpPr>
            <p:spPr>
              <a:xfrm>
                <a:off x="2937051" y="4529719"/>
                <a:ext cx="46976" cy="11386"/>
              </a:xfrm>
              <a:custGeom>
                <a:rect b="b" l="l" r="r" t="t"/>
                <a:pathLst>
                  <a:path extrusionOk="0" h="358" w="1477">
                    <a:moveTo>
                      <a:pt x="179" y="0"/>
                    </a:moveTo>
                    <a:cubicBezTo>
                      <a:pt x="72" y="0"/>
                      <a:pt x="1" y="71"/>
                      <a:pt x="1" y="179"/>
                    </a:cubicBezTo>
                    <a:cubicBezTo>
                      <a:pt x="1" y="286"/>
                      <a:pt x="72" y="357"/>
                      <a:pt x="179" y="357"/>
                    </a:cubicBezTo>
                    <a:lnTo>
                      <a:pt x="1298" y="357"/>
                    </a:lnTo>
                    <a:cubicBezTo>
                      <a:pt x="1406" y="357"/>
                      <a:pt x="1477" y="286"/>
                      <a:pt x="1477" y="179"/>
                    </a:cubicBezTo>
                    <a:cubicBezTo>
                      <a:pt x="1477" y="71"/>
                      <a:pt x="1382" y="0"/>
                      <a:pt x="129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7" name="Google Shape;4087;p61"/>
              <p:cNvSpPr/>
              <p:nvPr/>
            </p:nvSpPr>
            <p:spPr>
              <a:xfrm>
                <a:off x="3213881" y="4343787"/>
                <a:ext cx="11386" cy="126488"/>
              </a:xfrm>
              <a:custGeom>
                <a:rect b="b" l="l" r="r" t="t"/>
                <a:pathLst>
                  <a:path extrusionOk="0" h="3977" w="358">
                    <a:moveTo>
                      <a:pt x="179" y="0"/>
                    </a:moveTo>
                    <a:cubicBezTo>
                      <a:pt x="83" y="0"/>
                      <a:pt x="0" y="83"/>
                      <a:pt x="0" y="179"/>
                    </a:cubicBezTo>
                    <a:lnTo>
                      <a:pt x="0" y="3798"/>
                    </a:lnTo>
                    <a:cubicBezTo>
                      <a:pt x="0" y="3893"/>
                      <a:pt x="83" y="3977"/>
                      <a:pt x="179" y="3977"/>
                    </a:cubicBezTo>
                    <a:cubicBezTo>
                      <a:pt x="286" y="3977"/>
                      <a:pt x="357" y="3893"/>
                      <a:pt x="357" y="3798"/>
                    </a:cubicBezTo>
                    <a:lnTo>
                      <a:pt x="357" y="179"/>
                    </a:lnTo>
                    <a:cubicBezTo>
                      <a:pt x="357" y="72"/>
                      <a:pt x="286" y="0"/>
                      <a:pt x="17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88" name="Google Shape;4088;p61"/>
            <p:cNvSpPr txBox="1"/>
            <p:nvPr/>
          </p:nvSpPr>
          <p:spPr>
            <a:xfrm>
              <a:off x="7086650" y="3323475"/>
              <a:ext cx="967200" cy="3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Graphic quality check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089" name="Google Shape;4089;p61"/>
            <p:cNvCxnSpPr>
              <a:stCxn id="3882" idx="0"/>
            </p:cNvCxnSpPr>
            <p:nvPr/>
          </p:nvCxnSpPr>
          <p:spPr>
            <a:xfrm rot="10800000">
              <a:off x="7571632" y="1965748"/>
              <a:ext cx="0" cy="1842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0" name="Google Shape;4090;p61"/>
            <p:cNvCxnSpPr>
              <a:stCxn id="3882" idx="2"/>
              <a:endCxn id="4088" idx="0"/>
            </p:cNvCxnSpPr>
            <p:nvPr/>
          </p:nvCxnSpPr>
          <p:spPr>
            <a:xfrm flipH="1">
              <a:off x="7570132" y="3116991"/>
              <a:ext cx="1500" cy="2064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91" name="Google Shape;4091;p61"/>
          <p:cNvGrpSpPr/>
          <p:nvPr/>
        </p:nvGrpSpPr>
        <p:grpSpPr>
          <a:xfrm>
            <a:off x="923325" y="4104650"/>
            <a:ext cx="7137075" cy="855875"/>
            <a:chOff x="923325" y="4104650"/>
            <a:chExt cx="7137075" cy="855875"/>
          </a:xfrm>
        </p:grpSpPr>
        <p:cxnSp>
          <p:nvCxnSpPr>
            <p:cNvPr id="4092" name="Google Shape;4092;p61"/>
            <p:cNvCxnSpPr/>
            <p:nvPr/>
          </p:nvCxnSpPr>
          <p:spPr>
            <a:xfrm>
              <a:off x="1952325" y="4288850"/>
              <a:ext cx="6108000" cy="0"/>
            </a:xfrm>
            <a:prstGeom prst="straightConnector1">
              <a:avLst/>
            </a:prstGeom>
            <a:noFill/>
            <a:ln cap="flat" cmpd="sng" w="9525">
              <a:solidFill>
                <a:srgbClr val="5283B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93" name="Google Shape;4093;p61"/>
            <p:cNvSpPr txBox="1"/>
            <p:nvPr/>
          </p:nvSpPr>
          <p:spPr>
            <a:xfrm>
              <a:off x="923325" y="4104650"/>
              <a:ext cx="1181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283B8"/>
                  </a:solidFill>
                  <a:latin typeface="Abel"/>
                  <a:ea typeface="Abel"/>
                  <a:cs typeface="Abel"/>
                  <a:sym typeface="Abel"/>
                </a:rPr>
                <a:t>Dev Back-end</a:t>
              </a:r>
              <a:endParaRPr sz="1200">
                <a:solidFill>
                  <a:srgbClr val="5283B8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094" name="Google Shape;4094;p61"/>
            <p:cNvCxnSpPr/>
            <p:nvPr/>
          </p:nvCxnSpPr>
          <p:spPr>
            <a:xfrm>
              <a:off x="6068700" y="4525425"/>
              <a:ext cx="1991700" cy="0"/>
            </a:xfrm>
            <a:prstGeom prst="straightConnector1">
              <a:avLst/>
            </a:prstGeom>
            <a:noFill/>
            <a:ln cap="flat" cmpd="sng" w="9525">
              <a:solidFill>
                <a:srgbClr val="FF2E6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95" name="Google Shape;4095;p61"/>
            <p:cNvSpPr txBox="1"/>
            <p:nvPr/>
          </p:nvSpPr>
          <p:spPr>
            <a:xfrm>
              <a:off x="923325" y="4341225"/>
              <a:ext cx="1181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2E69"/>
                  </a:solidFill>
                  <a:latin typeface="Abel"/>
                  <a:ea typeface="Abel"/>
                  <a:cs typeface="Abel"/>
                  <a:sym typeface="Abel"/>
                </a:rPr>
                <a:t>UI designer</a:t>
              </a:r>
              <a:endParaRPr sz="1200">
                <a:solidFill>
                  <a:srgbClr val="FF2E69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096" name="Google Shape;4096;p61"/>
            <p:cNvCxnSpPr/>
            <p:nvPr/>
          </p:nvCxnSpPr>
          <p:spPr>
            <a:xfrm>
              <a:off x="4384100" y="4776325"/>
              <a:ext cx="3676200" cy="0"/>
            </a:xfrm>
            <a:prstGeom prst="straightConnector1">
              <a:avLst/>
            </a:prstGeom>
            <a:noFill/>
            <a:ln cap="flat" cmpd="sng" w="9525">
              <a:solidFill>
                <a:srgbClr val="372BD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97" name="Google Shape;4097;p61"/>
            <p:cNvSpPr txBox="1"/>
            <p:nvPr/>
          </p:nvSpPr>
          <p:spPr>
            <a:xfrm>
              <a:off x="923325" y="4592125"/>
              <a:ext cx="1181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72BD4"/>
                  </a:solidFill>
                  <a:latin typeface="Abel"/>
                  <a:ea typeface="Abel"/>
                  <a:cs typeface="Abel"/>
                  <a:sym typeface="Abel"/>
                </a:rPr>
                <a:t>Dev Front-end</a:t>
              </a:r>
              <a:endParaRPr sz="1200">
                <a:solidFill>
                  <a:srgbClr val="372BD4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102" name="Shape 4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Google Shape;4103;p62"/>
          <p:cNvSpPr txBox="1"/>
          <p:nvPr>
            <p:ph type="ctrTitle"/>
          </p:nvPr>
        </p:nvSpPr>
        <p:spPr>
          <a:xfrm flipH="1">
            <a:off x="2330100" y="0"/>
            <a:ext cx="44838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TOOLS</a:t>
            </a:r>
            <a:endParaRPr/>
          </a:p>
        </p:txBody>
      </p:sp>
      <p:graphicFrame>
        <p:nvGraphicFramePr>
          <p:cNvPr id="4104" name="Google Shape;4104;p62"/>
          <p:cNvGraphicFramePr/>
          <p:nvPr/>
        </p:nvGraphicFramePr>
        <p:xfrm>
          <a:off x="1545690" y="136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{1C643609-406D-4FC7-B304-C0CEBFB448BB}</a:tableStyleId>
              </a:tblPr>
              <a:tblGrid>
                <a:gridCol w="1210525"/>
                <a:gridCol w="1210525"/>
                <a:gridCol w="1210525"/>
                <a:gridCol w="1210525"/>
                <a:gridCol w="1210525"/>
              </a:tblGrid>
              <a:tr h="63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1204D"/>
                          </a:solidFill>
                          <a:latin typeface="Saira SemiCondensed SemiBold"/>
                          <a:ea typeface="Saira SemiCondensed SemiBold"/>
                          <a:cs typeface="Saira SemiCondensed SemiBold"/>
                          <a:sym typeface="Saira SemiCondensed SemiBold"/>
                        </a:rPr>
                        <a:t>RESEARCH</a:t>
                      </a:r>
                      <a:endParaRPr sz="1200">
                        <a:solidFill>
                          <a:srgbClr val="21204D"/>
                        </a:solidFill>
                        <a:latin typeface="Saira SemiCondensed SemiBold"/>
                        <a:ea typeface="Saira SemiCondensed SemiBold"/>
                        <a:cs typeface="Saira SemiCondensed SemiBold"/>
                        <a:sym typeface="Saira SemiCondensed SemiBold"/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5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1204D"/>
                          </a:solidFill>
                          <a:latin typeface="Saira SemiCondensed SemiBold"/>
                          <a:ea typeface="Saira SemiCondensed SemiBold"/>
                          <a:cs typeface="Saira SemiCondensed SemiBold"/>
                          <a:sym typeface="Saira SemiCondensed SemiBold"/>
                        </a:rPr>
                        <a:t>INSIGHT &amp;</a:t>
                      </a:r>
                      <a:endParaRPr sz="1200">
                        <a:solidFill>
                          <a:srgbClr val="21204D"/>
                        </a:solidFill>
                        <a:latin typeface="Saira SemiCondensed SemiBold"/>
                        <a:ea typeface="Saira SemiCondensed SemiBold"/>
                        <a:cs typeface="Saira SemiCondensed SemiBold"/>
                        <a:sym typeface="Saira SemiCondensed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1204D"/>
                          </a:solidFill>
                          <a:latin typeface="Saira SemiCondensed SemiBold"/>
                          <a:ea typeface="Saira SemiCondensed SemiBold"/>
                          <a:cs typeface="Saira SemiCondensed SemiBold"/>
                          <a:sym typeface="Saira SemiCondensed SemiBold"/>
                        </a:rPr>
                        <a:t>ANALYSIS</a:t>
                      </a:r>
                      <a:endParaRPr sz="1200">
                        <a:solidFill>
                          <a:srgbClr val="21204D"/>
                        </a:solidFill>
                        <a:latin typeface="Saira SemiCondensed SemiBold"/>
                        <a:ea typeface="Saira SemiCondensed SemiBold"/>
                        <a:cs typeface="Saira SemiCondensed SemiBold"/>
                        <a:sym typeface="Saira SemiCondensed SemiBold"/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5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1204D"/>
                          </a:solidFill>
                          <a:latin typeface="Saira SemiCondensed SemiBold"/>
                          <a:ea typeface="Saira SemiCondensed SemiBold"/>
                          <a:cs typeface="Saira SemiCondensed SemiBold"/>
                          <a:sym typeface="Saira SemiCondensed SemiBold"/>
                        </a:rPr>
                        <a:t>UX</a:t>
                      </a:r>
                      <a:endParaRPr sz="1200">
                        <a:solidFill>
                          <a:srgbClr val="21204D"/>
                        </a:solidFill>
                        <a:latin typeface="Saira SemiCondensed SemiBold"/>
                        <a:ea typeface="Saira SemiCondensed SemiBold"/>
                        <a:cs typeface="Saira SemiCondensed SemiBold"/>
                        <a:sym typeface="Saira SemiCondensed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1204D"/>
                          </a:solidFill>
                          <a:latin typeface="Saira SemiCondensed SemiBold"/>
                          <a:ea typeface="Saira SemiCondensed SemiBold"/>
                          <a:cs typeface="Saira SemiCondensed SemiBold"/>
                          <a:sym typeface="Saira SemiCondensed SemiBold"/>
                        </a:rPr>
                        <a:t>DESIGN</a:t>
                      </a:r>
                      <a:endParaRPr sz="1200">
                        <a:solidFill>
                          <a:srgbClr val="21204D"/>
                        </a:solidFill>
                        <a:latin typeface="Saira SemiCondensed SemiBold"/>
                        <a:ea typeface="Saira SemiCondensed SemiBold"/>
                        <a:cs typeface="Saira SemiCondensed SemiBold"/>
                        <a:sym typeface="Saira SemiCondensed SemiBold"/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5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1204D"/>
                          </a:solidFill>
                          <a:latin typeface="Saira SemiCondensed SemiBold"/>
                          <a:ea typeface="Saira SemiCondensed SemiBold"/>
                          <a:cs typeface="Saira SemiCondensed SemiBold"/>
                          <a:sym typeface="Saira SemiCondensed SemiBold"/>
                        </a:rPr>
                        <a:t>UI</a:t>
                      </a:r>
                      <a:endParaRPr sz="1200">
                        <a:solidFill>
                          <a:srgbClr val="21204D"/>
                        </a:solidFill>
                        <a:latin typeface="Saira SemiCondensed SemiBold"/>
                        <a:ea typeface="Saira SemiCondensed SemiBold"/>
                        <a:cs typeface="Saira SemiCondensed SemiBold"/>
                        <a:sym typeface="Saira SemiCondensed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1204D"/>
                          </a:solidFill>
                          <a:latin typeface="Saira SemiCondensed SemiBold"/>
                          <a:ea typeface="Saira SemiCondensed SemiBold"/>
                          <a:cs typeface="Saira SemiCondensed SemiBold"/>
                          <a:sym typeface="Saira SemiCondensed SemiBold"/>
                        </a:rPr>
                        <a:t>DESIGN</a:t>
                      </a:r>
                      <a:endParaRPr sz="1200">
                        <a:solidFill>
                          <a:srgbClr val="21204D"/>
                        </a:solidFill>
                        <a:latin typeface="Saira SemiCondensed SemiBold"/>
                        <a:ea typeface="Saira SemiCondensed SemiBold"/>
                        <a:cs typeface="Saira SemiCondensed SemiBold"/>
                        <a:sym typeface="Saira SemiCondensed SemiBold"/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5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1204D"/>
                          </a:solidFill>
                          <a:latin typeface="Saira SemiCondensed SemiBold"/>
                          <a:ea typeface="Saira SemiCondensed SemiBold"/>
                          <a:cs typeface="Saira SemiCondensed SemiBold"/>
                          <a:sym typeface="Saira SemiCondensed SemiBold"/>
                        </a:rPr>
                        <a:t>DEVELOP</a:t>
                      </a:r>
                      <a:endParaRPr sz="1200">
                        <a:solidFill>
                          <a:srgbClr val="21204D"/>
                        </a:solidFill>
                        <a:latin typeface="Saira SemiCondensed SemiBold"/>
                        <a:ea typeface="Saira SemiCondensed SemiBold"/>
                        <a:cs typeface="Saira SemiCondensed SemiBold"/>
                        <a:sym typeface="Saira SemiCondensed SemiBold"/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57A"/>
                    </a:solidFill>
                  </a:tcPr>
                </a:tc>
              </a:tr>
              <a:tr h="63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Brief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Empathy map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Task flows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Brand guidline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Test case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Materials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Storyboard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Content architecture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Design system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A/B test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Mindmap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Moodboard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Prototype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Visual style direction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1204D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Graphic check-list</a:t>
                      </a:r>
                      <a:endParaRPr sz="1100">
                        <a:solidFill>
                          <a:srgbClr val="21204D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45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3C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105" name="Google Shape;4105;p62"/>
          <p:cNvGrpSpPr/>
          <p:nvPr/>
        </p:nvGrpSpPr>
        <p:grpSpPr>
          <a:xfrm flipH="1">
            <a:off x="7773012" y="4146996"/>
            <a:ext cx="574667" cy="996778"/>
            <a:chOff x="7281325" y="2522625"/>
            <a:chExt cx="230725" cy="400200"/>
          </a:xfrm>
        </p:grpSpPr>
        <p:sp>
          <p:nvSpPr>
            <p:cNvPr id="4106" name="Google Shape;4106;p62"/>
            <p:cNvSpPr/>
            <p:nvPr/>
          </p:nvSpPr>
          <p:spPr>
            <a:xfrm>
              <a:off x="7281325" y="2522625"/>
              <a:ext cx="230725" cy="399600"/>
            </a:xfrm>
            <a:custGeom>
              <a:rect b="b" l="l" r="r" t="t"/>
              <a:pathLst>
                <a:path extrusionOk="0" h="15984" w="9229">
                  <a:moveTo>
                    <a:pt x="5655" y="0"/>
                  </a:moveTo>
                  <a:cubicBezTo>
                    <a:pt x="5365" y="0"/>
                    <a:pt x="5080" y="96"/>
                    <a:pt x="4829" y="305"/>
                  </a:cubicBezTo>
                  <a:cubicBezTo>
                    <a:pt x="3436" y="1461"/>
                    <a:pt x="4999" y="3542"/>
                    <a:pt x="3743" y="4501"/>
                  </a:cubicBezTo>
                  <a:cubicBezTo>
                    <a:pt x="2487" y="5460"/>
                    <a:pt x="2093" y="6155"/>
                    <a:pt x="2059" y="8203"/>
                  </a:cubicBezTo>
                  <a:cubicBezTo>
                    <a:pt x="2025" y="10250"/>
                    <a:pt x="3413" y="11109"/>
                    <a:pt x="1705" y="12165"/>
                  </a:cubicBezTo>
                  <a:cubicBezTo>
                    <a:pt x="1" y="13217"/>
                    <a:pt x="506" y="15983"/>
                    <a:pt x="506" y="15983"/>
                  </a:cubicBezTo>
                  <a:lnTo>
                    <a:pt x="8668" y="15983"/>
                  </a:lnTo>
                  <a:cubicBezTo>
                    <a:pt x="8668" y="15983"/>
                    <a:pt x="8039" y="15141"/>
                    <a:pt x="8634" y="13588"/>
                  </a:cubicBezTo>
                  <a:cubicBezTo>
                    <a:pt x="9229" y="12034"/>
                    <a:pt x="8500" y="10845"/>
                    <a:pt x="7545" y="9589"/>
                  </a:cubicBezTo>
                  <a:cubicBezTo>
                    <a:pt x="6586" y="8333"/>
                    <a:pt x="6552" y="7013"/>
                    <a:pt x="7575" y="4237"/>
                  </a:cubicBezTo>
                  <a:cubicBezTo>
                    <a:pt x="8415" y="1963"/>
                    <a:pt x="6971" y="0"/>
                    <a:pt x="5655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62"/>
            <p:cNvSpPr/>
            <p:nvPr/>
          </p:nvSpPr>
          <p:spPr>
            <a:xfrm>
              <a:off x="7338725" y="2545775"/>
              <a:ext cx="116275" cy="229725"/>
            </a:xfrm>
            <a:custGeom>
              <a:rect b="b" l="l" r="r" t="t"/>
              <a:pathLst>
                <a:path extrusionOk="0" h="9189" w="4651">
                  <a:moveTo>
                    <a:pt x="2092" y="0"/>
                  </a:moveTo>
                  <a:lnTo>
                    <a:pt x="2035" y="14"/>
                  </a:lnTo>
                  <a:cubicBezTo>
                    <a:pt x="2042" y="34"/>
                    <a:pt x="2523" y="2085"/>
                    <a:pt x="3669" y="2807"/>
                  </a:cubicBezTo>
                  <a:cubicBezTo>
                    <a:pt x="4313" y="3218"/>
                    <a:pt x="4591" y="3872"/>
                    <a:pt x="4450" y="4661"/>
                  </a:cubicBezTo>
                  <a:cubicBezTo>
                    <a:pt x="4253" y="5736"/>
                    <a:pt x="3348" y="6706"/>
                    <a:pt x="2339" y="6916"/>
                  </a:cubicBezTo>
                  <a:cubicBezTo>
                    <a:pt x="1450" y="7103"/>
                    <a:pt x="712" y="7568"/>
                    <a:pt x="311" y="8189"/>
                  </a:cubicBezTo>
                  <a:cubicBezTo>
                    <a:pt x="90" y="8533"/>
                    <a:pt x="0" y="8897"/>
                    <a:pt x="67" y="9188"/>
                  </a:cubicBezTo>
                  <a:lnTo>
                    <a:pt x="124" y="9174"/>
                  </a:lnTo>
                  <a:cubicBezTo>
                    <a:pt x="61" y="8897"/>
                    <a:pt x="147" y="8550"/>
                    <a:pt x="361" y="8219"/>
                  </a:cubicBezTo>
                  <a:cubicBezTo>
                    <a:pt x="752" y="7611"/>
                    <a:pt x="1477" y="7156"/>
                    <a:pt x="2352" y="6973"/>
                  </a:cubicBezTo>
                  <a:cubicBezTo>
                    <a:pt x="3382" y="6755"/>
                    <a:pt x="4307" y="5767"/>
                    <a:pt x="4507" y="4671"/>
                  </a:cubicBezTo>
                  <a:cubicBezTo>
                    <a:pt x="4651" y="3859"/>
                    <a:pt x="4367" y="3181"/>
                    <a:pt x="3698" y="2760"/>
                  </a:cubicBezTo>
                  <a:cubicBezTo>
                    <a:pt x="2573" y="2048"/>
                    <a:pt x="2095" y="20"/>
                    <a:pt x="2092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62"/>
            <p:cNvSpPr/>
            <p:nvPr/>
          </p:nvSpPr>
          <p:spPr>
            <a:xfrm>
              <a:off x="7332125" y="2585200"/>
              <a:ext cx="100500" cy="142675"/>
            </a:xfrm>
            <a:custGeom>
              <a:rect b="b" l="l" r="r" t="t"/>
              <a:pathLst>
                <a:path extrusionOk="0" h="5707" w="4020">
                  <a:moveTo>
                    <a:pt x="2232" y="0"/>
                  </a:moveTo>
                  <a:lnTo>
                    <a:pt x="2175" y="7"/>
                  </a:lnTo>
                  <a:cubicBezTo>
                    <a:pt x="2178" y="24"/>
                    <a:pt x="2329" y="1698"/>
                    <a:pt x="3338" y="2435"/>
                  </a:cubicBezTo>
                  <a:cubicBezTo>
                    <a:pt x="3782" y="2760"/>
                    <a:pt x="3959" y="3305"/>
                    <a:pt x="3786" y="3823"/>
                  </a:cubicBezTo>
                  <a:cubicBezTo>
                    <a:pt x="3624" y="4306"/>
                    <a:pt x="3107" y="4821"/>
                    <a:pt x="2148" y="4821"/>
                  </a:cubicBezTo>
                  <a:cubicBezTo>
                    <a:pt x="2133" y="4821"/>
                    <a:pt x="2118" y="4821"/>
                    <a:pt x="2102" y="4821"/>
                  </a:cubicBezTo>
                  <a:lnTo>
                    <a:pt x="2025" y="4821"/>
                  </a:lnTo>
                  <a:cubicBezTo>
                    <a:pt x="294" y="4821"/>
                    <a:pt x="10" y="5653"/>
                    <a:pt x="1" y="5690"/>
                  </a:cubicBezTo>
                  <a:lnTo>
                    <a:pt x="54" y="5707"/>
                  </a:lnTo>
                  <a:cubicBezTo>
                    <a:pt x="58" y="5700"/>
                    <a:pt x="341" y="4878"/>
                    <a:pt x="2025" y="4878"/>
                  </a:cubicBezTo>
                  <a:lnTo>
                    <a:pt x="2098" y="4878"/>
                  </a:lnTo>
                  <a:cubicBezTo>
                    <a:pt x="2114" y="4878"/>
                    <a:pt x="2129" y="4878"/>
                    <a:pt x="2145" y="4878"/>
                  </a:cubicBezTo>
                  <a:cubicBezTo>
                    <a:pt x="3137" y="4878"/>
                    <a:pt x="3672" y="4346"/>
                    <a:pt x="3839" y="3843"/>
                  </a:cubicBezTo>
                  <a:cubicBezTo>
                    <a:pt x="4019" y="3297"/>
                    <a:pt x="3839" y="2730"/>
                    <a:pt x="3371" y="2389"/>
                  </a:cubicBezTo>
                  <a:cubicBezTo>
                    <a:pt x="2386" y="1667"/>
                    <a:pt x="2235" y="17"/>
                    <a:pt x="2232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62"/>
            <p:cNvSpPr/>
            <p:nvPr/>
          </p:nvSpPr>
          <p:spPr>
            <a:xfrm>
              <a:off x="7323600" y="2727025"/>
              <a:ext cx="128250" cy="195800"/>
            </a:xfrm>
            <a:custGeom>
              <a:rect b="b" l="l" r="r" t="t"/>
              <a:pathLst>
                <a:path extrusionOk="0" h="7832" w="5130">
                  <a:moveTo>
                    <a:pt x="5109" y="0"/>
                  </a:moveTo>
                  <a:cubicBezTo>
                    <a:pt x="5085" y="6"/>
                    <a:pt x="2847" y="839"/>
                    <a:pt x="2266" y="2449"/>
                  </a:cubicBezTo>
                  <a:cubicBezTo>
                    <a:pt x="2098" y="2920"/>
                    <a:pt x="1995" y="3457"/>
                    <a:pt x="1885" y="4029"/>
                  </a:cubicBezTo>
                  <a:cubicBezTo>
                    <a:pt x="1628" y="5389"/>
                    <a:pt x="1334" y="6932"/>
                    <a:pt x="1" y="7784"/>
                  </a:cubicBezTo>
                  <a:lnTo>
                    <a:pt x="31" y="7831"/>
                  </a:lnTo>
                  <a:cubicBezTo>
                    <a:pt x="1384" y="6965"/>
                    <a:pt x="1682" y="5412"/>
                    <a:pt x="1942" y="4039"/>
                  </a:cubicBezTo>
                  <a:cubicBezTo>
                    <a:pt x="2052" y="3471"/>
                    <a:pt x="2152" y="2933"/>
                    <a:pt x="2323" y="2469"/>
                  </a:cubicBezTo>
                  <a:cubicBezTo>
                    <a:pt x="2891" y="885"/>
                    <a:pt x="5105" y="60"/>
                    <a:pt x="5129" y="54"/>
                  </a:cubicBezTo>
                  <a:lnTo>
                    <a:pt x="5109" y="0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62"/>
            <p:cNvSpPr/>
            <p:nvPr/>
          </p:nvSpPr>
          <p:spPr>
            <a:xfrm>
              <a:off x="7368950" y="2806025"/>
              <a:ext cx="128575" cy="32000"/>
            </a:xfrm>
            <a:custGeom>
              <a:rect b="b" l="l" r="r" t="t"/>
              <a:pathLst>
                <a:path extrusionOk="0" h="1280" w="5143">
                  <a:moveTo>
                    <a:pt x="5099" y="1"/>
                  </a:moveTo>
                  <a:cubicBezTo>
                    <a:pt x="4932" y="187"/>
                    <a:pt x="4706" y="357"/>
                    <a:pt x="4068" y="357"/>
                  </a:cubicBezTo>
                  <a:cubicBezTo>
                    <a:pt x="3721" y="357"/>
                    <a:pt x="3252" y="307"/>
                    <a:pt x="2606" y="181"/>
                  </a:cubicBezTo>
                  <a:cubicBezTo>
                    <a:pt x="2405" y="142"/>
                    <a:pt x="2216" y="125"/>
                    <a:pt x="2040" y="125"/>
                  </a:cubicBezTo>
                  <a:cubicBezTo>
                    <a:pt x="623" y="125"/>
                    <a:pt x="7" y="1241"/>
                    <a:pt x="1" y="1253"/>
                  </a:cubicBezTo>
                  <a:lnTo>
                    <a:pt x="51" y="1280"/>
                  </a:lnTo>
                  <a:cubicBezTo>
                    <a:pt x="57" y="1268"/>
                    <a:pt x="657" y="182"/>
                    <a:pt x="2040" y="182"/>
                  </a:cubicBezTo>
                  <a:cubicBezTo>
                    <a:pt x="2213" y="182"/>
                    <a:pt x="2399" y="199"/>
                    <a:pt x="2597" y="237"/>
                  </a:cubicBezTo>
                  <a:cubicBezTo>
                    <a:pt x="3242" y="362"/>
                    <a:pt x="3713" y="413"/>
                    <a:pt x="4065" y="413"/>
                  </a:cubicBezTo>
                  <a:cubicBezTo>
                    <a:pt x="4729" y="413"/>
                    <a:pt x="4967" y="233"/>
                    <a:pt x="5143" y="37"/>
                  </a:cubicBezTo>
                  <a:lnTo>
                    <a:pt x="5099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62"/>
            <p:cNvSpPr/>
            <p:nvPr/>
          </p:nvSpPr>
          <p:spPr>
            <a:xfrm>
              <a:off x="7367450" y="2729350"/>
              <a:ext cx="14400" cy="77600"/>
            </a:xfrm>
            <a:custGeom>
              <a:rect b="b" l="l" r="r" t="t"/>
              <a:pathLst>
                <a:path extrusionOk="0" h="3104" w="576">
                  <a:moveTo>
                    <a:pt x="104" y="1"/>
                  </a:moveTo>
                  <a:lnTo>
                    <a:pt x="68" y="47"/>
                  </a:lnTo>
                  <a:cubicBezTo>
                    <a:pt x="71" y="51"/>
                    <a:pt x="512" y="422"/>
                    <a:pt x="372" y="1244"/>
                  </a:cubicBezTo>
                  <a:cubicBezTo>
                    <a:pt x="332" y="1480"/>
                    <a:pt x="275" y="1685"/>
                    <a:pt x="224" y="1865"/>
                  </a:cubicBezTo>
                  <a:cubicBezTo>
                    <a:pt x="97" y="2349"/>
                    <a:pt x="0" y="2697"/>
                    <a:pt x="312" y="3104"/>
                  </a:cubicBezTo>
                  <a:lnTo>
                    <a:pt x="358" y="3068"/>
                  </a:lnTo>
                  <a:cubicBezTo>
                    <a:pt x="64" y="2687"/>
                    <a:pt x="151" y="2366"/>
                    <a:pt x="281" y="1881"/>
                  </a:cubicBezTo>
                  <a:cubicBezTo>
                    <a:pt x="332" y="1697"/>
                    <a:pt x="385" y="1491"/>
                    <a:pt x="429" y="1253"/>
                  </a:cubicBezTo>
                  <a:cubicBezTo>
                    <a:pt x="575" y="395"/>
                    <a:pt x="121" y="17"/>
                    <a:pt x="104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62"/>
            <p:cNvSpPr/>
            <p:nvPr/>
          </p:nvSpPr>
          <p:spPr>
            <a:xfrm>
              <a:off x="7354925" y="2851675"/>
              <a:ext cx="145925" cy="33800"/>
            </a:xfrm>
            <a:custGeom>
              <a:rect b="b" l="l" r="r" t="t"/>
              <a:pathLst>
                <a:path extrusionOk="0" h="1352" w="5837">
                  <a:moveTo>
                    <a:pt x="2135" y="1"/>
                  </a:moveTo>
                  <a:cubicBezTo>
                    <a:pt x="706" y="1"/>
                    <a:pt x="10" y="1310"/>
                    <a:pt x="0" y="1325"/>
                  </a:cubicBezTo>
                  <a:lnTo>
                    <a:pt x="54" y="1351"/>
                  </a:lnTo>
                  <a:cubicBezTo>
                    <a:pt x="60" y="1336"/>
                    <a:pt x="740" y="59"/>
                    <a:pt x="2134" y="59"/>
                  </a:cubicBezTo>
                  <a:cubicBezTo>
                    <a:pt x="2284" y="59"/>
                    <a:pt x="2441" y="73"/>
                    <a:pt x="2606" y="105"/>
                  </a:cubicBezTo>
                  <a:cubicBezTo>
                    <a:pt x="2944" y="169"/>
                    <a:pt x="3248" y="235"/>
                    <a:pt x="3515" y="295"/>
                  </a:cubicBezTo>
                  <a:cubicBezTo>
                    <a:pt x="4057" y="416"/>
                    <a:pt x="4485" y="511"/>
                    <a:pt x="4841" y="511"/>
                  </a:cubicBezTo>
                  <a:cubicBezTo>
                    <a:pt x="5244" y="511"/>
                    <a:pt x="5555" y="390"/>
                    <a:pt x="5837" y="49"/>
                  </a:cubicBezTo>
                  <a:lnTo>
                    <a:pt x="5793" y="12"/>
                  </a:lnTo>
                  <a:cubicBezTo>
                    <a:pt x="5524" y="337"/>
                    <a:pt x="5224" y="453"/>
                    <a:pt x="4835" y="453"/>
                  </a:cubicBezTo>
                  <a:cubicBezTo>
                    <a:pt x="4485" y="453"/>
                    <a:pt x="4063" y="359"/>
                    <a:pt x="3528" y="239"/>
                  </a:cubicBezTo>
                  <a:cubicBezTo>
                    <a:pt x="3258" y="179"/>
                    <a:pt x="2954" y="112"/>
                    <a:pt x="2617" y="49"/>
                  </a:cubicBezTo>
                  <a:cubicBezTo>
                    <a:pt x="2448" y="16"/>
                    <a:pt x="2288" y="1"/>
                    <a:pt x="2135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62"/>
            <p:cNvSpPr/>
            <p:nvPr/>
          </p:nvSpPr>
          <p:spPr>
            <a:xfrm>
              <a:off x="7415900" y="2534675"/>
              <a:ext cx="37675" cy="82700"/>
            </a:xfrm>
            <a:custGeom>
              <a:rect b="b" l="l" r="r" t="t"/>
              <a:pathLst>
                <a:path extrusionOk="0" h="3308" w="1507">
                  <a:moveTo>
                    <a:pt x="1453" y="0"/>
                  </a:moveTo>
                  <a:lnTo>
                    <a:pt x="1397" y="10"/>
                  </a:lnTo>
                  <a:cubicBezTo>
                    <a:pt x="1447" y="281"/>
                    <a:pt x="1377" y="371"/>
                    <a:pt x="989" y="872"/>
                  </a:cubicBezTo>
                  <a:cubicBezTo>
                    <a:pt x="899" y="985"/>
                    <a:pt x="796" y="1123"/>
                    <a:pt x="672" y="1286"/>
                  </a:cubicBezTo>
                  <a:cubicBezTo>
                    <a:pt x="0" y="2175"/>
                    <a:pt x="662" y="3298"/>
                    <a:pt x="668" y="3307"/>
                  </a:cubicBezTo>
                  <a:lnTo>
                    <a:pt x="719" y="3281"/>
                  </a:lnTo>
                  <a:cubicBezTo>
                    <a:pt x="712" y="3267"/>
                    <a:pt x="67" y="2179"/>
                    <a:pt x="719" y="1320"/>
                  </a:cubicBezTo>
                  <a:cubicBezTo>
                    <a:pt x="842" y="1156"/>
                    <a:pt x="946" y="1022"/>
                    <a:pt x="1032" y="905"/>
                  </a:cubicBezTo>
                  <a:cubicBezTo>
                    <a:pt x="1427" y="401"/>
                    <a:pt x="1507" y="294"/>
                    <a:pt x="1453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14" name="Google Shape;4114;p62"/>
          <p:cNvGrpSpPr/>
          <p:nvPr/>
        </p:nvGrpSpPr>
        <p:grpSpPr>
          <a:xfrm flipH="1">
            <a:off x="8053633" y="3658568"/>
            <a:ext cx="1090366" cy="1485204"/>
            <a:chOff x="6802225" y="2313150"/>
            <a:chExt cx="437775" cy="596300"/>
          </a:xfrm>
        </p:grpSpPr>
        <p:sp>
          <p:nvSpPr>
            <p:cNvPr id="4115" name="Google Shape;4115;p62"/>
            <p:cNvSpPr/>
            <p:nvPr/>
          </p:nvSpPr>
          <p:spPr>
            <a:xfrm>
              <a:off x="6802225" y="2313150"/>
              <a:ext cx="437775" cy="596300"/>
            </a:xfrm>
            <a:custGeom>
              <a:rect b="b" l="l" r="r" t="t"/>
              <a:pathLst>
                <a:path extrusionOk="0" h="23852" w="17511">
                  <a:moveTo>
                    <a:pt x="9288" y="1"/>
                  </a:moveTo>
                  <a:cubicBezTo>
                    <a:pt x="9209" y="1"/>
                    <a:pt x="9130" y="3"/>
                    <a:pt x="9050" y="8"/>
                  </a:cubicBezTo>
                  <a:cubicBezTo>
                    <a:pt x="7561" y="99"/>
                    <a:pt x="6572" y="763"/>
                    <a:pt x="5960" y="1775"/>
                  </a:cubicBezTo>
                  <a:cubicBezTo>
                    <a:pt x="4875" y="3570"/>
                    <a:pt x="4978" y="6463"/>
                    <a:pt x="5596" y="9196"/>
                  </a:cubicBezTo>
                  <a:cubicBezTo>
                    <a:pt x="5623" y="9316"/>
                    <a:pt x="5650" y="9432"/>
                    <a:pt x="5680" y="9549"/>
                  </a:cubicBezTo>
                  <a:cubicBezTo>
                    <a:pt x="6384" y="12450"/>
                    <a:pt x="4861" y="12269"/>
                    <a:pt x="3358" y="12991"/>
                  </a:cubicBezTo>
                  <a:cubicBezTo>
                    <a:pt x="2593" y="13355"/>
                    <a:pt x="1834" y="13953"/>
                    <a:pt x="1373" y="15299"/>
                  </a:cubicBezTo>
                  <a:cubicBezTo>
                    <a:pt x="0" y="19298"/>
                    <a:pt x="4617" y="23852"/>
                    <a:pt x="4617" y="23852"/>
                  </a:cubicBezTo>
                  <a:lnTo>
                    <a:pt x="15475" y="23852"/>
                  </a:lnTo>
                  <a:cubicBezTo>
                    <a:pt x="16484" y="23150"/>
                    <a:pt x="17015" y="22005"/>
                    <a:pt x="17176" y="20775"/>
                  </a:cubicBezTo>
                  <a:cubicBezTo>
                    <a:pt x="17511" y="18216"/>
                    <a:pt x="16234" y="15299"/>
                    <a:pt x="14275" y="15299"/>
                  </a:cubicBezTo>
                  <a:cubicBezTo>
                    <a:pt x="14260" y="15299"/>
                    <a:pt x="14245" y="15299"/>
                    <a:pt x="14229" y="15299"/>
                  </a:cubicBezTo>
                  <a:cubicBezTo>
                    <a:pt x="14181" y="15300"/>
                    <a:pt x="14132" y="15301"/>
                    <a:pt x="14085" y="15301"/>
                  </a:cubicBezTo>
                  <a:cubicBezTo>
                    <a:pt x="11259" y="15301"/>
                    <a:pt x="10216" y="13360"/>
                    <a:pt x="12792" y="9897"/>
                  </a:cubicBezTo>
                  <a:cubicBezTo>
                    <a:pt x="12979" y="9643"/>
                    <a:pt x="13143" y="9376"/>
                    <a:pt x="13284" y="9099"/>
                  </a:cubicBezTo>
                  <a:cubicBezTo>
                    <a:pt x="15064" y="5534"/>
                    <a:pt x="13074" y="1"/>
                    <a:pt x="9288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62"/>
            <p:cNvSpPr/>
            <p:nvPr/>
          </p:nvSpPr>
          <p:spPr>
            <a:xfrm>
              <a:off x="6902800" y="2699475"/>
              <a:ext cx="209875" cy="209975"/>
            </a:xfrm>
            <a:custGeom>
              <a:rect b="b" l="l" r="r" t="t"/>
              <a:pathLst>
                <a:path extrusionOk="0" h="8399" w="8395">
                  <a:moveTo>
                    <a:pt x="60" y="0"/>
                  </a:moveTo>
                  <a:lnTo>
                    <a:pt x="0" y="63"/>
                  </a:lnTo>
                  <a:lnTo>
                    <a:pt x="8335" y="8399"/>
                  </a:lnTo>
                  <a:lnTo>
                    <a:pt x="8395" y="833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62"/>
            <p:cNvSpPr/>
            <p:nvPr/>
          </p:nvSpPr>
          <p:spPr>
            <a:xfrm>
              <a:off x="6941025" y="2439375"/>
              <a:ext cx="126400" cy="299875"/>
            </a:xfrm>
            <a:custGeom>
              <a:rect b="b" l="l" r="r" t="t"/>
              <a:pathLst>
                <a:path extrusionOk="0" h="11995" w="5056">
                  <a:moveTo>
                    <a:pt x="4972" y="1"/>
                  </a:moveTo>
                  <a:lnTo>
                    <a:pt x="1" y="11960"/>
                  </a:lnTo>
                  <a:lnTo>
                    <a:pt x="84" y="11994"/>
                  </a:lnTo>
                  <a:lnTo>
                    <a:pt x="5055" y="34"/>
                  </a:lnTo>
                  <a:lnTo>
                    <a:pt x="49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62"/>
            <p:cNvSpPr/>
            <p:nvPr/>
          </p:nvSpPr>
          <p:spPr>
            <a:xfrm>
              <a:off x="7031150" y="2492425"/>
              <a:ext cx="73200" cy="32100"/>
            </a:xfrm>
            <a:custGeom>
              <a:rect b="b" l="l" r="r" t="t"/>
              <a:pathLst>
                <a:path extrusionOk="0" h="1284" w="2928">
                  <a:moveTo>
                    <a:pt x="2894" y="0"/>
                  </a:moveTo>
                  <a:lnTo>
                    <a:pt x="1" y="1203"/>
                  </a:lnTo>
                  <a:lnTo>
                    <a:pt x="34" y="1283"/>
                  </a:lnTo>
                  <a:lnTo>
                    <a:pt x="2927" y="80"/>
                  </a:lnTo>
                  <a:lnTo>
                    <a:pt x="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62"/>
            <p:cNvSpPr/>
            <p:nvPr/>
          </p:nvSpPr>
          <p:spPr>
            <a:xfrm>
              <a:off x="6971600" y="2493000"/>
              <a:ext cx="37200" cy="83375"/>
            </a:xfrm>
            <a:custGeom>
              <a:rect b="b" l="l" r="r" t="t"/>
              <a:pathLst>
                <a:path extrusionOk="0" h="3335" w="1488">
                  <a:moveTo>
                    <a:pt x="81" y="1"/>
                  </a:moveTo>
                  <a:lnTo>
                    <a:pt x="1" y="33"/>
                  </a:lnTo>
                  <a:lnTo>
                    <a:pt x="1404" y="3334"/>
                  </a:lnTo>
                  <a:lnTo>
                    <a:pt x="1487" y="3298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62"/>
            <p:cNvSpPr/>
            <p:nvPr/>
          </p:nvSpPr>
          <p:spPr>
            <a:xfrm>
              <a:off x="7058950" y="2771450"/>
              <a:ext cx="2225" cy="85300"/>
            </a:xfrm>
            <a:custGeom>
              <a:rect b="b" l="l" r="r" t="t"/>
              <a:pathLst>
                <a:path extrusionOk="0" h="3412" w="89">
                  <a:moveTo>
                    <a:pt x="1" y="0"/>
                  </a:moveTo>
                  <a:lnTo>
                    <a:pt x="1" y="3412"/>
                  </a:lnTo>
                  <a:lnTo>
                    <a:pt x="88" y="3412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62"/>
            <p:cNvSpPr/>
            <p:nvPr/>
          </p:nvSpPr>
          <p:spPr>
            <a:xfrm>
              <a:off x="6915475" y="2804950"/>
              <a:ext cx="93900" cy="2275"/>
            </a:xfrm>
            <a:custGeom>
              <a:rect b="b" l="l" r="r" t="t"/>
              <a:pathLst>
                <a:path extrusionOk="0" h="91" w="3756">
                  <a:moveTo>
                    <a:pt x="1" y="0"/>
                  </a:moveTo>
                  <a:lnTo>
                    <a:pt x="1" y="91"/>
                  </a:lnTo>
                  <a:lnTo>
                    <a:pt x="3755" y="91"/>
                  </a:lnTo>
                  <a:lnTo>
                    <a:pt x="37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6" name="Shape 4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7" name="Google Shape;4127;p63"/>
          <p:cNvPicPr preferRelativeResize="0"/>
          <p:nvPr/>
        </p:nvPicPr>
        <p:blipFill rotWithShape="1">
          <a:blip r:embed="rId3">
            <a:alphaModFix/>
          </a:blip>
          <a:srcRect b="64399" l="0" r="0" t="8309"/>
          <a:stretch/>
        </p:blipFill>
        <p:spPr>
          <a:xfrm>
            <a:off x="422350" y="1369975"/>
            <a:ext cx="3801900" cy="236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8" name="Google Shape;412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2350" y="264275"/>
            <a:ext cx="4614950" cy="46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3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4" name="Google Shape;4134;p64"/>
          <p:cNvPicPr preferRelativeResize="0"/>
          <p:nvPr/>
        </p:nvPicPr>
        <p:blipFill rotWithShape="1">
          <a:blip r:embed="rId3">
            <a:alphaModFix/>
          </a:blip>
          <a:srcRect b="21646" l="0" r="0" t="37285"/>
          <a:stretch/>
        </p:blipFill>
        <p:spPr>
          <a:xfrm>
            <a:off x="200450" y="509075"/>
            <a:ext cx="4371550" cy="408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5" name="Google Shape;4135;p64"/>
          <p:cNvPicPr preferRelativeResize="0"/>
          <p:nvPr/>
        </p:nvPicPr>
        <p:blipFill rotWithShape="1">
          <a:blip r:embed="rId3">
            <a:alphaModFix/>
          </a:blip>
          <a:srcRect b="-665" l="0" r="0" t="59597"/>
          <a:stretch/>
        </p:blipFill>
        <p:spPr>
          <a:xfrm>
            <a:off x="4572000" y="684200"/>
            <a:ext cx="4371550" cy="408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0" name="Shape 4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1" name="Google Shape;414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725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5" name="Shape 4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6" name="Google Shape;414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413" y="1089063"/>
            <a:ext cx="4845176" cy="3633874"/>
          </a:xfrm>
          <a:prstGeom prst="rect">
            <a:avLst/>
          </a:prstGeom>
          <a:noFill/>
          <a:ln>
            <a:noFill/>
          </a:ln>
        </p:spPr>
      </p:pic>
      <p:sp>
        <p:nvSpPr>
          <p:cNvPr id="4147" name="Google Shape;4147;p66"/>
          <p:cNvSpPr txBox="1"/>
          <p:nvPr>
            <p:ph idx="4294967295" type="ctrTitle"/>
          </p:nvPr>
        </p:nvSpPr>
        <p:spPr>
          <a:xfrm flipH="1">
            <a:off x="2330100" y="0"/>
            <a:ext cx="4483800" cy="12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SOFTWARE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1" name="Shape 4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2" name="Google Shape;4152;p67"/>
          <p:cNvSpPr/>
          <p:nvPr/>
        </p:nvSpPr>
        <p:spPr>
          <a:xfrm flipH="1">
            <a:off x="2392409" y="1448966"/>
            <a:ext cx="2262103" cy="580872"/>
          </a:xfrm>
          <a:custGeom>
            <a:rect b="b" l="l" r="r" t="t"/>
            <a:pathLst>
              <a:path extrusionOk="0" h="4659" w="18144">
                <a:moveTo>
                  <a:pt x="13410" y="0"/>
                </a:moveTo>
                <a:cubicBezTo>
                  <a:pt x="11887" y="0"/>
                  <a:pt x="10530" y="722"/>
                  <a:pt x="9665" y="1841"/>
                </a:cubicBezTo>
                <a:cubicBezTo>
                  <a:pt x="9360" y="2236"/>
                  <a:pt x="8896" y="2450"/>
                  <a:pt x="8423" y="2450"/>
                </a:cubicBezTo>
                <a:cubicBezTo>
                  <a:pt x="8171" y="2450"/>
                  <a:pt x="7917" y="2389"/>
                  <a:pt x="7684" y="2262"/>
                </a:cubicBezTo>
                <a:cubicBezTo>
                  <a:pt x="7210" y="2002"/>
                  <a:pt x="6665" y="1858"/>
                  <a:pt x="6084" y="1858"/>
                </a:cubicBezTo>
                <a:cubicBezTo>
                  <a:pt x="5265" y="1858"/>
                  <a:pt x="4513" y="2148"/>
                  <a:pt x="3932" y="2637"/>
                </a:cubicBezTo>
                <a:cubicBezTo>
                  <a:pt x="3291" y="3175"/>
                  <a:pt x="2489" y="3475"/>
                  <a:pt x="1654" y="3475"/>
                </a:cubicBezTo>
                <a:lnTo>
                  <a:pt x="592" y="3475"/>
                </a:lnTo>
                <a:cubicBezTo>
                  <a:pt x="264" y="3475"/>
                  <a:pt x="0" y="3739"/>
                  <a:pt x="0" y="4066"/>
                </a:cubicBezTo>
                <a:cubicBezTo>
                  <a:pt x="0" y="4394"/>
                  <a:pt x="264" y="4658"/>
                  <a:pt x="592" y="4658"/>
                </a:cubicBezTo>
                <a:lnTo>
                  <a:pt x="18144" y="4658"/>
                </a:lnTo>
                <a:cubicBezTo>
                  <a:pt x="18104" y="2079"/>
                  <a:pt x="15999" y="0"/>
                  <a:pt x="13410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3" name="Google Shape;4153;p67"/>
          <p:cNvSpPr/>
          <p:nvPr/>
        </p:nvSpPr>
        <p:spPr>
          <a:xfrm flipH="1">
            <a:off x="1764404" y="4529975"/>
            <a:ext cx="6632400" cy="501900"/>
          </a:xfrm>
          <a:prstGeom prst="ellipse">
            <a:avLst/>
          </a:prstGeom>
          <a:solidFill>
            <a:srgbClr val="21204D">
              <a:alpha val="21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4" name="Google Shape;4154;p67"/>
          <p:cNvSpPr/>
          <p:nvPr/>
        </p:nvSpPr>
        <p:spPr>
          <a:xfrm>
            <a:off x="533175" y="2742425"/>
            <a:ext cx="8610761" cy="1631293"/>
          </a:xfrm>
          <a:custGeom>
            <a:rect b="b" l="l" r="r" t="t"/>
            <a:pathLst>
              <a:path extrusionOk="0" h="24803" w="139029">
                <a:moveTo>
                  <a:pt x="9825" y="1"/>
                </a:moveTo>
                <a:lnTo>
                  <a:pt x="9825" y="24104"/>
                </a:lnTo>
                <a:lnTo>
                  <a:pt x="0" y="24104"/>
                </a:lnTo>
                <a:lnTo>
                  <a:pt x="0" y="24348"/>
                </a:lnTo>
                <a:lnTo>
                  <a:pt x="10069" y="24348"/>
                </a:lnTo>
                <a:lnTo>
                  <a:pt x="10069" y="248"/>
                </a:lnTo>
                <a:lnTo>
                  <a:pt x="15014" y="248"/>
                </a:lnTo>
                <a:lnTo>
                  <a:pt x="15014" y="24348"/>
                </a:lnTo>
                <a:lnTo>
                  <a:pt x="17031" y="24348"/>
                </a:lnTo>
                <a:lnTo>
                  <a:pt x="17031" y="7521"/>
                </a:lnTo>
                <a:lnTo>
                  <a:pt x="21140" y="7521"/>
                </a:lnTo>
                <a:lnTo>
                  <a:pt x="21140" y="24803"/>
                </a:lnTo>
                <a:lnTo>
                  <a:pt x="139028" y="24803"/>
                </a:lnTo>
                <a:lnTo>
                  <a:pt x="139028" y="24559"/>
                </a:lnTo>
                <a:lnTo>
                  <a:pt x="21388" y="24559"/>
                </a:lnTo>
                <a:lnTo>
                  <a:pt x="21388" y="7277"/>
                </a:lnTo>
                <a:lnTo>
                  <a:pt x="16784" y="7277"/>
                </a:lnTo>
                <a:lnTo>
                  <a:pt x="16784" y="24104"/>
                </a:lnTo>
                <a:lnTo>
                  <a:pt x="15257" y="24104"/>
                </a:lnTo>
                <a:lnTo>
                  <a:pt x="15257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55" name="Google Shape;4155;p67"/>
          <p:cNvGrpSpPr/>
          <p:nvPr/>
        </p:nvGrpSpPr>
        <p:grpSpPr>
          <a:xfrm>
            <a:off x="1555325" y="337248"/>
            <a:ext cx="7428941" cy="4532183"/>
            <a:chOff x="2811275" y="2753300"/>
            <a:chExt cx="3322276" cy="2026825"/>
          </a:xfrm>
        </p:grpSpPr>
        <p:sp>
          <p:nvSpPr>
            <p:cNvPr id="4156" name="Google Shape;4156;p67"/>
            <p:cNvSpPr/>
            <p:nvPr/>
          </p:nvSpPr>
          <p:spPr>
            <a:xfrm>
              <a:off x="4655750" y="3239464"/>
              <a:ext cx="947575" cy="1535475"/>
            </a:xfrm>
            <a:custGeom>
              <a:rect b="b" l="l" r="r" t="t"/>
              <a:pathLst>
                <a:path extrusionOk="0" h="61419" w="37903">
                  <a:moveTo>
                    <a:pt x="34985" y="1"/>
                  </a:moveTo>
                  <a:cubicBezTo>
                    <a:pt x="32160" y="1"/>
                    <a:pt x="27829" y="713"/>
                    <a:pt x="24516" y="4443"/>
                  </a:cubicBezTo>
                  <a:cubicBezTo>
                    <a:pt x="17530" y="12323"/>
                    <a:pt x="20524" y="18038"/>
                    <a:pt x="14745" y="20631"/>
                  </a:cubicBezTo>
                  <a:cubicBezTo>
                    <a:pt x="8637" y="23375"/>
                    <a:pt x="1" y="31734"/>
                    <a:pt x="2936" y="45220"/>
                  </a:cubicBezTo>
                  <a:cubicBezTo>
                    <a:pt x="4398" y="51947"/>
                    <a:pt x="6404" y="57521"/>
                    <a:pt x="8041" y="61419"/>
                  </a:cubicBezTo>
                  <a:lnTo>
                    <a:pt x="26399" y="61419"/>
                  </a:lnTo>
                  <a:cubicBezTo>
                    <a:pt x="27579" y="59231"/>
                    <a:pt x="30410" y="52763"/>
                    <a:pt x="26239" y="47130"/>
                  </a:cubicBezTo>
                  <a:cubicBezTo>
                    <a:pt x="21125" y="40220"/>
                    <a:pt x="17803" y="30020"/>
                    <a:pt x="26663" y="26115"/>
                  </a:cubicBezTo>
                  <a:cubicBezTo>
                    <a:pt x="35528" y="22213"/>
                    <a:pt x="26832" y="15158"/>
                    <a:pt x="27511" y="8969"/>
                  </a:cubicBezTo>
                  <a:cubicBezTo>
                    <a:pt x="28195" y="2774"/>
                    <a:pt x="37903" y="273"/>
                    <a:pt x="37903" y="273"/>
                  </a:cubicBezTo>
                  <a:cubicBezTo>
                    <a:pt x="37903" y="273"/>
                    <a:pt x="36731" y="1"/>
                    <a:pt x="34985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67"/>
            <p:cNvSpPr/>
            <p:nvPr/>
          </p:nvSpPr>
          <p:spPr>
            <a:xfrm>
              <a:off x="4893325" y="3250425"/>
              <a:ext cx="710125" cy="1527200"/>
            </a:xfrm>
            <a:custGeom>
              <a:rect b="b" l="l" r="r" t="t"/>
              <a:pathLst>
                <a:path extrusionOk="0" h="61088" w="28405">
                  <a:moveTo>
                    <a:pt x="28359" y="0"/>
                  </a:moveTo>
                  <a:cubicBezTo>
                    <a:pt x="27574" y="0"/>
                    <a:pt x="16983" y="189"/>
                    <a:pt x="15497" y="8081"/>
                  </a:cubicBezTo>
                  <a:cubicBezTo>
                    <a:pt x="15055" y="10415"/>
                    <a:pt x="15000" y="12557"/>
                    <a:pt x="14945" y="14631"/>
                  </a:cubicBezTo>
                  <a:cubicBezTo>
                    <a:pt x="14813" y="19686"/>
                    <a:pt x="14708" y="23678"/>
                    <a:pt x="8738" y="26390"/>
                  </a:cubicBezTo>
                  <a:cubicBezTo>
                    <a:pt x="4968" y="28103"/>
                    <a:pt x="2289" y="31348"/>
                    <a:pt x="1203" y="35528"/>
                  </a:cubicBezTo>
                  <a:cubicBezTo>
                    <a:pt x="0" y="40145"/>
                    <a:pt x="976" y="45208"/>
                    <a:pt x="3820" y="49069"/>
                  </a:cubicBezTo>
                  <a:cubicBezTo>
                    <a:pt x="9234" y="56420"/>
                    <a:pt x="8441" y="61000"/>
                    <a:pt x="8432" y="61046"/>
                  </a:cubicBezTo>
                  <a:lnTo>
                    <a:pt x="8637" y="61088"/>
                  </a:lnTo>
                  <a:cubicBezTo>
                    <a:pt x="8646" y="61042"/>
                    <a:pt x="9462" y="56379"/>
                    <a:pt x="3988" y="48946"/>
                  </a:cubicBezTo>
                  <a:cubicBezTo>
                    <a:pt x="1180" y="45135"/>
                    <a:pt x="215" y="40141"/>
                    <a:pt x="1404" y="35582"/>
                  </a:cubicBezTo>
                  <a:cubicBezTo>
                    <a:pt x="2476" y="31462"/>
                    <a:pt x="5114" y="28267"/>
                    <a:pt x="8824" y="26581"/>
                  </a:cubicBezTo>
                  <a:cubicBezTo>
                    <a:pt x="14913" y="23815"/>
                    <a:pt x="15018" y="19762"/>
                    <a:pt x="15154" y="14635"/>
                  </a:cubicBezTo>
                  <a:cubicBezTo>
                    <a:pt x="15205" y="12570"/>
                    <a:pt x="15264" y="10437"/>
                    <a:pt x="15701" y="8118"/>
                  </a:cubicBezTo>
                  <a:cubicBezTo>
                    <a:pt x="17179" y="279"/>
                    <a:pt x="27904" y="210"/>
                    <a:pt x="28384" y="210"/>
                  </a:cubicBezTo>
                  <a:cubicBezTo>
                    <a:pt x="28392" y="210"/>
                    <a:pt x="28398" y="210"/>
                    <a:pt x="28400" y="210"/>
                  </a:cubicBezTo>
                  <a:lnTo>
                    <a:pt x="28404" y="1"/>
                  </a:lnTo>
                  <a:cubicBezTo>
                    <a:pt x="28400" y="1"/>
                    <a:pt x="28385" y="0"/>
                    <a:pt x="28359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67"/>
            <p:cNvSpPr/>
            <p:nvPr/>
          </p:nvSpPr>
          <p:spPr>
            <a:xfrm>
              <a:off x="4948125" y="4173000"/>
              <a:ext cx="244450" cy="246150"/>
            </a:xfrm>
            <a:custGeom>
              <a:rect b="b" l="l" r="r" t="t"/>
              <a:pathLst>
                <a:path extrusionOk="0" h="9846" w="9778">
                  <a:moveTo>
                    <a:pt x="9773" y="1"/>
                  </a:moveTo>
                  <a:cubicBezTo>
                    <a:pt x="278" y="215"/>
                    <a:pt x="0" y="9746"/>
                    <a:pt x="0" y="9841"/>
                  </a:cubicBezTo>
                  <a:lnTo>
                    <a:pt x="206" y="9845"/>
                  </a:lnTo>
                  <a:cubicBezTo>
                    <a:pt x="210" y="9750"/>
                    <a:pt x="484" y="421"/>
                    <a:pt x="9777" y="211"/>
                  </a:cubicBezTo>
                  <a:lnTo>
                    <a:pt x="9773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67"/>
            <p:cNvSpPr/>
            <p:nvPr/>
          </p:nvSpPr>
          <p:spPr>
            <a:xfrm>
              <a:off x="4953250" y="3925875"/>
              <a:ext cx="305850" cy="138700"/>
            </a:xfrm>
            <a:custGeom>
              <a:rect b="b" l="l" r="r" t="t"/>
              <a:pathLst>
                <a:path extrusionOk="0" h="5548" w="12234">
                  <a:moveTo>
                    <a:pt x="9957" y="0"/>
                  </a:moveTo>
                  <a:cubicBezTo>
                    <a:pt x="4896" y="0"/>
                    <a:pt x="56" y="5346"/>
                    <a:pt x="1" y="5405"/>
                  </a:cubicBezTo>
                  <a:lnTo>
                    <a:pt x="155" y="5548"/>
                  </a:lnTo>
                  <a:cubicBezTo>
                    <a:pt x="211" y="5484"/>
                    <a:pt x="4989" y="208"/>
                    <a:pt x="9953" y="208"/>
                  </a:cubicBezTo>
                  <a:cubicBezTo>
                    <a:pt x="10692" y="208"/>
                    <a:pt x="11434" y="325"/>
                    <a:pt x="12166" y="593"/>
                  </a:cubicBezTo>
                  <a:lnTo>
                    <a:pt x="12233" y="397"/>
                  </a:lnTo>
                  <a:cubicBezTo>
                    <a:pt x="11480" y="120"/>
                    <a:pt x="10716" y="0"/>
                    <a:pt x="9957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67"/>
            <p:cNvSpPr/>
            <p:nvPr/>
          </p:nvSpPr>
          <p:spPr>
            <a:xfrm>
              <a:off x="5130775" y="3616975"/>
              <a:ext cx="109975" cy="187825"/>
            </a:xfrm>
            <a:custGeom>
              <a:rect b="b" l="l" r="r" t="t"/>
              <a:pathLst>
                <a:path extrusionOk="0" h="7513" w="4399">
                  <a:moveTo>
                    <a:pt x="101" y="1"/>
                  </a:moveTo>
                  <a:lnTo>
                    <a:pt x="0" y="188"/>
                  </a:lnTo>
                  <a:cubicBezTo>
                    <a:pt x="2781" y="1646"/>
                    <a:pt x="4184" y="7457"/>
                    <a:pt x="4198" y="7512"/>
                  </a:cubicBezTo>
                  <a:lnTo>
                    <a:pt x="4398" y="7466"/>
                  </a:lnTo>
                  <a:cubicBezTo>
                    <a:pt x="4344" y="7224"/>
                    <a:pt x="2963" y="1505"/>
                    <a:pt x="101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67"/>
            <p:cNvSpPr/>
            <p:nvPr/>
          </p:nvSpPr>
          <p:spPr>
            <a:xfrm>
              <a:off x="2812175" y="3367125"/>
              <a:ext cx="1247900" cy="1410050"/>
            </a:xfrm>
            <a:custGeom>
              <a:rect b="b" l="l" r="r" t="t"/>
              <a:pathLst>
                <a:path extrusionOk="0" h="56402" w="49916">
                  <a:moveTo>
                    <a:pt x="7818" y="0"/>
                  </a:moveTo>
                  <a:cubicBezTo>
                    <a:pt x="3373" y="0"/>
                    <a:pt x="0" y="2178"/>
                    <a:pt x="0" y="2178"/>
                  </a:cubicBezTo>
                  <a:cubicBezTo>
                    <a:pt x="0" y="2178"/>
                    <a:pt x="622" y="2120"/>
                    <a:pt x="1597" y="2120"/>
                  </a:cubicBezTo>
                  <a:cubicBezTo>
                    <a:pt x="4530" y="2120"/>
                    <a:pt x="10665" y="2644"/>
                    <a:pt x="12721" y="6841"/>
                  </a:cubicBezTo>
                  <a:cubicBezTo>
                    <a:pt x="15455" y="12437"/>
                    <a:pt x="9662" y="22018"/>
                    <a:pt x="19320" y="22692"/>
                  </a:cubicBezTo>
                  <a:cubicBezTo>
                    <a:pt x="28983" y="23371"/>
                    <a:pt x="29307" y="34095"/>
                    <a:pt x="26831" y="42322"/>
                  </a:cubicBezTo>
                  <a:cubicBezTo>
                    <a:pt x="24357" y="50553"/>
                    <a:pt x="32200" y="56401"/>
                    <a:pt x="32200" y="56401"/>
                  </a:cubicBezTo>
                  <a:lnTo>
                    <a:pt x="48111" y="56401"/>
                  </a:lnTo>
                  <a:cubicBezTo>
                    <a:pt x="48111" y="56401"/>
                    <a:pt x="49916" y="46333"/>
                    <a:pt x="48111" y="32646"/>
                  </a:cubicBezTo>
                  <a:cubicBezTo>
                    <a:pt x="46310" y="18960"/>
                    <a:pt x="35354" y="14015"/>
                    <a:pt x="28682" y="13499"/>
                  </a:cubicBezTo>
                  <a:cubicBezTo>
                    <a:pt x="22365" y="13016"/>
                    <a:pt x="23253" y="6622"/>
                    <a:pt x="14006" y="1576"/>
                  </a:cubicBezTo>
                  <a:cubicBezTo>
                    <a:pt x="11867" y="408"/>
                    <a:pt x="9742" y="0"/>
                    <a:pt x="7818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67"/>
            <p:cNvSpPr/>
            <p:nvPr/>
          </p:nvSpPr>
          <p:spPr>
            <a:xfrm>
              <a:off x="2811275" y="3392000"/>
              <a:ext cx="1027550" cy="1386175"/>
            </a:xfrm>
            <a:custGeom>
              <a:rect b="b" l="l" r="r" t="t"/>
              <a:pathLst>
                <a:path extrusionOk="0" h="55447" w="41102">
                  <a:moveTo>
                    <a:pt x="6314" y="1"/>
                  </a:moveTo>
                  <a:cubicBezTo>
                    <a:pt x="2954" y="1"/>
                    <a:pt x="54" y="1066"/>
                    <a:pt x="0" y="1088"/>
                  </a:cubicBezTo>
                  <a:lnTo>
                    <a:pt x="72" y="1284"/>
                  </a:lnTo>
                  <a:cubicBezTo>
                    <a:pt x="127" y="1262"/>
                    <a:pt x="2996" y="208"/>
                    <a:pt x="6311" y="208"/>
                  </a:cubicBezTo>
                  <a:cubicBezTo>
                    <a:pt x="9336" y="208"/>
                    <a:pt x="12732" y="1086"/>
                    <a:pt x="14698" y="4429"/>
                  </a:cubicBezTo>
                  <a:cubicBezTo>
                    <a:pt x="15897" y="6461"/>
                    <a:pt x="16671" y="8453"/>
                    <a:pt x="17420" y="10376"/>
                  </a:cubicBezTo>
                  <a:cubicBezTo>
                    <a:pt x="19279" y="15153"/>
                    <a:pt x="20750" y="18931"/>
                    <a:pt x="27414" y="19473"/>
                  </a:cubicBezTo>
                  <a:cubicBezTo>
                    <a:pt x="31480" y="19801"/>
                    <a:pt x="35039" y="21920"/>
                    <a:pt x="37446" y="25430"/>
                  </a:cubicBezTo>
                  <a:cubicBezTo>
                    <a:pt x="40103" y="29318"/>
                    <a:pt x="40883" y="34345"/>
                    <a:pt x="39533" y="38880"/>
                  </a:cubicBezTo>
                  <a:cubicBezTo>
                    <a:pt x="36899" y="47722"/>
                    <a:pt x="40254" y="55370"/>
                    <a:pt x="40290" y="55447"/>
                  </a:cubicBezTo>
                  <a:lnTo>
                    <a:pt x="40477" y="55360"/>
                  </a:lnTo>
                  <a:cubicBezTo>
                    <a:pt x="40445" y="55288"/>
                    <a:pt x="37122" y="47708"/>
                    <a:pt x="39734" y="38939"/>
                  </a:cubicBezTo>
                  <a:cubicBezTo>
                    <a:pt x="41101" y="34345"/>
                    <a:pt x="40308" y="29249"/>
                    <a:pt x="37614" y="25317"/>
                  </a:cubicBezTo>
                  <a:cubicBezTo>
                    <a:pt x="35176" y="21747"/>
                    <a:pt x="31562" y="19601"/>
                    <a:pt x="27433" y="19263"/>
                  </a:cubicBezTo>
                  <a:cubicBezTo>
                    <a:pt x="20897" y="18731"/>
                    <a:pt x="19448" y="15011"/>
                    <a:pt x="17615" y="10298"/>
                  </a:cubicBezTo>
                  <a:cubicBezTo>
                    <a:pt x="16863" y="8366"/>
                    <a:pt x="16084" y="6370"/>
                    <a:pt x="14881" y="4319"/>
                  </a:cubicBezTo>
                  <a:cubicBezTo>
                    <a:pt x="12866" y="897"/>
                    <a:pt x="9396" y="1"/>
                    <a:pt x="63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67"/>
            <p:cNvSpPr/>
            <p:nvPr/>
          </p:nvSpPr>
          <p:spPr>
            <a:xfrm>
              <a:off x="3510175" y="4132700"/>
              <a:ext cx="313150" cy="166225"/>
            </a:xfrm>
            <a:custGeom>
              <a:rect b="b" l="l" r="r" t="t"/>
              <a:pathLst>
                <a:path extrusionOk="0" h="6649" w="12526">
                  <a:moveTo>
                    <a:pt x="3576" y="0"/>
                  </a:moveTo>
                  <a:cubicBezTo>
                    <a:pt x="2496" y="0"/>
                    <a:pt x="1307" y="187"/>
                    <a:pt x="1" y="624"/>
                  </a:cubicBezTo>
                  <a:lnTo>
                    <a:pt x="64" y="820"/>
                  </a:lnTo>
                  <a:cubicBezTo>
                    <a:pt x="1340" y="394"/>
                    <a:pt x="2502" y="211"/>
                    <a:pt x="3558" y="211"/>
                  </a:cubicBezTo>
                  <a:cubicBezTo>
                    <a:pt x="9794" y="211"/>
                    <a:pt x="12302" y="6575"/>
                    <a:pt x="12329" y="6649"/>
                  </a:cubicBezTo>
                  <a:lnTo>
                    <a:pt x="12525" y="6577"/>
                  </a:lnTo>
                  <a:cubicBezTo>
                    <a:pt x="12494" y="6498"/>
                    <a:pt x="9944" y="0"/>
                    <a:pt x="35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67"/>
            <p:cNvSpPr/>
            <p:nvPr/>
          </p:nvSpPr>
          <p:spPr>
            <a:xfrm>
              <a:off x="3367075" y="3906850"/>
              <a:ext cx="330225" cy="59725"/>
            </a:xfrm>
            <a:custGeom>
              <a:rect b="b" l="l" r="r" t="t"/>
              <a:pathLst>
                <a:path extrusionOk="0" h="2389" w="13209">
                  <a:moveTo>
                    <a:pt x="5015" y="1"/>
                  </a:moveTo>
                  <a:cubicBezTo>
                    <a:pt x="3229" y="1"/>
                    <a:pt x="1443" y="421"/>
                    <a:pt x="1" y="1627"/>
                  </a:cubicBezTo>
                  <a:lnTo>
                    <a:pt x="132" y="1787"/>
                  </a:lnTo>
                  <a:cubicBezTo>
                    <a:pt x="1534" y="615"/>
                    <a:pt x="3273" y="206"/>
                    <a:pt x="5018" y="206"/>
                  </a:cubicBezTo>
                  <a:cubicBezTo>
                    <a:pt x="9020" y="206"/>
                    <a:pt x="13051" y="2357"/>
                    <a:pt x="13108" y="2388"/>
                  </a:cubicBezTo>
                  <a:lnTo>
                    <a:pt x="13209" y="2207"/>
                  </a:lnTo>
                  <a:cubicBezTo>
                    <a:pt x="13152" y="2175"/>
                    <a:pt x="9080" y="1"/>
                    <a:pt x="50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67"/>
            <p:cNvSpPr/>
            <p:nvPr/>
          </p:nvSpPr>
          <p:spPr>
            <a:xfrm>
              <a:off x="3322975" y="3605000"/>
              <a:ext cx="58600" cy="211950"/>
            </a:xfrm>
            <a:custGeom>
              <a:rect b="b" l="l" r="r" t="t"/>
              <a:pathLst>
                <a:path extrusionOk="0" h="8478" w="2344">
                  <a:moveTo>
                    <a:pt x="2188" y="1"/>
                  </a:moveTo>
                  <a:cubicBezTo>
                    <a:pt x="0" y="2385"/>
                    <a:pt x="638" y="8232"/>
                    <a:pt x="665" y="8478"/>
                  </a:cubicBezTo>
                  <a:lnTo>
                    <a:pt x="875" y="8456"/>
                  </a:lnTo>
                  <a:cubicBezTo>
                    <a:pt x="867" y="8396"/>
                    <a:pt x="219" y="2453"/>
                    <a:pt x="2343" y="143"/>
                  </a:cubicBezTo>
                  <a:lnTo>
                    <a:pt x="21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67"/>
            <p:cNvSpPr/>
            <p:nvPr/>
          </p:nvSpPr>
          <p:spPr>
            <a:xfrm>
              <a:off x="3921375" y="2856300"/>
              <a:ext cx="1352975" cy="1920875"/>
            </a:xfrm>
            <a:custGeom>
              <a:rect b="b" l="l" r="r" t="t"/>
              <a:pathLst>
                <a:path extrusionOk="0" h="76835" w="54119">
                  <a:moveTo>
                    <a:pt x="50696" y="0"/>
                  </a:moveTo>
                  <a:lnTo>
                    <a:pt x="50696" y="0"/>
                  </a:lnTo>
                  <a:cubicBezTo>
                    <a:pt x="50696" y="0"/>
                    <a:pt x="37178" y="949"/>
                    <a:pt x="33181" y="12183"/>
                  </a:cubicBezTo>
                  <a:cubicBezTo>
                    <a:pt x="29185" y="23413"/>
                    <a:pt x="27088" y="28554"/>
                    <a:pt x="19854" y="33312"/>
                  </a:cubicBezTo>
                  <a:cubicBezTo>
                    <a:pt x="12622" y="38070"/>
                    <a:pt x="1" y="59050"/>
                    <a:pt x="10024" y="76834"/>
                  </a:cubicBezTo>
                  <a:lnTo>
                    <a:pt x="29412" y="76834"/>
                  </a:lnTo>
                  <a:cubicBezTo>
                    <a:pt x="29412" y="76834"/>
                    <a:pt x="36987" y="66630"/>
                    <a:pt x="33373" y="57683"/>
                  </a:cubicBezTo>
                  <a:cubicBezTo>
                    <a:pt x="29753" y="48735"/>
                    <a:pt x="28993" y="32935"/>
                    <a:pt x="41558" y="27985"/>
                  </a:cubicBezTo>
                  <a:cubicBezTo>
                    <a:pt x="54119" y="23036"/>
                    <a:pt x="42889" y="6664"/>
                    <a:pt x="50696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67"/>
            <p:cNvSpPr/>
            <p:nvPr/>
          </p:nvSpPr>
          <p:spPr>
            <a:xfrm>
              <a:off x="4372475" y="2853675"/>
              <a:ext cx="816675" cy="1923700"/>
            </a:xfrm>
            <a:custGeom>
              <a:rect b="b" l="l" r="r" t="t"/>
              <a:pathLst>
                <a:path extrusionOk="0" h="76948" w="32667">
                  <a:moveTo>
                    <a:pt x="32635" y="0"/>
                  </a:moveTo>
                  <a:cubicBezTo>
                    <a:pt x="32602" y="6"/>
                    <a:pt x="29389" y="507"/>
                    <a:pt x="26126" y="2804"/>
                  </a:cubicBezTo>
                  <a:cubicBezTo>
                    <a:pt x="23113" y="4923"/>
                    <a:pt x="19435" y="9047"/>
                    <a:pt x="19029" y="16659"/>
                  </a:cubicBezTo>
                  <a:cubicBezTo>
                    <a:pt x="18665" y="23555"/>
                    <a:pt x="14759" y="27301"/>
                    <a:pt x="10625" y="31267"/>
                  </a:cubicBezTo>
                  <a:cubicBezTo>
                    <a:pt x="5972" y="35733"/>
                    <a:pt x="1159" y="40350"/>
                    <a:pt x="753" y="49875"/>
                  </a:cubicBezTo>
                  <a:cubicBezTo>
                    <a:pt x="1" y="67673"/>
                    <a:pt x="749" y="76857"/>
                    <a:pt x="753" y="76948"/>
                  </a:cubicBezTo>
                  <a:lnTo>
                    <a:pt x="962" y="76930"/>
                  </a:lnTo>
                  <a:cubicBezTo>
                    <a:pt x="954" y="76838"/>
                    <a:pt x="211" y="67664"/>
                    <a:pt x="962" y="49885"/>
                  </a:cubicBezTo>
                  <a:cubicBezTo>
                    <a:pt x="1364" y="40441"/>
                    <a:pt x="6145" y="35851"/>
                    <a:pt x="10771" y="31417"/>
                  </a:cubicBezTo>
                  <a:cubicBezTo>
                    <a:pt x="14932" y="27420"/>
                    <a:pt x="18865" y="23646"/>
                    <a:pt x="19239" y="16673"/>
                  </a:cubicBezTo>
                  <a:cubicBezTo>
                    <a:pt x="19640" y="9144"/>
                    <a:pt x="23264" y="5069"/>
                    <a:pt x="26236" y="2977"/>
                  </a:cubicBezTo>
                  <a:cubicBezTo>
                    <a:pt x="29462" y="707"/>
                    <a:pt x="32635" y="210"/>
                    <a:pt x="32666" y="206"/>
                  </a:cubicBezTo>
                  <a:lnTo>
                    <a:pt x="326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67"/>
            <p:cNvSpPr/>
            <p:nvPr/>
          </p:nvSpPr>
          <p:spPr>
            <a:xfrm>
              <a:off x="4849000" y="3144525"/>
              <a:ext cx="266200" cy="127700"/>
            </a:xfrm>
            <a:custGeom>
              <a:rect b="b" l="l" r="r" t="t"/>
              <a:pathLst>
                <a:path extrusionOk="0" h="5108" w="10648">
                  <a:moveTo>
                    <a:pt x="10111" y="1"/>
                  </a:moveTo>
                  <a:cubicBezTo>
                    <a:pt x="5244" y="1"/>
                    <a:pt x="53" y="4904"/>
                    <a:pt x="0" y="4957"/>
                  </a:cubicBezTo>
                  <a:lnTo>
                    <a:pt x="147" y="5108"/>
                  </a:lnTo>
                  <a:cubicBezTo>
                    <a:pt x="199" y="5059"/>
                    <a:pt x="5332" y="210"/>
                    <a:pt x="10100" y="210"/>
                  </a:cubicBezTo>
                  <a:cubicBezTo>
                    <a:pt x="10277" y="210"/>
                    <a:pt x="10453" y="216"/>
                    <a:pt x="10629" y="230"/>
                  </a:cubicBezTo>
                  <a:lnTo>
                    <a:pt x="10648" y="21"/>
                  </a:lnTo>
                  <a:cubicBezTo>
                    <a:pt x="10469" y="7"/>
                    <a:pt x="10290" y="1"/>
                    <a:pt x="10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67"/>
            <p:cNvSpPr/>
            <p:nvPr/>
          </p:nvSpPr>
          <p:spPr>
            <a:xfrm>
              <a:off x="4704050" y="3501125"/>
              <a:ext cx="330600" cy="73950"/>
            </a:xfrm>
            <a:custGeom>
              <a:rect b="b" l="l" r="r" t="t"/>
              <a:pathLst>
                <a:path extrusionOk="0" h="2958" w="13224">
                  <a:moveTo>
                    <a:pt x="10287" y="0"/>
                  </a:moveTo>
                  <a:cubicBezTo>
                    <a:pt x="5438" y="0"/>
                    <a:pt x="68" y="2740"/>
                    <a:pt x="1" y="2771"/>
                  </a:cubicBezTo>
                  <a:lnTo>
                    <a:pt x="97" y="2958"/>
                  </a:lnTo>
                  <a:cubicBezTo>
                    <a:pt x="165" y="2923"/>
                    <a:pt x="5491" y="209"/>
                    <a:pt x="10278" y="209"/>
                  </a:cubicBezTo>
                  <a:cubicBezTo>
                    <a:pt x="11279" y="209"/>
                    <a:pt x="12257" y="328"/>
                    <a:pt x="13159" y="615"/>
                  </a:cubicBezTo>
                  <a:lnTo>
                    <a:pt x="13223" y="415"/>
                  </a:lnTo>
                  <a:cubicBezTo>
                    <a:pt x="12303" y="122"/>
                    <a:pt x="11307" y="0"/>
                    <a:pt x="10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67"/>
            <p:cNvSpPr/>
            <p:nvPr/>
          </p:nvSpPr>
          <p:spPr>
            <a:xfrm>
              <a:off x="4408150" y="3873575"/>
              <a:ext cx="297550" cy="110325"/>
            </a:xfrm>
            <a:custGeom>
              <a:rect b="b" l="l" r="r" t="t"/>
              <a:pathLst>
                <a:path extrusionOk="0" h="4413" w="11902">
                  <a:moveTo>
                    <a:pt x="10377" y="0"/>
                  </a:moveTo>
                  <a:cubicBezTo>
                    <a:pt x="4721" y="0"/>
                    <a:pt x="50" y="4211"/>
                    <a:pt x="0" y="4257"/>
                  </a:cubicBezTo>
                  <a:lnTo>
                    <a:pt x="142" y="4413"/>
                  </a:lnTo>
                  <a:cubicBezTo>
                    <a:pt x="188" y="4367"/>
                    <a:pt x="4796" y="212"/>
                    <a:pt x="10373" y="212"/>
                  </a:cubicBezTo>
                  <a:cubicBezTo>
                    <a:pt x="10867" y="212"/>
                    <a:pt x="11368" y="245"/>
                    <a:pt x="11874" y="315"/>
                  </a:cubicBezTo>
                  <a:lnTo>
                    <a:pt x="11901" y="105"/>
                  </a:lnTo>
                  <a:cubicBezTo>
                    <a:pt x="11387" y="33"/>
                    <a:pt x="10878" y="0"/>
                    <a:pt x="103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67"/>
            <p:cNvSpPr/>
            <p:nvPr/>
          </p:nvSpPr>
          <p:spPr>
            <a:xfrm>
              <a:off x="4615750" y="3478525"/>
              <a:ext cx="35125" cy="180300"/>
            </a:xfrm>
            <a:custGeom>
              <a:rect b="b" l="l" r="r" t="t"/>
              <a:pathLst>
                <a:path extrusionOk="0" h="7212" w="1405">
                  <a:moveTo>
                    <a:pt x="201" y="1"/>
                  </a:moveTo>
                  <a:lnTo>
                    <a:pt x="5" y="69"/>
                  </a:lnTo>
                  <a:cubicBezTo>
                    <a:pt x="1185" y="3414"/>
                    <a:pt x="15" y="7111"/>
                    <a:pt x="1" y="7148"/>
                  </a:cubicBezTo>
                  <a:lnTo>
                    <a:pt x="201" y="7211"/>
                  </a:lnTo>
                  <a:cubicBezTo>
                    <a:pt x="215" y="7175"/>
                    <a:pt x="1404" y="3414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67"/>
            <p:cNvSpPr/>
            <p:nvPr/>
          </p:nvSpPr>
          <p:spPr>
            <a:xfrm>
              <a:off x="4781388" y="2855480"/>
              <a:ext cx="1352163" cy="1919673"/>
            </a:xfrm>
            <a:custGeom>
              <a:rect b="b" l="l" r="r" t="t"/>
              <a:pathLst>
                <a:path extrusionOk="0" h="76833" w="54119">
                  <a:moveTo>
                    <a:pt x="50691" y="0"/>
                  </a:moveTo>
                  <a:cubicBezTo>
                    <a:pt x="50690" y="0"/>
                    <a:pt x="37172" y="953"/>
                    <a:pt x="33175" y="12182"/>
                  </a:cubicBezTo>
                  <a:cubicBezTo>
                    <a:pt x="29178" y="23417"/>
                    <a:pt x="27081" y="28554"/>
                    <a:pt x="19849" y="33316"/>
                  </a:cubicBezTo>
                  <a:cubicBezTo>
                    <a:pt x="12615" y="38075"/>
                    <a:pt x="0" y="59054"/>
                    <a:pt x="10018" y="76833"/>
                  </a:cubicBezTo>
                  <a:lnTo>
                    <a:pt x="29411" y="76833"/>
                  </a:lnTo>
                  <a:cubicBezTo>
                    <a:pt x="29411" y="76833"/>
                    <a:pt x="36981" y="66628"/>
                    <a:pt x="33367" y="57682"/>
                  </a:cubicBezTo>
                  <a:cubicBezTo>
                    <a:pt x="29748" y="48735"/>
                    <a:pt x="28987" y="32934"/>
                    <a:pt x="41553" y="27984"/>
                  </a:cubicBezTo>
                  <a:cubicBezTo>
                    <a:pt x="54118" y="23034"/>
                    <a:pt x="42883" y="6663"/>
                    <a:pt x="50691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67"/>
            <p:cNvSpPr/>
            <p:nvPr/>
          </p:nvSpPr>
          <p:spPr>
            <a:xfrm>
              <a:off x="5231500" y="2852007"/>
              <a:ext cx="816650" cy="1923700"/>
            </a:xfrm>
            <a:custGeom>
              <a:rect b="b" l="l" r="r" t="t"/>
              <a:pathLst>
                <a:path extrusionOk="0" h="76948" w="32666">
                  <a:moveTo>
                    <a:pt x="32638" y="0"/>
                  </a:moveTo>
                  <a:cubicBezTo>
                    <a:pt x="32602" y="5"/>
                    <a:pt x="29388" y="505"/>
                    <a:pt x="26125" y="2803"/>
                  </a:cubicBezTo>
                  <a:cubicBezTo>
                    <a:pt x="23113" y="4922"/>
                    <a:pt x="19434" y="9047"/>
                    <a:pt x="19029" y="16663"/>
                  </a:cubicBezTo>
                  <a:cubicBezTo>
                    <a:pt x="18664" y="23554"/>
                    <a:pt x="14758" y="27300"/>
                    <a:pt x="10624" y="31265"/>
                  </a:cubicBezTo>
                  <a:cubicBezTo>
                    <a:pt x="5971" y="35733"/>
                    <a:pt x="1158" y="40349"/>
                    <a:pt x="752" y="49875"/>
                  </a:cubicBezTo>
                  <a:cubicBezTo>
                    <a:pt x="1" y="67673"/>
                    <a:pt x="748" y="76856"/>
                    <a:pt x="757" y="76948"/>
                  </a:cubicBezTo>
                  <a:lnTo>
                    <a:pt x="962" y="76929"/>
                  </a:lnTo>
                  <a:cubicBezTo>
                    <a:pt x="958" y="76838"/>
                    <a:pt x="210" y="67668"/>
                    <a:pt x="962" y="49884"/>
                  </a:cubicBezTo>
                  <a:cubicBezTo>
                    <a:pt x="1364" y="40445"/>
                    <a:pt x="6144" y="35855"/>
                    <a:pt x="10771" y="31416"/>
                  </a:cubicBezTo>
                  <a:cubicBezTo>
                    <a:pt x="14936" y="27424"/>
                    <a:pt x="18870" y="23650"/>
                    <a:pt x="19238" y="16673"/>
                  </a:cubicBezTo>
                  <a:cubicBezTo>
                    <a:pt x="19640" y="9147"/>
                    <a:pt x="23268" y="5072"/>
                    <a:pt x="26239" y="2981"/>
                  </a:cubicBezTo>
                  <a:cubicBezTo>
                    <a:pt x="29461" y="707"/>
                    <a:pt x="32633" y="215"/>
                    <a:pt x="32665" y="210"/>
                  </a:cubicBezTo>
                  <a:lnTo>
                    <a:pt x="3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67"/>
            <p:cNvSpPr/>
            <p:nvPr/>
          </p:nvSpPr>
          <p:spPr>
            <a:xfrm>
              <a:off x="5708000" y="3146325"/>
              <a:ext cx="266200" cy="127700"/>
            </a:xfrm>
            <a:custGeom>
              <a:rect b="b" l="l" r="r" t="t"/>
              <a:pathLst>
                <a:path extrusionOk="0" h="5108" w="10648">
                  <a:moveTo>
                    <a:pt x="10108" y="1"/>
                  </a:moveTo>
                  <a:cubicBezTo>
                    <a:pt x="5246" y="1"/>
                    <a:pt x="58" y="4905"/>
                    <a:pt x="1" y="4953"/>
                  </a:cubicBezTo>
                  <a:lnTo>
                    <a:pt x="146" y="5108"/>
                  </a:lnTo>
                  <a:cubicBezTo>
                    <a:pt x="199" y="5055"/>
                    <a:pt x="5336" y="207"/>
                    <a:pt x="10110" y="207"/>
                  </a:cubicBezTo>
                  <a:cubicBezTo>
                    <a:pt x="10285" y="207"/>
                    <a:pt x="10460" y="213"/>
                    <a:pt x="10634" y="227"/>
                  </a:cubicBezTo>
                  <a:lnTo>
                    <a:pt x="10647" y="21"/>
                  </a:lnTo>
                  <a:cubicBezTo>
                    <a:pt x="10468" y="7"/>
                    <a:pt x="10288" y="1"/>
                    <a:pt x="101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67"/>
            <p:cNvSpPr/>
            <p:nvPr/>
          </p:nvSpPr>
          <p:spPr>
            <a:xfrm>
              <a:off x="5563175" y="3502925"/>
              <a:ext cx="330450" cy="73975"/>
            </a:xfrm>
            <a:custGeom>
              <a:rect b="b" l="l" r="r" t="t"/>
              <a:pathLst>
                <a:path extrusionOk="0" h="2959" w="13218">
                  <a:moveTo>
                    <a:pt x="10281" y="1"/>
                  </a:moveTo>
                  <a:cubicBezTo>
                    <a:pt x="5433" y="1"/>
                    <a:pt x="65" y="2738"/>
                    <a:pt x="1" y="2771"/>
                  </a:cubicBezTo>
                  <a:lnTo>
                    <a:pt x="96" y="2958"/>
                  </a:lnTo>
                  <a:cubicBezTo>
                    <a:pt x="160" y="2925"/>
                    <a:pt x="5489" y="205"/>
                    <a:pt x="10277" y="205"/>
                  </a:cubicBezTo>
                  <a:cubicBezTo>
                    <a:pt x="11278" y="205"/>
                    <a:pt x="12254" y="324"/>
                    <a:pt x="13154" y="611"/>
                  </a:cubicBezTo>
                  <a:lnTo>
                    <a:pt x="13218" y="415"/>
                  </a:lnTo>
                  <a:cubicBezTo>
                    <a:pt x="12298" y="122"/>
                    <a:pt x="11301" y="1"/>
                    <a:pt x="102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67"/>
            <p:cNvSpPr/>
            <p:nvPr/>
          </p:nvSpPr>
          <p:spPr>
            <a:xfrm>
              <a:off x="5267175" y="3875400"/>
              <a:ext cx="297525" cy="110325"/>
            </a:xfrm>
            <a:custGeom>
              <a:rect b="b" l="l" r="r" t="t"/>
              <a:pathLst>
                <a:path extrusionOk="0" h="4413" w="11901">
                  <a:moveTo>
                    <a:pt x="10375" y="0"/>
                  </a:moveTo>
                  <a:cubicBezTo>
                    <a:pt x="4722" y="0"/>
                    <a:pt x="50" y="4212"/>
                    <a:pt x="0" y="4258"/>
                  </a:cubicBezTo>
                  <a:lnTo>
                    <a:pt x="141" y="4412"/>
                  </a:lnTo>
                  <a:cubicBezTo>
                    <a:pt x="191" y="4366"/>
                    <a:pt x="4801" y="207"/>
                    <a:pt x="10375" y="207"/>
                  </a:cubicBezTo>
                  <a:cubicBezTo>
                    <a:pt x="10867" y="207"/>
                    <a:pt x="11367" y="239"/>
                    <a:pt x="11873" y="310"/>
                  </a:cubicBezTo>
                  <a:lnTo>
                    <a:pt x="11900" y="106"/>
                  </a:lnTo>
                  <a:cubicBezTo>
                    <a:pt x="11386" y="33"/>
                    <a:pt x="10877" y="0"/>
                    <a:pt x="10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67"/>
            <p:cNvSpPr/>
            <p:nvPr/>
          </p:nvSpPr>
          <p:spPr>
            <a:xfrm>
              <a:off x="5474875" y="3480250"/>
              <a:ext cx="35000" cy="180300"/>
            </a:xfrm>
            <a:custGeom>
              <a:rect b="b" l="l" r="r" t="t"/>
              <a:pathLst>
                <a:path extrusionOk="0" h="7212" w="1400">
                  <a:moveTo>
                    <a:pt x="197" y="0"/>
                  </a:moveTo>
                  <a:lnTo>
                    <a:pt x="1" y="68"/>
                  </a:lnTo>
                  <a:cubicBezTo>
                    <a:pt x="1181" y="3419"/>
                    <a:pt x="10" y="7110"/>
                    <a:pt x="1" y="7147"/>
                  </a:cubicBezTo>
                  <a:lnTo>
                    <a:pt x="197" y="7211"/>
                  </a:lnTo>
                  <a:cubicBezTo>
                    <a:pt x="210" y="7174"/>
                    <a:pt x="1400" y="3414"/>
                    <a:pt x="1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67"/>
            <p:cNvSpPr/>
            <p:nvPr/>
          </p:nvSpPr>
          <p:spPr>
            <a:xfrm>
              <a:off x="3117075" y="3015575"/>
              <a:ext cx="1489500" cy="1761600"/>
            </a:xfrm>
            <a:custGeom>
              <a:rect b="b" l="l" r="r" t="t"/>
              <a:pathLst>
                <a:path extrusionOk="0" h="70464" w="59580">
                  <a:moveTo>
                    <a:pt x="1" y="1"/>
                  </a:moveTo>
                  <a:cubicBezTo>
                    <a:pt x="1" y="1"/>
                    <a:pt x="7024" y="4681"/>
                    <a:pt x="6810" y="10430"/>
                  </a:cubicBezTo>
                  <a:cubicBezTo>
                    <a:pt x="6595" y="16172"/>
                    <a:pt x="7876" y="26600"/>
                    <a:pt x="20004" y="29581"/>
                  </a:cubicBezTo>
                  <a:cubicBezTo>
                    <a:pt x="32132" y="32557"/>
                    <a:pt x="32556" y="38186"/>
                    <a:pt x="29789" y="48140"/>
                  </a:cubicBezTo>
                  <a:cubicBezTo>
                    <a:pt x="27023" y="58094"/>
                    <a:pt x="30641" y="70463"/>
                    <a:pt x="30641" y="70463"/>
                  </a:cubicBezTo>
                  <a:lnTo>
                    <a:pt x="59579" y="70463"/>
                  </a:lnTo>
                  <a:cubicBezTo>
                    <a:pt x="59579" y="70463"/>
                    <a:pt x="57665" y="48071"/>
                    <a:pt x="45536" y="41271"/>
                  </a:cubicBezTo>
                  <a:cubicBezTo>
                    <a:pt x="33409" y="34471"/>
                    <a:pt x="36598" y="25962"/>
                    <a:pt x="29580" y="17239"/>
                  </a:cubicBezTo>
                  <a:cubicBezTo>
                    <a:pt x="22557" y="8515"/>
                    <a:pt x="14681" y="12557"/>
                    <a:pt x="11276" y="6387"/>
                  </a:cubicBezTo>
                  <a:cubicBezTo>
                    <a:pt x="7876" y="21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67"/>
            <p:cNvSpPr/>
            <p:nvPr/>
          </p:nvSpPr>
          <p:spPr>
            <a:xfrm>
              <a:off x="3116975" y="3012900"/>
              <a:ext cx="1219300" cy="1765850"/>
            </a:xfrm>
            <a:custGeom>
              <a:rect b="b" l="l" r="r" t="t"/>
              <a:pathLst>
                <a:path extrusionOk="0" h="70634" w="48772">
                  <a:moveTo>
                    <a:pt x="113" y="1"/>
                  </a:moveTo>
                  <a:cubicBezTo>
                    <a:pt x="44" y="1"/>
                    <a:pt x="5" y="3"/>
                    <a:pt x="0" y="3"/>
                  </a:cubicBezTo>
                  <a:lnTo>
                    <a:pt x="13" y="213"/>
                  </a:lnTo>
                  <a:cubicBezTo>
                    <a:pt x="18" y="213"/>
                    <a:pt x="55" y="211"/>
                    <a:pt x="121" y="211"/>
                  </a:cubicBezTo>
                  <a:cubicBezTo>
                    <a:pt x="1055" y="211"/>
                    <a:pt x="7827" y="559"/>
                    <a:pt x="11467" y="10331"/>
                  </a:cubicBezTo>
                  <a:cubicBezTo>
                    <a:pt x="15396" y="20873"/>
                    <a:pt x="21763" y="23603"/>
                    <a:pt x="26881" y="25796"/>
                  </a:cubicBezTo>
                  <a:lnTo>
                    <a:pt x="27128" y="25900"/>
                  </a:lnTo>
                  <a:cubicBezTo>
                    <a:pt x="32368" y="28147"/>
                    <a:pt x="40681" y="36200"/>
                    <a:pt x="40681" y="48247"/>
                  </a:cubicBezTo>
                  <a:cubicBezTo>
                    <a:pt x="40681" y="60292"/>
                    <a:pt x="48530" y="70529"/>
                    <a:pt x="48607" y="70634"/>
                  </a:cubicBezTo>
                  <a:lnTo>
                    <a:pt x="48771" y="70507"/>
                  </a:lnTo>
                  <a:cubicBezTo>
                    <a:pt x="48694" y="70402"/>
                    <a:pt x="40891" y="60219"/>
                    <a:pt x="40891" y="48247"/>
                  </a:cubicBezTo>
                  <a:cubicBezTo>
                    <a:pt x="40891" y="36100"/>
                    <a:pt x="32501" y="27978"/>
                    <a:pt x="27210" y="25708"/>
                  </a:cubicBezTo>
                  <a:lnTo>
                    <a:pt x="26964" y="25604"/>
                  </a:lnTo>
                  <a:cubicBezTo>
                    <a:pt x="21882" y="23425"/>
                    <a:pt x="15560" y="20718"/>
                    <a:pt x="11663" y="10263"/>
                  </a:cubicBezTo>
                  <a:cubicBezTo>
                    <a:pt x="7977" y="359"/>
                    <a:pt x="1081" y="1"/>
                    <a:pt x="113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67"/>
            <p:cNvSpPr/>
            <p:nvPr/>
          </p:nvSpPr>
          <p:spPr>
            <a:xfrm rot="5400000">
              <a:off x="3511910" y="3024401"/>
              <a:ext cx="2025516" cy="1483314"/>
            </a:xfrm>
            <a:custGeom>
              <a:rect b="b" l="l" r="r" t="t"/>
              <a:pathLst>
                <a:path extrusionOk="0" h="54750" w="74639">
                  <a:moveTo>
                    <a:pt x="4296" y="1"/>
                  </a:moveTo>
                  <a:cubicBezTo>
                    <a:pt x="1925" y="1"/>
                    <a:pt x="0" y="1926"/>
                    <a:pt x="0" y="4300"/>
                  </a:cubicBezTo>
                  <a:lnTo>
                    <a:pt x="0" y="50450"/>
                  </a:lnTo>
                  <a:cubicBezTo>
                    <a:pt x="0" y="52825"/>
                    <a:pt x="1925" y="54750"/>
                    <a:pt x="4296" y="54750"/>
                  </a:cubicBezTo>
                  <a:lnTo>
                    <a:pt x="70339" y="54750"/>
                  </a:lnTo>
                  <a:cubicBezTo>
                    <a:pt x="72714" y="54750"/>
                    <a:pt x="74639" y="52825"/>
                    <a:pt x="74639" y="50450"/>
                  </a:cubicBezTo>
                  <a:lnTo>
                    <a:pt x="74639" y="4300"/>
                  </a:lnTo>
                  <a:cubicBezTo>
                    <a:pt x="74639" y="1926"/>
                    <a:pt x="72714" y="1"/>
                    <a:pt x="70339" y="1"/>
                  </a:cubicBezTo>
                  <a:close/>
                </a:path>
              </a:pathLst>
            </a:custGeom>
            <a:solidFill>
              <a:srgbClr val="5C25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67"/>
            <p:cNvSpPr/>
            <p:nvPr/>
          </p:nvSpPr>
          <p:spPr>
            <a:xfrm>
              <a:off x="4095175" y="4102375"/>
              <a:ext cx="240200" cy="389700"/>
            </a:xfrm>
            <a:custGeom>
              <a:rect b="b" l="l" r="r" t="t"/>
              <a:pathLst>
                <a:path extrusionOk="0" h="15588" w="9608">
                  <a:moveTo>
                    <a:pt x="9517" y="0"/>
                  </a:moveTo>
                  <a:cubicBezTo>
                    <a:pt x="0" y="4544"/>
                    <a:pt x="3468" y="15478"/>
                    <a:pt x="3505" y="15588"/>
                  </a:cubicBezTo>
                  <a:lnTo>
                    <a:pt x="3705" y="15524"/>
                  </a:lnTo>
                  <a:cubicBezTo>
                    <a:pt x="3669" y="15415"/>
                    <a:pt x="255" y="4649"/>
                    <a:pt x="9607" y="188"/>
                  </a:cubicBezTo>
                  <a:lnTo>
                    <a:pt x="9517" y="0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67"/>
            <p:cNvSpPr/>
            <p:nvPr/>
          </p:nvSpPr>
          <p:spPr>
            <a:xfrm>
              <a:off x="3896550" y="4027075"/>
              <a:ext cx="242250" cy="177650"/>
            </a:xfrm>
            <a:custGeom>
              <a:rect b="b" l="l" r="r" t="t"/>
              <a:pathLst>
                <a:path extrusionOk="0" h="7106" w="9690">
                  <a:moveTo>
                    <a:pt x="5" y="0"/>
                  </a:moveTo>
                  <a:lnTo>
                    <a:pt x="1" y="209"/>
                  </a:lnTo>
                  <a:cubicBezTo>
                    <a:pt x="5871" y="341"/>
                    <a:pt x="9471" y="7037"/>
                    <a:pt x="9504" y="7106"/>
                  </a:cubicBezTo>
                  <a:lnTo>
                    <a:pt x="9690" y="7009"/>
                  </a:lnTo>
                  <a:cubicBezTo>
                    <a:pt x="9654" y="6942"/>
                    <a:pt x="5998" y="137"/>
                    <a:pt x="5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67"/>
            <p:cNvSpPr/>
            <p:nvPr/>
          </p:nvSpPr>
          <p:spPr>
            <a:xfrm>
              <a:off x="3650325" y="3343625"/>
              <a:ext cx="147575" cy="316450"/>
            </a:xfrm>
            <a:custGeom>
              <a:rect b="b" l="l" r="r" t="t"/>
              <a:pathLst>
                <a:path extrusionOk="0" h="12658" w="5903">
                  <a:moveTo>
                    <a:pt x="3579" y="1"/>
                  </a:moveTo>
                  <a:lnTo>
                    <a:pt x="3579" y="1"/>
                  </a:lnTo>
                  <a:cubicBezTo>
                    <a:pt x="1" y="7754"/>
                    <a:pt x="5712" y="12607"/>
                    <a:pt x="5771" y="12658"/>
                  </a:cubicBezTo>
                  <a:lnTo>
                    <a:pt x="5903" y="12493"/>
                  </a:lnTo>
                  <a:cubicBezTo>
                    <a:pt x="5848" y="12447"/>
                    <a:pt x="260" y="7694"/>
                    <a:pt x="3766" y="87"/>
                  </a:cubicBezTo>
                  <a:lnTo>
                    <a:pt x="3579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67"/>
            <p:cNvSpPr/>
            <p:nvPr/>
          </p:nvSpPr>
          <p:spPr>
            <a:xfrm>
              <a:off x="3299825" y="3419200"/>
              <a:ext cx="285475" cy="120775"/>
            </a:xfrm>
            <a:custGeom>
              <a:rect b="b" l="l" r="r" t="t"/>
              <a:pathLst>
                <a:path extrusionOk="0" h="4831" w="11419">
                  <a:moveTo>
                    <a:pt x="2652" y="0"/>
                  </a:moveTo>
                  <a:cubicBezTo>
                    <a:pt x="1745" y="0"/>
                    <a:pt x="847" y="209"/>
                    <a:pt x="1" y="715"/>
                  </a:cubicBezTo>
                  <a:lnTo>
                    <a:pt x="106" y="893"/>
                  </a:lnTo>
                  <a:cubicBezTo>
                    <a:pt x="919" y="407"/>
                    <a:pt x="1784" y="206"/>
                    <a:pt x="2659" y="206"/>
                  </a:cubicBezTo>
                  <a:cubicBezTo>
                    <a:pt x="6828" y="206"/>
                    <a:pt x="11215" y="4774"/>
                    <a:pt x="11267" y="4830"/>
                  </a:cubicBezTo>
                  <a:lnTo>
                    <a:pt x="11418" y="4689"/>
                  </a:lnTo>
                  <a:cubicBezTo>
                    <a:pt x="11365" y="4633"/>
                    <a:pt x="6919" y="0"/>
                    <a:pt x="2652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67"/>
            <p:cNvSpPr/>
            <p:nvPr/>
          </p:nvSpPr>
          <p:spPr>
            <a:xfrm>
              <a:off x="3783075" y="2753750"/>
              <a:ext cx="1487325" cy="2026375"/>
            </a:xfrm>
            <a:custGeom>
              <a:rect b="b" l="l" r="r" t="t"/>
              <a:pathLst>
                <a:path extrusionOk="0" h="81055" w="59493">
                  <a:moveTo>
                    <a:pt x="54505" y="124"/>
                  </a:moveTo>
                  <a:cubicBezTo>
                    <a:pt x="57185" y="124"/>
                    <a:pt x="59369" y="2302"/>
                    <a:pt x="59369" y="4987"/>
                  </a:cubicBezTo>
                  <a:lnTo>
                    <a:pt x="59369" y="76068"/>
                  </a:lnTo>
                  <a:cubicBezTo>
                    <a:pt x="59369" y="78748"/>
                    <a:pt x="57185" y="80932"/>
                    <a:pt x="54505" y="80932"/>
                  </a:cubicBezTo>
                  <a:lnTo>
                    <a:pt x="4991" y="80932"/>
                  </a:lnTo>
                  <a:cubicBezTo>
                    <a:pt x="2306" y="80932"/>
                    <a:pt x="124" y="78748"/>
                    <a:pt x="124" y="76068"/>
                  </a:cubicBezTo>
                  <a:lnTo>
                    <a:pt x="124" y="4987"/>
                  </a:lnTo>
                  <a:cubicBezTo>
                    <a:pt x="124" y="2302"/>
                    <a:pt x="2306" y="124"/>
                    <a:pt x="4991" y="124"/>
                  </a:cubicBezTo>
                  <a:close/>
                  <a:moveTo>
                    <a:pt x="4991" y="0"/>
                  </a:moveTo>
                  <a:cubicBezTo>
                    <a:pt x="2238" y="0"/>
                    <a:pt x="0" y="2234"/>
                    <a:pt x="0" y="4987"/>
                  </a:cubicBezTo>
                  <a:lnTo>
                    <a:pt x="0" y="76068"/>
                  </a:lnTo>
                  <a:cubicBezTo>
                    <a:pt x="0" y="78816"/>
                    <a:pt x="2238" y="81054"/>
                    <a:pt x="4991" y="81054"/>
                  </a:cubicBezTo>
                  <a:lnTo>
                    <a:pt x="54505" y="81054"/>
                  </a:lnTo>
                  <a:cubicBezTo>
                    <a:pt x="57254" y="81054"/>
                    <a:pt x="59492" y="78816"/>
                    <a:pt x="59492" y="76068"/>
                  </a:cubicBezTo>
                  <a:lnTo>
                    <a:pt x="59492" y="4987"/>
                  </a:lnTo>
                  <a:cubicBezTo>
                    <a:pt x="59492" y="2234"/>
                    <a:pt x="57254" y="0"/>
                    <a:pt x="54505" y="0"/>
                  </a:cubicBezTo>
                  <a:close/>
                </a:path>
              </a:pathLst>
            </a:custGeom>
            <a:solidFill>
              <a:srgbClr val="3515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67"/>
            <p:cNvSpPr/>
            <p:nvPr/>
          </p:nvSpPr>
          <p:spPr>
            <a:xfrm>
              <a:off x="3806675" y="2896050"/>
              <a:ext cx="1440125" cy="1724550"/>
            </a:xfrm>
            <a:custGeom>
              <a:rect b="b" l="l" r="r" t="t"/>
              <a:pathLst>
                <a:path extrusionOk="0" h="68982" w="57605">
                  <a:moveTo>
                    <a:pt x="0" y="1"/>
                  </a:moveTo>
                  <a:lnTo>
                    <a:pt x="0" y="68982"/>
                  </a:lnTo>
                  <a:lnTo>
                    <a:pt x="57604" y="68982"/>
                  </a:lnTo>
                  <a:lnTo>
                    <a:pt x="576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67"/>
            <p:cNvSpPr/>
            <p:nvPr/>
          </p:nvSpPr>
          <p:spPr>
            <a:xfrm>
              <a:off x="4485075" y="4659075"/>
              <a:ext cx="83325" cy="83325"/>
            </a:xfrm>
            <a:custGeom>
              <a:rect b="b" l="l" r="r" t="t"/>
              <a:pathLst>
                <a:path extrusionOk="0" h="3333" w="3333">
                  <a:moveTo>
                    <a:pt x="1668" y="1"/>
                  </a:moveTo>
                  <a:cubicBezTo>
                    <a:pt x="747" y="1"/>
                    <a:pt x="0" y="749"/>
                    <a:pt x="0" y="1665"/>
                  </a:cubicBezTo>
                  <a:cubicBezTo>
                    <a:pt x="0" y="2586"/>
                    <a:pt x="747" y="3333"/>
                    <a:pt x="1668" y="3333"/>
                  </a:cubicBezTo>
                  <a:cubicBezTo>
                    <a:pt x="2589" y="3333"/>
                    <a:pt x="3332" y="2586"/>
                    <a:pt x="3332" y="1665"/>
                  </a:cubicBezTo>
                  <a:cubicBezTo>
                    <a:pt x="3332" y="749"/>
                    <a:pt x="2589" y="1"/>
                    <a:pt x="1668" y="1"/>
                  </a:cubicBezTo>
                  <a:close/>
                </a:path>
              </a:pathLst>
            </a:custGeom>
            <a:solidFill>
              <a:srgbClr val="71B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67"/>
            <p:cNvSpPr/>
            <p:nvPr/>
          </p:nvSpPr>
          <p:spPr>
            <a:xfrm>
              <a:off x="4393675" y="2810050"/>
              <a:ext cx="266075" cy="18825"/>
            </a:xfrm>
            <a:custGeom>
              <a:rect b="b" l="l" r="r" t="t"/>
              <a:pathLst>
                <a:path extrusionOk="0" h="753" w="10643">
                  <a:moveTo>
                    <a:pt x="379" y="1"/>
                  </a:moveTo>
                  <a:cubicBezTo>
                    <a:pt x="169" y="1"/>
                    <a:pt x="1" y="169"/>
                    <a:pt x="1" y="378"/>
                  </a:cubicBezTo>
                  <a:cubicBezTo>
                    <a:pt x="1" y="584"/>
                    <a:pt x="169" y="752"/>
                    <a:pt x="379" y="752"/>
                  </a:cubicBezTo>
                  <a:lnTo>
                    <a:pt x="10270" y="752"/>
                  </a:lnTo>
                  <a:cubicBezTo>
                    <a:pt x="10474" y="752"/>
                    <a:pt x="10643" y="584"/>
                    <a:pt x="10643" y="378"/>
                  </a:cubicBezTo>
                  <a:cubicBezTo>
                    <a:pt x="10643" y="169"/>
                    <a:pt x="10474" y="1"/>
                    <a:pt x="10270" y="1"/>
                  </a:cubicBezTo>
                  <a:close/>
                </a:path>
              </a:pathLst>
            </a:custGeom>
            <a:solidFill>
              <a:srgbClr val="71B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67"/>
            <p:cNvSpPr/>
            <p:nvPr/>
          </p:nvSpPr>
          <p:spPr>
            <a:xfrm>
              <a:off x="4855400" y="4216775"/>
              <a:ext cx="288725" cy="288750"/>
            </a:xfrm>
            <a:custGeom>
              <a:rect b="b" l="l" r="r" t="t"/>
              <a:pathLst>
                <a:path extrusionOk="0" h="11550" w="11549">
                  <a:moveTo>
                    <a:pt x="5774" y="0"/>
                  </a:moveTo>
                  <a:cubicBezTo>
                    <a:pt x="2584" y="0"/>
                    <a:pt x="0" y="2585"/>
                    <a:pt x="0" y="5774"/>
                  </a:cubicBezTo>
                  <a:cubicBezTo>
                    <a:pt x="0" y="8965"/>
                    <a:pt x="2584" y="11550"/>
                    <a:pt x="5774" y="11550"/>
                  </a:cubicBezTo>
                  <a:cubicBezTo>
                    <a:pt x="8964" y="11550"/>
                    <a:pt x="11549" y="8965"/>
                    <a:pt x="11549" y="5774"/>
                  </a:cubicBezTo>
                  <a:cubicBezTo>
                    <a:pt x="11549" y="2585"/>
                    <a:pt x="8964" y="0"/>
                    <a:pt x="5774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67"/>
            <p:cNvSpPr/>
            <p:nvPr/>
          </p:nvSpPr>
          <p:spPr>
            <a:xfrm>
              <a:off x="3177925" y="4033550"/>
              <a:ext cx="308575" cy="224600"/>
            </a:xfrm>
            <a:custGeom>
              <a:rect b="b" l="l" r="r" t="t"/>
              <a:pathLst>
                <a:path extrusionOk="0" h="8984" w="12343">
                  <a:moveTo>
                    <a:pt x="4490" y="0"/>
                  </a:moveTo>
                  <a:cubicBezTo>
                    <a:pt x="2015" y="0"/>
                    <a:pt x="0" y="2015"/>
                    <a:pt x="0" y="4495"/>
                  </a:cubicBezTo>
                  <a:cubicBezTo>
                    <a:pt x="0" y="6969"/>
                    <a:pt x="2015" y="8984"/>
                    <a:pt x="4490" y="8984"/>
                  </a:cubicBezTo>
                  <a:lnTo>
                    <a:pt x="11399" y="8984"/>
                  </a:lnTo>
                  <a:cubicBezTo>
                    <a:pt x="11923" y="8984"/>
                    <a:pt x="12342" y="8560"/>
                    <a:pt x="12342" y="8040"/>
                  </a:cubicBezTo>
                  <a:cubicBezTo>
                    <a:pt x="12342" y="7520"/>
                    <a:pt x="11923" y="7097"/>
                    <a:pt x="11399" y="7097"/>
                  </a:cubicBezTo>
                  <a:lnTo>
                    <a:pt x="4490" y="7097"/>
                  </a:lnTo>
                  <a:cubicBezTo>
                    <a:pt x="3054" y="7097"/>
                    <a:pt x="1887" y="5930"/>
                    <a:pt x="1887" y="4495"/>
                  </a:cubicBezTo>
                  <a:cubicBezTo>
                    <a:pt x="1887" y="3059"/>
                    <a:pt x="3054" y="1887"/>
                    <a:pt x="4490" y="1887"/>
                  </a:cubicBezTo>
                  <a:lnTo>
                    <a:pt x="7643" y="1887"/>
                  </a:lnTo>
                  <a:cubicBezTo>
                    <a:pt x="8163" y="1887"/>
                    <a:pt x="8587" y="1468"/>
                    <a:pt x="8587" y="944"/>
                  </a:cubicBezTo>
                  <a:cubicBezTo>
                    <a:pt x="8587" y="425"/>
                    <a:pt x="8163" y="0"/>
                    <a:pt x="7643" y="0"/>
                  </a:cubicBezTo>
                  <a:close/>
                </a:path>
              </a:pathLst>
            </a:custGeom>
            <a:solidFill>
              <a:srgbClr val="5C25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67"/>
            <p:cNvSpPr/>
            <p:nvPr/>
          </p:nvSpPr>
          <p:spPr>
            <a:xfrm>
              <a:off x="3230900" y="4230550"/>
              <a:ext cx="453425" cy="61000"/>
            </a:xfrm>
            <a:custGeom>
              <a:rect b="b" l="l" r="r" t="t"/>
              <a:pathLst>
                <a:path extrusionOk="0" h="2440" w="18137">
                  <a:moveTo>
                    <a:pt x="1218" y="0"/>
                  </a:moveTo>
                  <a:cubicBezTo>
                    <a:pt x="547" y="0"/>
                    <a:pt x="0" y="547"/>
                    <a:pt x="0" y="1222"/>
                  </a:cubicBezTo>
                  <a:cubicBezTo>
                    <a:pt x="0" y="1893"/>
                    <a:pt x="547" y="2440"/>
                    <a:pt x="1218" y="2440"/>
                  </a:cubicBezTo>
                  <a:lnTo>
                    <a:pt x="16919" y="2440"/>
                  </a:lnTo>
                  <a:cubicBezTo>
                    <a:pt x="17589" y="2440"/>
                    <a:pt x="18136" y="1893"/>
                    <a:pt x="18136" y="1222"/>
                  </a:cubicBezTo>
                  <a:cubicBezTo>
                    <a:pt x="18136" y="547"/>
                    <a:pt x="17589" y="0"/>
                    <a:pt x="1691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67"/>
            <p:cNvSpPr/>
            <p:nvPr/>
          </p:nvSpPr>
          <p:spPr>
            <a:xfrm>
              <a:off x="3449550" y="4291525"/>
              <a:ext cx="61125" cy="288400"/>
            </a:xfrm>
            <a:custGeom>
              <a:rect b="b" l="l" r="r" t="t"/>
              <a:pathLst>
                <a:path extrusionOk="0" h="11536" w="2445">
                  <a:moveTo>
                    <a:pt x="1" y="1"/>
                  </a:moveTo>
                  <a:lnTo>
                    <a:pt x="1" y="11535"/>
                  </a:lnTo>
                  <a:lnTo>
                    <a:pt x="2444" y="11535"/>
                  </a:lnTo>
                  <a:lnTo>
                    <a:pt x="2444" y="1"/>
                  </a:lnTo>
                  <a:close/>
                </a:path>
              </a:pathLst>
            </a:custGeom>
            <a:solidFill>
              <a:srgbClr val="5C25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67"/>
            <p:cNvSpPr/>
            <p:nvPr/>
          </p:nvSpPr>
          <p:spPr>
            <a:xfrm>
              <a:off x="3449550" y="4427575"/>
              <a:ext cx="61125" cy="16300"/>
            </a:xfrm>
            <a:custGeom>
              <a:rect b="b" l="l" r="r" t="t"/>
              <a:pathLst>
                <a:path extrusionOk="0" h="652" w="2445">
                  <a:moveTo>
                    <a:pt x="1" y="0"/>
                  </a:moveTo>
                  <a:lnTo>
                    <a:pt x="1" y="651"/>
                  </a:lnTo>
                  <a:lnTo>
                    <a:pt x="2444" y="651"/>
                  </a:lnTo>
                  <a:lnTo>
                    <a:pt x="2444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67"/>
            <p:cNvSpPr/>
            <p:nvPr/>
          </p:nvSpPr>
          <p:spPr>
            <a:xfrm>
              <a:off x="3449550" y="4291525"/>
              <a:ext cx="61125" cy="33625"/>
            </a:xfrm>
            <a:custGeom>
              <a:rect b="b" l="l" r="r" t="t"/>
              <a:pathLst>
                <a:path extrusionOk="0" h="1345" w="2445">
                  <a:moveTo>
                    <a:pt x="1" y="1"/>
                  </a:moveTo>
                  <a:lnTo>
                    <a:pt x="1" y="1345"/>
                  </a:lnTo>
                  <a:lnTo>
                    <a:pt x="2444" y="1345"/>
                  </a:lnTo>
                  <a:lnTo>
                    <a:pt x="2444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67"/>
            <p:cNvSpPr/>
            <p:nvPr/>
          </p:nvSpPr>
          <p:spPr>
            <a:xfrm>
              <a:off x="3468575" y="4580250"/>
              <a:ext cx="23050" cy="139700"/>
            </a:xfrm>
            <a:custGeom>
              <a:rect b="b" l="l" r="r" t="t"/>
              <a:pathLst>
                <a:path extrusionOk="0" h="5588" w="922">
                  <a:moveTo>
                    <a:pt x="1" y="0"/>
                  </a:moveTo>
                  <a:lnTo>
                    <a:pt x="1" y="5588"/>
                  </a:lnTo>
                  <a:lnTo>
                    <a:pt x="922" y="5588"/>
                  </a:lnTo>
                  <a:lnTo>
                    <a:pt x="922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67"/>
            <p:cNvSpPr/>
            <p:nvPr/>
          </p:nvSpPr>
          <p:spPr>
            <a:xfrm>
              <a:off x="3222700" y="4710250"/>
              <a:ext cx="469825" cy="46875"/>
            </a:xfrm>
            <a:custGeom>
              <a:rect b="b" l="l" r="r" t="t"/>
              <a:pathLst>
                <a:path extrusionOk="0" h="1875" w="18793">
                  <a:moveTo>
                    <a:pt x="1546" y="1"/>
                  </a:moveTo>
                  <a:cubicBezTo>
                    <a:pt x="694" y="1"/>
                    <a:pt x="0" y="693"/>
                    <a:pt x="0" y="1546"/>
                  </a:cubicBezTo>
                  <a:cubicBezTo>
                    <a:pt x="0" y="1728"/>
                    <a:pt x="147" y="1874"/>
                    <a:pt x="328" y="1874"/>
                  </a:cubicBezTo>
                  <a:cubicBezTo>
                    <a:pt x="511" y="1874"/>
                    <a:pt x="656" y="1728"/>
                    <a:pt x="656" y="1546"/>
                  </a:cubicBezTo>
                  <a:cubicBezTo>
                    <a:pt x="656" y="1054"/>
                    <a:pt x="1058" y="657"/>
                    <a:pt x="1546" y="657"/>
                  </a:cubicBezTo>
                  <a:lnTo>
                    <a:pt x="17247" y="657"/>
                  </a:lnTo>
                  <a:cubicBezTo>
                    <a:pt x="17739" y="657"/>
                    <a:pt x="18136" y="1054"/>
                    <a:pt x="18136" y="1546"/>
                  </a:cubicBezTo>
                  <a:cubicBezTo>
                    <a:pt x="18136" y="1728"/>
                    <a:pt x="18281" y="1874"/>
                    <a:pt x="18464" y="1874"/>
                  </a:cubicBezTo>
                  <a:cubicBezTo>
                    <a:pt x="18646" y="1874"/>
                    <a:pt x="18792" y="1728"/>
                    <a:pt x="18792" y="1546"/>
                  </a:cubicBezTo>
                  <a:cubicBezTo>
                    <a:pt x="18792" y="693"/>
                    <a:pt x="18099" y="1"/>
                    <a:pt x="17247" y="1"/>
                  </a:cubicBezTo>
                  <a:close/>
                </a:path>
              </a:pathLst>
            </a:custGeom>
            <a:solidFill>
              <a:srgbClr val="5C25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67"/>
            <p:cNvSpPr/>
            <p:nvPr/>
          </p:nvSpPr>
          <p:spPr>
            <a:xfrm>
              <a:off x="3249250" y="4736800"/>
              <a:ext cx="42525" cy="42525"/>
            </a:xfrm>
            <a:custGeom>
              <a:rect b="b" l="l" r="r" t="t"/>
              <a:pathLst>
                <a:path extrusionOk="0" h="1701" w="1701">
                  <a:moveTo>
                    <a:pt x="848" y="1"/>
                  </a:moveTo>
                  <a:cubicBezTo>
                    <a:pt x="383" y="1"/>
                    <a:pt x="0" y="383"/>
                    <a:pt x="0" y="853"/>
                  </a:cubicBezTo>
                  <a:cubicBezTo>
                    <a:pt x="0" y="1318"/>
                    <a:pt x="383" y="1700"/>
                    <a:pt x="848" y="1700"/>
                  </a:cubicBezTo>
                  <a:cubicBezTo>
                    <a:pt x="1317" y="1700"/>
                    <a:pt x="1700" y="1318"/>
                    <a:pt x="1700" y="853"/>
                  </a:cubicBezTo>
                  <a:cubicBezTo>
                    <a:pt x="1700" y="383"/>
                    <a:pt x="1317" y="1"/>
                    <a:pt x="84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67"/>
            <p:cNvSpPr/>
            <p:nvPr/>
          </p:nvSpPr>
          <p:spPr>
            <a:xfrm>
              <a:off x="3620025" y="4736800"/>
              <a:ext cx="42425" cy="42525"/>
            </a:xfrm>
            <a:custGeom>
              <a:rect b="b" l="l" r="r" t="t"/>
              <a:pathLst>
                <a:path extrusionOk="0" h="1701" w="1697">
                  <a:moveTo>
                    <a:pt x="848" y="1"/>
                  </a:moveTo>
                  <a:cubicBezTo>
                    <a:pt x="378" y="1"/>
                    <a:pt x="1" y="383"/>
                    <a:pt x="1" y="853"/>
                  </a:cubicBezTo>
                  <a:cubicBezTo>
                    <a:pt x="1" y="1318"/>
                    <a:pt x="378" y="1700"/>
                    <a:pt x="848" y="1700"/>
                  </a:cubicBezTo>
                  <a:cubicBezTo>
                    <a:pt x="1318" y="1700"/>
                    <a:pt x="1696" y="1318"/>
                    <a:pt x="1696" y="853"/>
                  </a:cubicBezTo>
                  <a:cubicBezTo>
                    <a:pt x="1696" y="383"/>
                    <a:pt x="1318" y="1"/>
                    <a:pt x="84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67"/>
            <p:cNvSpPr/>
            <p:nvPr/>
          </p:nvSpPr>
          <p:spPr>
            <a:xfrm>
              <a:off x="3103525" y="3650950"/>
              <a:ext cx="457375" cy="356075"/>
            </a:xfrm>
            <a:custGeom>
              <a:rect b="b" l="l" r="r" t="t"/>
              <a:pathLst>
                <a:path extrusionOk="0" h="14243" w="18295">
                  <a:moveTo>
                    <a:pt x="328" y="0"/>
                  </a:moveTo>
                  <a:cubicBezTo>
                    <a:pt x="146" y="0"/>
                    <a:pt x="0" y="146"/>
                    <a:pt x="0" y="328"/>
                  </a:cubicBezTo>
                  <a:lnTo>
                    <a:pt x="0" y="13914"/>
                  </a:lnTo>
                  <a:cubicBezTo>
                    <a:pt x="0" y="14097"/>
                    <a:pt x="146" y="14242"/>
                    <a:pt x="328" y="14242"/>
                  </a:cubicBezTo>
                  <a:lnTo>
                    <a:pt x="17966" y="14242"/>
                  </a:lnTo>
                  <a:cubicBezTo>
                    <a:pt x="18149" y="14242"/>
                    <a:pt x="18295" y="14097"/>
                    <a:pt x="18295" y="13914"/>
                  </a:cubicBezTo>
                  <a:lnTo>
                    <a:pt x="18295" y="328"/>
                  </a:lnTo>
                  <a:cubicBezTo>
                    <a:pt x="18295" y="146"/>
                    <a:pt x="18149" y="0"/>
                    <a:pt x="17966" y="0"/>
                  </a:cubicBezTo>
                  <a:close/>
                </a:path>
              </a:pathLst>
            </a:custGeom>
            <a:solidFill>
              <a:srgbClr val="5C25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67"/>
            <p:cNvSpPr/>
            <p:nvPr/>
          </p:nvSpPr>
          <p:spPr>
            <a:xfrm>
              <a:off x="3132575" y="3650950"/>
              <a:ext cx="457500" cy="356075"/>
            </a:xfrm>
            <a:custGeom>
              <a:rect b="b" l="l" r="r" t="t"/>
              <a:pathLst>
                <a:path extrusionOk="0" h="14243" w="18300">
                  <a:moveTo>
                    <a:pt x="329" y="0"/>
                  </a:moveTo>
                  <a:cubicBezTo>
                    <a:pt x="151" y="0"/>
                    <a:pt x="1" y="146"/>
                    <a:pt x="1" y="328"/>
                  </a:cubicBezTo>
                  <a:lnTo>
                    <a:pt x="1" y="13914"/>
                  </a:lnTo>
                  <a:cubicBezTo>
                    <a:pt x="1" y="14097"/>
                    <a:pt x="151" y="14242"/>
                    <a:pt x="329" y="14242"/>
                  </a:cubicBezTo>
                  <a:lnTo>
                    <a:pt x="17972" y="14242"/>
                  </a:lnTo>
                  <a:cubicBezTo>
                    <a:pt x="18149" y="14242"/>
                    <a:pt x="18300" y="14097"/>
                    <a:pt x="18300" y="13914"/>
                  </a:cubicBezTo>
                  <a:lnTo>
                    <a:pt x="18300" y="328"/>
                  </a:lnTo>
                  <a:cubicBezTo>
                    <a:pt x="18300" y="146"/>
                    <a:pt x="18149" y="0"/>
                    <a:pt x="1797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67"/>
            <p:cNvSpPr/>
            <p:nvPr/>
          </p:nvSpPr>
          <p:spPr>
            <a:xfrm>
              <a:off x="3307700" y="4007000"/>
              <a:ext cx="58350" cy="25775"/>
            </a:xfrm>
            <a:custGeom>
              <a:rect b="b" l="l" r="r" t="t"/>
              <a:pathLst>
                <a:path extrusionOk="0" h="1031" w="2334">
                  <a:moveTo>
                    <a:pt x="1" y="0"/>
                  </a:moveTo>
                  <a:lnTo>
                    <a:pt x="1" y="1031"/>
                  </a:lnTo>
                  <a:lnTo>
                    <a:pt x="2334" y="1031"/>
                  </a:lnTo>
                  <a:lnTo>
                    <a:pt x="2334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67"/>
            <p:cNvSpPr/>
            <p:nvPr/>
          </p:nvSpPr>
          <p:spPr>
            <a:xfrm>
              <a:off x="3898150" y="4232600"/>
              <a:ext cx="288750" cy="288875"/>
            </a:xfrm>
            <a:custGeom>
              <a:rect b="b" l="l" r="r" t="t"/>
              <a:pathLst>
                <a:path extrusionOk="0" h="11555" w="11550">
                  <a:moveTo>
                    <a:pt x="5776" y="0"/>
                  </a:moveTo>
                  <a:cubicBezTo>
                    <a:pt x="2585" y="0"/>
                    <a:pt x="0" y="2589"/>
                    <a:pt x="0" y="5780"/>
                  </a:cubicBezTo>
                  <a:cubicBezTo>
                    <a:pt x="0" y="8965"/>
                    <a:pt x="2585" y="11555"/>
                    <a:pt x="5776" y="11555"/>
                  </a:cubicBezTo>
                  <a:cubicBezTo>
                    <a:pt x="8965" y="11555"/>
                    <a:pt x="11550" y="8965"/>
                    <a:pt x="11550" y="5780"/>
                  </a:cubicBezTo>
                  <a:cubicBezTo>
                    <a:pt x="11550" y="2589"/>
                    <a:pt x="8965" y="0"/>
                    <a:pt x="5776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67"/>
            <p:cNvSpPr/>
            <p:nvPr/>
          </p:nvSpPr>
          <p:spPr>
            <a:xfrm>
              <a:off x="3948625" y="4338125"/>
              <a:ext cx="86150" cy="86175"/>
            </a:xfrm>
            <a:custGeom>
              <a:rect b="b" l="l" r="r" t="t"/>
              <a:pathLst>
                <a:path extrusionOk="0" h="3447" w="3446">
                  <a:moveTo>
                    <a:pt x="1723" y="232"/>
                  </a:moveTo>
                  <a:cubicBezTo>
                    <a:pt x="2543" y="232"/>
                    <a:pt x="3214" y="903"/>
                    <a:pt x="3214" y="1723"/>
                  </a:cubicBezTo>
                  <a:cubicBezTo>
                    <a:pt x="3214" y="2548"/>
                    <a:pt x="2543" y="3217"/>
                    <a:pt x="1723" y="3217"/>
                  </a:cubicBezTo>
                  <a:cubicBezTo>
                    <a:pt x="898" y="3217"/>
                    <a:pt x="229" y="2548"/>
                    <a:pt x="229" y="1723"/>
                  </a:cubicBezTo>
                  <a:cubicBezTo>
                    <a:pt x="229" y="903"/>
                    <a:pt x="898" y="232"/>
                    <a:pt x="1723" y="232"/>
                  </a:cubicBezTo>
                  <a:close/>
                  <a:moveTo>
                    <a:pt x="1723" y="0"/>
                  </a:moveTo>
                  <a:cubicBezTo>
                    <a:pt x="770" y="0"/>
                    <a:pt x="0" y="775"/>
                    <a:pt x="0" y="1723"/>
                  </a:cubicBezTo>
                  <a:cubicBezTo>
                    <a:pt x="0" y="2676"/>
                    <a:pt x="770" y="3446"/>
                    <a:pt x="1723" y="3446"/>
                  </a:cubicBezTo>
                  <a:cubicBezTo>
                    <a:pt x="2671" y="3446"/>
                    <a:pt x="3446" y="2676"/>
                    <a:pt x="3446" y="1723"/>
                  </a:cubicBezTo>
                  <a:cubicBezTo>
                    <a:pt x="3446" y="775"/>
                    <a:pt x="2671" y="0"/>
                    <a:pt x="1723" y="0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67"/>
            <p:cNvSpPr/>
            <p:nvPr/>
          </p:nvSpPr>
          <p:spPr>
            <a:xfrm>
              <a:off x="4055375" y="4338125"/>
              <a:ext cx="86175" cy="86175"/>
            </a:xfrm>
            <a:custGeom>
              <a:rect b="b" l="l" r="r" t="t"/>
              <a:pathLst>
                <a:path extrusionOk="0" h="3447" w="3447">
                  <a:moveTo>
                    <a:pt x="1723" y="232"/>
                  </a:moveTo>
                  <a:cubicBezTo>
                    <a:pt x="2544" y="232"/>
                    <a:pt x="3214" y="903"/>
                    <a:pt x="3214" y="1723"/>
                  </a:cubicBezTo>
                  <a:cubicBezTo>
                    <a:pt x="3214" y="2548"/>
                    <a:pt x="2544" y="3217"/>
                    <a:pt x="1723" y="3217"/>
                  </a:cubicBezTo>
                  <a:cubicBezTo>
                    <a:pt x="899" y="3217"/>
                    <a:pt x="229" y="2548"/>
                    <a:pt x="229" y="1723"/>
                  </a:cubicBezTo>
                  <a:cubicBezTo>
                    <a:pt x="229" y="903"/>
                    <a:pt x="899" y="232"/>
                    <a:pt x="1723" y="232"/>
                  </a:cubicBezTo>
                  <a:close/>
                  <a:moveTo>
                    <a:pt x="1723" y="0"/>
                  </a:moveTo>
                  <a:cubicBezTo>
                    <a:pt x="772" y="0"/>
                    <a:pt x="1" y="775"/>
                    <a:pt x="1" y="1723"/>
                  </a:cubicBezTo>
                  <a:cubicBezTo>
                    <a:pt x="1" y="2676"/>
                    <a:pt x="772" y="3446"/>
                    <a:pt x="1723" y="3446"/>
                  </a:cubicBezTo>
                  <a:cubicBezTo>
                    <a:pt x="2672" y="3446"/>
                    <a:pt x="3446" y="2676"/>
                    <a:pt x="3446" y="1723"/>
                  </a:cubicBezTo>
                  <a:cubicBezTo>
                    <a:pt x="3446" y="775"/>
                    <a:pt x="2672" y="0"/>
                    <a:pt x="1723" y="0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67"/>
            <p:cNvSpPr/>
            <p:nvPr/>
          </p:nvSpPr>
          <p:spPr>
            <a:xfrm>
              <a:off x="4031800" y="4382675"/>
              <a:ext cx="26475" cy="5825"/>
            </a:xfrm>
            <a:custGeom>
              <a:rect b="b" l="l" r="r" t="t"/>
              <a:pathLst>
                <a:path extrusionOk="0" h="233" w="1059">
                  <a:moveTo>
                    <a:pt x="1" y="0"/>
                  </a:moveTo>
                  <a:lnTo>
                    <a:pt x="1" y="232"/>
                  </a:lnTo>
                  <a:lnTo>
                    <a:pt x="1058" y="232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67"/>
            <p:cNvSpPr/>
            <p:nvPr/>
          </p:nvSpPr>
          <p:spPr>
            <a:xfrm>
              <a:off x="4858125" y="3884400"/>
              <a:ext cx="288750" cy="288750"/>
            </a:xfrm>
            <a:custGeom>
              <a:rect b="b" l="l" r="r" t="t"/>
              <a:pathLst>
                <a:path extrusionOk="0" h="11550" w="11550">
                  <a:moveTo>
                    <a:pt x="5775" y="0"/>
                  </a:moveTo>
                  <a:cubicBezTo>
                    <a:pt x="2584" y="0"/>
                    <a:pt x="0" y="2585"/>
                    <a:pt x="0" y="5775"/>
                  </a:cubicBezTo>
                  <a:cubicBezTo>
                    <a:pt x="0" y="8966"/>
                    <a:pt x="2584" y="11549"/>
                    <a:pt x="5775" y="11549"/>
                  </a:cubicBezTo>
                  <a:cubicBezTo>
                    <a:pt x="8964" y="11549"/>
                    <a:pt x="11549" y="8966"/>
                    <a:pt x="11549" y="5775"/>
                  </a:cubicBezTo>
                  <a:cubicBezTo>
                    <a:pt x="11549" y="2585"/>
                    <a:pt x="8964" y="0"/>
                    <a:pt x="5775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67"/>
            <p:cNvSpPr/>
            <p:nvPr/>
          </p:nvSpPr>
          <p:spPr>
            <a:xfrm>
              <a:off x="4955075" y="4011775"/>
              <a:ext cx="87650" cy="87675"/>
            </a:xfrm>
            <a:custGeom>
              <a:rect b="b" l="l" r="r" t="t"/>
              <a:pathLst>
                <a:path extrusionOk="0" h="3507" w="3506">
                  <a:moveTo>
                    <a:pt x="3273" y="234"/>
                  </a:moveTo>
                  <a:lnTo>
                    <a:pt x="3273" y="1906"/>
                  </a:lnTo>
                  <a:cubicBezTo>
                    <a:pt x="3273" y="2659"/>
                    <a:pt x="2658" y="3273"/>
                    <a:pt x="1901" y="3273"/>
                  </a:cubicBezTo>
                  <a:lnTo>
                    <a:pt x="1600" y="3273"/>
                  </a:lnTo>
                  <a:cubicBezTo>
                    <a:pt x="843" y="3273"/>
                    <a:pt x="229" y="2659"/>
                    <a:pt x="229" y="1906"/>
                  </a:cubicBezTo>
                  <a:lnTo>
                    <a:pt x="229" y="234"/>
                  </a:lnTo>
                  <a:close/>
                  <a:moveTo>
                    <a:pt x="0" y="1"/>
                  </a:moveTo>
                  <a:lnTo>
                    <a:pt x="0" y="1906"/>
                  </a:lnTo>
                  <a:cubicBezTo>
                    <a:pt x="0" y="2785"/>
                    <a:pt x="717" y="3506"/>
                    <a:pt x="1600" y="3506"/>
                  </a:cubicBezTo>
                  <a:lnTo>
                    <a:pt x="1901" y="3506"/>
                  </a:lnTo>
                  <a:cubicBezTo>
                    <a:pt x="2785" y="3506"/>
                    <a:pt x="3506" y="2785"/>
                    <a:pt x="3506" y="1906"/>
                  </a:cubicBezTo>
                  <a:lnTo>
                    <a:pt x="3506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67"/>
            <p:cNvSpPr/>
            <p:nvPr/>
          </p:nvSpPr>
          <p:spPr>
            <a:xfrm>
              <a:off x="4997025" y="3965750"/>
              <a:ext cx="5800" cy="48925"/>
            </a:xfrm>
            <a:custGeom>
              <a:rect b="b" l="l" r="r" t="t"/>
              <a:pathLst>
                <a:path extrusionOk="0" h="1957" w="232">
                  <a:moveTo>
                    <a:pt x="0" y="1"/>
                  </a:moveTo>
                  <a:lnTo>
                    <a:pt x="0" y="1956"/>
                  </a:lnTo>
                  <a:lnTo>
                    <a:pt x="232" y="1956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67"/>
            <p:cNvSpPr/>
            <p:nvPr/>
          </p:nvSpPr>
          <p:spPr>
            <a:xfrm>
              <a:off x="4997700" y="3967750"/>
              <a:ext cx="49250" cy="34050"/>
            </a:xfrm>
            <a:custGeom>
              <a:rect b="b" l="l" r="r" t="t"/>
              <a:pathLst>
                <a:path extrusionOk="0" h="1362" w="1970">
                  <a:moveTo>
                    <a:pt x="1340" y="230"/>
                  </a:moveTo>
                  <a:cubicBezTo>
                    <a:pt x="1381" y="230"/>
                    <a:pt x="1422" y="236"/>
                    <a:pt x="1463" y="240"/>
                  </a:cubicBezTo>
                  <a:cubicBezTo>
                    <a:pt x="1568" y="258"/>
                    <a:pt x="1741" y="299"/>
                    <a:pt x="1732" y="408"/>
                  </a:cubicBezTo>
                  <a:cubicBezTo>
                    <a:pt x="1709" y="655"/>
                    <a:pt x="1071" y="1101"/>
                    <a:pt x="324" y="1128"/>
                  </a:cubicBezTo>
                  <a:cubicBezTo>
                    <a:pt x="442" y="842"/>
                    <a:pt x="766" y="230"/>
                    <a:pt x="1340" y="230"/>
                  </a:cubicBezTo>
                  <a:close/>
                  <a:moveTo>
                    <a:pt x="1346" y="0"/>
                  </a:moveTo>
                  <a:cubicBezTo>
                    <a:pt x="614" y="0"/>
                    <a:pt x="178" y="775"/>
                    <a:pt x="45" y="1210"/>
                  </a:cubicBezTo>
                  <a:lnTo>
                    <a:pt x="0" y="1357"/>
                  </a:lnTo>
                  <a:lnTo>
                    <a:pt x="150" y="1361"/>
                  </a:lnTo>
                  <a:lnTo>
                    <a:pt x="247" y="1361"/>
                  </a:lnTo>
                  <a:cubicBezTo>
                    <a:pt x="1117" y="1361"/>
                    <a:pt x="1923" y="855"/>
                    <a:pt x="1959" y="427"/>
                  </a:cubicBezTo>
                  <a:cubicBezTo>
                    <a:pt x="1969" y="326"/>
                    <a:pt x="1946" y="76"/>
                    <a:pt x="1500" y="11"/>
                  </a:cubicBezTo>
                  <a:cubicBezTo>
                    <a:pt x="1447" y="4"/>
                    <a:pt x="1396" y="0"/>
                    <a:pt x="1346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67"/>
            <p:cNvSpPr/>
            <p:nvPr/>
          </p:nvSpPr>
          <p:spPr>
            <a:xfrm>
              <a:off x="4949950" y="3936925"/>
              <a:ext cx="53350" cy="32850"/>
            </a:xfrm>
            <a:custGeom>
              <a:rect b="b" l="l" r="r" t="t"/>
              <a:pathLst>
                <a:path extrusionOk="0" h="1314" w="2134">
                  <a:moveTo>
                    <a:pt x="520" y="233"/>
                  </a:moveTo>
                  <a:cubicBezTo>
                    <a:pt x="817" y="233"/>
                    <a:pt x="1400" y="520"/>
                    <a:pt x="1769" y="1040"/>
                  </a:cubicBezTo>
                  <a:cubicBezTo>
                    <a:pt x="1667" y="1058"/>
                    <a:pt x="1523" y="1077"/>
                    <a:pt x="1365" y="1077"/>
                  </a:cubicBezTo>
                  <a:cubicBezTo>
                    <a:pt x="1013" y="1077"/>
                    <a:pt x="591" y="982"/>
                    <a:pt x="402" y="571"/>
                  </a:cubicBezTo>
                  <a:cubicBezTo>
                    <a:pt x="356" y="474"/>
                    <a:pt x="297" y="306"/>
                    <a:pt x="392" y="256"/>
                  </a:cubicBezTo>
                  <a:cubicBezTo>
                    <a:pt x="424" y="238"/>
                    <a:pt x="470" y="233"/>
                    <a:pt x="520" y="233"/>
                  </a:cubicBezTo>
                  <a:close/>
                  <a:moveTo>
                    <a:pt x="523" y="0"/>
                  </a:moveTo>
                  <a:cubicBezTo>
                    <a:pt x="433" y="0"/>
                    <a:pt x="353" y="17"/>
                    <a:pt x="287" y="51"/>
                  </a:cubicBezTo>
                  <a:cubicBezTo>
                    <a:pt x="196" y="101"/>
                    <a:pt x="1" y="256"/>
                    <a:pt x="192" y="666"/>
                  </a:cubicBezTo>
                  <a:cubicBezTo>
                    <a:pt x="424" y="1168"/>
                    <a:pt x="930" y="1313"/>
                    <a:pt x="1386" y="1313"/>
                  </a:cubicBezTo>
                  <a:cubicBezTo>
                    <a:pt x="1614" y="1313"/>
                    <a:pt x="1833" y="1277"/>
                    <a:pt x="1992" y="1227"/>
                  </a:cubicBezTo>
                  <a:lnTo>
                    <a:pt x="2134" y="1185"/>
                  </a:lnTo>
                  <a:lnTo>
                    <a:pt x="2056" y="1058"/>
                  </a:lnTo>
                  <a:cubicBezTo>
                    <a:pt x="1669" y="409"/>
                    <a:pt x="972" y="0"/>
                    <a:pt x="523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67"/>
            <p:cNvSpPr/>
            <p:nvPr/>
          </p:nvSpPr>
          <p:spPr>
            <a:xfrm>
              <a:off x="4379425" y="3892375"/>
              <a:ext cx="288875" cy="288750"/>
            </a:xfrm>
            <a:custGeom>
              <a:rect b="b" l="l" r="r" t="t"/>
              <a:pathLst>
                <a:path extrusionOk="0" h="11550" w="11555">
                  <a:moveTo>
                    <a:pt x="5776" y="1"/>
                  </a:moveTo>
                  <a:cubicBezTo>
                    <a:pt x="2590" y="1"/>
                    <a:pt x="1" y="2584"/>
                    <a:pt x="1" y="5775"/>
                  </a:cubicBezTo>
                  <a:cubicBezTo>
                    <a:pt x="1" y="8966"/>
                    <a:pt x="2590" y="11550"/>
                    <a:pt x="5776" y="11550"/>
                  </a:cubicBezTo>
                  <a:cubicBezTo>
                    <a:pt x="8966" y="11550"/>
                    <a:pt x="11555" y="8966"/>
                    <a:pt x="11555" y="5775"/>
                  </a:cubicBezTo>
                  <a:cubicBezTo>
                    <a:pt x="11555" y="2584"/>
                    <a:pt x="8966" y="1"/>
                    <a:pt x="5776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67"/>
            <p:cNvSpPr/>
            <p:nvPr/>
          </p:nvSpPr>
          <p:spPr>
            <a:xfrm>
              <a:off x="4447675" y="3981825"/>
              <a:ext cx="118100" cy="109850"/>
            </a:xfrm>
            <a:custGeom>
              <a:rect b="b" l="l" r="r" t="t"/>
              <a:pathLst>
                <a:path extrusionOk="0" h="4394" w="4724">
                  <a:moveTo>
                    <a:pt x="3888" y="233"/>
                  </a:moveTo>
                  <a:cubicBezTo>
                    <a:pt x="4222" y="233"/>
                    <a:pt x="4496" y="502"/>
                    <a:pt x="4496" y="839"/>
                  </a:cubicBezTo>
                  <a:lnTo>
                    <a:pt x="4496" y="3556"/>
                  </a:lnTo>
                  <a:cubicBezTo>
                    <a:pt x="4496" y="3893"/>
                    <a:pt x="4222" y="4162"/>
                    <a:pt x="3888" y="4162"/>
                  </a:cubicBezTo>
                  <a:lnTo>
                    <a:pt x="840" y="4162"/>
                  </a:lnTo>
                  <a:cubicBezTo>
                    <a:pt x="507" y="4162"/>
                    <a:pt x="234" y="3893"/>
                    <a:pt x="234" y="3556"/>
                  </a:cubicBezTo>
                  <a:lnTo>
                    <a:pt x="234" y="839"/>
                  </a:lnTo>
                  <a:cubicBezTo>
                    <a:pt x="234" y="502"/>
                    <a:pt x="507" y="233"/>
                    <a:pt x="840" y="233"/>
                  </a:cubicBezTo>
                  <a:close/>
                  <a:moveTo>
                    <a:pt x="840" y="1"/>
                  </a:moveTo>
                  <a:cubicBezTo>
                    <a:pt x="379" y="1"/>
                    <a:pt x="1" y="374"/>
                    <a:pt x="1" y="839"/>
                  </a:cubicBezTo>
                  <a:lnTo>
                    <a:pt x="1" y="3556"/>
                  </a:lnTo>
                  <a:cubicBezTo>
                    <a:pt x="1" y="4021"/>
                    <a:pt x="379" y="4394"/>
                    <a:pt x="840" y="4394"/>
                  </a:cubicBezTo>
                  <a:lnTo>
                    <a:pt x="3888" y="4394"/>
                  </a:lnTo>
                  <a:cubicBezTo>
                    <a:pt x="4349" y="4394"/>
                    <a:pt x="4723" y="4021"/>
                    <a:pt x="4723" y="3556"/>
                  </a:cubicBezTo>
                  <a:lnTo>
                    <a:pt x="4723" y="839"/>
                  </a:lnTo>
                  <a:cubicBezTo>
                    <a:pt x="4723" y="374"/>
                    <a:pt x="4349" y="1"/>
                    <a:pt x="3888" y="1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67"/>
            <p:cNvSpPr/>
            <p:nvPr/>
          </p:nvSpPr>
          <p:spPr>
            <a:xfrm>
              <a:off x="4561175" y="3997800"/>
              <a:ext cx="38875" cy="77925"/>
            </a:xfrm>
            <a:custGeom>
              <a:rect b="b" l="l" r="r" t="t"/>
              <a:pathLst>
                <a:path extrusionOk="0" h="3117" w="1555">
                  <a:moveTo>
                    <a:pt x="1157" y="233"/>
                  </a:moveTo>
                  <a:cubicBezTo>
                    <a:pt x="1187" y="233"/>
                    <a:pt x="1211" y="241"/>
                    <a:pt x="1222" y="246"/>
                  </a:cubicBezTo>
                  <a:cubicBezTo>
                    <a:pt x="1245" y="254"/>
                    <a:pt x="1323" y="296"/>
                    <a:pt x="1323" y="395"/>
                  </a:cubicBezTo>
                  <a:lnTo>
                    <a:pt x="1323" y="2720"/>
                  </a:lnTo>
                  <a:cubicBezTo>
                    <a:pt x="1323" y="2821"/>
                    <a:pt x="1245" y="2862"/>
                    <a:pt x="1222" y="2871"/>
                  </a:cubicBezTo>
                  <a:cubicBezTo>
                    <a:pt x="1211" y="2875"/>
                    <a:pt x="1186" y="2884"/>
                    <a:pt x="1155" y="2884"/>
                  </a:cubicBezTo>
                  <a:cubicBezTo>
                    <a:pt x="1122" y="2884"/>
                    <a:pt x="1082" y="2874"/>
                    <a:pt x="1044" y="2839"/>
                  </a:cubicBezTo>
                  <a:lnTo>
                    <a:pt x="233" y="2023"/>
                  </a:lnTo>
                  <a:lnTo>
                    <a:pt x="233" y="1093"/>
                  </a:lnTo>
                  <a:lnTo>
                    <a:pt x="1044" y="282"/>
                  </a:lnTo>
                  <a:cubicBezTo>
                    <a:pt x="1083" y="244"/>
                    <a:pt x="1124" y="233"/>
                    <a:pt x="1157" y="233"/>
                  </a:cubicBezTo>
                  <a:close/>
                  <a:moveTo>
                    <a:pt x="1159" y="0"/>
                  </a:moveTo>
                  <a:cubicBezTo>
                    <a:pt x="1058" y="0"/>
                    <a:pt x="957" y="41"/>
                    <a:pt x="880" y="118"/>
                  </a:cubicBezTo>
                  <a:lnTo>
                    <a:pt x="0" y="997"/>
                  </a:lnTo>
                  <a:lnTo>
                    <a:pt x="0" y="2124"/>
                  </a:lnTo>
                  <a:lnTo>
                    <a:pt x="880" y="2999"/>
                  </a:lnTo>
                  <a:cubicBezTo>
                    <a:pt x="957" y="3075"/>
                    <a:pt x="1058" y="3117"/>
                    <a:pt x="1159" y="3117"/>
                  </a:cubicBezTo>
                  <a:cubicBezTo>
                    <a:pt x="1208" y="3117"/>
                    <a:pt x="1258" y="3108"/>
                    <a:pt x="1309" y="3085"/>
                  </a:cubicBezTo>
                  <a:cubicBezTo>
                    <a:pt x="1460" y="3026"/>
                    <a:pt x="1555" y="2884"/>
                    <a:pt x="1555" y="2720"/>
                  </a:cubicBezTo>
                  <a:lnTo>
                    <a:pt x="1555" y="395"/>
                  </a:lnTo>
                  <a:cubicBezTo>
                    <a:pt x="1555" y="231"/>
                    <a:pt x="1460" y="95"/>
                    <a:pt x="1309" y="31"/>
                  </a:cubicBezTo>
                  <a:cubicBezTo>
                    <a:pt x="1260" y="10"/>
                    <a:pt x="1210" y="0"/>
                    <a:pt x="1159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67"/>
            <p:cNvSpPr/>
            <p:nvPr/>
          </p:nvSpPr>
          <p:spPr>
            <a:xfrm>
              <a:off x="4464100" y="4027975"/>
              <a:ext cx="33525" cy="33625"/>
            </a:xfrm>
            <a:custGeom>
              <a:rect b="b" l="l" r="r" t="t"/>
              <a:pathLst>
                <a:path extrusionOk="0" h="1345" w="1341">
                  <a:moveTo>
                    <a:pt x="671" y="118"/>
                  </a:moveTo>
                  <a:cubicBezTo>
                    <a:pt x="976" y="118"/>
                    <a:pt x="1226" y="364"/>
                    <a:pt x="1226" y="675"/>
                  </a:cubicBezTo>
                  <a:cubicBezTo>
                    <a:pt x="1226" y="980"/>
                    <a:pt x="976" y="1231"/>
                    <a:pt x="671" y="1231"/>
                  </a:cubicBezTo>
                  <a:cubicBezTo>
                    <a:pt x="366" y="1231"/>
                    <a:pt x="114" y="980"/>
                    <a:pt x="114" y="675"/>
                  </a:cubicBezTo>
                  <a:cubicBezTo>
                    <a:pt x="114" y="364"/>
                    <a:pt x="366" y="118"/>
                    <a:pt x="671" y="118"/>
                  </a:cubicBezTo>
                  <a:close/>
                  <a:moveTo>
                    <a:pt x="671" y="0"/>
                  </a:moveTo>
                  <a:cubicBezTo>
                    <a:pt x="301" y="0"/>
                    <a:pt x="0" y="301"/>
                    <a:pt x="0" y="675"/>
                  </a:cubicBezTo>
                  <a:cubicBezTo>
                    <a:pt x="0" y="1044"/>
                    <a:pt x="301" y="1344"/>
                    <a:pt x="671" y="1344"/>
                  </a:cubicBezTo>
                  <a:cubicBezTo>
                    <a:pt x="1039" y="1344"/>
                    <a:pt x="1340" y="1044"/>
                    <a:pt x="1340" y="675"/>
                  </a:cubicBezTo>
                  <a:cubicBezTo>
                    <a:pt x="1340" y="301"/>
                    <a:pt x="1039" y="0"/>
                    <a:pt x="671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67"/>
            <p:cNvSpPr/>
            <p:nvPr/>
          </p:nvSpPr>
          <p:spPr>
            <a:xfrm>
              <a:off x="4472750" y="4036750"/>
              <a:ext cx="16225" cy="16200"/>
            </a:xfrm>
            <a:custGeom>
              <a:rect b="b" l="l" r="r" t="t"/>
              <a:pathLst>
                <a:path extrusionOk="0" h="648" w="649">
                  <a:moveTo>
                    <a:pt x="325" y="114"/>
                  </a:moveTo>
                  <a:cubicBezTo>
                    <a:pt x="438" y="114"/>
                    <a:pt x="529" y="205"/>
                    <a:pt x="529" y="324"/>
                  </a:cubicBezTo>
                  <a:cubicBezTo>
                    <a:pt x="529" y="438"/>
                    <a:pt x="438" y="529"/>
                    <a:pt x="325" y="529"/>
                  </a:cubicBezTo>
                  <a:cubicBezTo>
                    <a:pt x="211" y="529"/>
                    <a:pt x="115" y="438"/>
                    <a:pt x="115" y="324"/>
                  </a:cubicBezTo>
                  <a:cubicBezTo>
                    <a:pt x="115" y="205"/>
                    <a:pt x="211" y="114"/>
                    <a:pt x="325" y="114"/>
                  </a:cubicBezTo>
                  <a:close/>
                  <a:moveTo>
                    <a:pt x="325" y="0"/>
                  </a:moveTo>
                  <a:cubicBezTo>
                    <a:pt x="146" y="0"/>
                    <a:pt x="1" y="141"/>
                    <a:pt x="1" y="324"/>
                  </a:cubicBezTo>
                  <a:cubicBezTo>
                    <a:pt x="1" y="501"/>
                    <a:pt x="146" y="648"/>
                    <a:pt x="325" y="648"/>
                  </a:cubicBezTo>
                  <a:cubicBezTo>
                    <a:pt x="502" y="648"/>
                    <a:pt x="649" y="501"/>
                    <a:pt x="649" y="324"/>
                  </a:cubicBezTo>
                  <a:cubicBezTo>
                    <a:pt x="649" y="141"/>
                    <a:pt x="502" y="0"/>
                    <a:pt x="325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67"/>
            <p:cNvSpPr/>
            <p:nvPr/>
          </p:nvSpPr>
          <p:spPr>
            <a:xfrm>
              <a:off x="4506950" y="4027975"/>
              <a:ext cx="33525" cy="33625"/>
            </a:xfrm>
            <a:custGeom>
              <a:rect b="b" l="l" r="r" t="t"/>
              <a:pathLst>
                <a:path extrusionOk="0" h="1345" w="1341">
                  <a:moveTo>
                    <a:pt x="670" y="118"/>
                  </a:moveTo>
                  <a:cubicBezTo>
                    <a:pt x="976" y="118"/>
                    <a:pt x="1226" y="364"/>
                    <a:pt x="1226" y="675"/>
                  </a:cubicBezTo>
                  <a:cubicBezTo>
                    <a:pt x="1226" y="980"/>
                    <a:pt x="976" y="1231"/>
                    <a:pt x="670" y="1231"/>
                  </a:cubicBezTo>
                  <a:cubicBezTo>
                    <a:pt x="365" y="1231"/>
                    <a:pt x="114" y="980"/>
                    <a:pt x="114" y="675"/>
                  </a:cubicBezTo>
                  <a:cubicBezTo>
                    <a:pt x="114" y="364"/>
                    <a:pt x="365" y="118"/>
                    <a:pt x="670" y="118"/>
                  </a:cubicBezTo>
                  <a:close/>
                  <a:moveTo>
                    <a:pt x="670" y="0"/>
                  </a:moveTo>
                  <a:cubicBezTo>
                    <a:pt x="301" y="0"/>
                    <a:pt x="0" y="301"/>
                    <a:pt x="0" y="675"/>
                  </a:cubicBezTo>
                  <a:cubicBezTo>
                    <a:pt x="0" y="1044"/>
                    <a:pt x="301" y="1344"/>
                    <a:pt x="670" y="1344"/>
                  </a:cubicBezTo>
                  <a:cubicBezTo>
                    <a:pt x="1039" y="1344"/>
                    <a:pt x="1340" y="1044"/>
                    <a:pt x="1340" y="675"/>
                  </a:cubicBezTo>
                  <a:cubicBezTo>
                    <a:pt x="1340" y="301"/>
                    <a:pt x="1039" y="0"/>
                    <a:pt x="670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67"/>
            <p:cNvSpPr/>
            <p:nvPr/>
          </p:nvSpPr>
          <p:spPr>
            <a:xfrm>
              <a:off x="4515625" y="4036750"/>
              <a:ext cx="16175" cy="16200"/>
            </a:xfrm>
            <a:custGeom>
              <a:rect b="b" l="l" r="r" t="t"/>
              <a:pathLst>
                <a:path extrusionOk="0" h="648" w="647">
                  <a:moveTo>
                    <a:pt x="323" y="114"/>
                  </a:moveTo>
                  <a:cubicBezTo>
                    <a:pt x="438" y="114"/>
                    <a:pt x="533" y="205"/>
                    <a:pt x="533" y="324"/>
                  </a:cubicBezTo>
                  <a:cubicBezTo>
                    <a:pt x="533" y="438"/>
                    <a:pt x="438" y="529"/>
                    <a:pt x="323" y="529"/>
                  </a:cubicBezTo>
                  <a:cubicBezTo>
                    <a:pt x="209" y="529"/>
                    <a:pt x="114" y="438"/>
                    <a:pt x="114" y="324"/>
                  </a:cubicBezTo>
                  <a:cubicBezTo>
                    <a:pt x="114" y="205"/>
                    <a:pt x="209" y="114"/>
                    <a:pt x="323" y="114"/>
                  </a:cubicBezTo>
                  <a:close/>
                  <a:moveTo>
                    <a:pt x="323" y="0"/>
                  </a:moveTo>
                  <a:cubicBezTo>
                    <a:pt x="145" y="0"/>
                    <a:pt x="0" y="141"/>
                    <a:pt x="0" y="324"/>
                  </a:cubicBezTo>
                  <a:cubicBezTo>
                    <a:pt x="0" y="501"/>
                    <a:pt x="145" y="648"/>
                    <a:pt x="323" y="648"/>
                  </a:cubicBezTo>
                  <a:cubicBezTo>
                    <a:pt x="501" y="648"/>
                    <a:pt x="646" y="501"/>
                    <a:pt x="646" y="324"/>
                  </a:cubicBezTo>
                  <a:cubicBezTo>
                    <a:pt x="646" y="141"/>
                    <a:pt x="501" y="0"/>
                    <a:pt x="323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67"/>
            <p:cNvSpPr/>
            <p:nvPr/>
          </p:nvSpPr>
          <p:spPr>
            <a:xfrm>
              <a:off x="4375575" y="4224750"/>
              <a:ext cx="288750" cy="288750"/>
            </a:xfrm>
            <a:custGeom>
              <a:rect b="b" l="l" r="r" t="t"/>
              <a:pathLst>
                <a:path extrusionOk="0" h="11550" w="11550">
                  <a:moveTo>
                    <a:pt x="5775" y="0"/>
                  </a:moveTo>
                  <a:cubicBezTo>
                    <a:pt x="2584" y="0"/>
                    <a:pt x="0" y="2584"/>
                    <a:pt x="0" y="5775"/>
                  </a:cubicBezTo>
                  <a:cubicBezTo>
                    <a:pt x="0" y="8966"/>
                    <a:pt x="2584" y="11549"/>
                    <a:pt x="5775" y="11549"/>
                  </a:cubicBezTo>
                  <a:cubicBezTo>
                    <a:pt x="8966" y="11549"/>
                    <a:pt x="11549" y="8966"/>
                    <a:pt x="11549" y="5775"/>
                  </a:cubicBezTo>
                  <a:cubicBezTo>
                    <a:pt x="11549" y="2584"/>
                    <a:pt x="8966" y="0"/>
                    <a:pt x="5775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67"/>
            <p:cNvSpPr/>
            <p:nvPr/>
          </p:nvSpPr>
          <p:spPr>
            <a:xfrm>
              <a:off x="4455675" y="4304850"/>
              <a:ext cx="128550" cy="128550"/>
            </a:xfrm>
            <a:custGeom>
              <a:rect b="b" l="l" r="r" t="t"/>
              <a:pathLst>
                <a:path extrusionOk="0" h="5142" w="5142">
                  <a:moveTo>
                    <a:pt x="2571" y="228"/>
                  </a:moveTo>
                  <a:cubicBezTo>
                    <a:pt x="3860" y="228"/>
                    <a:pt x="4908" y="1281"/>
                    <a:pt x="4908" y="2571"/>
                  </a:cubicBezTo>
                  <a:cubicBezTo>
                    <a:pt x="4908" y="3860"/>
                    <a:pt x="3860" y="4909"/>
                    <a:pt x="2571" y="4909"/>
                  </a:cubicBezTo>
                  <a:cubicBezTo>
                    <a:pt x="1281" y="4909"/>
                    <a:pt x="232" y="3860"/>
                    <a:pt x="232" y="2571"/>
                  </a:cubicBezTo>
                  <a:cubicBezTo>
                    <a:pt x="232" y="1281"/>
                    <a:pt x="1281" y="228"/>
                    <a:pt x="2571" y="228"/>
                  </a:cubicBezTo>
                  <a:close/>
                  <a:moveTo>
                    <a:pt x="2571" y="0"/>
                  </a:moveTo>
                  <a:cubicBezTo>
                    <a:pt x="1153" y="0"/>
                    <a:pt x="0" y="1153"/>
                    <a:pt x="0" y="2571"/>
                  </a:cubicBezTo>
                  <a:cubicBezTo>
                    <a:pt x="0" y="3988"/>
                    <a:pt x="1153" y="5141"/>
                    <a:pt x="2571" y="5141"/>
                  </a:cubicBezTo>
                  <a:cubicBezTo>
                    <a:pt x="3988" y="5141"/>
                    <a:pt x="5141" y="3988"/>
                    <a:pt x="5141" y="2571"/>
                  </a:cubicBezTo>
                  <a:cubicBezTo>
                    <a:pt x="5141" y="1153"/>
                    <a:pt x="3988" y="0"/>
                    <a:pt x="2571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67"/>
            <p:cNvSpPr/>
            <p:nvPr/>
          </p:nvSpPr>
          <p:spPr>
            <a:xfrm>
              <a:off x="4514000" y="4333450"/>
              <a:ext cx="5750" cy="41725"/>
            </a:xfrm>
            <a:custGeom>
              <a:rect b="b" l="l" r="r" t="t"/>
              <a:pathLst>
                <a:path extrusionOk="0" h="1669" w="230">
                  <a:moveTo>
                    <a:pt x="0" y="0"/>
                  </a:moveTo>
                  <a:lnTo>
                    <a:pt x="0" y="1669"/>
                  </a:lnTo>
                  <a:lnTo>
                    <a:pt x="229" y="166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67"/>
            <p:cNvSpPr/>
            <p:nvPr/>
          </p:nvSpPr>
          <p:spPr>
            <a:xfrm>
              <a:off x="4516850" y="4372300"/>
              <a:ext cx="35825" cy="5725"/>
            </a:xfrm>
            <a:custGeom>
              <a:rect b="b" l="l" r="r" t="t"/>
              <a:pathLst>
                <a:path extrusionOk="0" h="229" w="1433">
                  <a:moveTo>
                    <a:pt x="0" y="1"/>
                  </a:moveTo>
                  <a:lnTo>
                    <a:pt x="0" y="228"/>
                  </a:lnTo>
                  <a:lnTo>
                    <a:pt x="1432" y="228"/>
                  </a:lnTo>
                  <a:lnTo>
                    <a:pt x="1432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67"/>
            <p:cNvSpPr/>
            <p:nvPr/>
          </p:nvSpPr>
          <p:spPr>
            <a:xfrm>
              <a:off x="3900875" y="3900350"/>
              <a:ext cx="288775" cy="288775"/>
            </a:xfrm>
            <a:custGeom>
              <a:rect b="b" l="l" r="r" t="t"/>
              <a:pathLst>
                <a:path extrusionOk="0" h="11551" w="11551">
                  <a:moveTo>
                    <a:pt x="5776" y="0"/>
                  </a:moveTo>
                  <a:cubicBezTo>
                    <a:pt x="2585" y="0"/>
                    <a:pt x="0" y="2585"/>
                    <a:pt x="0" y="5776"/>
                  </a:cubicBezTo>
                  <a:cubicBezTo>
                    <a:pt x="0" y="8965"/>
                    <a:pt x="2585" y="11550"/>
                    <a:pt x="5776" y="11550"/>
                  </a:cubicBezTo>
                  <a:cubicBezTo>
                    <a:pt x="8966" y="11550"/>
                    <a:pt x="11550" y="8965"/>
                    <a:pt x="11550" y="5776"/>
                  </a:cubicBezTo>
                  <a:cubicBezTo>
                    <a:pt x="11550" y="2585"/>
                    <a:pt x="8966" y="0"/>
                    <a:pt x="5776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67"/>
            <p:cNvSpPr/>
            <p:nvPr/>
          </p:nvSpPr>
          <p:spPr>
            <a:xfrm>
              <a:off x="4017450" y="4021125"/>
              <a:ext cx="55625" cy="13475"/>
            </a:xfrm>
            <a:custGeom>
              <a:rect b="b" l="l" r="r" t="t"/>
              <a:pathLst>
                <a:path extrusionOk="0" h="539" w="2225">
                  <a:moveTo>
                    <a:pt x="1992" y="160"/>
                  </a:moveTo>
                  <a:cubicBezTo>
                    <a:pt x="1915" y="224"/>
                    <a:pt x="1856" y="293"/>
                    <a:pt x="1818" y="375"/>
                  </a:cubicBezTo>
                  <a:lnTo>
                    <a:pt x="406" y="375"/>
                  </a:lnTo>
                  <a:cubicBezTo>
                    <a:pt x="369" y="293"/>
                    <a:pt x="310" y="224"/>
                    <a:pt x="232" y="160"/>
                  </a:cubicBezTo>
                  <a:close/>
                  <a:moveTo>
                    <a:pt x="150" y="1"/>
                  </a:moveTo>
                  <a:cubicBezTo>
                    <a:pt x="87" y="1"/>
                    <a:pt x="37" y="42"/>
                    <a:pt x="19" y="101"/>
                  </a:cubicBezTo>
                  <a:cubicBezTo>
                    <a:pt x="0" y="160"/>
                    <a:pt x="28" y="224"/>
                    <a:pt x="82" y="256"/>
                  </a:cubicBezTo>
                  <a:cubicBezTo>
                    <a:pt x="183" y="316"/>
                    <a:pt x="247" y="392"/>
                    <a:pt x="274" y="480"/>
                  </a:cubicBezTo>
                  <a:lnTo>
                    <a:pt x="293" y="539"/>
                  </a:lnTo>
                  <a:lnTo>
                    <a:pt x="1938" y="539"/>
                  </a:lnTo>
                  <a:lnTo>
                    <a:pt x="1951" y="480"/>
                  </a:lnTo>
                  <a:cubicBezTo>
                    <a:pt x="1978" y="392"/>
                    <a:pt x="2047" y="316"/>
                    <a:pt x="2147" y="256"/>
                  </a:cubicBezTo>
                  <a:cubicBezTo>
                    <a:pt x="2201" y="224"/>
                    <a:pt x="2224" y="160"/>
                    <a:pt x="2207" y="101"/>
                  </a:cubicBezTo>
                  <a:cubicBezTo>
                    <a:pt x="2193" y="42"/>
                    <a:pt x="2138" y="1"/>
                    <a:pt x="2074" y="1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67"/>
            <p:cNvSpPr/>
            <p:nvPr/>
          </p:nvSpPr>
          <p:spPr>
            <a:xfrm>
              <a:off x="4023500" y="4030475"/>
              <a:ext cx="43525" cy="7875"/>
            </a:xfrm>
            <a:custGeom>
              <a:rect b="b" l="l" r="r" t="t"/>
              <a:pathLst>
                <a:path extrusionOk="0" h="315" w="1741">
                  <a:moveTo>
                    <a:pt x="0" y="1"/>
                  </a:moveTo>
                  <a:lnTo>
                    <a:pt x="32" y="106"/>
                  </a:lnTo>
                  <a:cubicBezTo>
                    <a:pt x="41" y="146"/>
                    <a:pt x="45" y="188"/>
                    <a:pt x="45" y="233"/>
                  </a:cubicBezTo>
                  <a:lnTo>
                    <a:pt x="41" y="315"/>
                  </a:lnTo>
                  <a:lnTo>
                    <a:pt x="1700" y="315"/>
                  </a:lnTo>
                  <a:lnTo>
                    <a:pt x="1696" y="233"/>
                  </a:lnTo>
                  <a:cubicBezTo>
                    <a:pt x="1696" y="188"/>
                    <a:pt x="1700" y="146"/>
                    <a:pt x="1709" y="106"/>
                  </a:cubicBezTo>
                  <a:lnTo>
                    <a:pt x="1740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67"/>
            <p:cNvSpPr/>
            <p:nvPr/>
          </p:nvSpPr>
          <p:spPr>
            <a:xfrm>
              <a:off x="3984050" y="4034325"/>
              <a:ext cx="122525" cy="83125"/>
            </a:xfrm>
            <a:custGeom>
              <a:rect b="b" l="l" r="r" t="t"/>
              <a:pathLst>
                <a:path extrusionOk="0" h="3325" w="4901">
                  <a:moveTo>
                    <a:pt x="3123" y="161"/>
                  </a:moveTo>
                  <a:cubicBezTo>
                    <a:pt x="3146" y="284"/>
                    <a:pt x="3200" y="421"/>
                    <a:pt x="3297" y="562"/>
                  </a:cubicBezTo>
                  <a:cubicBezTo>
                    <a:pt x="3356" y="653"/>
                    <a:pt x="3438" y="762"/>
                    <a:pt x="3529" y="882"/>
                  </a:cubicBezTo>
                  <a:cubicBezTo>
                    <a:pt x="3985" y="1501"/>
                    <a:pt x="4673" y="2426"/>
                    <a:pt x="4052" y="3160"/>
                  </a:cubicBezTo>
                  <a:lnTo>
                    <a:pt x="844" y="3160"/>
                  </a:lnTo>
                  <a:cubicBezTo>
                    <a:pt x="224" y="2426"/>
                    <a:pt x="912" y="1501"/>
                    <a:pt x="1373" y="882"/>
                  </a:cubicBezTo>
                  <a:cubicBezTo>
                    <a:pt x="1459" y="762"/>
                    <a:pt x="1541" y="653"/>
                    <a:pt x="1606" y="562"/>
                  </a:cubicBezTo>
                  <a:cubicBezTo>
                    <a:pt x="1696" y="421"/>
                    <a:pt x="1755" y="284"/>
                    <a:pt x="1774" y="161"/>
                  </a:cubicBezTo>
                  <a:close/>
                  <a:moveTo>
                    <a:pt x="1629" y="1"/>
                  </a:moveTo>
                  <a:lnTo>
                    <a:pt x="1623" y="79"/>
                  </a:lnTo>
                  <a:cubicBezTo>
                    <a:pt x="1619" y="192"/>
                    <a:pt x="1564" y="325"/>
                    <a:pt x="1469" y="471"/>
                  </a:cubicBezTo>
                  <a:cubicBezTo>
                    <a:pt x="1410" y="562"/>
                    <a:pt x="1328" y="671"/>
                    <a:pt x="1240" y="785"/>
                  </a:cubicBezTo>
                  <a:cubicBezTo>
                    <a:pt x="748" y="1456"/>
                    <a:pt x="1" y="2462"/>
                    <a:pt x="748" y="3297"/>
                  </a:cubicBezTo>
                  <a:lnTo>
                    <a:pt x="771" y="3324"/>
                  </a:lnTo>
                  <a:lnTo>
                    <a:pt x="4126" y="3324"/>
                  </a:lnTo>
                  <a:lnTo>
                    <a:pt x="4149" y="3297"/>
                  </a:lnTo>
                  <a:cubicBezTo>
                    <a:pt x="4900" y="2462"/>
                    <a:pt x="4153" y="1450"/>
                    <a:pt x="3656" y="785"/>
                  </a:cubicBezTo>
                  <a:cubicBezTo>
                    <a:pt x="3570" y="671"/>
                    <a:pt x="3492" y="562"/>
                    <a:pt x="3433" y="471"/>
                  </a:cubicBezTo>
                  <a:cubicBezTo>
                    <a:pt x="3333" y="325"/>
                    <a:pt x="3282" y="192"/>
                    <a:pt x="3274" y="79"/>
                  </a:cubicBezTo>
                  <a:lnTo>
                    <a:pt x="3269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67"/>
            <p:cNvSpPr/>
            <p:nvPr/>
          </p:nvSpPr>
          <p:spPr>
            <a:xfrm>
              <a:off x="3999675" y="4113300"/>
              <a:ext cx="91175" cy="5725"/>
            </a:xfrm>
            <a:custGeom>
              <a:rect b="b" l="l" r="r" t="t"/>
              <a:pathLst>
                <a:path extrusionOk="0" h="229" w="3647">
                  <a:moveTo>
                    <a:pt x="0" y="1"/>
                  </a:moveTo>
                  <a:lnTo>
                    <a:pt x="123" y="138"/>
                  </a:lnTo>
                  <a:cubicBezTo>
                    <a:pt x="142" y="161"/>
                    <a:pt x="165" y="184"/>
                    <a:pt x="187" y="201"/>
                  </a:cubicBezTo>
                  <a:lnTo>
                    <a:pt x="210" y="229"/>
                  </a:lnTo>
                  <a:lnTo>
                    <a:pt x="3437" y="229"/>
                  </a:lnTo>
                  <a:lnTo>
                    <a:pt x="3465" y="201"/>
                  </a:lnTo>
                  <a:cubicBezTo>
                    <a:pt x="3482" y="184"/>
                    <a:pt x="3505" y="161"/>
                    <a:pt x="3524" y="138"/>
                  </a:cubicBezTo>
                  <a:lnTo>
                    <a:pt x="3646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67"/>
            <p:cNvSpPr/>
            <p:nvPr/>
          </p:nvSpPr>
          <p:spPr>
            <a:xfrm>
              <a:off x="4000825" y="4114900"/>
              <a:ext cx="88900" cy="14375"/>
            </a:xfrm>
            <a:custGeom>
              <a:rect b="b" l="l" r="r" t="t"/>
              <a:pathLst>
                <a:path extrusionOk="0" h="575" w="3556">
                  <a:moveTo>
                    <a:pt x="3140" y="165"/>
                  </a:moveTo>
                  <a:cubicBezTo>
                    <a:pt x="3026" y="251"/>
                    <a:pt x="2889" y="333"/>
                    <a:pt x="2735" y="411"/>
                  </a:cubicBezTo>
                  <a:lnTo>
                    <a:pt x="825" y="411"/>
                  </a:lnTo>
                  <a:cubicBezTo>
                    <a:pt x="670" y="333"/>
                    <a:pt x="529" y="251"/>
                    <a:pt x="415" y="165"/>
                  </a:cubicBezTo>
                  <a:close/>
                  <a:moveTo>
                    <a:pt x="0" y="0"/>
                  </a:moveTo>
                  <a:lnTo>
                    <a:pt x="141" y="137"/>
                  </a:lnTo>
                  <a:cubicBezTo>
                    <a:pt x="301" y="297"/>
                    <a:pt x="510" y="438"/>
                    <a:pt x="770" y="566"/>
                  </a:cubicBezTo>
                  <a:lnTo>
                    <a:pt x="2771" y="575"/>
                  </a:lnTo>
                  <a:lnTo>
                    <a:pt x="2784" y="566"/>
                  </a:lnTo>
                  <a:cubicBezTo>
                    <a:pt x="3045" y="438"/>
                    <a:pt x="3259" y="297"/>
                    <a:pt x="3413" y="137"/>
                  </a:cubicBezTo>
                  <a:lnTo>
                    <a:pt x="3555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67"/>
            <p:cNvSpPr/>
            <p:nvPr/>
          </p:nvSpPr>
          <p:spPr>
            <a:xfrm>
              <a:off x="3984050" y="4034325"/>
              <a:ext cx="122525" cy="83125"/>
            </a:xfrm>
            <a:custGeom>
              <a:rect b="b" l="l" r="r" t="t"/>
              <a:pathLst>
                <a:path extrusionOk="0" h="3325" w="4901">
                  <a:moveTo>
                    <a:pt x="3123" y="161"/>
                  </a:moveTo>
                  <a:cubicBezTo>
                    <a:pt x="3146" y="284"/>
                    <a:pt x="3200" y="421"/>
                    <a:pt x="3297" y="562"/>
                  </a:cubicBezTo>
                  <a:cubicBezTo>
                    <a:pt x="3356" y="653"/>
                    <a:pt x="3438" y="762"/>
                    <a:pt x="3529" y="882"/>
                  </a:cubicBezTo>
                  <a:cubicBezTo>
                    <a:pt x="3985" y="1501"/>
                    <a:pt x="4673" y="2426"/>
                    <a:pt x="4052" y="3160"/>
                  </a:cubicBezTo>
                  <a:lnTo>
                    <a:pt x="844" y="3160"/>
                  </a:lnTo>
                  <a:cubicBezTo>
                    <a:pt x="224" y="2426"/>
                    <a:pt x="912" y="1501"/>
                    <a:pt x="1373" y="882"/>
                  </a:cubicBezTo>
                  <a:cubicBezTo>
                    <a:pt x="1459" y="762"/>
                    <a:pt x="1541" y="653"/>
                    <a:pt x="1606" y="562"/>
                  </a:cubicBezTo>
                  <a:cubicBezTo>
                    <a:pt x="1696" y="421"/>
                    <a:pt x="1755" y="284"/>
                    <a:pt x="1774" y="161"/>
                  </a:cubicBezTo>
                  <a:close/>
                  <a:moveTo>
                    <a:pt x="1629" y="1"/>
                  </a:moveTo>
                  <a:lnTo>
                    <a:pt x="1623" y="79"/>
                  </a:lnTo>
                  <a:cubicBezTo>
                    <a:pt x="1619" y="192"/>
                    <a:pt x="1564" y="325"/>
                    <a:pt x="1469" y="471"/>
                  </a:cubicBezTo>
                  <a:cubicBezTo>
                    <a:pt x="1410" y="562"/>
                    <a:pt x="1328" y="671"/>
                    <a:pt x="1240" y="785"/>
                  </a:cubicBezTo>
                  <a:cubicBezTo>
                    <a:pt x="748" y="1456"/>
                    <a:pt x="1" y="2462"/>
                    <a:pt x="748" y="3297"/>
                  </a:cubicBezTo>
                  <a:lnTo>
                    <a:pt x="771" y="3324"/>
                  </a:lnTo>
                  <a:lnTo>
                    <a:pt x="4126" y="3324"/>
                  </a:lnTo>
                  <a:lnTo>
                    <a:pt x="4149" y="3297"/>
                  </a:lnTo>
                  <a:cubicBezTo>
                    <a:pt x="4900" y="2462"/>
                    <a:pt x="4153" y="1450"/>
                    <a:pt x="3656" y="785"/>
                  </a:cubicBezTo>
                  <a:cubicBezTo>
                    <a:pt x="3570" y="671"/>
                    <a:pt x="3492" y="562"/>
                    <a:pt x="3433" y="471"/>
                  </a:cubicBezTo>
                  <a:cubicBezTo>
                    <a:pt x="3333" y="325"/>
                    <a:pt x="3282" y="192"/>
                    <a:pt x="3274" y="79"/>
                  </a:cubicBezTo>
                  <a:lnTo>
                    <a:pt x="3269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67"/>
            <p:cNvSpPr/>
            <p:nvPr/>
          </p:nvSpPr>
          <p:spPr>
            <a:xfrm>
              <a:off x="3985325" y="4052475"/>
              <a:ext cx="119875" cy="49575"/>
            </a:xfrm>
            <a:custGeom>
              <a:rect b="b" l="l" r="r" t="t"/>
              <a:pathLst>
                <a:path extrusionOk="0" h="1983" w="4795">
                  <a:moveTo>
                    <a:pt x="4285" y="228"/>
                  </a:moveTo>
                  <a:lnTo>
                    <a:pt x="4567" y="511"/>
                  </a:lnTo>
                  <a:lnTo>
                    <a:pt x="3341" y="1742"/>
                  </a:lnTo>
                  <a:lnTo>
                    <a:pt x="3328" y="1727"/>
                  </a:lnTo>
                  <a:lnTo>
                    <a:pt x="3067" y="1468"/>
                  </a:lnTo>
                  <a:lnTo>
                    <a:pt x="2398" y="798"/>
                  </a:lnTo>
                  <a:lnTo>
                    <a:pt x="1468" y="1727"/>
                  </a:lnTo>
                  <a:lnTo>
                    <a:pt x="1454" y="1742"/>
                  </a:lnTo>
                  <a:lnTo>
                    <a:pt x="1185" y="1468"/>
                  </a:lnTo>
                  <a:lnTo>
                    <a:pt x="228" y="511"/>
                  </a:lnTo>
                  <a:lnTo>
                    <a:pt x="515" y="228"/>
                  </a:lnTo>
                  <a:lnTo>
                    <a:pt x="1454" y="1172"/>
                  </a:lnTo>
                  <a:lnTo>
                    <a:pt x="2398" y="228"/>
                  </a:lnTo>
                  <a:lnTo>
                    <a:pt x="3341" y="1172"/>
                  </a:lnTo>
                  <a:lnTo>
                    <a:pt x="4285" y="228"/>
                  </a:lnTo>
                  <a:close/>
                  <a:moveTo>
                    <a:pt x="515" y="0"/>
                  </a:moveTo>
                  <a:lnTo>
                    <a:pt x="0" y="511"/>
                  </a:lnTo>
                  <a:lnTo>
                    <a:pt x="930" y="1441"/>
                  </a:lnTo>
                  <a:lnTo>
                    <a:pt x="930" y="1445"/>
                  </a:lnTo>
                  <a:lnTo>
                    <a:pt x="1395" y="1910"/>
                  </a:lnTo>
                  <a:lnTo>
                    <a:pt x="1445" y="1982"/>
                  </a:lnTo>
                  <a:lnTo>
                    <a:pt x="2398" y="1025"/>
                  </a:lnTo>
                  <a:lnTo>
                    <a:pt x="2817" y="1441"/>
                  </a:lnTo>
                  <a:lnTo>
                    <a:pt x="2812" y="1445"/>
                  </a:lnTo>
                  <a:lnTo>
                    <a:pt x="3355" y="1978"/>
                  </a:lnTo>
                  <a:lnTo>
                    <a:pt x="3400" y="1910"/>
                  </a:lnTo>
                  <a:lnTo>
                    <a:pt x="4794" y="511"/>
                  </a:lnTo>
                  <a:lnTo>
                    <a:pt x="4285" y="0"/>
                  </a:lnTo>
                  <a:lnTo>
                    <a:pt x="3341" y="943"/>
                  </a:lnTo>
                  <a:lnTo>
                    <a:pt x="2457" y="55"/>
                  </a:lnTo>
                  <a:lnTo>
                    <a:pt x="2430" y="32"/>
                  </a:lnTo>
                  <a:lnTo>
                    <a:pt x="2365" y="32"/>
                  </a:lnTo>
                  <a:lnTo>
                    <a:pt x="1454" y="943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67"/>
            <p:cNvSpPr/>
            <p:nvPr/>
          </p:nvSpPr>
          <p:spPr>
            <a:xfrm>
              <a:off x="4046725" y="3975675"/>
              <a:ext cx="20300" cy="49475"/>
            </a:xfrm>
            <a:custGeom>
              <a:rect b="b" l="l" r="r" t="t"/>
              <a:pathLst>
                <a:path extrusionOk="0" h="1979" w="812">
                  <a:moveTo>
                    <a:pt x="548" y="1"/>
                  </a:moveTo>
                  <a:lnTo>
                    <a:pt x="1" y="1978"/>
                  </a:lnTo>
                  <a:lnTo>
                    <a:pt x="265" y="1978"/>
                  </a:lnTo>
                  <a:lnTo>
                    <a:pt x="811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67"/>
            <p:cNvSpPr/>
            <p:nvPr/>
          </p:nvSpPr>
          <p:spPr>
            <a:xfrm>
              <a:off x="4039325" y="3985125"/>
              <a:ext cx="6400" cy="40025"/>
            </a:xfrm>
            <a:custGeom>
              <a:rect b="b" l="l" r="r" t="t"/>
              <a:pathLst>
                <a:path extrusionOk="0" h="1601" w="256">
                  <a:moveTo>
                    <a:pt x="1" y="0"/>
                  </a:moveTo>
                  <a:lnTo>
                    <a:pt x="1" y="1600"/>
                  </a:lnTo>
                  <a:lnTo>
                    <a:pt x="255" y="1600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67"/>
            <p:cNvSpPr/>
            <p:nvPr/>
          </p:nvSpPr>
          <p:spPr>
            <a:xfrm>
              <a:off x="4032950" y="3969525"/>
              <a:ext cx="19275" cy="19275"/>
            </a:xfrm>
            <a:custGeom>
              <a:rect b="b" l="l" r="r" t="t"/>
              <a:pathLst>
                <a:path extrusionOk="0" h="771" w="771">
                  <a:moveTo>
                    <a:pt x="384" y="159"/>
                  </a:moveTo>
                  <a:cubicBezTo>
                    <a:pt x="506" y="159"/>
                    <a:pt x="607" y="260"/>
                    <a:pt x="607" y="383"/>
                  </a:cubicBezTo>
                  <a:cubicBezTo>
                    <a:pt x="607" y="506"/>
                    <a:pt x="506" y="611"/>
                    <a:pt x="384" y="611"/>
                  </a:cubicBezTo>
                  <a:cubicBezTo>
                    <a:pt x="260" y="611"/>
                    <a:pt x="159" y="506"/>
                    <a:pt x="159" y="383"/>
                  </a:cubicBezTo>
                  <a:cubicBezTo>
                    <a:pt x="159" y="260"/>
                    <a:pt x="260" y="159"/>
                    <a:pt x="384" y="159"/>
                  </a:cubicBezTo>
                  <a:close/>
                  <a:moveTo>
                    <a:pt x="384" y="1"/>
                  </a:moveTo>
                  <a:cubicBezTo>
                    <a:pt x="169" y="1"/>
                    <a:pt x="1" y="173"/>
                    <a:pt x="1" y="383"/>
                  </a:cubicBezTo>
                  <a:cubicBezTo>
                    <a:pt x="1" y="597"/>
                    <a:pt x="169" y="771"/>
                    <a:pt x="384" y="771"/>
                  </a:cubicBezTo>
                  <a:cubicBezTo>
                    <a:pt x="597" y="771"/>
                    <a:pt x="771" y="597"/>
                    <a:pt x="771" y="383"/>
                  </a:cubicBezTo>
                  <a:cubicBezTo>
                    <a:pt x="771" y="173"/>
                    <a:pt x="597" y="1"/>
                    <a:pt x="384" y="1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67"/>
            <p:cNvSpPr/>
            <p:nvPr/>
          </p:nvSpPr>
          <p:spPr>
            <a:xfrm>
              <a:off x="4054700" y="3960175"/>
              <a:ext cx="19300" cy="19275"/>
            </a:xfrm>
            <a:custGeom>
              <a:rect b="b" l="l" r="r" t="t"/>
              <a:pathLst>
                <a:path extrusionOk="0" h="771" w="772">
                  <a:moveTo>
                    <a:pt x="383" y="160"/>
                  </a:moveTo>
                  <a:cubicBezTo>
                    <a:pt x="511" y="160"/>
                    <a:pt x="612" y="260"/>
                    <a:pt x="612" y="383"/>
                  </a:cubicBezTo>
                  <a:cubicBezTo>
                    <a:pt x="612" y="506"/>
                    <a:pt x="511" y="611"/>
                    <a:pt x="383" y="611"/>
                  </a:cubicBezTo>
                  <a:cubicBezTo>
                    <a:pt x="261" y="611"/>
                    <a:pt x="160" y="506"/>
                    <a:pt x="160" y="383"/>
                  </a:cubicBezTo>
                  <a:cubicBezTo>
                    <a:pt x="160" y="260"/>
                    <a:pt x="261" y="160"/>
                    <a:pt x="383" y="160"/>
                  </a:cubicBezTo>
                  <a:close/>
                  <a:moveTo>
                    <a:pt x="383" y="0"/>
                  </a:moveTo>
                  <a:cubicBezTo>
                    <a:pt x="174" y="0"/>
                    <a:pt x="0" y="173"/>
                    <a:pt x="0" y="383"/>
                  </a:cubicBezTo>
                  <a:cubicBezTo>
                    <a:pt x="0" y="598"/>
                    <a:pt x="174" y="771"/>
                    <a:pt x="383" y="771"/>
                  </a:cubicBezTo>
                  <a:cubicBezTo>
                    <a:pt x="598" y="771"/>
                    <a:pt x="771" y="598"/>
                    <a:pt x="771" y="383"/>
                  </a:cubicBezTo>
                  <a:cubicBezTo>
                    <a:pt x="771" y="173"/>
                    <a:pt x="598" y="0"/>
                    <a:pt x="383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67"/>
            <p:cNvSpPr/>
            <p:nvPr/>
          </p:nvSpPr>
          <p:spPr>
            <a:xfrm>
              <a:off x="4922600" y="4379025"/>
              <a:ext cx="144275" cy="23400"/>
            </a:xfrm>
            <a:custGeom>
              <a:rect b="b" l="l" r="r" t="t"/>
              <a:pathLst>
                <a:path extrusionOk="0" h="936" w="5771">
                  <a:moveTo>
                    <a:pt x="5538" y="233"/>
                  </a:moveTo>
                  <a:lnTo>
                    <a:pt x="5538" y="702"/>
                  </a:lnTo>
                  <a:lnTo>
                    <a:pt x="293" y="702"/>
                  </a:lnTo>
                  <a:cubicBezTo>
                    <a:pt x="310" y="611"/>
                    <a:pt x="338" y="466"/>
                    <a:pt x="379" y="233"/>
                  </a:cubicBezTo>
                  <a:close/>
                  <a:moveTo>
                    <a:pt x="183" y="1"/>
                  </a:moveTo>
                  <a:lnTo>
                    <a:pt x="169" y="96"/>
                  </a:lnTo>
                  <a:cubicBezTo>
                    <a:pt x="64" y="698"/>
                    <a:pt x="41" y="784"/>
                    <a:pt x="41" y="788"/>
                  </a:cubicBezTo>
                  <a:lnTo>
                    <a:pt x="1" y="935"/>
                  </a:lnTo>
                  <a:lnTo>
                    <a:pt x="5771" y="935"/>
                  </a:lnTo>
                  <a:lnTo>
                    <a:pt x="5771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67"/>
            <p:cNvSpPr/>
            <p:nvPr/>
          </p:nvSpPr>
          <p:spPr>
            <a:xfrm>
              <a:off x="4926125" y="4315325"/>
              <a:ext cx="140750" cy="69525"/>
            </a:xfrm>
            <a:custGeom>
              <a:rect b="b" l="l" r="r" t="t"/>
              <a:pathLst>
                <a:path extrusionOk="0" h="2781" w="5630">
                  <a:moveTo>
                    <a:pt x="5397" y="233"/>
                  </a:moveTo>
                  <a:lnTo>
                    <a:pt x="5397" y="2549"/>
                  </a:lnTo>
                  <a:lnTo>
                    <a:pt x="297" y="2549"/>
                  </a:lnTo>
                  <a:cubicBezTo>
                    <a:pt x="566" y="2070"/>
                    <a:pt x="2188" y="1914"/>
                    <a:pt x="3082" y="1828"/>
                  </a:cubicBezTo>
                  <a:lnTo>
                    <a:pt x="3215" y="1815"/>
                  </a:lnTo>
                  <a:cubicBezTo>
                    <a:pt x="3520" y="1788"/>
                    <a:pt x="3770" y="1660"/>
                    <a:pt x="3947" y="1436"/>
                  </a:cubicBezTo>
                  <a:cubicBezTo>
                    <a:pt x="4262" y="1049"/>
                    <a:pt x="4290" y="484"/>
                    <a:pt x="4281" y="233"/>
                  </a:cubicBezTo>
                  <a:close/>
                  <a:moveTo>
                    <a:pt x="4029" y="0"/>
                  </a:moveTo>
                  <a:lnTo>
                    <a:pt x="4044" y="128"/>
                  </a:lnTo>
                  <a:cubicBezTo>
                    <a:pt x="4044" y="137"/>
                    <a:pt x="4117" y="862"/>
                    <a:pt x="3770" y="1291"/>
                  </a:cubicBezTo>
                  <a:cubicBezTo>
                    <a:pt x="3629" y="1464"/>
                    <a:pt x="3433" y="1559"/>
                    <a:pt x="3192" y="1586"/>
                  </a:cubicBezTo>
                  <a:lnTo>
                    <a:pt x="3064" y="1596"/>
                  </a:lnTo>
                  <a:cubicBezTo>
                    <a:pt x="1837" y="1714"/>
                    <a:pt x="160" y="1874"/>
                    <a:pt x="33" y="2604"/>
                  </a:cubicBezTo>
                  <a:lnTo>
                    <a:pt x="1" y="2781"/>
                  </a:lnTo>
                  <a:lnTo>
                    <a:pt x="5630" y="2781"/>
                  </a:lnTo>
                  <a:lnTo>
                    <a:pt x="563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67"/>
            <p:cNvSpPr/>
            <p:nvPr/>
          </p:nvSpPr>
          <p:spPr>
            <a:xfrm>
              <a:off x="4939925" y="4365150"/>
              <a:ext cx="63850" cy="17875"/>
            </a:xfrm>
            <a:custGeom>
              <a:rect b="b" l="l" r="r" t="t"/>
              <a:pathLst>
                <a:path extrusionOk="0" h="715" w="2554">
                  <a:moveTo>
                    <a:pt x="826" y="0"/>
                  </a:moveTo>
                  <a:cubicBezTo>
                    <a:pt x="384" y="0"/>
                    <a:pt x="6" y="13"/>
                    <a:pt x="0" y="13"/>
                  </a:cubicBezTo>
                  <a:lnTo>
                    <a:pt x="10" y="245"/>
                  </a:lnTo>
                  <a:cubicBezTo>
                    <a:pt x="16" y="245"/>
                    <a:pt x="423" y="231"/>
                    <a:pt x="884" y="231"/>
                  </a:cubicBezTo>
                  <a:cubicBezTo>
                    <a:pt x="1114" y="231"/>
                    <a:pt x="1359" y="235"/>
                    <a:pt x="1573" y="245"/>
                  </a:cubicBezTo>
                  <a:cubicBezTo>
                    <a:pt x="2143" y="273"/>
                    <a:pt x="2329" y="697"/>
                    <a:pt x="2339" y="714"/>
                  </a:cubicBezTo>
                  <a:lnTo>
                    <a:pt x="2553" y="624"/>
                  </a:lnTo>
                  <a:cubicBezTo>
                    <a:pt x="2543" y="601"/>
                    <a:pt x="2307" y="49"/>
                    <a:pt x="1586" y="18"/>
                  </a:cubicBezTo>
                  <a:cubicBezTo>
                    <a:pt x="1350" y="5"/>
                    <a:pt x="1078" y="0"/>
                    <a:pt x="826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67"/>
            <p:cNvSpPr/>
            <p:nvPr/>
          </p:nvSpPr>
          <p:spPr>
            <a:xfrm>
              <a:off x="4999975" y="4318200"/>
              <a:ext cx="49825" cy="47050"/>
            </a:xfrm>
            <a:custGeom>
              <a:rect b="b" l="l" r="r" t="t"/>
              <a:pathLst>
                <a:path extrusionOk="0" h="1882" w="1993">
                  <a:moveTo>
                    <a:pt x="1988" y="0"/>
                  </a:moveTo>
                  <a:lnTo>
                    <a:pt x="1755" y="4"/>
                  </a:lnTo>
                  <a:cubicBezTo>
                    <a:pt x="1765" y="551"/>
                    <a:pt x="1641" y="1467"/>
                    <a:pt x="1294" y="1591"/>
                  </a:cubicBezTo>
                  <a:cubicBezTo>
                    <a:pt x="1169" y="1634"/>
                    <a:pt x="1032" y="1651"/>
                    <a:pt x="897" y="1651"/>
                  </a:cubicBezTo>
                  <a:cubicBezTo>
                    <a:pt x="486" y="1651"/>
                    <a:pt x="90" y="1499"/>
                    <a:pt x="87" y="1499"/>
                  </a:cubicBezTo>
                  <a:lnTo>
                    <a:pt x="0" y="1713"/>
                  </a:lnTo>
                  <a:cubicBezTo>
                    <a:pt x="23" y="1723"/>
                    <a:pt x="438" y="1881"/>
                    <a:pt x="894" y="1881"/>
                  </a:cubicBezTo>
                  <a:cubicBezTo>
                    <a:pt x="1054" y="1881"/>
                    <a:pt x="1218" y="1864"/>
                    <a:pt x="1372" y="1809"/>
                  </a:cubicBezTo>
                  <a:cubicBezTo>
                    <a:pt x="1988" y="1591"/>
                    <a:pt x="1992" y="164"/>
                    <a:pt x="1988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67"/>
            <p:cNvSpPr/>
            <p:nvPr/>
          </p:nvSpPr>
          <p:spPr>
            <a:xfrm>
              <a:off x="5027425" y="4320675"/>
              <a:ext cx="21000" cy="16550"/>
            </a:xfrm>
            <a:custGeom>
              <a:rect b="b" l="l" r="r" t="t"/>
              <a:pathLst>
                <a:path extrusionOk="0" h="662" w="840">
                  <a:moveTo>
                    <a:pt x="711" y="1"/>
                  </a:moveTo>
                  <a:lnTo>
                    <a:pt x="0" y="470"/>
                  </a:lnTo>
                  <a:lnTo>
                    <a:pt x="128" y="661"/>
                  </a:lnTo>
                  <a:lnTo>
                    <a:pt x="839" y="192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67"/>
            <p:cNvSpPr/>
            <p:nvPr/>
          </p:nvSpPr>
          <p:spPr>
            <a:xfrm>
              <a:off x="5028800" y="4323775"/>
              <a:ext cx="18250" cy="13575"/>
            </a:xfrm>
            <a:custGeom>
              <a:rect b="b" l="l" r="r" t="t"/>
              <a:pathLst>
                <a:path extrusionOk="0" h="543" w="730">
                  <a:moveTo>
                    <a:pt x="109" y="0"/>
                  </a:moveTo>
                  <a:lnTo>
                    <a:pt x="0" y="205"/>
                  </a:lnTo>
                  <a:lnTo>
                    <a:pt x="620" y="543"/>
                  </a:lnTo>
                  <a:lnTo>
                    <a:pt x="730" y="33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67"/>
            <p:cNvSpPr/>
            <p:nvPr/>
          </p:nvSpPr>
          <p:spPr>
            <a:xfrm>
              <a:off x="5023000" y="4337550"/>
              <a:ext cx="22800" cy="12800"/>
            </a:xfrm>
            <a:custGeom>
              <a:rect b="b" l="l" r="r" t="t"/>
              <a:pathLst>
                <a:path extrusionOk="0" h="512" w="912">
                  <a:moveTo>
                    <a:pt x="834" y="1"/>
                  </a:moveTo>
                  <a:lnTo>
                    <a:pt x="0" y="297"/>
                  </a:lnTo>
                  <a:lnTo>
                    <a:pt x="78" y="511"/>
                  </a:lnTo>
                  <a:lnTo>
                    <a:pt x="911" y="219"/>
                  </a:lnTo>
                  <a:lnTo>
                    <a:pt x="834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67"/>
            <p:cNvSpPr/>
            <p:nvPr/>
          </p:nvSpPr>
          <p:spPr>
            <a:xfrm>
              <a:off x="5025950" y="4337875"/>
              <a:ext cx="17800" cy="14625"/>
            </a:xfrm>
            <a:custGeom>
              <a:rect b="b" l="l" r="r" t="t"/>
              <a:pathLst>
                <a:path extrusionOk="0" h="585" w="712">
                  <a:moveTo>
                    <a:pt x="128" y="1"/>
                  </a:moveTo>
                  <a:lnTo>
                    <a:pt x="0" y="192"/>
                  </a:lnTo>
                  <a:lnTo>
                    <a:pt x="579" y="585"/>
                  </a:lnTo>
                  <a:lnTo>
                    <a:pt x="711" y="393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67"/>
            <p:cNvSpPr/>
            <p:nvPr/>
          </p:nvSpPr>
          <p:spPr>
            <a:xfrm>
              <a:off x="5222375" y="3621875"/>
              <a:ext cx="311225" cy="249325"/>
            </a:xfrm>
            <a:custGeom>
              <a:rect b="b" l="l" r="r" t="t"/>
              <a:pathLst>
                <a:path extrusionOk="0" h="9973" w="12449">
                  <a:moveTo>
                    <a:pt x="8686" y="0"/>
                  </a:moveTo>
                  <a:cubicBezTo>
                    <a:pt x="7883" y="0"/>
                    <a:pt x="6853" y="267"/>
                    <a:pt x="5816" y="1267"/>
                  </a:cubicBezTo>
                  <a:cubicBezTo>
                    <a:pt x="3597" y="3410"/>
                    <a:pt x="0" y="8459"/>
                    <a:pt x="639" y="9439"/>
                  </a:cubicBezTo>
                  <a:cubicBezTo>
                    <a:pt x="875" y="9802"/>
                    <a:pt x="1170" y="9973"/>
                    <a:pt x="1551" y="9973"/>
                  </a:cubicBezTo>
                  <a:cubicBezTo>
                    <a:pt x="2197" y="9973"/>
                    <a:pt x="3091" y="9480"/>
                    <a:pt x="4363" y="8601"/>
                  </a:cubicBezTo>
                  <a:cubicBezTo>
                    <a:pt x="6382" y="7201"/>
                    <a:pt x="12448" y="3023"/>
                    <a:pt x="10223" y="347"/>
                  </a:cubicBezTo>
                  <a:cubicBezTo>
                    <a:pt x="10223" y="347"/>
                    <a:pt x="9602" y="0"/>
                    <a:pt x="8686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67"/>
            <p:cNvSpPr/>
            <p:nvPr/>
          </p:nvSpPr>
          <p:spPr>
            <a:xfrm>
              <a:off x="5101050" y="3765875"/>
              <a:ext cx="204075" cy="250950"/>
            </a:xfrm>
            <a:custGeom>
              <a:rect b="b" l="l" r="r" t="t"/>
              <a:pathLst>
                <a:path extrusionOk="0" h="10038" w="8163">
                  <a:moveTo>
                    <a:pt x="7031" y="1"/>
                  </a:moveTo>
                  <a:cubicBezTo>
                    <a:pt x="7029" y="1"/>
                    <a:pt x="7029" y="1"/>
                    <a:pt x="7028" y="2"/>
                  </a:cubicBezTo>
                  <a:cubicBezTo>
                    <a:pt x="7009" y="29"/>
                    <a:pt x="2466" y="5680"/>
                    <a:pt x="0" y="8753"/>
                  </a:cubicBezTo>
                  <a:lnTo>
                    <a:pt x="1313" y="10038"/>
                  </a:lnTo>
                  <a:cubicBezTo>
                    <a:pt x="2903" y="8574"/>
                    <a:pt x="5141" y="6523"/>
                    <a:pt x="6275" y="5475"/>
                  </a:cubicBezTo>
                  <a:cubicBezTo>
                    <a:pt x="8162" y="3734"/>
                    <a:pt x="7871" y="2463"/>
                    <a:pt x="7871" y="2463"/>
                  </a:cubicBezTo>
                  <a:cubicBezTo>
                    <a:pt x="7942" y="1028"/>
                    <a:pt x="7089" y="1"/>
                    <a:pt x="7031" y="1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67"/>
            <p:cNvSpPr/>
            <p:nvPr/>
          </p:nvSpPr>
          <p:spPr>
            <a:xfrm>
              <a:off x="5062175" y="3984675"/>
              <a:ext cx="71700" cy="73850"/>
            </a:xfrm>
            <a:custGeom>
              <a:rect b="b" l="l" r="r" t="t"/>
              <a:pathLst>
                <a:path extrusionOk="0" h="2954" w="2868">
                  <a:moveTo>
                    <a:pt x="1555" y="1"/>
                  </a:moveTo>
                  <a:cubicBezTo>
                    <a:pt x="634" y="1145"/>
                    <a:pt x="1" y="1932"/>
                    <a:pt x="1" y="1932"/>
                  </a:cubicBezTo>
                  <a:lnTo>
                    <a:pt x="1044" y="2954"/>
                  </a:lnTo>
                  <a:cubicBezTo>
                    <a:pt x="1044" y="2954"/>
                    <a:pt x="1820" y="2247"/>
                    <a:pt x="2868" y="1286"/>
                  </a:cubicBezTo>
                  <a:lnTo>
                    <a:pt x="1555" y="1"/>
                  </a:lnTo>
                  <a:close/>
                </a:path>
              </a:pathLst>
            </a:custGeom>
            <a:solidFill>
              <a:srgbClr val="1E17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67"/>
            <p:cNvSpPr/>
            <p:nvPr/>
          </p:nvSpPr>
          <p:spPr>
            <a:xfrm>
              <a:off x="5024350" y="4032975"/>
              <a:ext cx="84925" cy="89500"/>
            </a:xfrm>
            <a:custGeom>
              <a:rect b="b" l="l" r="r" t="t"/>
              <a:pathLst>
                <a:path extrusionOk="0" h="3580" w="3397">
                  <a:moveTo>
                    <a:pt x="1514" y="0"/>
                  </a:moveTo>
                  <a:cubicBezTo>
                    <a:pt x="1514" y="0"/>
                    <a:pt x="456" y="1710"/>
                    <a:pt x="228" y="2275"/>
                  </a:cubicBezTo>
                  <a:cubicBezTo>
                    <a:pt x="1" y="2840"/>
                    <a:pt x="73" y="3460"/>
                    <a:pt x="237" y="3574"/>
                  </a:cubicBezTo>
                  <a:cubicBezTo>
                    <a:pt x="242" y="3577"/>
                    <a:pt x="249" y="3579"/>
                    <a:pt x="257" y="3579"/>
                  </a:cubicBezTo>
                  <a:cubicBezTo>
                    <a:pt x="489" y="3579"/>
                    <a:pt x="1827" y="2009"/>
                    <a:pt x="2016" y="2009"/>
                  </a:cubicBezTo>
                  <a:cubicBezTo>
                    <a:pt x="2019" y="2009"/>
                    <a:pt x="2022" y="2010"/>
                    <a:pt x="2024" y="2011"/>
                  </a:cubicBezTo>
                  <a:cubicBezTo>
                    <a:pt x="2179" y="2070"/>
                    <a:pt x="1933" y="2758"/>
                    <a:pt x="1924" y="2941"/>
                  </a:cubicBezTo>
                  <a:cubicBezTo>
                    <a:pt x="1922" y="2971"/>
                    <a:pt x="1939" y="2986"/>
                    <a:pt x="1970" y="2986"/>
                  </a:cubicBezTo>
                  <a:cubicBezTo>
                    <a:pt x="2118" y="2986"/>
                    <a:pt x="2589" y="2659"/>
                    <a:pt x="2954" y="2207"/>
                  </a:cubicBezTo>
                  <a:cubicBezTo>
                    <a:pt x="3396" y="1660"/>
                    <a:pt x="2557" y="1022"/>
                    <a:pt x="2557" y="1022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67"/>
            <p:cNvSpPr/>
            <p:nvPr/>
          </p:nvSpPr>
          <p:spPr>
            <a:xfrm>
              <a:off x="5498250" y="3476150"/>
              <a:ext cx="179700" cy="173025"/>
            </a:xfrm>
            <a:custGeom>
              <a:rect b="b" l="l" r="r" t="t"/>
              <a:pathLst>
                <a:path extrusionOk="0" h="6921" w="7188">
                  <a:moveTo>
                    <a:pt x="4580" y="0"/>
                  </a:moveTo>
                  <a:lnTo>
                    <a:pt x="2935" y="1277"/>
                  </a:lnTo>
                  <a:cubicBezTo>
                    <a:pt x="2935" y="1277"/>
                    <a:pt x="2890" y="4394"/>
                    <a:pt x="0" y="5465"/>
                  </a:cubicBezTo>
                  <a:cubicBezTo>
                    <a:pt x="0" y="5465"/>
                    <a:pt x="1527" y="6921"/>
                    <a:pt x="3494" y="6921"/>
                  </a:cubicBezTo>
                  <a:cubicBezTo>
                    <a:pt x="3684" y="6921"/>
                    <a:pt x="3878" y="6907"/>
                    <a:pt x="4075" y="6877"/>
                  </a:cubicBezTo>
                  <a:cubicBezTo>
                    <a:pt x="6313" y="6541"/>
                    <a:pt x="7188" y="5779"/>
                    <a:pt x="7188" y="5779"/>
                  </a:cubicBezTo>
                  <a:cubicBezTo>
                    <a:pt x="7188" y="5779"/>
                    <a:pt x="5989" y="5756"/>
                    <a:pt x="5333" y="4193"/>
                  </a:cubicBezTo>
                  <a:cubicBezTo>
                    <a:pt x="4676" y="2626"/>
                    <a:pt x="4580" y="0"/>
                    <a:pt x="4580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67"/>
            <p:cNvSpPr/>
            <p:nvPr/>
          </p:nvSpPr>
          <p:spPr>
            <a:xfrm>
              <a:off x="5566600" y="3485025"/>
              <a:ext cx="33850" cy="52100"/>
            </a:xfrm>
            <a:custGeom>
              <a:rect b="b" l="l" r="r" t="t"/>
              <a:pathLst>
                <a:path extrusionOk="0" h="2084" w="1354">
                  <a:moveTo>
                    <a:pt x="1354" y="1"/>
                  </a:moveTo>
                  <a:lnTo>
                    <a:pt x="201" y="922"/>
                  </a:lnTo>
                  <a:lnTo>
                    <a:pt x="192" y="971"/>
                  </a:lnTo>
                  <a:lnTo>
                    <a:pt x="1" y="2084"/>
                  </a:lnTo>
                  <a:cubicBezTo>
                    <a:pt x="1" y="2084"/>
                    <a:pt x="789" y="1496"/>
                    <a:pt x="1044" y="922"/>
                  </a:cubicBezTo>
                  <a:cubicBezTo>
                    <a:pt x="1305" y="342"/>
                    <a:pt x="1354" y="1"/>
                    <a:pt x="1354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67"/>
            <p:cNvSpPr/>
            <p:nvPr/>
          </p:nvSpPr>
          <p:spPr>
            <a:xfrm>
              <a:off x="5527175" y="3400175"/>
              <a:ext cx="107250" cy="112300"/>
            </a:xfrm>
            <a:custGeom>
              <a:rect b="b" l="l" r="r" t="t"/>
              <a:pathLst>
                <a:path extrusionOk="0" h="4492" w="4290">
                  <a:moveTo>
                    <a:pt x="1912" y="0"/>
                  </a:moveTo>
                  <a:cubicBezTo>
                    <a:pt x="1548" y="0"/>
                    <a:pt x="1210" y="77"/>
                    <a:pt x="1008" y="241"/>
                  </a:cubicBezTo>
                  <a:cubicBezTo>
                    <a:pt x="411" y="719"/>
                    <a:pt x="0" y="3955"/>
                    <a:pt x="120" y="4320"/>
                  </a:cubicBezTo>
                  <a:cubicBezTo>
                    <a:pt x="157" y="4439"/>
                    <a:pt x="365" y="4491"/>
                    <a:pt x="653" y="4491"/>
                  </a:cubicBezTo>
                  <a:cubicBezTo>
                    <a:pt x="1250" y="4491"/>
                    <a:pt x="2187" y="4265"/>
                    <a:pt x="2640" y="3933"/>
                  </a:cubicBezTo>
                  <a:cubicBezTo>
                    <a:pt x="3305" y="3441"/>
                    <a:pt x="3423" y="3039"/>
                    <a:pt x="3423" y="3039"/>
                  </a:cubicBezTo>
                  <a:cubicBezTo>
                    <a:pt x="3423" y="3039"/>
                    <a:pt x="3537" y="3110"/>
                    <a:pt x="3689" y="3110"/>
                  </a:cubicBezTo>
                  <a:cubicBezTo>
                    <a:pt x="3787" y="3110"/>
                    <a:pt x="3901" y="3081"/>
                    <a:pt x="4012" y="2985"/>
                  </a:cubicBezTo>
                  <a:cubicBezTo>
                    <a:pt x="4289" y="2739"/>
                    <a:pt x="4176" y="2150"/>
                    <a:pt x="3952" y="2023"/>
                  </a:cubicBezTo>
                  <a:cubicBezTo>
                    <a:pt x="3888" y="1985"/>
                    <a:pt x="3833" y="1972"/>
                    <a:pt x="3786" y="1972"/>
                  </a:cubicBezTo>
                  <a:cubicBezTo>
                    <a:pt x="3671" y="1972"/>
                    <a:pt x="3610" y="2055"/>
                    <a:pt x="3610" y="2055"/>
                  </a:cubicBezTo>
                  <a:cubicBezTo>
                    <a:pt x="3610" y="2055"/>
                    <a:pt x="3683" y="1599"/>
                    <a:pt x="3528" y="816"/>
                  </a:cubicBezTo>
                  <a:cubicBezTo>
                    <a:pt x="3429" y="294"/>
                    <a:pt x="2621" y="0"/>
                    <a:pt x="1912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67"/>
            <p:cNvSpPr/>
            <p:nvPr/>
          </p:nvSpPr>
          <p:spPr>
            <a:xfrm>
              <a:off x="5526600" y="3391450"/>
              <a:ext cx="98150" cy="62825"/>
            </a:xfrm>
            <a:custGeom>
              <a:rect b="b" l="l" r="r" t="t"/>
              <a:pathLst>
                <a:path extrusionOk="0" h="2513" w="3926">
                  <a:moveTo>
                    <a:pt x="1574" y="0"/>
                  </a:moveTo>
                  <a:cubicBezTo>
                    <a:pt x="1236" y="0"/>
                    <a:pt x="943" y="49"/>
                    <a:pt x="780" y="153"/>
                  </a:cubicBezTo>
                  <a:cubicBezTo>
                    <a:pt x="379" y="408"/>
                    <a:pt x="711" y="462"/>
                    <a:pt x="711" y="462"/>
                  </a:cubicBezTo>
                  <a:cubicBezTo>
                    <a:pt x="711" y="462"/>
                    <a:pt x="0" y="663"/>
                    <a:pt x="247" y="978"/>
                  </a:cubicBezTo>
                  <a:cubicBezTo>
                    <a:pt x="377" y="1141"/>
                    <a:pt x="732" y="1180"/>
                    <a:pt x="1110" y="1180"/>
                  </a:cubicBezTo>
                  <a:cubicBezTo>
                    <a:pt x="1460" y="1180"/>
                    <a:pt x="1831" y="1146"/>
                    <a:pt x="2061" y="1146"/>
                  </a:cubicBezTo>
                  <a:cubicBezTo>
                    <a:pt x="2539" y="1146"/>
                    <a:pt x="3145" y="1456"/>
                    <a:pt x="3141" y="1689"/>
                  </a:cubicBezTo>
                  <a:cubicBezTo>
                    <a:pt x="3132" y="1916"/>
                    <a:pt x="2913" y="2417"/>
                    <a:pt x="3187" y="2495"/>
                  </a:cubicBezTo>
                  <a:cubicBezTo>
                    <a:pt x="3230" y="2507"/>
                    <a:pt x="3271" y="2512"/>
                    <a:pt x="3311" y="2512"/>
                  </a:cubicBezTo>
                  <a:cubicBezTo>
                    <a:pt x="3520" y="2512"/>
                    <a:pt x="3675" y="2368"/>
                    <a:pt x="3675" y="2368"/>
                  </a:cubicBezTo>
                  <a:cubicBezTo>
                    <a:pt x="3675" y="2368"/>
                    <a:pt x="3788" y="1712"/>
                    <a:pt x="3856" y="1401"/>
                  </a:cubicBezTo>
                  <a:cubicBezTo>
                    <a:pt x="3925" y="1091"/>
                    <a:pt x="3825" y="622"/>
                    <a:pt x="3100" y="298"/>
                  </a:cubicBezTo>
                  <a:cubicBezTo>
                    <a:pt x="2669" y="106"/>
                    <a:pt x="2072" y="0"/>
                    <a:pt x="157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67"/>
            <p:cNvSpPr/>
            <p:nvPr/>
          </p:nvSpPr>
          <p:spPr>
            <a:xfrm>
              <a:off x="5575825" y="3438900"/>
              <a:ext cx="19625" cy="8000"/>
            </a:xfrm>
            <a:custGeom>
              <a:rect b="b" l="l" r="r" t="t"/>
              <a:pathLst>
                <a:path extrusionOk="0" h="320" w="785">
                  <a:moveTo>
                    <a:pt x="380" y="0"/>
                  </a:moveTo>
                  <a:cubicBezTo>
                    <a:pt x="291" y="0"/>
                    <a:pt x="212" y="6"/>
                    <a:pt x="179" y="22"/>
                  </a:cubicBezTo>
                  <a:cubicBezTo>
                    <a:pt x="74" y="68"/>
                    <a:pt x="0" y="283"/>
                    <a:pt x="0" y="283"/>
                  </a:cubicBezTo>
                  <a:cubicBezTo>
                    <a:pt x="0" y="283"/>
                    <a:pt x="191" y="319"/>
                    <a:pt x="356" y="319"/>
                  </a:cubicBezTo>
                  <a:cubicBezTo>
                    <a:pt x="438" y="319"/>
                    <a:pt x="514" y="310"/>
                    <a:pt x="557" y="283"/>
                  </a:cubicBezTo>
                  <a:cubicBezTo>
                    <a:pt x="684" y="196"/>
                    <a:pt x="785" y="22"/>
                    <a:pt x="785" y="22"/>
                  </a:cubicBezTo>
                  <a:cubicBezTo>
                    <a:pt x="785" y="22"/>
                    <a:pt x="560" y="0"/>
                    <a:pt x="3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67"/>
            <p:cNvSpPr/>
            <p:nvPr/>
          </p:nvSpPr>
          <p:spPr>
            <a:xfrm>
              <a:off x="5543700" y="3432050"/>
              <a:ext cx="12900" cy="12575"/>
            </a:xfrm>
            <a:custGeom>
              <a:rect b="b" l="l" r="r" t="t"/>
              <a:pathLst>
                <a:path extrusionOk="0" h="503" w="516">
                  <a:moveTo>
                    <a:pt x="27" y="0"/>
                  </a:moveTo>
                  <a:cubicBezTo>
                    <a:pt x="27" y="0"/>
                    <a:pt x="0" y="42"/>
                    <a:pt x="96" y="206"/>
                  </a:cubicBezTo>
                  <a:cubicBezTo>
                    <a:pt x="192" y="374"/>
                    <a:pt x="492" y="502"/>
                    <a:pt x="492" y="502"/>
                  </a:cubicBezTo>
                  <a:cubicBezTo>
                    <a:pt x="492" y="502"/>
                    <a:pt x="515" y="269"/>
                    <a:pt x="416" y="164"/>
                  </a:cubicBezTo>
                  <a:cubicBezTo>
                    <a:pt x="319" y="6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67"/>
            <p:cNvSpPr/>
            <p:nvPr/>
          </p:nvSpPr>
          <p:spPr>
            <a:xfrm>
              <a:off x="5544375" y="3432000"/>
              <a:ext cx="13250" cy="12625"/>
            </a:xfrm>
            <a:custGeom>
              <a:rect b="b" l="l" r="r" t="t"/>
              <a:pathLst>
                <a:path extrusionOk="0" h="505" w="530">
                  <a:moveTo>
                    <a:pt x="52" y="0"/>
                  </a:moveTo>
                  <a:cubicBezTo>
                    <a:pt x="20" y="0"/>
                    <a:pt x="0" y="2"/>
                    <a:pt x="0" y="2"/>
                  </a:cubicBezTo>
                  <a:cubicBezTo>
                    <a:pt x="0" y="2"/>
                    <a:pt x="311" y="67"/>
                    <a:pt x="389" y="189"/>
                  </a:cubicBezTo>
                  <a:cubicBezTo>
                    <a:pt x="471" y="317"/>
                    <a:pt x="465" y="504"/>
                    <a:pt x="465" y="504"/>
                  </a:cubicBezTo>
                  <a:cubicBezTo>
                    <a:pt x="465" y="504"/>
                    <a:pt x="530" y="285"/>
                    <a:pt x="411" y="130"/>
                  </a:cubicBezTo>
                  <a:cubicBezTo>
                    <a:pt x="323" y="15"/>
                    <a:pt x="141" y="0"/>
                    <a:pt x="5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67"/>
            <p:cNvSpPr/>
            <p:nvPr/>
          </p:nvSpPr>
          <p:spPr>
            <a:xfrm rot="-10184784">
              <a:off x="5545876" y="3422950"/>
              <a:ext cx="13700" cy="7525"/>
            </a:xfrm>
            <a:custGeom>
              <a:rect b="b" l="l" r="r" t="t"/>
              <a:pathLst>
                <a:path extrusionOk="0" h="301" w="548">
                  <a:moveTo>
                    <a:pt x="217" y="1"/>
                  </a:moveTo>
                  <a:cubicBezTo>
                    <a:pt x="99" y="1"/>
                    <a:pt x="1" y="50"/>
                    <a:pt x="1" y="50"/>
                  </a:cubicBezTo>
                  <a:cubicBezTo>
                    <a:pt x="1" y="50"/>
                    <a:pt x="32" y="46"/>
                    <a:pt x="82" y="46"/>
                  </a:cubicBezTo>
                  <a:cubicBezTo>
                    <a:pt x="137" y="46"/>
                    <a:pt x="215" y="51"/>
                    <a:pt x="296" y="73"/>
                  </a:cubicBezTo>
                  <a:cubicBezTo>
                    <a:pt x="447" y="114"/>
                    <a:pt x="548" y="301"/>
                    <a:pt x="548" y="301"/>
                  </a:cubicBezTo>
                  <a:cubicBezTo>
                    <a:pt x="548" y="301"/>
                    <a:pt x="542" y="123"/>
                    <a:pt x="374" y="36"/>
                  </a:cubicBezTo>
                  <a:cubicBezTo>
                    <a:pt x="322" y="10"/>
                    <a:pt x="267" y="1"/>
                    <a:pt x="21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67"/>
            <p:cNvSpPr/>
            <p:nvPr/>
          </p:nvSpPr>
          <p:spPr>
            <a:xfrm>
              <a:off x="5575825" y="3438200"/>
              <a:ext cx="19625" cy="7775"/>
            </a:xfrm>
            <a:custGeom>
              <a:rect b="b" l="l" r="r" t="t"/>
              <a:pathLst>
                <a:path extrusionOk="0" h="311" w="785">
                  <a:moveTo>
                    <a:pt x="393" y="0"/>
                  </a:moveTo>
                  <a:cubicBezTo>
                    <a:pt x="302" y="0"/>
                    <a:pt x="218" y="8"/>
                    <a:pt x="174" y="28"/>
                  </a:cubicBezTo>
                  <a:cubicBezTo>
                    <a:pt x="55" y="82"/>
                    <a:pt x="0" y="311"/>
                    <a:pt x="0" y="311"/>
                  </a:cubicBezTo>
                  <a:cubicBezTo>
                    <a:pt x="0" y="311"/>
                    <a:pt x="110" y="105"/>
                    <a:pt x="242" y="69"/>
                  </a:cubicBezTo>
                  <a:cubicBezTo>
                    <a:pt x="312" y="51"/>
                    <a:pt x="450" y="46"/>
                    <a:pt x="570" y="46"/>
                  </a:cubicBezTo>
                  <a:cubicBezTo>
                    <a:pt x="686" y="46"/>
                    <a:pt x="785" y="50"/>
                    <a:pt x="785" y="50"/>
                  </a:cubicBezTo>
                  <a:cubicBezTo>
                    <a:pt x="744" y="25"/>
                    <a:pt x="556" y="0"/>
                    <a:pt x="39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67"/>
            <p:cNvSpPr/>
            <p:nvPr/>
          </p:nvSpPr>
          <p:spPr>
            <a:xfrm rot="9832982">
              <a:off x="5576650" y="3428875"/>
              <a:ext cx="21075" cy="5125"/>
            </a:xfrm>
            <a:custGeom>
              <a:rect b="b" l="l" r="r" t="t"/>
              <a:pathLst>
                <a:path extrusionOk="0" h="205" w="843">
                  <a:moveTo>
                    <a:pt x="401" y="1"/>
                  </a:moveTo>
                  <a:cubicBezTo>
                    <a:pt x="362" y="1"/>
                    <a:pt x="323" y="4"/>
                    <a:pt x="287" y="9"/>
                  </a:cubicBezTo>
                  <a:cubicBezTo>
                    <a:pt x="72" y="45"/>
                    <a:pt x="0" y="205"/>
                    <a:pt x="0" y="205"/>
                  </a:cubicBezTo>
                  <a:cubicBezTo>
                    <a:pt x="0" y="205"/>
                    <a:pt x="95" y="82"/>
                    <a:pt x="360" y="64"/>
                  </a:cubicBezTo>
                  <a:cubicBezTo>
                    <a:pt x="373" y="63"/>
                    <a:pt x="386" y="63"/>
                    <a:pt x="399" y="63"/>
                  </a:cubicBezTo>
                  <a:cubicBezTo>
                    <a:pt x="645" y="63"/>
                    <a:pt x="842" y="177"/>
                    <a:pt x="842" y="177"/>
                  </a:cubicBezTo>
                  <a:cubicBezTo>
                    <a:pt x="802" y="64"/>
                    <a:pt x="593" y="1"/>
                    <a:pt x="40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67"/>
            <p:cNvSpPr/>
            <p:nvPr/>
          </p:nvSpPr>
          <p:spPr>
            <a:xfrm>
              <a:off x="5581525" y="3439700"/>
              <a:ext cx="5050" cy="6400"/>
            </a:xfrm>
            <a:custGeom>
              <a:rect b="b" l="l" r="r" t="t"/>
              <a:pathLst>
                <a:path extrusionOk="0" h="256" w="202">
                  <a:moveTo>
                    <a:pt x="101" y="0"/>
                  </a:moveTo>
                  <a:cubicBezTo>
                    <a:pt x="46" y="0"/>
                    <a:pt x="1" y="55"/>
                    <a:pt x="1" y="127"/>
                  </a:cubicBezTo>
                  <a:cubicBezTo>
                    <a:pt x="1" y="200"/>
                    <a:pt x="46" y="255"/>
                    <a:pt x="101" y="255"/>
                  </a:cubicBezTo>
                  <a:cubicBezTo>
                    <a:pt x="155" y="255"/>
                    <a:pt x="201" y="200"/>
                    <a:pt x="201" y="127"/>
                  </a:cubicBezTo>
                  <a:cubicBezTo>
                    <a:pt x="201" y="55"/>
                    <a:pt x="155" y="0"/>
                    <a:pt x="10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67"/>
            <p:cNvSpPr/>
            <p:nvPr/>
          </p:nvSpPr>
          <p:spPr>
            <a:xfrm>
              <a:off x="5548950" y="3435000"/>
              <a:ext cx="5475" cy="6450"/>
            </a:xfrm>
            <a:custGeom>
              <a:rect b="b" l="l" r="r" t="t"/>
              <a:pathLst>
                <a:path extrusionOk="0" h="258" w="219">
                  <a:moveTo>
                    <a:pt x="113" y="0"/>
                  </a:moveTo>
                  <a:cubicBezTo>
                    <a:pt x="61" y="0"/>
                    <a:pt x="18" y="48"/>
                    <a:pt x="9" y="115"/>
                  </a:cubicBezTo>
                  <a:cubicBezTo>
                    <a:pt x="0" y="183"/>
                    <a:pt x="36" y="247"/>
                    <a:pt x="91" y="256"/>
                  </a:cubicBezTo>
                  <a:cubicBezTo>
                    <a:pt x="95" y="257"/>
                    <a:pt x="99" y="257"/>
                    <a:pt x="103" y="257"/>
                  </a:cubicBezTo>
                  <a:cubicBezTo>
                    <a:pt x="153" y="257"/>
                    <a:pt x="201" y="205"/>
                    <a:pt x="210" y="142"/>
                  </a:cubicBezTo>
                  <a:cubicBezTo>
                    <a:pt x="219" y="69"/>
                    <a:pt x="183" y="10"/>
                    <a:pt x="128" y="1"/>
                  </a:cubicBezTo>
                  <a:cubicBezTo>
                    <a:pt x="123" y="0"/>
                    <a:pt x="118" y="0"/>
                    <a:pt x="11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67"/>
            <p:cNvSpPr/>
            <p:nvPr/>
          </p:nvSpPr>
          <p:spPr>
            <a:xfrm>
              <a:off x="5555200" y="3436150"/>
              <a:ext cx="12450" cy="27600"/>
            </a:xfrm>
            <a:custGeom>
              <a:rect b="b" l="l" r="r" t="t"/>
              <a:pathLst>
                <a:path extrusionOk="0" h="1104" w="498">
                  <a:moveTo>
                    <a:pt x="448" y="0"/>
                  </a:moveTo>
                  <a:lnTo>
                    <a:pt x="1" y="1104"/>
                  </a:lnTo>
                  <a:lnTo>
                    <a:pt x="480" y="930"/>
                  </a:lnTo>
                  <a:lnTo>
                    <a:pt x="461" y="881"/>
                  </a:lnTo>
                  <a:lnTo>
                    <a:pt x="97" y="1012"/>
                  </a:lnTo>
                  <a:lnTo>
                    <a:pt x="497" y="19"/>
                  </a:lnTo>
                  <a:lnTo>
                    <a:pt x="448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67"/>
            <p:cNvSpPr/>
            <p:nvPr/>
          </p:nvSpPr>
          <p:spPr>
            <a:xfrm>
              <a:off x="5614250" y="3457125"/>
              <a:ext cx="9225" cy="6950"/>
            </a:xfrm>
            <a:custGeom>
              <a:rect b="b" l="l" r="r" t="t"/>
              <a:pathLst>
                <a:path extrusionOk="0" h="278" w="369">
                  <a:moveTo>
                    <a:pt x="366" y="0"/>
                  </a:moveTo>
                  <a:cubicBezTo>
                    <a:pt x="335" y="0"/>
                    <a:pt x="77" y="8"/>
                    <a:pt x="0" y="260"/>
                  </a:cubicBezTo>
                  <a:lnTo>
                    <a:pt x="49" y="278"/>
                  </a:lnTo>
                  <a:cubicBezTo>
                    <a:pt x="120" y="59"/>
                    <a:pt x="343" y="55"/>
                    <a:pt x="367" y="55"/>
                  </a:cubicBezTo>
                  <a:cubicBezTo>
                    <a:pt x="368" y="55"/>
                    <a:pt x="369" y="55"/>
                    <a:pt x="369" y="55"/>
                  </a:cubicBezTo>
                  <a:lnTo>
                    <a:pt x="369" y="0"/>
                  </a:lnTo>
                  <a:cubicBezTo>
                    <a:pt x="369" y="0"/>
                    <a:pt x="368" y="0"/>
                    <a:pt x="366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67"/>
            <p:cNvSpPr/>
            <p:nvPr/>
          </p:nvSpPr>
          <p:spPr>
            <a:xfrm rot="-9513044">
              <a:off x="5552823" y="3466874"/>
              <a:ext cx="29427" cy="12826"/>
            </a:xfrm>
            <a:custGeom>
              <a:rect b="b" l="l" r="r" t="t"/>
              <a:pathLst>
                <a:path extrusionOk="0" h="513" w="1177">
                  <a:moveTo>
                    <a:pt x="1151" y="1"/>
                  </a:moveTo>
                  <a:cubicBezTo>
                    <a:pt x="1140" y="1"/>
                    <a:pt x="1129" y="9"/>
                    <a:pt x="1122" y="20"/>
                  </a:cubicBezTo>
                  <a:cubicBezTo>
                    <a:pt x="1122" y="25"/>
                    <a:pt x="935" y="449"/>
                    <a:pt x="28" y="458"/>
                  </a:cubicBezTo>
                  <a:cubicBezTo>
                    <a:pt x="14" y="458"/>
                    <a:pt x="0" y="472"/>
                    <a:pt x="0" y="485"/>
                  </a:cubicBezTo>
                  <a:cubicBezTo>
                    <a:pt x="0" y="499"/>
                    <a:pt x="14" y="513"/>
                    <a:pt x="28" y="513"/>
                  </a:cubicBezTo>
                  <a:cubicBezTo>
                    <a:pt x="971" y="499"/>
                    <a:pt x="1162" y="56"/>
                    <a:pt x="1172" y="39"/>
                  </a:cubicBezTo>
                  <a:cubicBezTo>
                    <a:pt x="1176" y="25"/>
                    <a:pt x="1172" y="12"/>
                    <a:pt x="1158" y="2"/>
                  </a:cubicBezTo>
                  <a:cubicBezTo>
                    <a:pt x="1156" y="1"/>
                    <a:pt x="1153" y="1"/>
                    <a:pt x="115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67"/>
            <p:cNvSpPr/>
            <p:nvPr/>
          </p:nvSpPr>
          <p:spPr>
            <a:xfrm>
              <a:off x="5473625" y="3983200"/>
              <a:ext cx="64750" cy="364750"/>
            </a:xfrm>
            <a:custGeom>
              <a:rect b="b" l="l" r="r" t="t"/>
              <a:pathLst>
                <a:path extrusionOk="0" h="14590" w="2590">
                  <a:moveTo>
                    <a:pt x="87" y="0"/>
                  </a:moveTo>
                  <a:cubicBezTo>
                    <a:pt x="41" y="0"/>
                    <a:pt x="1" y="37"/>
                    <a:pt x="1" y="83"/>
                  </a:cubicBezTo>
                  <a:lnTo>
                    <a:pt x="1" y="14503"/>
                  </a:lnTo>
                  <a:cubicBezTo>
                    <a:pt x="1" y="14549"/>
                    <a:pt x="41" y="14589"/>
                    <a:pt x="87" y="14589"/>
                  </a:cubicBezTo>
                  <a:lnTo>
                    <a:pt x="2508" y="14589"/>
                  </a:lnTo>
                  <a:cubicBezTo>
                    <a:pt x="2553" y="14589"/>
                    <a:pt x="2590" y="14549"/>
                    <a:pt x="2590" y="14503"/>
                  </a:cubicBezTo>
                  <a:lnTo>
                    <a:pt x="2590" y="83"/>
                  </a:lnTo>
                  <a:cubicBezTo>
                    <a:pt x="2590" y="37"/>
                    <a:pt x="2553" y="0"/>
                    <a:pt x="2508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67"/>
            <p:cNvSpPr/>
            <p:nvPr/>
          </p:nvSpPr>
          <p:spPr>
            <a:xfrm>
              <a:off x="5485150" y="4354750"/>
              <a:ext cx="30325" cy="328525"/>
            </a:xfrm>
            <a:custGeom>
              <a:rect b="b" l="l" r="r" t="t"/>
              <a:pathLst>
                <a:path extrusionOk="0" h="13141" w="1213">
                  <a:moveTo>
                    <a:pt x="0" y="1"/>
                  </a:moveTo>
                  <a:lnTo>
                    <a:pt x="0" y="13141"/>
                  </a:lnTo>
                  <a:lnTo>
                    <a:pt x="1212" y="13141"/>
                  </a:lnTo>
                  <a:lnTo>
                    <a:pt x="1212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67"/>
            <p:cNvSpPr/>
            <p:nvPr/>
          </p:nvSpPr>
          <p:spPr>
            <a:xfrm>
              <a:off x="5473625" y="4572625"/>
              <a:ext cx="64750" cy="43200"/>
            </a:xfrm>
            <a:custGeom>
              <a:rect b="b" l="l" r="r" t="t"/>
              <a:pathLst>
                <a:path extrusionOk="0" h="1728" w="2590">
                  <a:moveTo>
                    <a:pt x="1" y="0"/>
                  </a:moveTo>
                  <a:lnTo>
                    <a:pt x="1" y="1727"/>
                  </a:lnTo>
                  <a:lnTo>
                    <a:pt x="2590" y="1727"/>
                  </a:lnTo>
                  <a:lnTo>
                    <a:pt x="2590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67"/>
            <p:cNvSpPr/>
            <p:nvPr/>
          </p:nvSpPr>
          <p:spPr>
            <a:xfrm>
              <a:off x="5473625" y="4292650"/>
              <a:ext cx="64750" cy="280000"/>
            </a:xfrm>
            <a:custGeom>
              <a:rect b="b" l="l" r="r" t="t"/>
              <a:pathLst>
                <a:path extrusionOk="0" h="11200" w="2590">
                  <a:moveTo>
                    <a:pt x="1058" y="0"/>
                  </a:moveTo>
                  <a:cubicBezTo>
                    <a:pt x="479" y="0"/>
                    <a:pt x="1" y="475"/>
                    <a:pt x="1" y="1058"/>
                  </a:cubicBezTo>
                  <a:lnTo>
                    <a:pt x="1" y="11199"/>
                  </a:lnTo>
                  <a:lnTo>
                    <a:pt x="2590" y="11199"/>
                  </a:lnTo>
                  <a:lnTo>
                    <a:pt x="2590" y="1058"/>
                  </a:lnTo>
                  <a:cubicBezTo>
                    <a:pt x="2590" y="475"/>
                    <a:pt x="2115" y="0"/>
                    <a:pt x="1532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67"/>
            <p:cNvSpPr/>
            <p:nvPr/>
          </p:nvSpPr>
          <p:spPr>
            <a:xfrm>
              <a:off x="5341000" y="4750475"/>
              <a:ext cx="174475" cy="22375"/>
            </a:xfrm>
            <a:custGeom>
              <a:rect b="b" l="l" r="r" t="t"/>
              <a:pathLst>
                <a:path extrusionOk="0" h="895" w="6979">
                  <a:moveTo>
                    <a:pt x="165" y="1"/>
                  </a:moveTo>
                  <a:cubicBezTo>
                    <a:pt x="28" y="802"/>
                    <a:pt x="1" y="894"/>
                    <a:pt x="1" y="894"/>
                  </a:cubicBezTo>
                  <a:lnTo>
                    <a:pt x="6978" y="894"/>
                  </a:lnTo>
                  <a:lnTo>
                    <a:pt x="6978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67"/>
            <p:cNvSpPr/>
            <p:nvPr/>
          </p:nvSpPr>
          <p:spPr>
            <a:xfrm>
              <a:off x="5345100" y="4669700"/>
              <a:ext cx="170375" cy="80800"/>
            </a:xfrm>
            <a:custGeom>
              <a:rect b="b" l="l" r="r" t="t"/>
              <a:pathLst>
                <a:path extrusionOk="0" h="3232" w="6815">
                  <a:moveTo>
                    <a:pt x="5096" y="0"/>
                  </a:moveTo>
                  <a:cubicBezTo>
                    <a:pt x="5096" y="0"/>
                    <a:pt x="5297" y="1873"/>
                    <a:pt x="3884" y="2010"/>
                  </a:cubicBezTo>
                  <a:cubicBezTo>
                    <a:pt x="2470" y="2146"/>
                    <a:pt x="156" y="2334"/>
                    <a:pt x="9" y="3181"/>
                  </a:cubicBezTo>
                  <a:cubicBezTo>
                    <a:pt x="9" y="3200"/>
                    <a:pt x="5" y="3213"/>
                    <a:pt x="1" y="3232"/>
                  </a:cubicBezTo>
                  <a:lnTo>
                    <a:pt x="6814" y="3232"/>
                  </a:lnTo>
                  <a:lnTo>
                    <a:pt x="6814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67"/>
            <p:cNvSpPr/>
            <p:nvPr/>
          </p:nvSpPr>
          <p:spPr>
            <a:xfrm>
              <a:off x="5358300" y="4732350"/>
              <a:ext cx="77850" cy="18375"/>
            </a:xfrm>
            <a:custGeom>
              <a:rect b="b" l="l" r="r" t="t"/>
              <a:pathLst>
                <a:path extrusionOk="0" h="735" w="3114">
                  <a:moveTo>
                    <a:pt x="1118" y="1"/>
                  </a:moveTo>
                  <a:cubicBezTo>
                    <a:pt x="528" y="1"/>
                    <a:pt x="7" y="19"/>
                    <a:pt x="1" y="19"/>
                  </a:cubicBezTo>
                  <a:lnTo>
                    <a:pt x="1" y="65"/>
                  </a:lnTo>
                  <a:cubicBezTo>
                    <a:pt x="10" y="65"/>
                    <a:pt x="530" y="46"/>
                    <a:pt x="1118" y="46"/>
                  </a:cubicBezTo>
                  <a:cubicBezTo>
                    <a:pt x="1412" y="46"/>
                    <a:pt x="1724" y="51"/>
                    <a:pt x="1997" y="65"/>
                  </a:cubicBezTo>
                  <a:cubicBezTo>
                    <a:pt x="2804" y="105"/>
                    <a:pt x="3074" y="726"/>
                    <a:pt x="3074" y="734"/>
                  </a:cubicBezTo>
                  <a:lnTo>
                    <a:pt x="3114" y="717"/>
                  </a:lnTo>
                  <a:cubicBezTo>
                    <a:pt x="3114" y="711"/>
                    <a:pt x="2832" y="61"/>
                    <a:pt x="2002" y="19"/>
                  </a:cubicBezTo>
                  <a:cubicBezTo>
                    <a:pt x="1727" y="5"/>
                    <a:pt x="1414" y="1"/>
                    <a:pt x="11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67"/>
            <p:cNvSpPr/>
            <p:nvPr/>
          </p:nvSpPr>
          <p:spPr>
            <a:xfrm>
              <a:off x="5435450" y="4669700"/>
              <a:ext cx="59175" cy="56525"/>
            </a:xfrm>
            <a:custGeom>
              <a:rect b="b" l="l" r="r" t="t"/>
              <a:pathLst>
                <a:path extrusionOk="0" h="2261" w="2367">
                  <a:moveTo>
                    <a:pt x="2306" y="0"/>
                  </a:moveTo>
                  <a:cubicBezTo>
                    <a:pt x="2306" y="23"/>
                    <a:pt x="2321" y="1892"/>
                    <a:pt x="1641" y="2133"/>
                  </a:cubicBezTo>
                  <a:cubicBezTo>
                    <a:pt x="1467" y="2195"/>
                    <a:pt x="1278" y="2217"/>
                    <a:pt x="1092" y="2217"/>
                  </a:cubicBezTo>
                  <a:cubicBezTo>
                    <a:pt x="543" y="2217"/>
                    <a:pt x="26" y="2018"/>
                    <a:pt x="19" y="2014"/>
                  </a:cubicBezTo>
                  <a:lnTo>
                    <a:pt x="1" y="2056"/>
                  </a:lnTo>
                  <a:cubicBezTo>
                    <a:pt x="5" y="2060"/>
                    <a:pt x="534" y="2260"/>
                    <a:pt x="1090" y="2260"/>
                  </a:cubicBezTo>
                  <a:cubicBezTo>
                    <a:pt x="1282" y="2260"/>
                    <a:pt x="1477" y="2238"/>
                    <a:pt x="1656" y="2174"/>
                  </a:cubicBezTo>
                  <a:cubicBezTo>
                    <a:pt x="2367" y="1923"/>
                    <a:pt x="2352" y="82"/>
                    <a:pt x="2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67"/>
            <p:cNvSpPr/>
            <p:nvPr/>
          </p:nvSpPr>
          <p:spPr>
            <a:xfrm>
              <a:off x="5470900" y="4675375"/>
              <a:ext cx="23150" cy="15875"/>
            </a:xfrm>
            <a:custGeom>
              <a:rect b="b" l="l" r="r" t="t"/>
              <a:pathLst>
                <a:path extrusionOk="0" h="635" w="926">
                  <a:moveTo>
                    <a:pt x="898" y="1"/>
                  </a:moveTo>
                  <a:lnTo>
                    <a:pt x="0" y="598"/>
                  </a:lnTo>
                  <a:lnTo>
                    <a:pt x="28" y="634"/>
                  </a:lnTo>
                  <a:lnTo>
                    <a:pt x="926" y="37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67"/>
            <p:cNvSpPr/>
            <p:nvPr/>
          </p:nvSpPr>
          <p:spPr>
            <a:xfrm>
              <a:off x="5472375" y="4679475"/>
              <a:ext cx="20200" cy="11775"/>
            </a:xfrm>
            <a:custGeom>
              <a:rect b="b" l="l" r="r" t="t"/>
              <a:pathLst>
                <a:path extrusionOk="0" h="471" w="808">
                  <a:moveTo>
                    <a:pt x="19" y="1"/>
                  </a:moveTo>
                  <a:lnTo>
                    <a:pt x="0" y="43"/>
                  </a:lnTo>
                  <a:lnTo>
                    <a:pt x="785" y="470"/>
                  </a:lnTo>
                  <a:lnTo>
                    <a:pt x="808" y="430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67"/>
            <p:cNvSpPr/>
            <p:nvPr/>
          </p:nvSpPr>
          <p:spPr>
            <a:xfrm>
              <a:off x="5464525" y="4697150"/>
              <a:ext cx="26800" cy="10400"/>
            </a:xfrm>
            <a:custGeom>
              <a:rect b="b" l="l" r="r" t="t"/>
              <a:pathLst>
                <a:path extrusionOk="0" h="416" w="1072">
                  <a:moveTo>
                    <a:pt x="1057" y="1"/>
                  </a:moveTo>
                  <a:lnTo>
                    <a:pt x="0" y="375"/>
                  </a:lnTo>
                  <a:lnTo>
                    <a:pt x="14" y="415"/>
                  </a:lnTo>
                  <a:lnTo>
                    <a:pt x="1071" y="47"/>
                  </a:lnTo>
                  <a:lnTo>
                    <a:pt x="10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67"/>
            <p:cNvSpPr/>
            <p:nvPr/>
          </p:nvSpPr>
          <p:spPr>
            <a:xfrm>
              <a:off x="5468950" y="4697250"/>
              <a:ext cx="19050" cy="13375"/>
            </a:xfrm>
            <a:custGeom>
              <a:rect b="b" l="l" r="r" t="t"/>
              <a:pathLst>
                <a:path extrusionOk="0" h="535" w="762">
                  <a:moveTo>
                    <a:pt x="28" y="1"/>
                  </a:moveTo>
                  <a:lnTo>
                    <a:pt x="1" y="37"/>
                  </a:lnTo>
                  <a:lnTo>
                    <a:pt x="739" y="535"/>
                  </a:lnTo>
                  <a:lnTo>
                    <a:pt x="762" y="498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67"/>
            <p:cNvSpPr/>
            <p:nvPr/>
          </p:nvSpPr>
          <p:spPr>
            <a:xfrm>
              <a:off x="5564200" y="3983200"/>
              <a:ext cx="64650" cy="364750"/>
            </a:xfrm>
            <a:custGeom>
              <a:rect b="b" l="l" r="r" t="t"/>
              <a:pathLst>
                <a:path extrusionOk="0" h="14590" w="2586">
                  <a:moveTo>
                    <a:pt x="83" y="0"/>
                  </a:moveTo>
                  <a:cubicBezTo>
                    <a:pt x="38" y="0"/>
                    <a:pt x="0" y="37"/>
                    <a:pt x="0" y="83"/>
                  </a:cubicBezTo>
                  <a:lnTo>
                    <a:pt x="0" y="14503"/>
                  </a:lnTo>
                  <a:cubicBezTo>
                    <a:pt x="0" y="14549"/>
                    <a:pt x="38" y="14589"/>
                    <a:pt x="83" y="14589"/>
                  </a:cubicBezTo>
                  <a:lnTo>
                    <a:pt x="2503" y="14589"/>
                  </a:lnTo>
                  <a:cubicBezTo>
                    <a:pt x="2549" y="14589"/>
                    <a:pt x="2585" y="14549"/>
                    <a:pt x="2585" y="14503"/>
                  </a:cubicBezTo>
                  <a:lnTo>
                    <a:pt x="2585" y="83"/>
                  </a:lnTo>
                  <a:cubicBezTo>
                    <a:pt x="2585" y="37"/>
                    <a:pt x="2549" y="0"/>
                    <a:pt x="2503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67"/>
            <p:cNvSpPr/>
            <p:nvPr/>
          </p:nvSpPr>
          <p:spPr>
            <a:xfrm>
              <a:off x="5578325" y="4354750"/>
              <a:ext cx="30325" cy="328525"/>
            </a:xfrm>
            <a:custGeom>
              <a:rect b="b" l="l" r="r" t="t"/>
              <a:pathLst>
                <a:path extrusionOk="0" h="13141" w="1213">
                  <a:moveTo>
                    <a:pt x="1" y="1"/>
                  </a:moveTo>
                  <a:lnTo>
                    <a:pt x="1" y="13141"/>
                  </a:lnTo>
                  <a:lnTo>
                    <a:pt x="1213" y="13141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67"/>
            <p:cNvSpPr/>
            <p:nvPr/>
          </p:nvSpPr>
          <p:spPr>
            <a:xfrm>
              <a:off x="5564200" y="4292650"/>
              <a:ext cx="64650" cy="280000"/>
            </a:xfrm>
            <a:custGeom>
              <a:rect b="b" l="l" r="r" t="t"/>
              <a:pathLst>
                <a:path extrusionOk="0" h="11200" w="2586">
                  <a:moveTo>
                    <a:pt x="1054" y="0"/>
                  </a:moveTo>
                  <a:cubicBezTo>
                    <a:pt x="475" y="0"/>
                    <a:pt x="0" y="475"/>
                    <a:pt x="0" y="1058"/>
                  </a:cubicBezTo>
                  <a:lnTo>
                    <a:pt x="0" y="11199"/>
                  </a:lnTo>
                  <a:lnTo>
                    <a:pt x="2585" y="11199"/>
                  </a:lnTo>
                  <a:lnTo>
                    <a:pt x="2585" y="1058"/>
                  </a:lnTo>
                  <a:cubicBezTo>
                    <a:pt x="2585" y="475"/>
                    <a:pt x="2112" y="0"/>
                    <a:pt x="1527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67"/>
            <p:cNvSpPr/>
            <p:nvPr/>
          </p:nvSpPr>
          <p:spPr>
            <a:xfrm>
              <a:off x="5564200" y="4572625"/>
              <a:ext cx="64650" cy="43200"/>
            </a:xfrm>
            <a:custGeom>
              <a:rect b="b" l="l" r="r" t="t"/>
              <a:pathLst>
                <a:path extrusionOk="0" h="1728" w="2586">
                  <a:moveTo>
                    <a:pt x="0" y="0"/>
                  </a:moveTo>
                  <a:lnTo>
                    <a:pt x="0" y="1727"/>
                  </a:lnTo>
                  <a:lnTo>
                    <a:pt x="2585" y="1727"/>
                  </a:lnTo>
                  <a:lnTo>
                    <a:pt x="2585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67"/>
            <p:cNvSpPr/>
            <p:nvPr/>
          </p:nvSpPr>
          <p:spPr>
            <a:xfrm>
              <a:off x="5439450" y="4750475"/>
              <a:ext cx="174350" cy="22375"/>
            </a:xfrm>
            <a:custGeom>
              <a:rect b="b" l="l" r="r" t="t"/>
              <a:pathLst>
                <a:path extrusionOk="0" h="895" w="6974">
                  <a:moveTo>
                    <a:pt x="164" y="1"/>
                  </a:moveTo>
                  <a:cubicBezTo>
                    <a:pt x="28" y="802"/>
                    <a:pt x="0" y="894"/>
                    <a:pt x="0" y="894"/>
                  </a:cubicBezTo>
                  <a:lnTo>
                    <a:pt x="6974" y="894"/>
                  </a:lnTo>
                  <a:lnTo>
                    <a:pt x="6974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67"/>
            <p:cNvSpPr/>
            <p:nvPr/>
          </p:nvSpPr>
          <p:spPr>
            <a:xfrm>
              <a:off x="5443550" y="4669700"/>
              <a:ext cx="170250" cy="80800"/>
            </a:xfrm>
            <a:custGeom>
              <a:rect b="b" l="l" r="r" t="t"/>
              <a:pathLst>
                <a:path extrusionOk="0" h="3232" w="6810">
                  <a:moveTo>
                    <a:pt x="5096" y="0"/>
                  </a:moveTo>
                  <a:cubicBezTo>
                    <a:pt x="5096" y="0"/>
                    <a:pt x="5291" y="1873"/>
                    <a:pt x="3879" y="2010"/>
                  </a:cubicBezTo>
                  <a:cubicBezTo>
                    <a:pt x="2470" y="2146"/>
                    <a:pt x="156" y="2334"/>
                    <a:pt x="9" y="3181"/>
                  </a:cubicBezTo>
                  <a:cubicBezTo>
                    <a:pt x="5" y="3200"/>
                    <a:pt x="5" y="3213"/>
                    <a:pt x="0" y="3232"/>
                  </a:cubicBezTo>
                  <a:lnTo>
                    <a:pt x="6810" y="3232"/>
                  </a:lnTo>
                  <a:lnTo>
                    <a:pt x="6810" y="0"/>
                  </a:ln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67"/>
            <p:cNvSpPr/>
            <p:nvPr/>
          </p:nvSpPr>
          <p:spPr>
            <a:xfrm>
              <a:off x="5456650" y="4732350"/>
              <a:ext cx="77950" cy="18375"/>
            </a:xfrm>
            <a:custGeom>
              <a:rect b="b" l="l" r="r" t="t"/>
              <a:pathLst>
                <a:path extrusionOk="0" h="735" w="3118">
                  <a:moveTo>
                    <a:pt x="1121" y="1"/>
                  </a:moveTo>
                  <a:cubicBezTo>
                    <a:pt x="531" y="1"/>
                    <a:pt x="10" y="19"/>
                    <a:pt x="0" y="19"/>
                  </a:cubicBezTo>
                  <a:lnTo>
                    <a:pt x="5" y="65"/>
                  </a:lnTo>
                  <a:cubicBezTo>
                    <a:pt x="11" y="65"/>
                    <a:pt x="532" y="46"/>
                    <a:pt x="1121" y="46"/>
                  </a:cubicBezTo>
                  <a:cubicBezTo>
                    <a:pt x="1416" y="46"/>
                    <a:pt x="1728" y="51"/>
                    <a:pt x="2001" y="65"/>
                  </a:cubicBezTo>
                  <a:cubicBezTo>
                    <a:pt x="2804" y="105"/>
                    <a:pt x="3072" y="726"/>
                    <a:pt x="3077" y="734"/>
                  </a:cubicBezTo>
                  <a:lnTo>
                    <a:pt x="3118" y="717"/>
                  </a:lnTo>
                  <a:cubicBezTo>
                    <a:pt x="3113" y="711"/>
                    <a:pt x="2836" y="61"/>
                    <a:pt x="2001" y="19"/>
                  </a:cubicBezTo>
                  <a:cubicBezTo>
                    <a:pt x="1728" y="5"/>
                    <a:pt x="1416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67"/>
            <p:cNvSpPr/>
            <p:nvPr/>
          </p:nvSpPr>
          <p:spPr>
            <a:xfrm>
              <a:off x="5533900" y="4669700"/>
              <a:ext cx="59025" cy="56525"/>
            </a:xfrm>
            <a:custGeom>
              <a:rect b="b" l="l" r="r" t="t"/>
              <a:pathLst>
                <a:path extrusionOk="0" h="2261" w="2361">
                  <a:moveTo>
                    <a:pt x="2306" y="0"/>
                  </a:moveTo>
                  <a:cubicBezTo>
                    <a:pt x="2306" y="23"/>
                    <a:pt x="2321" y="1892"/>
                    <a:pt x="1637" y="2133"/>
                  </a:cubicBezTo>
                  <a:cubicBezTo>
                    <a:pt x="1464" y="2195"/>
                    <a:pt x="1275" y="2217"/>
                    <a:pt x="1089" y="2217"/>
                  </a:cubicBezTo>
                  <a:cubicBezTo>
                    <a:pt x="541" y="2217"/>
                    <a:pt x="21" y="2018"/>
                    <a:pt x="15" y="2014"/>
                  </a:cubicBezTo>
                  <a:lnTo>
                    <a:pt x="0" y="2056"/>
                  </a:lnTo>
                  <a:cubicBezTo>
                    <a:pt x="5" y="2060"/>
                    <a:pt x="534" y="2260"/>
                    <a:pt x="1090" y="2260"/>
                  </a:cubicBezTo>
                  <a:cubicBezTo>
                    <a:pt x="1281" y="2260"/>
                    <a:pt x="1477" y="2238"/>
                    <a:pt x="1655" y="2174"/>
                  </a:cubicBezTo>
                  <a:cubicBezTo>
                    <a:pt x="2361" y="1923"/>
                    <a:pt x="2352" y="82"/>
                    <a:pt x="2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67"/>
            <p:cNvSpPr/>
            <p:nvPr/>
          </p:nvSpPr>
          <p:spPr>
            <a:xfrm>
              <a:off x="5569350" y="4675375"/>
              <a:ext cx="23150" cy="15875"/>
            </a:xfrm>
            <a:custGeom>
              <a:rect b="b" l="l" r="r" t="t"/>
              <a:pathLst>
                <a:path extrusionOk="0" h="635" w="926">
                  <a:moveTo>
                    <a:pt x="898" y="1"/>
                  </a:moveTo>
                  <a:lnTo>
                    <a:pt x="0" y="598"/>
                  </a:lnTo>
                  <a:lnTo>
                    <a:pt x="23" y="634"/>
                  </a:lnTo>
                  <a:lnTo>
                    <a:pt x="926" y="37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67"/>
            <p:cNvSpPr/>
            <p:nvPr/>
          </p:nvSpPr>
          <p:spPr>
            <a:xfrm>
              <a:off x="5570825" y="4679475"/>
              <a:ext cx="20200" cy="11775"/>
            </a:xfrm>
            <a:custGeom>
              <a:rect b="b" l="l" r="r" t="t"/>
              <a:pathLst>
                <a:path extrusionOk="0" h="471" w="808">
                  <a:moveTo>
                    <a:pt x="19" y="1"/>
                  </a:moveTo>
                  <a:lnTo>
                    <a:pt x="0" y="43"/>
                  </a:lnTo>
                  <a:lnTo>
                    <a:pt x="784" y="470"/>
                  </a:lnTo>
                  <a:lnTo>
                    <a:pt x="807" y="430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67"/>
            <p:cNvSpPr/>
            <p:nvPr/>
          </p:nvSpPr>
          <p:spPr>
            <a:xfrm>
              <a:off x="5562975" y="4697150"/>
              <a:ext cx="26800" cy="10400"/>
            </a:xfrm>
            <a:custGeom>
              <a:rect b="b" l="l" r="r" t="t"/>
              <a:pathLst>
                <a:path extrusionOk="0" h="416" w="1072">
                  <a:moveTo>
                    <a:pt x="1057" y="1"/>
                  </a:moveTo>
                  <a:lnTo>
                    <a:pt x="0" y="375"/>
                  </a:lnTo>
                  <a:lnTo>
                    <a:pt x="13" y="415"/>
                  </a:lnTo>
                  <a:lnTo>
                    <a:pt x="1071" y="47"/>
                  </a:lnTo>
                  <a:lnTo>
                    <a:pt x="10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67"/>
            <p:cNvSpPr/>
            <p:nvPr/>
          </p:nvSpPr>
          <p:spPr>
            <a:xfrm>
              <a:off x="5567400" y="4697250"/>
              <a:ext cx="19050" cy="13375"/>
            </a:xfrm>
            <a:custGeom>
              <a:rect b="b" l="l" r="r" t="t"/>
              <a:pathLst>
                <a:path extrusionOk="0" h="535" w="762">
                  <a:moveTo>
                    <a:pt x="23" y="1"/>
                  </a:moveTo>
                  <a:lnTo>
                    <a:pt x="0" y="37"/>
                  </a:lnTo>
                  <a:lnTo>
                    <a:pt x="739" y="535"/>
                  </a:lnTo>
                  <a:lnTo>
                    <a:pt x="762" y="498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67"/>
            <p:cNvSpPr/>
            <p:nvPr/>
          </p:nvSpPr>
          <p:spPr>
            <a:xfrm>
              <a:off x="5364475" y="3608300"/>
              <a:ext cx="414550" cy="389375"/>
            </a:xfrm>
            <a:custGeom>
              <a:rect b="b" l="l" r="r" t="t"/>
              <a:pathLst>
                <a:path extrusionOk="0" h="15575" w="16582">
                  <a:moveTo>
                    <a:pt x="5702" y="1"/>
                  </a:moveTo>
                  <a:cubicBezTo>
                    <a:pt x="5702" y="1"/>
                    <a:pt x="1208" y="548"/>
                    <a:pt x="606" y="1255"/>
                  </a:cubicBezTo>
                  <a:cubicBezTo>
                    <a:pt x="0" y="1961"/>
                    <a:pt x="1946" y="14166"/>
                    <a:pt x="2821" y="14905"/>
                  </a:cubicBezTo>
                  <a:cubicBezTo>
                    <a:pt x="3340" y="15345"/>
                    <a:pt x="6507" y="15574"/>
                    <a:pt x="9095" y="15574"/>
                  </a:cubicBezTo>
                  <a:cubicBezTo>
                    <a:pt x="10850" y="15574"/>
                    <a:pt x="12339" y="15469"/>
                    <a:pt x="12556" y="15251"/>
                  </a:cubicBezTo>
                  <a:cubicBezTo>
                    <a:pt x="13090" y="14713"/>
                    <a:pt x="16517" y="3839"/>
                    <a:pt x="16549" y="2394"/>
                  </a:cubicBezTo>
                  <a:cubicBezTo>
                    <a:pt x="16582" y="954"/>
                    <a:pt x="14963" y="649"/>
                    <a:pt x="12884" y="312"/>
                  </a:cubicBezTo>
                  <a:lnTo>
                    <a:pt x="5702" y="1"/>
                  </a:ln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67"/>
            <p:cNvSpPr/>
            <p:nvPr/>
          </p:nvSpPr>
          <p:spPr>
            <a:xfrm>
              <a:off x="5435000" y="3980900"/>
              <a:ext cx="239875" cy="85950"/>
            </a:xfrm>
            <a:custGeom>
              <a:rect b="b" l="l" r="r" t="t"/>
              <a:pathLst>
                <a:path extrusionOk="0" h="3438" w="9595">
                  <a:moveTo>
                    <a:pt x="0" y="1"/>
                  </a:moveTo>
                  <a:lnTo>
                    <a:pt x="963" y="3437"/>
                  </a:lnTo>
                  <a:lnTo>
                    <a:pt x="9061" y="3437"/>
                  </a:lnTo>
                  <a:lnTo>
                    <a:pt x="9594" y="4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A21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67"/>
            <p:cNvSpPr/>
            <p:nvPr/>
          </p:nvSpPr>
          <p:spPr>
            <a:xfrm>
              <a:off x="5571850" y="3570825"/>
              <a:ext cx="129450" cy="67325"/>
            </a:xfrm>
            <a:custGeom>
              <a:rect b="b" l="l" r="r" t="t"/>
              <a:pathLst>
                <a:path extrusionOk="0" h="2693" w="5178">
                  <a:moveTo>
                    <a:pt x="2238" y="0"/>
                  </a:moveTo>
                  <a:cubicBezTo>
                    <a:pt x="2238" y="721"/>
                    <a:pt x="1" y="2471"/>
                    <a:pt x="1" y="2471"/>
                  </a:cubicBezTo>
                  <a:cubicBezTo>
                    <a:pt x="1" y="2471"/>
                    <a:pt x="165" y="2594"/>
                    <a:pt x="1259" y="2686"/>
                  </a:cubicBezTo>
                  <a:cubicBezTo>
                    <a:pt x="1316" y="2691"/>
                    <a:pt x="1377" y="2693"/>
                    <a:pt x="1443" y="2693"/>
                  </a:cubicBezTo>
                  <a:cubicBezTo>
                    <a:pt x="2642" y="2693"/>
                    <a:pt x="5178" y="1910"/>
                    <a:pt x="5178" y="1910"/>
                  </a:cubicBezTo>
                  <a:cubicBezTo>
                    <a:pt x="4786" y="82"/>
                    <a:pt x="2238" y="0"/>
                    <a:pt x="2238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67"/>
            <p:cNvSpPr/>
            <p:nvPr/>
          </p:nvSpPr>
          <p:spPr>
            <a:xfrm>
              <a:off x="5477950" y="3570825"/>
              <a:ext cx="129475" cy="67325"/>
            </a:xfrm>
            <a:custGeom>
              <a:rect b="b" l="l" r="r" t="t"/>
              <a:pathLst>
                <a:path extrusionOk="0" h="2693" w="5179">
                  <a:moveTo>
                    <a:pt x="2941" y="0"/>
                  </a:moveTo>
                  <a:cubicBezTo>
                    <a:pt x="2941" y="0"/>
                    <a:pt x="393" y="82"/>
                    <a:pt x="0" y="1910"/>
                  </a:cubicBezTo>
                  <a:cubicBezTo>
                    <a:pt x="0" y="1910"/>
                    <a:pt x="2537" y="2693"/>
                    <a:pt x="3737" y="2693"/>
                  </a:cubicBezTo>
                  <a:cubicBezTo>
                    <a:pt x="3802" y="2693"/>
                    <a:pt x="3864" y="2691"/>
                    <a:pt x="3921" y="2686"/>
                  </a:cubicBezTo>
                  <a:cubicBezTo>
                    <a:pt x="5015" y="2594"/>
                    <a:pt x="5179" y="2471"/>
                    <a:pt x="5179" y="2471"/>
                  </a:cubicBezTo>
                  <a:cubicBezTo>
                    <a:pt x="5179" y="2471"/>
                    <a:pt x="2941" y="721"/>
                    <a:pt x="2941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67"/>
            <p:cNvSpPr/>
            <p:nvPr/>
          </p:nvSpPr>
          <p:spPr>
            <a:xfrm>
              <a:off x="5563525" y="3636700"/>
              <a:ext cx="25200" cy="354150"/>
            </a:xfrm>
            <a:custGeom>
              <a:rect b="b" l="l" r="r" t="t"/>
              <a:pathLst>
                <a:path extrusionOk="0" h="14166" w="1008">
                  <a:moveTo>
                    <a:pt x="953" y="0"/>
                  </a:moveTo>
                  <a:lnTo>
                    <a:pt x="0" y="14161"/>
                  </a:lnTo>
                  <a:lnTo>
                    <a:pt x="50" y="14166"/>
                  </a:lnTo>
                  <a:lnTo>
                    <a:pt x="1008" y="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67"/>
            <p:cNvSpPr/>
            <p:nvPr/>
          </p:nvSpPr>
          <p:spPr>
            <a:xfrm>
              <a:off x="5376075" y="3710275"/>
              <a:ext cx="77175" cy="333900"/>
            </a:xfrm>
            <a:custGeom>
              <a:rect b="b" l="l" r="r" t="t"/>
              <a:pathLst>
                <a:path extrusionOk="0" h="13356" w="3087">
                  <a:moveTo>
                    <a:pt x="51" y="1"/>
                  </a:moveTo>
                  <a:lnTo>
                    <a:pt x="1" y="6"/>
                  </a:lnTo>
                  <a:cubicBezTo>
                    <a:pt x="5" y="42"/>
                    <a:pt x="356" y="3538"/>
                    <a:pt x="749" y="5489"/>
                  </a:cubicBezTo>
                  <a:cubicBezTo>
                    <a:pt x="1168" y="7567"/>
                    <a:pt x="3019" y="13297"/>
                    <a:pt x="3036" y="13356"/>
                  </a:cubicBezTo>
                  <a:lnTo>
                    <a:pt x="3087" y="13337"/>
                  </a:lnTo>
                  <a:cubicBezTo>
                    <a:pt x="3068" y="13278"/>
                    <a:pt x="1218" y="7554"/>
                    <a:pt x="804" y="5480"/>
                  </a:cubicBezTo>
                  <a:cubicBezTo>
                    <a:pt x="411" y="3529"/>
                    <a:pt x="56" y="38"/>
                    <a:pt x="51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67"/>
            <p:cNvSpPr/>
            <p:nvPr/>
          </p:nvSpPr>
          <p:spPr>
            <a:xfrm>
              <a:off x="5644750" y="3990575"/>
              <a:ext cx="14400" cy="76375"/>
            </a:xfrm>
            <a:custGeom>
              <a:rect b="b" l="l" r="r" t="t"/>
              <a:pathLst>
                <a:path extrusionOk="0" h="3055" w="576">
                  <a:moveTo>
                    <a:pt x="521" y="1"/>
                  </a:moveTo>
                  <a:lnTo>
                    <a:pt x="1" y="3046"/>
                  </a:lnTo>
                  <a:lnTo>
                    <a:pt x="56" y="3055"/>
                  </a:lnTo>
                  <a:lnTo>
                    <a:pt x="575" y="11"/>
                  </a:lnTo>
                  <a:lnTo>
                    <a:pt x="521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67"/>
            <p:cNvSpPr/>
            <p:nvPr/>
          </p:nvSpPr>
          <p:spPr>
            <a:xfrm>
              <a:off x="5625050" y="3990725"/>
              <a:ext cx="11200" cy="76225"/>
            </a:xfrm>
            <a:custGeom>
              <a:rect b="b" l="l" r="r" t="t"/>
              <a:pathLst>
                <a:path extrusionOk="0" h="3049" w="448">
                  <a:moveTo>
                    <a:pt x="397" y="0"/>
                  </a:moveTo>
                  <a:lnTo>
                    <a:pt x="0" y="3044"/>
                  </a:lnTo>
                  <a:lnTo>
                    <a:pt x="51" y="3049"/>
                  </a:lnTo>
                  <a:lnTo>
                    <a:pt x="448" y="5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67"/>
            <p:cNvSpPr/>
            <p:nvPr/>
          </p:nvSpPr>
          <p:spPr>
            <a:xfrm>
              <a:off x="5604900" y="3988525"/>
              <a:ext cx="3750" cy="78425"/>
            </a:xfrm>
            <a:custGeom>
              <a:rect b="b" l="l" r="r" t="t"/>
              <a:pathLst>
                <a:path extrusionOk="0" h="3137" w="150">
                  <a:moveTo>
                    <a:pt x="95" y="1"/>
                  </a:moveTo>
                  <a:lnTo>
                    <a:pt x="0" y="3132"/>
                  </a:lnTo>
                  <a:lnTo>
                    <a:pt x="50" y="313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67"/>
            <p:cNvSpPr/>
            <p:nvPr/>
          </p:nvSpPr>
          <p:spPr>
            <a:xfrm>
              <a:off x="5582650" y="3987400"/>
              <a:ext cx="1300" cy="79450"/>
            </a:xfrm>
            <a:custGeom>
              <a:rect b="b" l="l" r="r" t="t"/>
              <a:pathLst>
                <a:path extrusionOk="0" h="3178" w="52">
                  <a:moveTo>
                    <a:pt x="1" y="1"/>
                  </a:moveTo>
                  <a:lnTo>
                    <a:pt x="1" y="3177"/>
                  </a:lnTo>
                  <a:lnTo>
                    <a:pt x="51" y="3177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67"/>
            <p:cNvSpPr/>
            <p:nvPr/>
          </p:nvSpPr>
          <p:spPr>
            <a:xfrm>
              <a:off x="5549050" y="3987400"/>
              <a:ext cx="6525" cy="79550"/>
            </a:xfrm>
            <a:custGeom>
              <a:rect b="b" l="l" r="r" t="t"/>
              <a:pathLst>
                <a:path extrusionOk="0" h="3182" w="261">
                  <a:moveTo>
                    <a:pt x="55" y="1"/>
                  </a:moveTo>
                  <a:lnTo>
                    <a:pt x="0" y="5"/>
                  </a:lnTo>
                  <a:lnTo>
                    <a:pt x="210" y="3182"/>
                  </a:lnTo>
                  <a:lnTo>
                    <a:pt x="261" y="3177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67"/>
            <p:cNvSpPr/>
            <p:nvPr/>
          </p:nvSpPr>
          <p:spPr>
            <a:xfrm>
              <a:off x="5515225" y="3984325"/>
              <a:ext cx="14600" cy="82625"/>
            </a:xfrm>
            <a:custGeom>
              <a:rect b="b" l="l" r="r" t="t"/>
              <a:pathLst>
                <a:path extrusionOk="0" h="3305" w="584">
                  <a:moveTo>
                    <a:pt x="51" y="0"/>
                  </a:moveTo>
                  <a:lnTo>
                    <a:pt x="0" y="10"/>
                  </a:lnTo>
                  <a:lnTo>
                    <a:pt x="533" y="3305"/>
                  </a:lnTo>
                  <a:lnTo>
                    <a:pt x="583" y="3296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67"/>
            <p:cNvSpPr/>
            <p:nvPr/>
          </p:nvSpPr>
          <p:spPr>
            <a:xfrm>
              <a:off x="5482525" y="3984325"/>
              <a:ext cx="16650" cy="82625"/>
            </a:xfrm>
            <a:custGeom>
              <a:rect b="b" l="l" r="r" t="t"/>
              <a:pathLst>
                <a:path extrusionOk="0" h="3305" w="666">
                  <a:moveTo>
                    <a:pt x="50" y="0"/>
                  </a:moveTo>
                  <a:lnTo>
                    <a:pt x="0" y="10"/>
                  </a:lnTo>
                  <a:lnTo>
                    <a:pt x="611" y="3305"/>
                  </a:lnTo>
                  <a:lnTo>
                    <a:pt x="665" y="3296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67"/>
            <p:cNvSpPr/>
            <p:nvPr/>
          </p:nvSpPr>
          <p:spPr>
            <a:xfrm>
              <a:off x="5667325" y="3632600"/>
              <a:ext cx="151225" cy="331025"/>
            </a:xfrm>
            <a:custGeom>
              <a:rect b="b" l="l" r="r" t="t"/>
              <a:pathLst>
                <a:path extrusionOk="0" h="13241" w="6049">
                  <a:moveTo>
                    <a:pt x="3465" y="0"/>
                  </a:moveTo>
                  <a:cubicBezTo>
                    <a:pt x="0" y="351"/>
                    <a:pt x="1405" y="7584"/>
                    <a:pt x="1870" y="9995"/>
                  </a:cubicBezTo>
                  <a:cubicBezTo>
                    <a:pt x="2290" y="12174"/>
                    <a:pt x="2710" y="13240"/>
                    <a:pt x="3628" y="13240"/>
                  </a:cubicBezTo>
                  <a:cubicBezTo>
                    <a:pt x="3725" y="13240"/>
                    <a:pt x="3829" y="13228"/>
                    <a:pt x="3938" y="13204"/>
                  </a:cubicBezTo>
                  <a:cubicBezTo>
                    <a:pt x="5078" y="12948"/>
                    <a:pt x="6048" y="6823"/>
                    <a:pt x="5966" y="3742"/>
                  </a:cubicBezTo>
                  <a:cubicBezTo>
                    <a:pt x="5880" y="657"/>
                    <a:pt x="3465" y="0"/>
                    <a:pt x="3465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67"/>
            <p:cNvSpPr/>
            <p:nvPr/>
          </p:nvSpPr>
          <p:spPr>
            <a:xfrm>
              <a:off x="5717225" y="3869850"/>
              <a:ext cx="85600" cy="279500"/>
            </a:xfrm>
            <a:custGeom>
              <a:rect b="b" l="l" r="r" t="t"/>
              <a:pathLst>
                <a:path extrusionOk="0" h="11180" w="3424">
                  <a:moveTo>
                    <a:pt x="3378" y="0"/>
                  </a:moveTo>
                  <a:cubicBezTo>
                    <a:pt x="3136" y="0"/>
                    <a:pt x="1964" y="202"/>
                    <a:pt x="1099" y="1180"/>
                  </a:cubicBezTo>
                  <a:cubicBezTo>
                    <a:pt x="1099" y="1180"/>
                    <a:pt x="1" y="1882"/>
                    <a:pt x="124" y="4443"/>
                  </a:cubicBezTo>
                  <a:cubicBezTo>
                    <a:pt x="202" y="5988"/>
                    <a:pt x="360" y="9019"/>
                    <a:pt x="475" y="11180"/>
                  </a:cubicBezTo>
                  <a:lnTo>
                    <a:pt x="2312" y="11180"/>
                  </a:lnTo>
                  <a:cubicBezTo>
                    <a:pt x="2699" y="7259"/>
                    <a:pt x="3415" y="40"/>
                    <a:pt x="3423" y="8"/>
                  </a:cubicBezTo>
                  <a:cubicBezTo>
                    <a:pt x="3424" y="3"/>
                    <a:pt x="3408" y="0"/>
                    <a:pt x="3378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67"/>
            <p:cNvSpPr/>
            <p:nvPr/>
          </p:nvSpPr>
          <p:spPr>
            <a:xfrm>
              <a:off x="5729100" y="4149325"/>
              <a:ext cx="45925" cy="61675"/>
            </a:xfrm>
            <a:custGeom>
              <a:rect b="b" l="l" r="r" t="t"/>
              <a:pathLst>
                <a:path extrusionOk="0" h="2467" w="1837">
                  <a:moveTo>
                    <a:pt x="0" y="1"/>
                  </a:moveTo>
                  <a:cubicBezTo>
                    <a:pt x="77" y="1423"/>
                    <a:pt x="132" y="2466"/>
                    <a:pt x="132" y="2466"/>
                  </a:cubicBezTo>
                  <a:lnTo>
                    <a:pt x="1595" y="2466"/>
                  </a:lnTo>
                  <a:cubicBezTo>
                    <a:pt x="1595" y="2466"/>
                    <a:pt x="1696" y="1463"/>
                    <a:pt x="1837" y="1"/>
                  </a:cubicBezTo>
                  <a:close/>
                </a:path>
              </a:pathLst>
            </a:custGeom>
            <a:solidFill>
              <a:srgbClr val="1E17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67"/>
            <p:cNvSpPr/>
            <p:nvPr/>
          </p:nvSpPr>
          <p:spPr>
            <a:xfrm>
              <a:off x="5703025" y="4210725"/>
              <a:ext cx="65975" cy="86475"/>
            </a:xfrm>
            <a:custGeom>
              <a:rect b="b" l="l" r="r" t="t"/>
              <a:pathLst>
                <a:path extrusionOk="0" h="3459" w="2639">
                  <a:moveTo>
                    <a:pt x="981" y="0"/>
                  </a:moveTo>
                  <a:cubicBezTo>
                    <a:pt x="676" y="0"/>
                    <a:pt x="113" y="70"/>
                    <a:pt x="63" y="580"/>
                  </a:cubicBezTo>
                  <a:cubicBezTo>
                    <a:pt x="0" y="1216"/>
                    <a:pt x="140" y="1841"/>
                    <a:pt x="254" y="1841"/>
                  </a:cubicBezTo>
                  <a:cubicBezTo>
                    <a:pt x="265" y="1841"/>
                    <a:pt x="276" y="1836"/>
                    <a:pt x="286" y="1824"/>
                  </a:cubicBezTo>
                  <a:cubicBezTo>
                    <a:pt x="399" y="1694"/>
                    <a:pt x="681" y="1085"/>
                    <a:pt x="842" y="1085"/>
                  </a:cubicBezTo>
                  <a:cubicBezTo>
                    <a:pt x="850" y="1085"/>
                    <a:pt x="858" y="1086"/>
                    <a:pt x="865" y="1090"/>
                  </a:cubicBezTo>
                  <a:cubicBezTo>
                    <a:pt x="1020" y="1159"/>
                    <a:pt x="846" y="3424"/>
                    <a:pt x="1043" y="3456"/>
                  </a:cubicBezTo>
                  <a:cubicBezTo>
                    <a:pt x="1052" y="3457"/>
                    <a:pt x="1061" y="3458"/>
                    <a:pt x="1070" y="3458"/>
                  </a:cubicBezTo>
                  <a:cubicBezTo>
                    <a:pt x="1281" y="3458"/>
                    <a:pt x="1741" y="3076"/>
                    <a:pt x="1963" y="2539"/>
                  </a:cubicBezTo>
                  <a:cubicBezTo>
                    <a:pt x="2196" y="1975"/>
                    <a:pt x="2638" y="10"/>
                    <a:pt x="2638" y="10"/>
                  </a:cubicBezTo>
                  <a:lnTo>
                    <a:pt x="1175" y="10"/>
                  </a:lnTo>
                  <a:cubicBezTo>
                    <a:pt x="1175" y="10"/>
                    <a:pt x="1096" y="0"/>
                    <a:pt x="981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67"/>
            <p:cNvSpPr/>
            <p:nvPr/>
          </p:nvSpPr>
          <p:spPr>
            <a:xfrm>
              <a:off x="3791725" y="4130175"/>
              <a:ext cx="280225" cy="225400"/>
            </a:xfrm>
            <a:custGeom>
              <a:rect b="b" l="l" r="r" t="t"/>
              <a:pathLst>
                <a:path extrusionOk="0" h="9016" w="11209">
                  <a:moveTo>
                    <a:pt x="146" y="1"/>
                  </a:moveTo>
                  <a:lnTo>
                    <a:pt x="1" y="182"/>
                  </a:lnTo>
                  <a:lnTo>
                    <a:pt x="11066" y="9015"/>
                  </a:lnTo>
                  <a:lnTo>
                    <a:pt x="11208" y="8834"/>
                  </a:lnTo>
                  <a:lnTo>
                    <a:pt x="146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67"/>
            <p:cNvSpPr/>
            <p:nvPr/>
          </p:nvSpPr>
          <p:spPr>
            <a:xfrm>
              <a:off x="3254500" y="3542900"/>
              <a:ext cx="122500" cy="95975"/>
            </a:xfrm>
            <a:custGeom>
              <a:rect b="b" l="l" r="r" t="t"/>
              <a:pathLst>
                <a:path extrusionOk="0" h="3839" w="4900">
                  <a:moveTo>
                    <a:pt x="3414" y="1"/>
                  </a:moveTo>
                  <a:cubicBezTo>
                    <a:pt x="2788" y="1"/>
                    <a:pt x="2184" y="128"/>
                    <a:pt x="2184" y="128"/>
                  </a:cubicBezTo>
                  <a:cubicBezTo>
                    <a:pt x="2184" y="128"/>
                    <a:pt x="55" y="570"/>
                    <a:pt x="28" y="1514"/>
                  </a:cubicBezTo>
                  <a:cubicBezTo>
                    <a:pt x="1" y="2426"/>
                    <a:pt x="1412" y="3838"/>
                    <a:pt x="2411" y="3838"/>
                  </a:cubicBezTo>
                  <a:cubicBezTo>
                    <a:pt x="2440" y="3838"/>
                    <a:pt x="2469" y="3837"/>
                    <a:pt x="2497" y="3834"/>
                  </a:cubicBezTo>
                  <a:cubicBezTo>
                    <a:pt x="2917" y="3797"/>
                    <a:pt x="3505" y="3780"/>
                    <a:pt x="4061" y="3738"/>
                  </a:cubicBezTo>
                  <a:lnTo>
                    <a:pt x="4193" y="685"/>
                  </a:lnTo>
                  <a:lnTo>
                    <a:pt x="4900" y="717"/>
                  </a:lnTo>
                  <a:cubicBezTo>
                    <a:pt x="4744" y="461"/>
                    <a:pt x="4576" y="265"/>
                    <a:pt x="4407" y="179"/>
                  </a:cubicBezTo>
                  <a:cubicBezTo>
                    <a:pt x="4145" y="44"/>
                    <a:pt x="3776" y="1"/>
                    <a:pt x="3414" y="1"/>
                  </a:cubicBezTo>
                  <a:close/>
                </a:path>
              </a:pathLst>
            </a:custGeom>
            <a:solidFill>
              <a:srgbClr val="471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67"/>
            <p:cNvSpPr/>
            <p:nvPr/>
          </p:nvSpPr>
          <p:spPr>
            <a:xfrm>
              <a:off x="3285250" y="3548500"/>
              <a:ext cx="42200" cy="69525"/>
            </a:xfrm>
            <a:custGeom>
              <a:rect b="b" l="l" r="r" t="t"/>
              <a:pathLst>
                <a:path extrusionOk="0" h="2781" w="1688">
                  <a:moveTo>
                    <a:pt x="525" y="1"/>
                  </a:moveTo>
                  <a:cubicBezTo>
                    <a:pt x="520" y="5"/>
                    <a:pt x="1" y="489"/>
                    <a:pt x="87" y="1149"/>
                  </a:cubicBezTo>
                  <a:cubicBezTo>
                    <a:pt x="169" y="1747"/>
                    <a:pt x="703" y="2293"/>
                    <a:pt x="1673" y="2780"/>
                  </a:cubicBezTo>
                  <a:lnTo>
                    <a:pt x="1687" y="2753"/>
                  </a:lnTo>
                  <a:cubicBezTo>
                    <a:pt x="730" y="2270"/>
                    <a:pt x="201" y="1728"/>
                    <a:pt x="119" y="1145"/>
                  </a:cubicBezTo>
                  <a:cubicBezTo>
                    <a:pt x="32" y="502"/>
                    <a:pt x="543" y="32"/>
                    <a:pt x="548" y="28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67"/>
            <p:cNvSpPr/>
            <p:nvPr/>
          </p:nvSpPr>
          <p:spPr>
            <a:xfrm>
              <a:off x="3266900" y="3556350"/>
              <a:ext cx="51875" cy="82650"/>
            </a:xfrm>
            <a:custGeom>
              <a:rect b="b" l="l" r="r" t="t"/>
              <a:pathLst>
                <a:path extrusionOk="0" h="3306" w="2075">
                  <a:moveTo>
                    <a:pt x="425" y="1"/>
                  </a:moveTo>
                  <a:cubicBezTo>
                    <a:pt x="420" y="11"/>
                    <a:pt x="1" y="548"/>
                    <a:pt x="156" y="1290"/>
                  </a:cubicBezTo>
                  <a:cubicBezTo>
                    <a:pt x="310" y="2029"/>
                    <a:pt x="949" y="2708"/>
                    <a:pt x="2056" y="3305"/>
                  </a:cubicBezTo>
                  <a:lnTo>
                    <a:pt x="2075" y="3278"/>
                  </a:lnTo>
                  <a:cubicBezTo>
                    <a:pt x="972" y="2685"/>
                    <a:pt x="338" y="2016"/>
                    <a:pt x="188" y="1286"/>
                  </a:cubicBezTo>
                  <a:cubicBezTo>
                    <a:pt x="37" y="557"/>
                    <a:pt x="447" y="28"/>
                    <a:pt x="453" y="24"/>
                  </a:cubicBezTo>
                  <a:lnTo>
                    <a:pt x="425" y="1"/>
                  </a:ln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67"/>
            <p:cNvSpPr/>
            <p:nvPr/>
          </p:nvSpPr>
          <p:spPr>
            <a:xfrm>
              <a:off x="3272375" y="3553175"/>
              <a:ext cx="54150" cy="75675"/>
            </a:xfrm>
            <a:custGeom>
              <a:rect b="b" l="l" r="r" t="t"/>
              <a:pathLst>
                <a:path extrusionOk="0" h="3027" w="2166">
                  <a:moveTo>
                    <a:pt x="502" y="1"/>
                  </a:moveTo>
                  <a:cubicBezTo>
                    <a:pt x="497" y="5"/>
                    <a:pt x="1" y="488"/>
                    <a:pt x="320" y="1432"/>
                  </a:cubicBezTo>
                  <a:cubicBezTo>
                    <a:pt x="634" y="2370"/>
                    <a:pt x="2138" y="3022"/>
                    <a:pt x="2152" y="3026"/>
                  </a:cubicBezTo>
                  <a:lnTo>
                    <a:pt x="2165" y="2995"/>
                  </a:lnTo>
                  <a:cubicBezTo>
                    <a:pt x="2152" y="2990"/>
                    <a:pt x="661" y="2347"/>
                    <a:pt x="352" y="1423"/>
                  </a:cubicBezTo>
                  <a:cubicBezTo>
                    <a:pt x="42" y="497"/>
                    <a:pt x="520" y="28"/>
                    <a:pt x="525" y="23"/>
                  </a:cubicBezTo>
                  <a:lnTo>
                    <a:pt x="502" y="1"/>
                  </a:ln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67"/>
            <p:cNvSpPr/>
            <p:nvPr/>
          </p:nvSpPr>
          <p:spPr>
            <a:xfrm>
              <a:off x="3325125" y="4022825"/>
              <a:ext cx="365675" cy="181250"/>
            </a:xfrm>
            <a:custGeom>
              <a:rect b="b" l="l" r="r" t="t"/>
              <a:pathLst>
                <a:path extrusionOk="0" h="7250" w="14627">
                  <a:moveTo>
                    <a:pt x="3024" y="1"/>
                  </a:moveTo>
                  <a:cubicBezTo>
                    <a:pt x="3016" y="1"/>
                    <a:pt x="3008" y="1"/>
                    <a:pt x="3000" y="2"/>
                  </a:cubicBezTo>
                  <a:cubicBezTo>
                    <a:pt x="1961" y="51"/>
                    <a:pt x="1" y="402"/>
                    <a:pt x="1004" y="3014"/>
                  </a:cubicBezTo>
                  <a:cubicBezTo>
                    <a:pt x="1004" y="3014"/>
                    <a:pt x="2882" y="4550"/>
                    <a:pt x="6710" y="5493"/>
                  </a:cubicBezTo>
                  <a:cubicBezTo>
                    <a:pt x="9742" y="6243"/>
                    <a:pt x="11926" y="7250"/>
                    <a:pt x="13104" y="7250"/>
                  </a:cubicBezTo>
                  <a:cubicBezTo>
                    <a:pt x="13416" y="7250"/>
                    <a:pt x="13657" y="7179"/>
                    <a:pt x="13825" y="7015"/>
                  </a:cubicBezTo>
                  <a:cubicBezTo>
                    <a:pt x="14626" y="6236"/>
                    <a:pt x="13560" y="5133"/>
                    <a:pt x="12170" y="4226"/>
                  </a:cubicBezTo>
                  <a:cubicBezTo>
                    <a:pt x="10785" y="3326"/>
                    <a:pt x="4143" y="1"/>
                    <a:pt x="3024" y="1"/>
                  </a:cubicBezTo>
                  <a:close/>
                </a:path>
              </a:pathLst>
            </a:custGeom>
            <a:solidFill>
              <a:srgbClr val="FF78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67"/>
            <p:cNvSpPr/>
            <p:nvPr/>
          </p:nvSpPr>
          <p:spPr>
            <a:xfrm>
              <a:off x="3334350" y="4014825"/>
              <a:ext cx="427325" cy="252300"/>
            </a:xfrm>
            <a:custGeom>
              <a:rect b="b" l="l" r="r" t="t"/>
              <a:pathLst>
                <a:path extrusionOk="0" h="10092" w="17093">
                  <a:moveTo>
                    <a:pt x="2801" y="0"/>
                  </a:moveTo>
                  <a:cubicBezTo>
                    <a:pt x="2178" y="0"/>
                    <a:pt x="1" y="1339"/>
                    <a:pt x="1528" y="3803"/>
                  </a:cubicBezTo>
                  <a:cubicBezTo>
                    <a:pt x="1528" y="3803"/>
                    <a:pt x="3880" y="6237"/>
                    <a:pt x="7070" y="7194"/>
                  </a:cubicBezTo>
                  <a:cubicBezTo>
                    <a:pt x="10265" y="8156"/>
                    <a:pt x="11022" y="8252"/>
                    <a:pt x="12034" y="9131"/>
                  </a:cubicBezTo>
                  <a:cubicBezTo>
                    <a:pt x="12598" y="9622"/>
                    <a:pt x="13605" y="10092"/>
                    <a:pt x="14525" y="10092"/>
                  </a:cubicBezTo>
                  <a:cubicBezTo>
                    <a:pt x="15256" y="10092"/>
                    <a:pt x="15933" y="9795"/>
                    <a:pt x="16290" y="8976"/>
                  </a:cubicBezTo>
                  <a:cubicBezTo>
                    <a:pt x="17093" y="7125"/>
                    <a:pt x="15037" y="6041"/>
                    <a:pt x="13451" y="4874"/>
                  </a:cubicBezTo>
                  <a:cubicBezTo>
                    <a:pt x="11865" y="3707"/>
                    <a:pt x="3315" y="225"/>
                    <a:pt x="2909" y="21"/>
                  </a:cubicBezTo>
                  <a:cubicBezTo>
                    <a:pt x="2882" y="7"/>
                    <a:pt x="2846" y="0"/>
                    <a:pt x="2801" y="0"/>
                  </a:cubicBezTo>
                  <a:close/>
                </a:path>
              </a:pathLst>
            </a:custGeom>
            <a:solidFill>
              <a:srgbClr val="151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67"/>
            <p:cNvSpPr/>
            <p:nvPr/>
          </p:nvSpPr>
          <p:spPr>
            <a:xfrm>
              <a:off x="3613875" y="4184225"/>
              <a:ext cx="121325" cy="493025"/>
            </a:xfrm>
            <a:custGeom>
              <a:rect b="b" l="l" r="r" t="t"/>
              <a:pathLst>
                <a:path extrusionOk="0" h="19721" w="4853">
                  <a:moveTo>
                    <a:pt x="3639" y="0"/>
                  </a:moveTo>
                  <a:cubicBezTo>
                    <a:pt x="3169" y="0"/>
                    <a:pt x="2675" y="296"/>
                    <a:pt x="2411" y="1052"/>
                  </a:cubicBezTo>
                  <a:cubicBezTo>
                    <a:pt x="2411" y="1052"/>
                    <a:pt x="1459" y="3500"/>
                    <a:pt x="729" y="6672"/>
                  </a:cubicBezTo>
                  <a:cubicBezTo>
                    <a:pt x="0" y="9844"/>
                    <a:pt x="150" y="18157"/>
                    <a:pt x="438" y="19136"/>
                  </a:cubicBezTo>
                  <a:cubicBezTo>
                    <a:pt x="516" y="19412"/>
                    <a:pt x="753" y="19720"/>
                    <a:pt x="990" y="19720"/>
                  </a:cubicBezTo>
                  <a:cubicBezTo>
                    <a:pt x="1152" y="19720"/>
                    <a:pt x="1313" y="19576"/>
                    <a:pt x="1422" y="19178"/>
                  </a:cubicBezTo>
                  <a:cubicBezTo>
                    <a:pt x="1686" y="18193"/>
                    <a:pt x="4699" y="2341"/>
                    <a:pt x="4795" y="1184"/>
                  </a:cubicBezTo>
                  <a:cubicBezTo>
                    <a:pt x="4852" y="525"/>
                    <a:pt x="4267" y="0"/>
                    <a:pt x="3639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67"/>
            <p:cNvSpPr/>
            <p:nvPr/>
          </p:nvSpPr>
          <p:spPr>
            <a:xfrm>
              <a:off x="3598150" y="4178650"/>
              <a:ext cx="153000" cy="412550"/>
            </a:xfrm>
            <a:custGeom>
              <a:rect b="b" l="l" r="r" t="t"/>
              <a:pathLst>
                <a:path extrusionOk="0" h="16502" w="6120">
                  <a:moveTo>
                    <a:pt x="4042" y="0"/>
                  </a:moveTo>
                  <a:cubicBezTo>
                    <a:pt x="3760" y="0"/>
                    <a:pt x="3461" y="54"/>
                    <a:pt x="3154" y="168"/>
                  </a:cubicBezTo>
                  <a:cubicBezTo>
                    <a:pt x="1559" y="764"/>
                    <a:pt x="1686" y="2063"/>
                    <a:pt x="1686" y="2063"/>
                  </a:cubicBezTo>
                  <a:cubicBezTo>
                    <a:pt x="1686" y="2063"/>
                    <a:pt x="1408" y="4920"/>
                    <a:pt x="1408" y="5477"/>
                  </a:cubicBezTo>
                  <a:cubicBezTo>
                    <a:pt x="1408" y="6033"/>
                    <a:pt x="1" y="16502"/>
                    <a:pt x="1" y="16502"/>
                  </a:cubicBezTo>
                  <a:lnTo>
                    <a:pt x="4603" y="16502"/>
                  </a:lnTo>
                  <a:cubicBezTo>
                    <a:pt x="4603" y="16502"/>
                    <a:pt x="5419" y="11529"/>
                    <a:pt x="5643" y="9447"/>
                  </a:cubicBezTo>
                  <a:cubicBezTo>
                    <a:pt x="5866" y="7368"/>
                    <a:pt x="5957" y="2396"/>
                    <a:pt x="5957" y="2396"/>
                  </a:cubicBezTo>
                  <a:cubicBezTo>
                    <a:pt x="6119" y="955"/>
                    <a:pt x="5233" y="0"/>
                    <a:pt x="4042" y="0"/>
                  </a:cubicBezTo>
                  <a:close/>
                </a:path>
              </a:pathLst>
            </a:custGeom>
            <a:solidFill>
              <a:srgbClr val="151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67"/>
            <p:cNvSpPr/>
            <p:nvPr/>
          </p:nvSpPr>
          <p:spPr>
            <a:xfrm>
              <a:off x="3604425" y="4543225"/>
              <a:ext cx="115775" cy="1500"/>
            </a:xfrm>
            <a:custGeom>
              <a:rect b="b" l="l" r="r" t="t"/>
              <a:pathLst>
                <a:path extrusionOk="0" h="60" w="4631">
                  <a:moveTo>
                    <a:pt x="0" y="0"/>
                  </a:moveTo>
                  <a:lnTo>
                    <a:pt x="0" y="55"/>
                  </a:lnTo>
                  <a:cubicBezTo>
                    <a:pt x="36" y="55"/>
                    <a:pt x="564" y="59"/>
                    <a:pt x="1254" y="59"/>
                  </a:cubicBezTo>
                  <a:cubicBezTo>
                    <a:pt x="2584" y="59"/>
                    <a:pt x="4512" y="55"/>
                    <a:pt x="4630" y="55"/>
                  </a:cubicBezTo>
                  <a:lnTo>
                    <a:pt x="4630" y="0"/>
                  </a:lnTo>
                  <a:cubicBezTo>
                    <a:pt x="4600" y="0"/>
                    <a:pt x="2599" y="2"/>
                    <a:pt x="1237" y="2"/>
                  </a:cubicBezTo>
                  <a:cubicBezTo>
                    <a:pt x="556" y="2"/>
                    <a:pt x="35" y="2"/>
                    <a:pt x="0" y="0"/>
                  </a:cubicBezTo>
                  <a:close/>
                </a:path>
              </a:pathLst>
            </a:custGeom>
            <a:solidFill>
              <a:srgbClr val="E3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67"/>
            <p:cNvSpPr/>
            <p:nvPr/>
          </p:nvSpPr>
          <p:spPr>
            <a:xfrm>
              <a:off x="3617400" y="4692375"/>
              <a:ext cx="179375" cy="22900"/>
            </a:xfrm>
            <a:custGeom>
              <a:rect b="b" l="l" r="r" t="t"/>
              <a:pathLst>
                <a:path extrusionOk="0" h="916" w="7175">
                  <a:moveTo>
                    <a:pt x="1" y="0"/>
                  </a:moveTo>
                  <a:lnTo>
                    <a:pt x="1" y="916"/>
                  </a:lnTo>
                  <a:lnTo>
                    <a:pt x="7174" y="916"/>
                  </a:lnTo>
                  <a:cubicBezTo>
                    <a:pt x="7174" y="916"/>
                    <a:pt x="7151" y="825"/>
                    <a:pt x="7010" y="0"/>
                  </a:cubicBezTo>
                  <a:close/>
                </a:path>
              </a:pathLst>
            </a:custGeom>
            <a:solidFill>
              <a:srgbClr val="151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67"/>
            <p:cNvSpPr/>
            <p:nvPr/>
          </p:nvSpPr>
          <p:spPr>
            <a:xfrm>
              <a:off x="3617400" y="4609300"/>
              <a:ext cx="175250" cy="83100"/>
            </a:xfrm>
            <a:custGeom>
              <a:rect b="b" l="l" r="r" t="t"/>
              <a:pathLst>
                <a:path extrusionOk="0" h="3324" w="7010">
                  <a:moveTo>
                    <a:pt x="1" y="0"/>
                  </a:moveTo>
                  <a:lnTo>
                    <a:pt x="1" y="3323"/>
                  </a:lnTo>
                  <a:lnTo>
                    <a:pt x="7010" y="3323"/>
                  </a:lnTo>
                  <a:cubicBezTo>
                    <a:pt x="7006" y="3309"/>
                    <a:pt x="7001" y="3291"/>
                    <a:pt x="7001" y="3273"/>
                  </a:cubicBezTo>
                  <a:cubicBezTo>
                    <a:pt x="6850" y="2402"/>
                    <a:pt x="4471" y="2206"/>
                    <a:pt x="3017" y="2070"/>
                  </a:cubicBezTo>
                  <a:cubicBezTo>
                    <a:pt x="1564" y="1928"/>
                    <a:pt x="1768" y="0"/>
                    <a:pt x="1768" y="0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67"/>
            <p:cNvSpPr/>
            <p:nvPr/>
          </p:nvSpPr>
          <p:spPr>
            <a:xfrm>
              <a:off x="3698975" y="4673775"/>
              <a:ext cx="80125" cy="18825"/>
            </a:xfrm>
            <a:custGeom>
              <a:rect b="b" l="l" r="r" t="t"/>
              <a:pathLst>
                <a:path extrusionOk="0" h="753" w="3205">
                  <a:moveTo>
                    <a:pt x="2053" y="1"/>
                  </a:moveTo>
                  <a:cubicBezTo>
                    <a:pt x="1749" y="1"/>
                    <a:pt x="1427" y="5"/>
                    <a:pt x="1145" y="19"/>
                  </a:cubicBezTo>
                  <a:cubicBezTo>
                    <a:pt x="288" y="60"/>
                    <a:pt x="1" y="730"/>
                    <a:pt x="1" y="735"/>
                  </a:cubicBezTo>
                  <a:lnTo>
                    <a:pt x="42" y="753"/>
                  </a:lnTo>
                  <a:cubicBezTo>
                    <a:pt x="46" y="749"/>
                    <a:pt x="320" y="106"/>
                    <a:pt x="1149" y="65"/>
                  </a:cubicBezTo>
                  <a:cubicBezTo>
                    <a:pt x="1430" y="51"/>
                    <a:pt x="1751" y="47"/>
                    <a:pt x="2054" y="47"/>
                  </a:cubicBezTo>
                  <a:cubicBezTo>
                    <a:pt x="2660" y="47"/>
                    <a:pt x="3196" y="65"/>
                    <a:pt x="3204" y="65"/>
                  </a:cubicBezTo>
                  <a:lnTo>
                    <a:pt x="3204" y="19"/>
                  </a:lnTo>
                  <a:cubicBezTo>
                    <a:pt x="3196" y="19"/>
                    <a:pt x="2660" y="1"/>
                    <a:pt x="2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67"/>
            <p:cNvSpPr/>
            <p:nvPr/>
          </p:nvSpPr>
          <p:spPr>
            <a:xfrm>
              <a:off x="3638925" y="4609300"/>
              <a:ext cx="60750" cy="58125"/>
            </a:xfrm>
            <a:custGeom>
              <a:rect b="b" l="l" r="r" t="t"/>
              <a:pathLst>
                <a:path extrusionOk="0" h="2325" w="2430">
                  <a:moveTo>
                    <a:pt x="10" y="0"/>
                  </a:moveTo>
                  <a:cubicBezTo>
                    <a:pt x="10" y="82"/>
                    <a:pt x="0" y="1979"/>
                    <a:pt x="730" y="2238"/>
                  </a:cubicBezTo>
                  <a:cubicBezTo>
                    <a:pt x="913" y="2303"/>
                    <a:pt x="1113" y="2324"/>
                    <a:pt x="1309" y="2324"/>
                  </a:cubicBezTo>
                  <a:cubicBezTo>
                    <a:pt x="1883" y="2324"/>
                    <a:pt x="2426" y="2120"/>
                    <a:pt x="2430" y="2116"/>
                  </a:cubicBezTo>
                  <a:lnTo>
                    <a:pt x="2417" y="2070"/>
                  </a:lnTo>
                  <a:cubicBezTo>
                    <a:pt x="2406" y="2073"/>
                    <a:pt x="1871" y="2280"/>
                    <a:pt x="1307" y="2280"/>
                  </a:cubicBezTo>
                  <a:cubicBezTo>
                    <a:pt x="1116" y="2280"/>
                    <a:pt x="922" y="2256"/>
                    <a:pt x="743" y="2193"/>
                  </a:cubicBezTo>
                  <a:cubicBezTo>
                    <a:pt x="46" y="1947"/>
                    <a:pt x="60" y="23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67"/>
            <p:cNvSpPr/>
            <p:nvPr/>
          </p:nvSpPr>
          <p:spPr>
            <a:xfrm>
              <a:off x="3639500" y="4615225"/>
              <a:ext cx="23725" cy="16200"/>
            </a:xfrm>
            <a:custGeom>
              <a:rect b="b" l="l" r="r" t="t"/>
              <a:pathLst>
                <a:path extrusionOk="0" h="648" w="949">
                  <a:moveTo>
                    <a:pt x="23" y="0"/>
                  </a:moveTo>
                  <a:lnTo>
                    <a:pt x="0" y="37"/>
                  </a:lnTo>
                  <a:lnTo>
                    <a:pt x="926" y="648"/>
                  </a:lnTo>
                  <a:lnTo>
                    <a:pt x="949" y="611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67"/>
            <p:cNvSpPr/>
            <p:nvPr/>
          </p:nvSpPr>
          <p:spPr>
            <a:xfrm>
              <a:off x="3640975" y="4619425"/>
              <a:ext cx="20775" cy="12000"/>
            </a:xfrm>
            <a:custGeom>
              <a:rect b="b" l="l" r="r" t="t"/>
              <a:pathLst>
                <a:path extrusionOk="0" h="480" w="831">
                  <a:moveTo>
                    <a:pt x="808" y="1"/>
                  </a:moveTo>
                  <a:lnTo>
                    <a:pt x="0" y="443"/>
                  </a:lnTo>
                  <a:lnTo>
                    <a:pt x="23" y="480"/>
                  </a:lnTo>
                  <a:lnTo>
                    <a:pt x="831" y="42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67"/>
            <p:cNvSpPr/>
            <p:nvPr/>
          </p:nvSpPr>
          <p:spPr>
            <a:xfrm>
              <a:off x="3642225" y="4637575"/>
              <a:ext cx="27600" cy="10700"/>
            </a:xfrm>
            <a:custGeom>
              <a:rect b="b" l="l" r="r" t="t"/>
              <a:pathLst>
                <a:path extrusionOk="0" h="428" w="1104">
                  <a:moveTo>
                    <a:pt x="15" y="0"/>
                  </a:moveTo>
                  <a:lnTo>
                    <a:pt x="1" y="45"/>
                  </a:lnTo>
                  <a:lnTo>
                    <a:pt x="1090" y="428"/>
                  </a:lnTo>
                  <a:lnTo>
                    <a:pt x="1103" y="383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67"/>
            <p:cNvSpPr/>
            <p:nvPr/>
          </p:nvSpPr>
          <p:spPr>
            <a:xfrm>
              <a:off x="3645650" y="4637675"/>
              <a:ext cx="19625" cy="13700"/>
            </a:xfrm>
            <a:custGeom>
              <a:rect b="b" l="l" r="r" t="t"/>
              <a:pathLst>
                <a:path extrusionOk="0" h="548" w="785">
                  <a:moveTo>
                    <a:pt x="757" y="0"/>
                  </a:moveTo>
                  <a:lnTo>
                    <a:pt x="1" y="511"/>
                  </a:lnTo>
                  <a:lnTo>
                    <a:pt x="24" y="547"/>
                  </a:lnTo>
                  <a:lnTo>
                    <a:pt x="785" y="37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67"/>
            <p:cNvSpPr/>
            <p:nvPr/>
          </p:nvSpPr>
          <p:spPr>
            <a:xfrm>
              <a:off x="3404550" y="3710675"/>
              <a:ext cx="216550" cy="250775"/>
            </a:xfrm>
            <a:custGeom>
              <a:rect b="b" l="l" r="r" t="t"/>
              <a:pathLst>
                <a:path extrusionOk="0" h="10031" w="8662">
                  <a:moveTo>
                    <a:pt x="1462" y="1"/>
                  </a:moveTo>
                  <a:cubicBezTo>
                    <a:pt x="1167" y="1"/>
                    <a:pt x="882" y="112"/>
                    <a:pt x="666" y="418"/>
                  </a:cubicBezTo>
                  <a:cubicBezTo>
                    <a:pt x="0" y="1358"/>
                    <a:pt x="639" y="2324"/>
                    <a:pt x="816" y="2797"/>
                  </a:cubicBezTo>
                  <a:cubicBezTo>
                    <a:pt x="990" y="3272"/>
                    <a:pt x="5379" y="8832"/>
                    <a:pt x="6213" y="9583"/>
                  </a:cubicBezTo>
                  <a:cubicBezTo>
                    <a:pt x="6535" y="9874"/>
                    <a:pt x="6993" y="10031"/>
                    <a:pt x="7415" y="10031"/>
                  </a:cubicBezTo>
                  <a:cubicBezTo>
                    <a:pt x="8085" y="10031"/>
                    <a:pt x="8661" y="9634"/>
                    <a:pt x="8446" y="8750"/>
                  </a:cubicBezTo>
                  <a:cubicBezTo>
                    <a:pt x="8095" y="7309"/>
                    <a:pt x="2899" y="692"/>
                    <a:pt x="2899" y="692"/>
                  </a:cubicBezTo>
                  <a:cubicBezTo>
                    <a:pt x="2733" y="482"/>
                    <a:pt x="2076" y="1"/>
                    <a:pt x="1462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67"/>
            <p:cNvSpPr/>
            <p:nvPr/>
          </p:nvSpPr>
          <p:spPr>
            <a:xfrm>
              <a:off x="3431875" y="3750775"/>
              <a:ext cx="99750" cy="135225"/>
            </a:xfrm>
            <a:custGeom>
              <a:rect b="b" l="l" r="r" t="t"/>
              <a:pathLst>
                <a:path extrusionOk="0" h="5409" w="3990">
                  <a:moveTo>
                    <a:pt x="1827" y="0"/>
                  </a:moveTo>
                  <a:cubicBezTo>
                    <a:pt x="1371" y="0"/>
                    <a:pt x="901" y="235"/>
                    <a:pt x="594" y="865"/>
                  </a:cubicBezTo>
                  <a:cubicBezTo>
                    <a:pt x="1" y="2078"/>
                    <a:pt x="1059" y="3048"/>
                    <a:pt x="1059" y="3048"/>
                  </a:cubicBezTo>
                  <a:lnTo>
                    <a:pt x="2918" y="5409"/>
                  </a:lnTo>
                  <a:lnTo>
                    <a:pt x="3989" y="1959"/>
                  </a:lnTo>
                  <a:cubicBezTo>
                    <a:pt x="3989" y="1959"/>
                    <a:pt x="3447" y="1025"/>
                    <a:pt x="2909" y="465"/>
                  </a:cubicBezTo>
                  <a:cubicBezTo>
                    <a:pt x="2650" y="197"/>
                    <a:pt x="2244" y="0"/>
                    <a:pt x="1827" y="0"/>
                  </a:cubicBezTo>
                  <a:close/>
                </a:path>
              </a:pathLst>
            </a:custGeom>
            <a:solidFill>
              <a:srgbClr val="471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67"/>
            <p:cNvSpPr/>
            <p:nvPr/>
          </p:nvSpPr>
          <p:spPr>
            <a:xfrm>
              <a:off x="3378125" y="3680900"/>
              <a:ext cx="169575" cy="180175"/>
            </a:xfrm>
            <a:custGeom>
              <a:rect b="b" l="l" r="r" t="t"/>
              <a:pathLst>
                <a:path extrusionOk="0" h="7207" w="6783">
                  <a:moveTo>
                    <a:pt x="2236" y="1"/>
                  </a:moveTo>
                  <a:cubicBezTo>
                    <a:pt x="1581" y="1"/>
                    <a:pt x="1044" y="210"/>
                    <a:pt x="1044" y="210"/>
                  </a:cubicBezTo>
                  <a:cubicBezTo>
                    <a:pt x="0" y="1395"/>
                    <a:pt x="588" y="2229"/>
                    <a:pt x="1057" y="3159"/>
                  </a:cubicBezTo>
                  <a:cubicBezTo>
                    <a:pt x="1527" y="4089"/>
                    <a:pt x="4193" y="7206"/>
                    <a:pt x="4193" y="7206"/>
                  </a:cubicBezTo>
                  <a:lnTo>
                    <a:pt x="6782" y="3943"/>
                  </a:lnTo>
                  <a:cubicBezTo>
                    <a:pt x="6782" y="3943"/>
                    <a:pt x="4767" y="1500"/>
                    <a:pt x="3733" y="534"/>
                  </a:cubicBezTo>
                  <a:cubicBezTo>
                    <a:pt x="3287" y="119"/>
                    <a:pt x="2728" y="1"/>
                    <a:pt x="2236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67"/>
            <p:cNvSpPr/>
            <p:nvPr/>
          </p:nvSpPr>
          <p:spPr>
            <a:xfrm>
              <a:off x="3544275" y="3898175"/>
              <a:ext cx="250350" cy="214450"/>
            </a:xfrm>
            <a:custGeom>
              <a:rect b="b" l="l" r="r" t="t"/>
              <a:pathLst>
                <a:path extrusionOk="0" h="8578" w="10014">
                  <a:moveTo>
                    <a:pt x="1216" y="0"/>
                  </a:moveTo>
                  <a:cubicBezTo>
                    <a:pt x="549" y="0"/>
                    <a:pt x="1" y="375"/>
                    <a:pt x="214" y="1423"/>
                  </a:cubicBezTo>
                  <a:cubicBezTo>
                    <a:pt x="546" y="3063"/>
                    <a:pt x="7875" y="7954"/>
                    <a:pt x="8946" y="8419"/>
                  </a:cubicBezTo>
                  <a:cubicBezTo>
                    <a:pt x="9204" y="8531"/>
                    <a:pt x="9402" y="8577"/>
                    <a:pt x="9550" y="8577"/>
                  </a:cubicBezTo>
                  <a:cubicBezTo>
                    <a:pt x="10013" y="8577"/>
                    <a:pt x="9971" y="8119"/>
                    <a:pt x="9693" y="7817"/>
                  </a:cubicBezTo>
                  <a:cubicBezTo>
                    <a:pt x="9693" y="7817"/>
                    <a:pt x="3285" y="821"/>
                    <a:pt x="2347" y="306"/>
                  </a:cubicBezTo>
                  <a:cubicBezTo>
                    <a:pt x="2009" y="120"/>
                    <a:pt x="1593" y="0"/>
                    <a:pt x="1216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67"/>
            <p:cNvSpPr/>
            <p:nvPr/>
          </p:nvSpPr>
          <p:spPr>
            <a:xfrm>
              <a:off x="3746725" y="4079575"/>
              <a:ext cx="110775" cy="101375"/>
            </a:xfrm>
            <a:custGeom>
              <a:rect b="b" l="l" r="r" t="t"/>
              <a:pathLst>
                <a:path extrusionOk="0" h="4055" w="4431">
                  <a:moveTo>
                    <a:pt x="649" y="1"/>
                  </a:moveTo>
                  <a:cubicBezTo>
                    <a:pt x="576" y="1"/>
                    <a:pt x="514" y="15"/>
                    <a:pt x="465" y="46"/>
                  </a:cubicBezTo>
                  <a:cubicBezTo>
                    <a:pt x="0" y="338"/>
                    <a:pt x="1126" y="1619"/>
                    <a:pt x="1399" y="2166"/>
                  </a:cubicBezTo>
                  <a:cubicBezTo>
                    <a:pt x="1651" y="2662"/>
                    <a:pt x="2646" y="3619"/>
                    <a:pt x="2951" y="3619"/>
                  </a:cubicBezTo>
                  <a:cubicBezTo>
                    <a:pt x="2982" y="3619"/>
                    <a:pt x="3006" y="3609"/>
                    <a:pt x="3022" y="3588"/>
                  </a:cubicBezTo>
                  <a:cubicBezTo>
                    <a:pt x="3191" y="3359"/>
                    <a:pt x="2338" y="2753"/>
                    <a:pt x="2243" y="2499"/>
                  </a:cubicBezTo>
                  <a:cubicBezTo>
                    <a:pt x="2166" y="2286"/>
                    <a:pt x="2222" y="2172"/>
                    <a:pt x="2305" y="2172"/>
                  </a:cubicBezTo>
                  <a:cubicBezTo>
                    <a:pt x="2320" y="2172"/>
                    <a:pt x="2336" y="2176"/>
                    <a:pt x="2352" y="2184"/>
                  </a:cubicBezTo>
                  <a:cubicBezTo>
                    <a:pt x="2352" y="2184"/>
                    <a:pt x="2821" y="2371"/>
                    <a:pt x="3095" y="2722"/>
                  </a:cubicBezTo>
                  <a:cubicBezTo>
                    <a:pt x="3345" y="3042"/>
                    <a:pt x="4035" y="4054"/>
                    <a:pt x="4250" y="4054"/>
                  </a:cubicBezTo>
                  <a:cubicBezTo>
                    <a:pt x="4271" y="4054"/>
                    <a:pt x="4287" y="4045"/>
                    <a:pt x="4298" y="4026"/>
                  </a:cubicBezTo>
                  <a:cubicBezTo>
                    <a:pt x="4430" y="3793"/>
                    <a:pt x="3733" y="2471"/>
                    <a:pt x="3191" y="1728"/>
                  </a:cubicBezTo>
                  <a:cubicBezTo>
                    <a:pt x="2705" y="1058"/>
                    <a:pt x="1276" y="1"/>
                    <a:pt x="649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67"/>
            <p:cNvSpPr/>
            <p:nvPr/>
          </p:nvSpPr>
          <p:spPr>
            <a:xfrm>
              <a:off x="3229775" y="3681275"/>
              <a:ext cx="256400" cy="283600"/>
            </a:xfrm>
            <a:custGeom>
              <a:rect b="b" l="l" r="r" t="t"/>
              <a:pathLst>
                <a:path extrusionOk="0" h="11344" w="10256">
                  <a:moveTo>
                    <a:pt x="7217" y="0"/>
                  </a:moveTo>
                  <a:cubicBezTo>
                    <a:pt x="6574" y="0"/>
                    <a:pt x="6012" y="45"/>
                    <a:pt x="6012" y="45"/>
                  </a:cubicBezTo>
                  <a:lnTo>
                    <a:pt x="4626" y="27"/>
                  </a:lnTo>
                  <a:cubicBezTo>
                    <a:pt x="4626" y="27"/>
                    <a:pt x="2156" y="291"/>
                    <a:pt x="1309" y="405"/>
                  </a:cubicBezTo>
                  <a:cubicBezTo>
                    <a:pt x="461" y="519"/>
                    <a:pt x="0" y="1508"/>
                    <a:pt x="100" y="2692"/>
                  </a:cubicBezTo>
                  <a:cubicBezTo>
                    <a:pt x="196" y="3874"/>
                    <a:pt x="1345" y="6043"/>
                    <a:pt x="1705" y="6813"/>
                  </a:cubicBezTo>
                  <a:cubicBezTo>
                    <a:pt x="2060" y="7583"/>
                    <a:pt x="2662" y="11142"/>
                    <a:pt x="2662" y="11142"/>
                  </a:cubicBezTo>
                  <a:lnTo>
                    <a:pt x="7302" y="11344"/>
                  </a:lnTo>
                  <a:cubicBezTo>
                    <a:pt x="7302" y="11344"/>
                    <a:pt x="7429" y="11197"/>
                    <a:pt x="7483" y="10445"/>
                  </a:cubicBezTo>
                  <a:cubicBezTo>
                    <a:pt x="7538" y="9693"/>
                    <a:pt x="8118" y="7875"/>
                    <a:pt x="9189" y="5505"/>
                  </a:cubicBezTo>
                  <a:cubicBezTo>
                    <a:pt x="10255" y="3140"/>
                    <a:pt x="9507" y="706"/>
                    <a:pt x="8983" y="277"/>
                  </a:cubicBezTo>
                  <a:cubicBezTo>
                    <a:pt x="8712" y="54"/>
                    <a:pt x="7916" y="0"/>
                    <a:pt x="7217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67"/>
            <p:cNvSpPr/>
            <p:nvPr/>
          </p:nvSpPr>
          <p:spPr>
            <a:xfrm>
              <a:off x="3286625" y="3681250"/>
              <a:ext cx="138700" cy="46300"/>
            </a:xfrm>
            <a:custGeom>
              <a:rect b="b" l="l" r="r" t="t"/>
              <a:pathLst>
                <a:path extrusionOk="0" h="1852" w="5548">
                  <a:moveTo>
                    <a:pt x="5150" y="0"/>
                  </a:moveTo>
                  <a:cubicBezTo>
                    <a:pt x="5150" y="0"/>
                    <a:pt x="4822" y="1450"/>
                    <a:pt x="2912" y="1532"/>
                  </a:cubicBezTo>
                  <a:cubicBezTo>
                    <a:pt x="2859" y="1534"/>
                    <a:pt x="2807" y="1535"/>
                    <a:pt x="2756" y="1535"/>
                  </a:cubicBezTo>
                  <a:cubicBezTo>
                    <a:pt x="967" y="1535"/>
                    <a:pt x="337" y="246"/>
                    <a:pt x="337" y="246"/>
                  </a:cubicBezTo>
                  <a:lnTo>
                    <a:pt x="0" y="287"/>
                  </a:lnTo>
                  <a:cubicBezTo>
                    <a:pt x="1" y="287"/>
                    <a:pt x="1" y="287"/>
                    <a:pt x="1" y="287"/>
                  </a:cubicBezTo>
                  <a:cubicBezTo>
                    <a:pt x="43" y="287"/>
                    <a:pt x="706" y="1846"/>
                    <a:pt x="2867" y="1851"/>
                  </a:cubicBezTo>
                  <a:cubicBezTo>
                    <a:pt x="2870" y="1851"/>
                    <a:pt x="2873" y="1851"/>
                    <a:pt x="2875" y="1851"/>
                  </a:cubicBezTo>
                  <a:cubicBezTo>
                    <a:pt x="5033" y="1851"/>
                    <a:pt x="5547" y="19"/>
                    <a:pt x="5547" y="19"/>
                  </a:cubicBezTo>
                  <a:lnTo>
                    <a:pt x="5150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67"/>
            <p:cNvSpPr/>
            <p:nvPr/>
          </p:nvSpPr>
          <p:spPr>
            <a:xfrm>
              <a:off x="3416050" y="3767375"/>
              <a:ext cx="57350" cy="175050"/>
            </a:xfrm>
            <a:custGeom>
              <a:rect b="b" l="l" r="r" t="t"/>
              <a:pathLst>
                <a:path extrusionOk="0" h="7002" w="2294">
                  <a:moveTo>
                    <a:pt x="2226" y="1"/>
                  </a:moveTo>
                  <a:cubicBezTo>
                    <a:pt x="2226" y="10"/>
                    <a:pt x="2220" y="1118"/>
                    <a:pt x="1601" y="2284"/>
                  </a:cubicBezTo>
                  <a:cubicBezTo>
                    <a:pt x="976" y="3460"/>
                    <a:pt x="47" y="6095"/>
                    <a:pt x="1" y="7001"/>
                  </a:cubicBezTo>
                  <a:lnTo>
                    <a:pt x="70" y="7001"/>
                  </a:lnTo>
                  <a:cubicBezTo>
                    <a:pt x="110" y="6108"/>
                    <a:pt x="1040" y="3483"/>
                    <a:pt x="1660" y="2317"/>
                  </a:cubicBezTo>
                  <a:cubicBezTo>
                    <a:pt x="2285" y="1135"/>
                    <a:pt x="2293" y="10"/>
                    <a:pt x="2293" y="1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67"/>
            <p:cNvSpPr/>
            <p:nvPr/>
          </p:nvSpPr>
          <p:spPr>
            <a:xfrm>
              <a:off x="3321275" y="3568575"/>
              <a:ext cx="58000" cy="135025"/>
            </a:xfrm>
            <a:custGeom>
              <a:rect b="b" l="l" r="r" t="t"/>
              <a:pathLst>
                <a:path extrusionOk="0" h="5401" w="2320">
                  <a:moveTo>
                    <a:pt x="757" y="0"/>
                  </a:moveTo>
                  <a:cubicBezTo>
                    <a:pt x="647" y="0"/>
                    <a:pt x="526" y="19"/>
                    <a:pt x="392" y="63"/>
                  </a:cubicBezTo>
                  <a:lnTo>
                    <a:pt x="0" y="4890"/>
                  </a:lnTo>
                  <a:cubicBezTo>
                    <a:pt x="0" y="4890"/>
                    <a:pt x="493" y="5332"/>
                    <a:pt x="1162" y="5395"/>
                  </a:cubicBezTo>
                  <a:cubicBezTo>
                    <a:pt x="1203" y="5399"/>
                    <a:pt x="1243" y="5401"/>
                    <a:pt x="1282" y="5401"/>
                  </a:cubicBezTo>
                  <a:cubicBezTo>
                    <a:pt x="1890" y="5401"/>
                    <a:pt x="2319" y="4991"/>
                    <a:pt x="2319" y="4991"/>
                  </a:cubicBezTo>
                  <a:lnTo>
                    <a:pt x="1723" y="980"/>
                  </a:lnTo>
                  <a:cubicBezTo>
                    <a:pt x="1723" y="980"/>
                    <a:pt x="1540" y="0"/>
                    <a:pt x="757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67"/>
            <p:cNvSpPr/>
            <p:nvPr/>
          </p:nvSpPr>
          <p:spPr>
            <a:xfrm>
              <a:off x="3333425" y="3566375"/>
              <a:ext cx="34125" cy="48475"/>
            </a:xfrm>
            <a:custGeom>
              <a:rect b="b" l="l" r="r" t="t"/>
              <a:pathLst>
                <a:path extrusionOk="0" h="1939" w="1365">
                  <a:moveTo>
                    <a:pt x="490" y="0"/>
                  </a:moveTo>
                  <a:cubicBezTo>
                    <a:pt x="0" y="0"/>
                    <a:pt x="61" y="370"/>
                    <a:pt x="61" y="370"/>
                  </a:cubicBezTo>
                  <a:cubicBezTo>
                    <a:pt x="61" y="370"/>
                    <a:pt x="872" y="1869"/>
                    <a:pt x="1364" y="1938"/>
                  </a:cubicBezTo>
                  <a:lnTo>
                    <a:pt x="1237" y="867"/>
                  </a:lnTo>
                  <a:cubicBezTo>
                    <a:pt x="1237" y="867"/>
                    <a:pt x="1073" y="24"/>
                    <a:pt x="535" y="1"/>
                  </a:cubicBezTo>
                  <a:cubicBezTo>
                    <a:pt x="520" y="0"/>
                    <a:pt x="505" y="0"/>
                    <a:pt x="490" y="0"/>
                  </a:cubicBezTo>
                  <a:close/>
                </a:path>
              </a:pathLst>
            </a:custGeom>
            <a:solidFill>
              <a:srgbClr val="471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67"/>
            <p:cNvSpPr/>
            <p:nvPr/>
          </p:nvSpPr>
          <p:spPr>
            <a:xfrm>
              <a:off x="3313275" y="3485625"/>
              <a:ext cx="106900" cy="111950"/>
            </a:xfrm>
            <a:custGeom>
              <a:rect b="b" l="l" r="r" t="t"/>
              <a:pathLst>
                <a:path extrusionOk="0" h="4478" w="4276">
                  <a:moveTo>
                    <a:pt x="2072" y="1"/>
                  </a:moveTo>
                  <a:cubicBezTo>
                    <a:pt x="1362" y="1"/>
                    <a:pt x="786" y="223"/>
                    <a:pt x="744" y="925"/>
                  </a:cubicBezTo>
                  <a:cubicBezTo>
                    <a:pt x="685" y="1918"/>
                    <a:pt x="680" y="2392"/>
                    <a:pt x="680" y="2392"/>
                  </a:cubicBezTo>
                  <a:cubicBezTo>
                    <a:pt x="680" y="2392"/>
                    <a:pt x="582" y="2243"/>
                    <a:pt x="428" y="2243"/>
                  </a:cubicBezTo>
                  <a:cubicBezTo>
                    <a:pt x="377" y="2243"/>
                    <a:pt x="321" y="2259"/>
                    <a:pt x="260" y="2301"/>
                  </a:cubicBezTo>
                  <a:cubicBezTo>
                    <a:pt x="10" y="2474"/>
                    <a:pt x="1" y="3258"/>
                    <a:pt x="270" y="3423"/>
                  </a:cubicBezTo>
                  <a:cubicBezTo>
                    <a:pt x="346" y="3468"/>
                    <a:pt x="415" y="3484"/>
                    <a:pt x="474" y="3484"/>
                  </a:cubicBezTo>
                  <a:cubicBezTo>
                    <a:pt x="623" y="3484"/>
                    <a:pt x="712" y="3381"/>
                    <a:pt x="712" y="3381"/>
                  </a:cubicBezTo>
                  <a:cubicBezTo>
                    <a:pt x="712" y="3381"/>
                    <a:pt x="1099" y="4065"/>
                    <a:pt x="2043" y="4298"/>
                  </a:cubicBezTo>
                  <a:cubicBezTo>
                    <a:pt x="2043" y="4298"/>
                    <a:pt x="2866" y="4477"/>
                    <a:pt x="3431" y="4477"/>
                  </a:cubicBezTo>
                  <a:cubicBezTo>
                    <a:pt x="3592" y="4477"/>
                    <a:pt x="3731" y="4463"/>
                    <a:pt x="3825" y="4426"/>
                  </a:cubicBezTo>
                  <a:cubicBezTo>
                    <a:pt x="4248" y="4262"/>
                    <a:pt x="4276" y="3696"/>
                    <a:pt x="4143" y="2889"/>
                  </a:cubicBezTo>
                  <a:cubicBezTo>
                    <a:pt x="4012" y="2078"/>
                    <a:pt x="4048" y="291"/>
                    <a:pt x="2986" y="95"/>
                  </a:cubicBezTo>
                  <a:cubicBezTo>
                    <a:pt x="2677" y="38"/>
                    <a:pt x="2364" y="1"/>
                    <a:pt x="2072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67"/>
            <p:cNvSpPr/>
            <p:nvPr/>
          </p:nvSpPr>
          <p:spPr>
            <a:xfrm>
              <a:off x="3351800" y="3528725"/>
              <a:ext cx="22150" cy="12100"/>
            </a:xfrm>
            <a:custGeom>
              <a:rect b="b" l="l" r="r" t="t"/>
              <a:pathLst>
                <a:path extrusionOk="0" h="484" w="886">
                  <a:moveTo>
                    <a:pt x="425" y="0"/>
                  </a:moveTo>
                  <a:cubicBezTo>
                    <a:pt x="410" y="0"/>
                    <a:pt x="395" y="1"/>
                    <a:pt x="379" y="3"/>
                  </a:cubicBezTo>
                  <a:cubicBezTo>
                    <a:pt x="0" y="39"/>
                    <a:pt x="14" y="344"/>
                    <a:pt x="14" y="344"/>
                  </a:cubicBezTo>
                  <a:cubicBezTo>
                    <a:pt x="14" y="344"/>
                    <a:pt x="266" y="483"/>
                    <a:pt x="576" y="483"/>
                  </a:cubicBezTo>
                  <a:cubicBezTo>
                    <a:pt x="675" y="483"/>
                    <a:pt x="780" y="469"/>
                    <a:pt x="885" y="432"/>
                  </a:cubicBezTo>
                  <a:cubicBezTo>
                    <a:pt x="885" y="432"/>
                    <a:pt x="768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67"/>
            <p:cNvSpPr/>
            <p:nvPr/>
          </p:nvSpPr>
          <p:spPr>
            <a:xfrm>
              <a:off x="3392600" y="3524125"/>
              <a:ext cx="15375" cy="13675"/>
            </a:xfrm>
            <a:custGeom>
              <a:rect b="b" l="l" r="r" t="t"/>
              <a:pathLst>
                <a:path extrusionOk="0" h="547" w="615">
                  <a:moveTo>
                    <a:pt x="399" y="0"/>
                  </a:moveTo>
                  <a:cubicBezTo>
                    <a:pt x="368" y="0"/>
                    <a:pt x="333" y="7"/>
                    <a:pt x="292" y="23"/>
                  </a:cubicBezTo>
                  <a:cubicBezTo>
                    <a:pt x="0" y="137"/>
                    <a:pt x="123" y="547"/>
                    <a:pt x="123" y="547"/>
                  </a:cubicBezTo>
                  <a:cubicBezTo>
                    <a:pt x="123" y="547"/>
                    <a:pt x="551" y="474"/>
                    <a:pt x="615" y="260"/>
                  </a:cubicBezTo>
                  <a:cubicBezTo>
                    <a:pt x="615" y="260"/>
                    <a:pt x="591" y="0"/>
                    <a:pt x="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67"/>
            <p:cNvSpPr/>
            <p:nvPr/>
          </p:nvSpPr>
          <p:spPr>
            <a:xfrm>
              <a:off x="3351375" y="3527775"/>
              <a:ext cx="22575" cy="11750"/>
            </a:xfrm>
            <a:custGeom>
              <a:rect b="b" l="l" r="r" t="t"/>
              <a:pathLst>
                <a:path extrusionOk="0" h="470" w="903">
                  <a:moveTo>
                    <a:pt x="415" y="0"/>
                  </a:moveTo>
                  <a:cubicBezTo>
                    <a:pt x="136" y="0"/>
                    <a:pt x="1" y="261"/>
                    <a:pt x="13" y="388"/>
                  </a:cubicBezTo>
                  <a:lnTo>
                    <a:pt x="31" y="382"/>
                  </a:lnTo>
                  <a:cubicBezTo>
                    <a:pt x="31" y="382"/>
                    <a:pt x="95" y="91"/>
                    <a:pt x="414" y="64"/>
                  </a:cubicBezTo>
                  <a:cubicBezTo>
                    <a:pt x="425" y="63"/>
                    <a:pt x="436" y="62"/>
                    <a:pt x="447" y="62"/>
                  </a:cubicBezTo>
                  <a:cubicBezTo>
                    <a:pt x="740" y="62"/>
                    <a:pt x="902" y="470"/>
                    <a:pt x="902" y="470"/>
                  </a:cubicBezTo>
                  <a:cubicBezTo>
                    <a:pt x="902" y="470"/>
                    <a:pt x="810" y="45"/>
                    <a:pt x="482" y="5"/>
                  </a:cubicBezTo>
                  <a:cubicBezTo>
                    <a:pt x="459" y="2"/>
                    <a:pt x="436" y="0"/>
                    <a:pt x="415" y="0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67"/>
            <p:cNvSpPr/>
            <p:nvPr/>
          </p:nvSpPr>
          <p:spPr>
            <a:xfrm>
              <a:off x="3393375" y="3523250"/>
              <a:ext cx="14600" cy="14550"/>
            </a:xfrm>
            <a:custGeom>
              <a:rect b="b" l="l" r="r" t="t"/>
              <a:pathLst>
                <a:path extrusionOk="0" h="582" w="584">
                  <a:moveTo>
                    <a:pt x="354" y="0"/>
                  </a:moveTo>
                  <a:cubicBezTo>
                    <a:pt x="331" y="0"/>
                    <a:pt x="306" y="4"/>
                    <a:pt x="279" y="12"/>
                  </a:cubicBezTo>
                  <a:cubicBezTo>
                    <a:pt x="1" y="98"/>
                    <a:pt x="28" y="432"/>
                    <a:pt x="92" y="582"/>
                  </a:cubicBezTo>
                  <a:cubicBezTo>
                    <a:pt x="92" y="582"/>
                    <a:pt x="10" y="286"/>
                    <a:pt x="238" y="94"/>
                  </a:cubicBezTo>
                  <a:cubicBezTo>
                    <a:pt x="283" y="57"/>
                    <a:pt x="323" y="41"/>
                    <a:pt x="359" y="41"/>
                  </a:cubicBezTo>
                  <a:cubicBezTo>
                    <a:pt x="507" y="41"/>
                    <a:pt x="584" y="295"/>
                    <a:pt x="584" y="295"/>
                  </a:cubicBezTo>
                  <a:cubicBezTo>
                    <a:pt x="584" y="295"/>
                    <a:pt x="558" y="0"/>
                    <a:pt x="354" y="0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67"/>
            <p:cNvSpPr/>
            <p:nvPr/>
          </p:nvSpPr>
          <p:spPr>
            <a:xfrm>
              <a:off x="3360250" y="3528975"/>
              <a:ext cx="7075" cy="9650"/>
            </a:xfrm>
            <a:custGeom>
              <a:rect b="b" l="l" r="r" t="t"/>
              <a:pathLst>
                <a:path extrusionOk="0" h="386" w="283">
                  <a:moveTo>
                    <a:pt x="125" y="0"/>
                  </a:moveTo>
                  <a:cubicBezTo>
                    <a:pt x="120" y="0"/>
                    <a:pt x="115" y="1"/>
                    <a:pt x="109" y="2"/>
                  </a:cubicBezTo>
                  <a:cubicBezTo>
                    <a:pt x="41" y="12"/>
                    <a:pt x="0" y="107"/>
                    <a:pt x="13" y="212"/>
                  </a:cubicBezTo>
                  <a:cubicBezTo>
                    <a:pt x="31" y="311"/>
                    <a:pt x="92" y="386"/>
                    <a:pt x="157" y="386"/>
                  </a:cubicBezTo>
                  <a:cubicBezTo>
                    <a:pt x="161" y="386"/>
                    <a:pt x="165" y="385"/>
                    <a:pt x="169" y="385"/>
                  </a:cubicBezTo>
                  <a:cubicBezTo>
                    <a:pt x="236" y="372"/>
                    <a:pt x="282" y="280"/>
                    <a:pt x="264" y="170"/>
                  </a:cubicBezTo>
                  <a:cubicBezTo>
                    <a:pt x="252" y="74"/>
                    <a:pt x="188" y="0"/>
                    <a:pt x="125" y="0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67"/>
            <p:cNvSpPr/>
            <p:nvPr/>
          </p:nvSpPr>
          <p:spPr>
            <a:xfrm>
              <a:off x="3396475" y="3525350"/>
              <a:ext cx="7075" cy="9650"/>
            </a:xfrm>
            <a:custGeom>
              <a:rect b="b" l="l" r="r" t="t"/>
              <a:pathLst>
                <a:path extrusionOk="0" h="386" w="283">
                  <a:moveTo>
                    <a:pt x="125" y="1"/>
                  </a:moveTo>
                  <a:cubicBezTo>
                    <a:pt x="121" y="1"/>
                    <a:pt x="118" y="1"/>
                    <a:pt x="114" y="1"/>
                  </a:cubicBezTo>
                  <a:cubicBezTo>
                    <a:pt x="41" y="14"/>
                    <a:pt x="0" y="106"/>
                    <a:pt x="14" y="216"/>
                  </a:cubicBezTo>
                  <a:cubicBezTo>
                    <a:pt x="31" y="313"/>
                    <a:pt x="90" y="386"/>
                    <a:pt x="157" y="386"/>
                  </a:cubicBezTo>
                  <a:cubicBezTo>
                    <a:pt x="162" y="386"/>
                    <a:pt x="168" y="385"/>
                    <a:pt x="173" y="384"/>
                  </a:cubicBezTo>
                  <a:cubicBezTo>
                    <a:pt x="241" y="375"/>
                    <a:pt x="283" y="279"/>
                    <a:pt x="268" y="174"/>
                  </a:cubicBezTo>
                  <a:cubicBezTo>
                    <a:pt x="252" y="75"/>
                    <a:pt x="189" y="1"/>
                    <a:pt x="125" y="1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67"/>
            <p:cNvSpPr/>
            <p:nvPr/>
          </p:nvSpPr>
          <p:spPr>
            <a:xfrm>
              <a:off x="3383350" y="3533225"/>
              <a:ext cx="13575" cy="24675"/>
            </a:xfrm>
            <a:custGeom>
              <a:rect b="b" l="l" r="r" t="t"/>
              <a:pathLst>
                <a:path extrusionOk="0" h="987" w="543">
                  <a:moveTo>
                    <a:pt x="55" y="0"/>
                  </a:moveTo>
                  <a:cubicBezTo>
                    <a:pt x="55" y="0"/>
                    <a:pt x="0" y="543"/>
                    <a:pt x="115" y="593"/>
                  </a:cubicBezTo>
                  <a:cubicBezTo>
                    <a:pt x="198" y="625"/>
                    <a:pt x="339" y="630"/>
                    <a:pt x="416" y="630"/>
                  </a:cubicBezTo>
                  <a:cubicBezTo>
                    <a:pt x="449" y="630"/>
                    <a:pt x="471" y="629"/>
                    <a:pt x="471" y="629"/>
                  </a:cubicBezTo>
                  <a:lnTo>
                    <a:pt x="471" y="629"/>
                  </a:lnTo>
                  <a:lnTo>
                    <a:pt x="115" y="957"/>
                  </a:lnTo>
                  <a:cubicBezTo>
                    <a:pt x="115" y="957"/>
                    <a:pt x="111" y="986"/>
                    <a:pt x="139" y="986"/>
                  </a:cubicBezTo>
                  <a:cubicBezTo>
                    <a:pt x="142" y="986"/>
                    <a:pt x="146" y="986"/>
                    <a:pt x="151" y="985"/>
                  </a:cubicBezTo>
                  <a:cubicBezTo>
                    <a:pt x="192" y="972"/>
                    <a:pt x="543" y="620"/>
                    <a:pt x="543" y="612"/>
                  </a:cubicBezTo>
                  <a:cubicBezTo>
                    <a:pt x="539" y="602"/>
                    <a:pt x="170" y="589"/>
                    <a:pt x="133" y="530"/>
                  </a:cubicBezTo>
                  <a:cubicBezTo>
                    <a:pt x="97" y="465"/>
                    <a:pt x="82" y="14"/>
                    <a:pt x="55" y="0"/>
                  </a:cubicBezTo>
                  <a:close/>
                </a:path>
              </a:pathLst>
            </a:custGeom>
            <a:solidFill>
              <a:srgbClr val="471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67"/>
            <p:cNvSpPr/>
            <p:nvPr/>
          </p:nvSpPr>
          <p:spPr>
            <a:xfrm>
              <a:off x="3376650" y="3564475"/>
              <a:ext cx="21750" cy="6200"/>
            </a:xfrm>
            <a:custGeom>
              <a:rect b="b" l="l" r="r" t="t"/>
              <a:pathLst>
                <a:path extrusionOk="0" h="248" w="870">
                  <a:moveTo>
                    <a:pt x="522" y="0"/>
                  </a:moveTo>
                  <a:cubicBezTo>
                    <a:pt x="171" y="0"/>
                    <a:pt x="0" y="104"/>
                    <a:pt x="0" y="104"/>
                  </a:cubicBezTo>
                  <a:cubicBezTo>
                    <a:pt x="0" y="104"/>
                    <a:pt x="50" y="214"/>
                    <a:pt x="401" y="246"/>
                  </a:cubicBezTo>
                  <a:cubicBezTo>
                    <a:pt x="419" y="247"/>
                    <a:pt x="437" y="248"/>
                    <a:pt x="455" y="248"/>
                  </a:cubicBezTo>
                  <a:cubicBezTo>
                    <a:pt x="760" y="248"/>
                    <a:pt x="870" y="31"/>
                    <a:pt x="870" y="31"/>
                  </a:cubicBezTo>
                  <a:cubicBezTo>
                    <a:pt x="739" y="9"/>
                    <a:pt x="623" y="0"/>
                    <a:pt x="522" y="0"/>
                  </a:cubicBezTo>
                  <a:close/>
                </a:path>
              </a:pathLst>
            </a:custGeom>
            <a:solidFill>
              <a:srgbClr val="E3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67"/>
            <p:cNvSpPr/>
            <p:nvPr/>
          </p:nvSpPr>
          <p:spPr>
            <a:xfrm>
              <a:off x="3376650" y="3567550"/>
              <a:ext cx="20075" cy="6925"/>
            </a:xfrm>
            <a:custGeom>
              <a:rect b="b" l="l" r="r" t="t"/>
              <a:pathLst>
                <a:path extrusionOk="0" h="277" w="803">
                  <a:moveTo>
                    <a:pt x="802" y="0"/>
                  </a:moveTo>
                  <a:cubicBezTo>
                    <a:pt x="802" y="0"/>
                    <a:pt x="615" y="146"/>
                    <a:pt x="396" y="150"/>
                  </a:cubicBezTo>
                  <a:cubicBezTo>
                    <a:pt x="393" y="150"/>
                    <a:pt x="389" y="150"/>
                    <a:pt x="385" y="150"/>
                  </a:cubicBezTo>
                  <a:cubicBezTo>
                    <a:pt x="167" y="150"/>
                    <a:pt x="0" y="27"/>
                    <a:pt x="0" y="27"/>
                  </a:cubicBezTo>
                  <a:lnTo>
                    <a:pt x="0" y="27"/>
                  </a:lnTo>
                  <a:cubicBezTo>
                    <a:pt x="0" y="27"/>
                    <a:pt x="105" y="277"/>
                    <a:pt x="397" y="277"/>
                  </a:cubicBezTo>
                  <a:cubicBezTo>
                    <a:pt x="416" y="277"/>
                    <a:pt x="435" y="276"/>
                    <a:pt x="455" y="274"/>
                  </a:cubicBezTo>
                  <a:cubicBezTo>
                    <a:pt x="793" y="236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E3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67"/>
            <p:cNvSpPr/>
            <p:nvPr/>
          </p:nvSpPr>
          <p:spPr>
            <a:xfrm>
              <a:off x="3370725" y="3561025"/>
              <a:ext cx="31800" cy="10300"/>
            </a:xfrm>
            <a:custGeom>
              <a:rect b="b" l="l" r="r" t="t"/>
              <a:pathLst>
                <a:path extrusionOk="0" h="412" w="1272">
                  <a:moveTo>
                    <a:pt x="1271" y="1"/>
                  </a:moveTo>
                  <a:cubicBezTo>
                    <a:pt x="1271" y="1"/>
                    <a:pt x="1021" y="361"/>
                    <a:pt x="638" y="365"/>
                  </a:cubicBezTo>
                  <a:cubicBezTo>
                    <a:pt x="635" y="365"/>
                    <a:pt x="632" y="365"/>
                    <a:pt x="629" y="365"/>
                  </a:cubicBezTo>
                  <a:cubicBezTo>
                    <a:pt x="255" y="365"/>
                    <a:pt x="0" y="32"/>
                    <a:pt x="0" y="32"/>
                  </a:cubicBezTo>
                  <a:lnTo>
                    <a:pt x="0" y="32"/>
                  </a:lnTo>
                  <a:cubicBezTo>
                    <a:pt x="9" y="83"/>
                    <a:pt x="210" y="398"/>
                    <a:pt x="633" y="411"/>
                  </a:cubicBezTo>
                  <a:cubicBezTo>
                    <a:pt x="640" y="411"/>
                    <a:pt x="647" y="411"/>
                    <a:pt x="654" y="411"/>
                  </a:cubicBezTo>
                  <a:cubicBezTo>
                    <a:pt x="1059" y="411"/>
                    <a:pt x="1271" y="1"/>
                    <a:pt x="1271" y="1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67"/>
            <p:cNvSpPr/>
            <p:nvPr/>
          </p:nvSpPr>
          <p:spPr>
            <a:xfrm>
              <a:off x="3268500" y="3483750"/>
              <a:ext cx="143850" cy="79025"/>
            </a:xfrm>
            <a:custGeom>
              <a:rect b="b" l="l" r="r" t="t"/>
              <a:pathLst>
                <a:path extrusionOk="0" h="3161" w="5754">
                  <a:moveTo>
                    <a:pt x="3829" y="1"/>
                  </a:moveTo>
                  <a:cubicBezTo>
                    <a:pt x="3744" y="1"/>
                    <a:pt x="3656" y="3"/>
                    <a:pt x="3565" y="6"/>
                  </a:cubicBezTo>
                  <a:cubicBezTo>
                    <a:pt x="1847" y="75"/>
                    <a:pt x="1090" y="744"/>
                    <a:pt x="1090" y="744"/>
                  </a:cubicBezTo>
                  <a:cubicBezTo>
                    <a:pt x="0" y="1460"/>
                    <a:pt x="1878" y="3161"/>
                    <a:pt x="1878" y="3161"/>
                  </a:cubicBezTo>
                  <a:cubicBezTo>
                    <a:pt x="1796" y="2919"/>
                    <a:pt x="1887" y="2450"/>
                    <a:pt x="2116" y="2358"/>
                  </a:cubicBezTo>
                  <a:cubicBezTo>
                    <a:pt x="2149" y="2345"/>
                    <a:pt x="2180" y="2340"/>
                    <a:pt x="2209" y="2340"/>
                  </a:cubicBezTo>
                  <a:cubicBezTo>
                    <a:pt x="2385" y="2340"/>
                    <a:pt x="2489" y="2532"/>
                    <a:pt x="2489" y="2532"/>
                  </a:cubicBezTo>
                  <a:cubicBezTo>
                    <a:pt x="2489" y="2532"/>
                    <a:pt x="2535" y="2551"/>
                    <a:pt x="2617" y="2551"/>
                  </a:cubicBezTo>
                  <a:cubicBezTo>
                    <a:pt x="2715" y="2551"/>
                    <a:pt x="2864" y="2523"/>
                    <a:pt x="3046" y="2399"/>
                  </a:cubicBezTo>
                  <a:cubicBezTo>
                    <a:pt x="3374" y="2176"/>
                    <a:pt x="2740" y="1716"/>
                    <a:pt x="2740" y="1716"/>
                  </a:cubicBezTo>
                  <a:cubicBezTo>
                    <a:pt x="2740" y="1716"/>
                    <a:pt x="4941" y="1200"/>
                    <a:pt x="5356" y="849"/>
                  </a:cubicBezTo>
                  <a:cubicBezTo>
                    <a:pt x="5753" y="517"/>
                    <a:pt x="5333" y="1"/>
                    <a:pt x="3829" y="1"/>
                  </a:cubicBezTo>
                  <a:close/>
                </a:path>
              </a:pathLst>
            </a:custGeom>
            <a:solidFill>
              <a:srgbClr val="471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67"/>
            <p:cNvSpPr/>
            <p:nvPr/>
          </p:nvSpPr>
          <p:spPr>
            <a:xfrm>
              <a:off x="3353850" y="3544050"/>
              <a:ext cx="10950" cy="10750"/>
            </a:xfrm>
            <a:custGeom>
              <a:rect b="b" l="l" r="r" t="t"/>
              <a:pathLst>
                <a:path extrusionOk="0" h="430" w="438">
                  <a:moveTo>
                    <a:pt x="220" y="0"/>
                  </a:moveTo>
                  <a:cubicBezTo>
                    <a:pt x="105" y="0"/>
                    <a:pt x="14" y="90"/>
                    <a:pt x="5" y="206"/>
                  </a:cubicBezTo>
                  <a:cubicBezTo>
                    <a:pt x="0" y="324"/>
                    <a:pt x="92" y="425"/>
                    <a:pt x="210" y="429"/>
                  </a:cubicBezTo>
                  <a:cubicBezTo>
                    <a:pt x="213" y="429"/>
                    <a:pt x="216" y="429"/>
                    <a:pt x="218" y="429"/>
                  </a:cubicBezTo>
                  <a:cubicBezTo>
                    <a:pt x="333" y="429"/>
                    <a:pt x="429" y="340"/>
                    <a:pt x="433" y="224"/>
                  </a:cubicBezTo>
                  <a:cubicBezTo>
                    <a:pt x="438" y="105"/>
                    <a:pt x="347" y="5"/>
                    <a:pt x="229" y="0"/>
                  </a:cubicBezTo>
                  <a:cubicBezTo>
                    <a:pt x="226" y="0"/>
                    <a:pt x="223" y="0"/>
                    <a:pt x="220" y="0"/>
                  </a:cubicBezTo>
                  <a:close/>
                </a:path>
              </a:pathLst>
            </a:custGeom>
            <a:solidFill>
              <a:srgbClr val="E3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67"/>
            <p:cNvSpPr/>
            <p:nvPr/>
          </p:nvSpPr>
          <p:spPr>
            <a:xfrm>
              <a:off x="3399200" y="3540300"/>
              <a:ext cx="10975" cy="10725"/>
            </a:xfrm>
            <a:custGeom>
              <a:rect b="b" l="l" r="r" t="t"/>
              <a:pathLst>
                <a:path extrusionOk="0" h="429" w="439">
                  <a:moveTo>
                    <a:pt x="220" y="0"/>
                  </a:moveTo>
                  <a:cubicBezTo>
                    <a:pt x="106" y="0"/>
                    <a:pt x="9" y="90"/>
                    <a:pt x="5" y="205"/>
                  </a:cubicBezTo>
                  <a:cubicBezTo>
                    <a:pt x="1" y="324"/>
                    <a:pt x="92" y="420"/>
                    <a:pt x="210" y="428"/>
                  </a:cubicBezTo>
                  <a:cubicBezTo>
                    <a:pt x="213" y="428"/>
                    <a:pt x="216" y="428"/>
                    <a:pt x="220" y="428"/>
                  </a:cubicBezTo>
                  <a:cubicBezTo>
                    <a:pt x="335" y="428"/>
                    <a:pt x="429" y="338"/>
                    <a:pt x="433" y="224"/>
                  </a:cubicBezTo>
                  <a:cubicBezTo>
                    <a:pt x="438" y="106"/>
                    <a:pt x="346" y="5"/>
                    <a:pt x="228" y="1"/>
                  </a:cubicBezTo>
                  <a:cubicBezTo>
                    <a:pt x="226" y="0"/>
                    <a:pt x="223" y="0"/>
                    <a:pt x="220" y="0"/>
                  </a:cubicBezTo>
                  <a:close/>
                </a:path>
              </a:pathLst>
            </a:custGeom>
            <a:solidFill>
              <a:srgbClr val="E3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67"/>
            <p:cNvSpPr/>
            <p:nvPr/>
          </p:nvSpPr>
          <p:spPr>
            <a:xfrm>
              <a:off x="3320025" y="3549775"/>
              <a:ext cx="10150" cy="19600"/>
            </a:xfrm>
            <a:custGeom>
              <a:rect b="b" l="l" r="r" t="t"/>
              <a:pathLst>
                <a:path extrusionOk="0" h="784" w="406">
                  <a:moveTo>
                    <a:pt x="178" y="0"/>
                  </a:moveTo>
                  <a:cubicBezTo>
                    <a:pt x="87" y="0"/>
                    <a:pt x="8" y="101"/>
                    <a:pt x="0" y="114"/>
                  </a:cubicBezTo>
                  <a:lnTo>
                    <a:pt x="50" y="150"/>
                  </a:lnTo>
                  <a:cubicBezTo>
                    <a:pt x="70" y="129"/>
                    <a:pt x="130" y="66"/>
                    <a:pt x="179" y="66"/>
                  </a:cubicBezTo>
                  <a:cubicBezTo>
                    <a:pt x="183" y="66"/>
                    <a:pt x="187" y="67"/>
                    <a:pt x="191" y="68"/>
                  </a:cubicBezTo>
                  <a:cubicBezTo>
                    <a:pt x="214" y="72"/>
                    <a:pt x="255" y="109"/>
                    <a:pt x="278" y="268"/>
                  </a:cubicBezTo>
                  <a:cubicBezTo>
                    <a:pt x="333" y="656"/>
                    <a:pt x="187" y="724"/>
                    <a:pt x="182" y="724"/>
                  </a:cubicBezTo>
                  <a:lnTo>
                    <a:pt x="205" y="783"/>
                  </a:lnTo>
                  <a:cubicBezTo>
                    <a:pt x="214" y="783"/>
                    <a:pt x="406" y="706"/>
                    <a:pt x="346" y="259"/>
                  </a:cubicBezTo>
                  <a:cubicBezTo>
                    <a:pt x="324" y="109"/>
                    <a:pt x="278" y="22"/>
                    <a:pt x="209" y="4"/>
                  </a:cubicBezTo>
                  <a:cubicBezTo>
                    <a:pt x="199" y="2"/>
                    <a:pt x="188" y="0"/>
                    <a:pt x="178" y="0"/>
                  </a:cubicBezTo>
                  <a:close/>
                </a:path>
              </a:pathLst>
            </a:custGeom>
            <a:solidFill>
              <a:srgbClr val="471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67"/>
            <p:cNvSpPr/>
            <p:nvPr/>
          </p:nvSpPr>
          <p:spPr>
            <a:xfrm>
              <a:off x="3391125" y="3514250"/>
              <a:ext cx="17425" cy="10450"/>
            </a:xfrm>
            <a:custGeom>
              <a:rect b="b" l="l" r="r" t="t"/>
              <a:pathLst>
                <a:path extrusionOk="0" h="418" w="697">
                  <a:moveTo>
                    <a:pt x="423" y="0"/>
                  </a:moveTo>
                  <a:cubicBezTo>
                    <a:pt x="384" y="0"/>
                    <a:pt x="340" y="8"/>
                    <a:pt x="291" y="26"/>
                  </a:cubicBezTo>
                  <a:cubicBezTo>
                    <a:pt x="0" y="140"/>
                    <a:pt x="13" y="418"/>
                    <a:pt x="13" y="418"/>
                  </a:cubicBezTo>
                  <a:cubicBezTo>
                    <a:pt x="13" y="418"/>
                    <a:pt x="169" y="67"/>
                    <a:pt x="430" y="67"/>
                  </a:cubicBezTo>
                  <a:cubicBezTo>
                    <a:pt x="509" y="67"/>
                    <a:pt x="599" y="100"/>
                    <a:pt x="697" y="185"/>
                  </a:cubicBezTo>
                  <a:cubicBezTo>
                    <a:pt x="697" y="185"/>
                    <a:pt x="615" y="0"/>
                    <a:pt x="423" y="0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67"/>
            <p:cNvSpPr/>
            <p:nvPr/>
          </p:nvSpPr>
          <p:spPr>
            <a:xfrm>
              <a:off x="3346900" y="3519900"/>
              <a:ext cx="26800" cy="7200"/>
            </a:xfrm>
            <a:custGeom>
              <a:rect b="b" l="l" r="r" t="t"/>
              <a:pathLst>
                <a:path extrusionOk="0" h="288" w="1072">
                  <a:moveTo>
                    <a:pt x="566" y="0"/>
                  </a:moveTo>
                  <a:cubicBezTo>
                    <a:pt x="524" y="0"/>
                    <a:pt x="480" y="4"/>
                    <a:pt x="433" y="14"/>
                  </a:cubicBezTo>
                  <a:cubicBezTo>
                    <a:pt x="32" y="96"/>
                    <a:pt x="0" y="287"/>
                    <a:pt x="0" y="287"/>
                  </a:cubicBezTo>
                  <a:cubicBezTo>
                    <a:pt x="0" y="287"/>
                    <a:pt x="204" y="92"/>
                    <a:pt x="541" y="92"/>
                  </a:cubicBezTo>
                  <a:cubicBezTo>
                    <a:pt x="693" y="92"/>
                    <a:pt x="872" y="132"/>
                    <a:pt x="1071" y="247"/>
                  </a:cubicBezTo>
                  <a:cubicBezTo>
                    <a:pt x="1071" y="247"/>
                    <a:pt x="886" y="0"/>
                    <a:pt x="566" y="0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67"/>
            <p:cNvSpPr/>
            <p:nvPr/>
          </p:nvSpPr>
          <p:spPr>
            <a:xfrm>
              <a:off x="3295725" y="3485025"/>
              <a:ext cx="88675" cy="18500"/>
            </a:xfrm>
            <a:custGeom>
              <a:rect b="b" l="l" r="r" t="t"/>
              <a:pathLst>
                <a:path extrusionOk="0" h="740" w="3547">
                  <a:moveTo>
                    <a:pt x="3520" y="1"/>
                  </a:moveTo>
                  <a:cubicBezTo>
                    <a:pt x="2958" y="605"/>
                    <a:pt x="1587" y="705"/>
                    <a:pt x="733" y="705"/>
                  </a:cubicBezTo>
                  <a:cubicBezTo>
                    <a:pt x="310" y="705"/>
                    <a:pt x="14" y="680"/>
                    <a:pt x="5" y="680"/>
                  </a:cubicBezTo>
                  <a:lnTo>
                    <a:pt x="1" y="712"/>
                  </a:lnTo>
                  <a:cubicBezTo>
                    <a:pt x="11" y="712"/>
                    <a:pt x="306" y="739"/>
                    <a:pt x="735" y="739"/>
                  </a:cubicBezTo>
                  <a:cubicBezTo>
                    <a:pt x="1597" y="739"/>
                    <a:pt x="2977" y="634"/>
                    <a:pt x="3547" y="20"/>
                  </a:cubicBezTo>
                  <a:lnTo>
                    <a:pt x="3520" y="1"/>
                  </a:ln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67"/>
            <p:cNvSpPr/>
            <p:nvPr/>
          </p:nvSpPr>
          <p:spPr>
            <a:xfrm>
              <a:off x="3287300" y="3491300"/>
              <a:ext cx="114425" cy="27475"/>
            </a:xfrm>
            <a:custGeom>
              <a:rect b="b" l="l" r="r" t="t"/>
              <a:pathLst>
                <a:path extrusionOk="0" h="1099" w="4577">
                  <a:moveTo>
                    <a:pt x="4545" y="0"/>
                  </a:moveTo>
                  <a:cubicBezTo>
                    <a:pt x="4509" y="201"/>
                    <a:pt x="3962" y="703"/>
                    <a:pt x="2521" y="962"/>
                  </a:cubicBezTo>
                  <a:cubicBezTo>
                    <a:pt x="2091" y="1038"/>
                    <a:pt x="1692" y="1064"/>
                    <a:pt x="1344" y="1064"/>
                  </a:cubicBezTo>
                  <a:cubicBezTo>
                    <a:pt x="546" y="1064"/>
                    <a:pt x="19" y="924"/>
                    <a:pt x="10" y="921"/>
                  </a:cubicBezTo>
                  <a:lnTo>
                    <a:pt x="1" y="953"/>
                  </a:lnTo>
                  <a:cubicBezTo>
                    <a:pt x="10" y="953"/>
                    <a:pt x="539" y="1099"/>
                    <a:pt x="1341" y="1099"/>
                  </a:cubicBezTo>
                  <a:cubicBezTo>
                    <a:pt x="1692" y="1099"/>
                    <a:pt x="2092" y="1071"/>
                    <a:pt x="2525" y="994"/>
                  </a:cubicBezTo>
                  <a:cubicBezTo>
                    <a:pt x="3934" y="739"/>
                    <a:pt x="4532" y="255"/>
                    <a:pt x="4576" y="5"/>
                  </a:cubicBezTo>
                  <a:lnTo>
                    <a:pt x="4545" y="0"/>
                  </a:ln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67"/>
            <p:cNvSpPr/>
            <p:nvPr/>
          </p:nvSpPr>
          <p:spPr>
            <a:xfrm>
              <a:off x="3290375" y="3488000"/>
              <a:ext cx="104875" cy="22925"/>
            </a:xfrm>
            <a:custGeom>
              <a:rect b="b" l="l" r="r" t="t"/>
              <a:pathLst>
                <a:path extrusionOk="0" h="917" w="4195">
                  <a:moveTo>
                    <a:pt x="4157" y="0"/>
                  </a:moveTo>
                  <a:cubicBezTo>
                    <a:pt x="4157" y="4"/>
                    <a:pt x="4093" y="479"/>
                    <a:pt x="2640" y="757"/>
                  </a:cubicBezTo>
                  <a:cubicBezTo>
                    <a:pt x="2145" y="853"/>
                    <a:pt x="1687" y="885"/>
                    <a:pt x="1297" y="885"/>
                  </a:cubicBezTo>
                  <a:cubicBezTo>
                    <a:pt x="524" y="885"/>
                    <a:pt x="15" y="760"/>
                    <a:pt x="6" y="757"/>
                  </a:cubicBezTo>
                  <a:lnTo>
                    <a:pt x="0" y="789"/>
                  </a:lnTo>
                  <a:cubicBezTo>
                    <a:pt x="6" y="793"/>
                    <a:pt x="520" y="917"/>
                    <a:pt x="1300" y="917"/>
                  </a:cubicBezTo>
                  <a:cubicBezTo>
                    <a:pt x="1691" y="917"/>
                    <a:pt x="2148" y="885"/>
                    <a:pt x="2644" y="789"/>
                  </a:cubicBezTo>
                  <a:cubicBezTo>
                    <a:pt x="4130" y="502"/>
                    <a:pt x="4190" y="23"/>
                    <a:pt x="4194" y="4"/>
                  </a:cubicBezTo>
                  <a:lnTo>
                    <a:pt x="4157" y="0"/>
                  </a:ln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67"/>
            <p:cNvSpPr/>
            <p:nvPr/>
          </p:nvSpPr>
          <p:spPr>
            <a:xfrm>
              <a:off x="3343475" y="3511700"/>
              <a:ext cx="38675" cy="38525"/>
            </a:xfrm>
            <a:custGeom>
              <a:rect b="b" l="l" r="r" t="t"/>
              <a:pathLst>
                <a:path extrusionOk="0" h="1541" w="1547">
                  <a:moveTo>
                    <a:pt x="771" y="32"/>
                  </a:moveTo>
                  <a:cubicBezTo>
                    <a:pt x="1181" y="32"/>
                    <a:pt x="1513" y="365"/>
                    <a:pt x="1513" y="770"/>
                  </a:cubicBezTo>
                  <a:cubicBezTo>
                    <a:pt x="1513" y="1176"/>
                    <a:pt x="1181" y="1509"/>
                    <a:pt x="771" y="1509"/>
                  </a:cubicBezTo>
                  <a:cubicBezTo>
                    <a:pt x="365" y="1509"/>
                    <a:pt x="32" y="1176"/>
                    <a:pt x="32" y="770"/>
                  </a:cubicBezTo>
                  <a:cubicBezTo>
                    <a:pt x="32" y="365"/>
                    <a:pt x="365" y="32"/>
                    <a:pt x="771" y="32"/>
                  </a:cubicBezTo>
                  <a:close/>
                  <a:moveTo>
                    <a:pt x="771" y="0"/>
                  </a:moveTo>
                  <a:cubicBezTo>
                    <a:pt x="347" y="0"/>
                    <a:pt x="1" y="347"/>
                    <a:pt x="1" y="770"/>
                  </a:cubicBezTo>
                  <a:cubicBezTo>
                    <a:pt x="1" y="1195"/>
                    <a:pt x="347" y="1541"/>
                    <a:pt x="771" y="1541"/>
                  </a:cubicBezTo>
                  <a:cubicBezTo>
                    <a:pt x="1199" y="1541"/>
                    <a:pt x="1546" y="1195"/>
                    <a:pt x="1546" y="770"/>
                  </a:cubicBezTo>
                  <a:cubicBezTo>
                    <a:pt x="1546" y="347"/>
                    <a:pt x="1199" y="0"/>
                    <a:pt x="771" y="0"/>
                  </a:cubicBezTo>
                  <a:close/>
                </a:path>
              </a:pathLst>
            </a:custGeom>
            <a:solidFill>
              <a:srgbClr val="644A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67"/>
            <p:cNvSpPr/>
            <p:nvPr/>
          </p:nvSpPr>
          <p:spPr>
            <a:xfrm>
              <a:off x="3389175" y="3511700"/>
              <a:ext cx="38625" cy="38525"/>
            </a:xfrm>
            <a:custGeom>
              <a:rect b="b" l="l" r="r" t="t"/>
              <a:pathLst>
                <a:path extrusionOk="0" h="1541" w="1545">
                  <a:moveTo>
                    <a:pt x="775" y="32"/>
                  </a:moveTo>
                  <a:cubicBezTo>
                    <a:pt x="1181" y="32"/>
                    <a:pt x="1513" y="365"/>
                    <a:pt x="1513" y="770"/>
                  </a:cubicBezTo>
                  <a:cubicBezTo>
                    <a:pt x="1513" y="1176"/>
                    <a:pt x="1181" y="1509"/>
                    <a:pt x="775" y="1509"/>
                  </a:cubicBezTo>
                  <a:cubicBezTo>
                    <a:pt x="365" y="1509"/>
                    <a:pt x="32" y="1176"/>
                    <a:pt x="32" y="770"/>
                  </a:cubicBezTo>
                  <a:cubicBezTo>
                    <a:pt x="32" y="365"/>
                    <a:pt x="365" y="32"/>
                    <a:pt x="775" y="32"/>
                  </a:cubicBezTo>
                  <a:close/>
                  <a:moveTo>
                    <a:pt x="775" y="0"/>
                  </a:moveTo>
                  <a:cubicBezTo>
                    <a:pt x="347" y="0"/>
                    <a:pt x="0" y="347"/>
                    <a:pt x="0" y="770"/>
                  </a:cubicBezTo>
                  <a:cubicBezTo>
                    <a:pt x="0" y="1195"/>
                    <a:pt x="347" y="1541"/>
                    <a:pt x="775" y="1541"/>
                  </a:cubicBezTo>
                  <a:cubicBezTo>
                    <a:pt x="1199" y="1541"/>
                    <a:pt x="1545" y="1195"/>
                    <a:pt x="1545" y="770"/>
                  </a:cubicBezTo>
                  <a:cubicBezTo>
                    <a:pt x="1545" y="347"/>
                    <a:pt x="1199" y="0"/>
                    <a:pt x="775" y="0"/>
                  </a:cubicBezTo>
                  <a:close/>
                </a:path>
              </a:pathLst>
            </a:custGeom>
            <a:solidFill>
              <a:srgbClr val="644A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67"/>
            <p:cNvSpPr/>
            <p:nvPr/>
          </p:nvSpPr>
          <p:spPr>
            <a:xfrm>
              <a:off x="3381650" y="3531850"/>
              <a:ext cx="8000" cy="850"/>
            </a:xfrm>
            <a:custGeom>
              <a:rect b="b" l="l" r="r" t="t"/>
              <a:pathLst>
                <a:path extrusionOk="0" h="34" w="320">
                  <a:moveTo>
                    <a:pt x="1" y="1"/>
                  </a:moveTo>
                  <a:lnTo>
                    <a:pt x="1" y="33"/>
                  </a:lnTo>
                  <a:lnTo>
                    <a:pt x="320" y="33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644A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67"/>
            <p:cNvSpPr/>
            <p:nvPr/>
          </p:nvSpPr>
          <p:spPr>
            <a:xfrm>
              <a:off x="3218650" y="3961325"/>
              <a:ext cx="263750" cy="237025"/>
            </a:xfrm>
            <a:custGeom>
              <a:rect b="b" l="l" r="r" t="t"/>
              <a:pathLst>
                <a:path extrusionOk="0" h="9481" w="10550">
                  <a:moveTo>
                    <a:pt x="3075" y="0"/>
                  </a:moveTo>
                  <a:cubicBezTo>
                    <a:pt x="3075" y="0"/>
                    <a:pt x="778" y="3404"/>
                    <a:pt x="317" y="6212"/>
                  </a:cubicBezTo>
                  <a:cubicBezTo>
                    <a:pt x="0" y="8148"/>
                    <a:pt x="2608" y="9481"/>
                    <a:pt x="5019" y="9481"/>
                  </a:cubicBezTo>
                  <a:cubicBezTo>
                    <a:pt x="6111" y="9481"/>
                    <a:pt x="7163" y="9207"/>
                    <a:pt x="7883" y="8591"/>
                  </a:cubicBezTo>
                  <a:cubicBezTo>
                    <a:pt x="10549" y="6322"/>
                    <a:pt x="9588" y="4585"/>
                    <a:pt x="9104" y="2689"/>
                  </a:cubicBezTo>
                  <a:cubicBezTo>
                    <a:pt x="8662" y="948"/>
                    <a:pt x="7856" y="0"/>
                    <a:pt x="7856" y="0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67"/>
            <p:cNvSpPr/>
            <p:nvPr/>
          </p:nvSpPr>
          <p:spPr>
            <a:xfrm>
              <a:off x="3267700" y="3975325"/>
              <a:ext cx="61550" cy="35675"/>
            </a:xfrm>
            <a:custGeom>
              <a:rect b="b" l="l" r="r" t="t"/>
              <a:pathLst>
                <a:path extrusionOk="0" h="1427" w="2462">
                  <a:moveTo>
                    <a:pt x="2394" y="0"/>
                  </a:moveTo>
                  <a:cubicBezTo>
                    <a:pt x="2394" y="5"/>
                    <a:pt x="2357" y="442"/>
                    <a:pt x="1610" y="1021"/>
                  </a:cubicBezTo>
                  <a:cubicBezTo>
                    <a:pt x="1267" y="1287"/>
                    <a:pt x="908" y="1359"/>
                    <a:pt x="619" y="1359"/>
                  </a:cubicBezTo>
                  <a:cubicBezTo>
                    <a:pt x="277" y="1359"/>
                    <a:pt x="33" y="1258"/>
                    <a:pt x="28" y="1258"/>
                  </a:cubicBezTo>
                  <a:lnTo>
                    <a:pt x="1" y="1317"/>
                  </a:lnTo>
                  <a:cubicBezTo>
                    <a:pt x="5" y="1322"/>
                    <a:pt x="265" y="1427"/>
                    <a:pt x="621" y="1427"/>
                  </a:cubicBezTo>
                  <a:cubicBezTo>
                    <a:pt x="922" y="1427"/>
                    <a:pt x="1296" y="1355"/>
                    <a:pt x="1651" y="1076"/>
                  </a:cubicBezTo>
                  <a:cubicBezTo>
                    <a:pt x="2426" y="480"/>
                    <a:pt x="2462" y="23"/>
                    <a:pt x="2462" y="5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E3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67"/>
            <p:cNvSpPr/>
            <p:nvPr/>
          </p:nvSpPr>
          <p:spPr>
            <a:xfrm>
              <a:off x="3286525" y="3974525"/>
              <a:ext cx="140850" cy="1725"/>
            </a:xfrm>
            <a:custGeom>
              <a:rect b="b" l="l" r="r" t="t"/>
              <a:pathLst>
                <a:path extrusionOk="0" h="69" w="5634">
                  <a:moveTo>
                    <a:pt x="0" y="1"/>
                  </a:moveTo>
                  <a:lnTo>
                    <a:pt x="0" y="69"/>
                  </a:lnTo>
                  <a:lnTo>
                    <a:pt x="5633" y="69"/>
                  </a:lnTo>
                  <a:lnTo>
                    <a:pt x="5633" y="1"/>
                  </a:lnTo>
                  <a:close/>
                </a:path>
              </a:pathLst>
            </a:custGeom>
            <a:solidFill>
              <a:srgbClr val="E3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67"/>
            <p:cNvSpPr/>
            <p:nvPr/>
          </p:nvSpPr>
          <p:spPr>
            <a:xfrm>
              <a:off x="3218150" y="4080650"/>
              <a:ext cx="375775" cy="119950"/>
            </a:xfrm>
            <a:custGeom>
              <a:rect b="b" l="l" r="r" t="t"/>
              <a:pathLst>
                <a:path extrusionOk="0" h="4798" w="15031">
                  <a:moveTo>
                    <a:pt x="2616" y="1"/>
                  </a:moveTo>
                  <a:cubicBezTo>
                    <a:pt x="2464" y="1"/>
                    <a:pt x="2345" y="11"/>
                    <a:pt x="2266" y="35"/>
                  </a:cubicBezTo>
                  <a:cubicBezTo>
                    <a:pt x="1263" y="327"/>
                    <a:pt x="0" y="1644"/>
                    <a:pt x="1354" y="3568"/>
                  </a:cubicBezTo>
                  <a:cubicBezTo>
                    <a:pt x="1354" y="3568"/>
                    <a:pt x="3213" y="4484"/>
                    <a:pt x="7161" y="4502"/>
                  </a:cubicBezTo>
                  <a:cubicBezTo>
                    <a:pt x="9573" y="4516"/>
                    <a:pt x="11531" y="4797"/>
                    <a:pt x="12825" y="4797"/>
                  </a:cubicBezTo>
                  <a:cubicBezTo>
                    <a:pt x="13648" y="4797"/>
                    <a:pt x="14203" y="4684"/>
                    <a:pt x="14435" y="4315"/>
                  </a:cubicBezTo>
                  <a:cubicBezTo>
                    <a:pt x="15031" y="3362"/>
                    <a:pt x="13733" y="2542"/>
                    <a:pt x="12169" y="1991"/>
                  </a:cubicBezTo>
                  <a:cubicBezTo>
                    <a:pt x="10725" y="1479"/>
                    <a:pt x="4392" y="1"/>
                    <a:pt x="2616" y="1"/>
                  </a:cubicBezTo>
                  <a:close/>
                </a:path>
              </a:pathLst>
            </a:custGeom>
            <a:solidFill>
              <a:srgbClr val="FF78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67"/>
            <p:cNvSpPr/>
            <p:nvPr/>
          </p:nvSpPr>
          <p:spPr>
            <a:xfrm>
              <a:off x="3200450" y="4073775"/>
              <a:ext cx="451600" cy="178850"/>
            </a:xfrm>
            <a:custGeom>
              <a:rect b="b" l="l" r="r" t="t"/>
              <a:pathLst>
                <a:path extrusionOk="0" h="7154" w="18064">
                  <a:moveTo>
                    <a:pt x="2571" y="1"/>
                  </a:moveTo>
                  <a:cubicBezTo>
                    <a:pt x="2057" y="1"/>
                    <a:pt x="1" y="1881"/>
                    <a:pt x="2153" y="4007"/>
                  </a:cubicBezTo>
                  <a:cubicBezTo>
                    <a:pt x="2153" y="4007"/>
                    <a:pt x="5006" y="5821"/>
                    <a:pt x="8338" y="6003"/>
                  </a:cubicBezTo>
                  <a:cubicBezTo>
                    <a:pt x="11664" y="6185"/>
                    <a:pt x="12426" y="6098"/>
                    <a:pt x="13616" y="6719"/>
                  </a:cubicBezTo>
                  <a:cubicBezTo>
                    <a:pt x="14098" y="6968"/>
                    <a:pt x="14806" y="7154"/>
                    <a:pt x="15500" y="7154"/>
                  </a:cubicBezTo>
                  <a:cubicBezTo>
                    <a:pt x="16519" y="7154"/>
                    <a:pt x="17509" y="6754"/>
                    <a:pt x="17718" y="5570"/>
                  </a:cubicBezTo>
                  <a:cubicBezTo>
                    <a:pt x="18063" y="3583"/>
                    <a:pt x="15808" y="3008"/>
                    <a:pt x="13994" y="2247"/>
                  </a:cubicBezTo>
                  <a:cubicBezTo>
                    <a:pt x="12180" y="1486"/>
                    <a:pt x="3050" y="105"/>
                    <a:pt x="2608" y="5"/>
                  </a:cubicBezTo>
                  <a:cubicBezTo>
                    <a:pt x="2597" y="2"/>
                    <a:pt x="2584" y="1"/>
                    <a:pt x="2571" y="1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67"/>
            <p:cNvSpPr/>
            <p:nvPr/>
          </p:nvSpPr>
          <p:spPr>
            <a:xfrm>
              <a:off x="3521000" y="4173475"/>
              <a:ext cx="121275" cy="493000"/>
            </a:xfrm>
            <a:custGeom>
              <a:rect b="b" l="l" r="r" t="t"/>
              <a:pathLst>
                <a:path extrusionOk="0" h="19720" w="4851">
                  <a:moveTo>
                    <a:pt x="3637" y="1"/>
                  </a:moveTo>
                  <a:cubicBezTo>
                    <a:pt x="3167" y="1"/>
                    <a:pt x="2675" y="295"/>
                    <a:pt x="2412" y="1048"/>
                  </a:cubicBezTo>
                  <a:cubicBezTo>
                    <a:pt x="2412" y="1048"/>
                    <a:pt x="1455" y="3501"/>
                    <a:pt x="725" y="6673"/>
                  </a:cubicBezTo>
                  <a:cubicBezTo>
                    <a:pt x="1" y="9845"/>
                    <a:pt x="151" y="18154"/>
                    <a:pt x="434" y="19138"/>
                  </a:cubicBezTo>
                  <a:cubicBezTo>
                    <a:pt x="515" y="19412"/>
                    <a:pt x="753" y="19720"/>
                    <a:pt x="989" y="19720"/>
                  </a:cubicBezTo>
                  <a:cubicBezTo>
                    <a:pt x="1150" y="19720"/>
                    <a:pt x="1311" y="19575"/>
                    <a:pt x="1418" y="19174"/>
                  </a:cubicBezTo>
                  <a:cubicBezTo>
                    <a:pt x="1686" y="18194"/>
                    <a:pt x="4694" y="2338"/>
                    <a:pt x="4795" y="1185"/>
                  </a:cubicBezTo>
                  <a:cubicBezTo>
                    <a:pt x="4850" y="526"/>
                    <a:pt x="4264" y="1"/>
                    <a:pt x="3637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67"/>
            <p:cNvSpPr/>
            <p:nvPr/>
          </p:nvSpPr>
          <p:spPr>
            <a:xfrm>
              <a:off x="3498450" y="4159200"/>
              <a:ext cx="153075" cy="412650"/>
            </a:xfrm>
            <a:custGeom>
              <a:rect b="b" l="l" r="r" t="t"/>
              <a:pathLst>
                <a:path extrusionOk="0" h="16506" w="6123">
                  <a:moveTo>
                    <a:pt x="4047" y="1"/>
                  </a:moveTo>
                  <a:cubicBezTo>
                    <a:pt x="3763" y="1"/>
                    <a:pt x="3462" y="55"/>
                    <a:pt x="3154" y="170"/>
                  </a:cubicBezTo>
                  <a:cubicBezTo>
                    <a:pt x="1559" y="763"/>
                    <a:pt x="1691" y="2061"/>
                    <a:pt x="1691" y="2061"/>
                  </a:cubicBezTo>
                  <a:cubicBezTo>
                    <a:pt x="1691" y="2061"/>
                    <a:pt x="1408" y="4919"/>
                    <a:pt x="1408" y="5480"/>
                  </a:cubicBezTo>
                  <a:cubicBezTo>
                    <a:pt x="1408" y="6036"/>
                    <a:pt x="0" y="16505"/>
                    <a:pt x="0" y="16505"/>
                  </a:cubicBezTo>
                  <a:lnTo>
                    <a:pt x="4603" y="16505"/>
                  </a:lnTo>
                  <a:cubicBezTo>
                    <a:pt x="4603" y="16505"/>
                    <a:pt x="5424" y="11528"/>
                    <a:pt x="5647" y="9450"/>
                  </a:cubicBezTo>
                  <a:cubicBezTo>
                    <a:pt x="5866" y="7372"/>
                    <a:pt x="5957" y="2395"/>
                    <a:pt x="5957" y="2395"/>
                  </a:cubicBezTo>
                  <a:cubicBezTo>
                    <a:pt x="6123" y="955"/>
                    <a:pt x="5237" y="1"/>
                    <a:pt x="4047" y="1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67"/>
            <p:cNvSpPr/>
            <p:nvPr/>
          </p:nvSpPr>
          <p:spPr>
            <a:xfrm>
              <a:off x="3504700" y="4523825"/>
              <a:ext cx="115800" cy="1400"/>
            </a:xfrm>
            <a:custGeom>
              <a:rect b="b" l="l" r="r" t="t"/>
              <a:pathLst>
                <a:path extrusionOk="0" h="56" w="4632">
                  <a:moveTo>
                    <a:pt x="5" y="1"/>
                  </a:moveTo>
                  <a:lnTo>
                    <a:pt x="1" y="55"/>
                  </a:lnTo>
                  <a:lnTo>
                    <a:pt x="4631" y="55"/>
                  </a:lnTo>
                  <a:lnTo>
                    <a:pt x="4631" y="1"/>
                  </a:lnTo>
                  <a:cubicBezTo>
                    <a:pt x="4601" y="1"/>
                    <a:pt x="2600" y="3"/>
                    <a:pt x="1239" y="3"/>
                  </a:cubicBezTo>
                  <a:cubicBezTo>
                    <a:pt x="559" y="3"/>
                    <a:pt x="39" y="3"/>
                    <a:pt x="5" y="1"/>
                  </a:cubicBezTo>
                  <a:close/>
                </a:path>
              </a:pathLst>
            </a:custGeom>
            <a:solidFill>
              <a:srgbClr val="E3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67"/>
            <p:cNvSpPr/>
            <p:nvPr/>
          </p:nvSpPr>
          <p:spPr>
            <a:xfrm>
              <a:off x="3526700" y="4673000"/>
              <a:ext cx="179350" cy="22925"/>
            </a:xfrm>
            <a:custGeom>
              <a:rect b="b" l="l" r="r" t="t"/>
              <a:pathLst>
                <a:path extrusionOk="0" h="917" w="7174">
                  <a:moveTo>
                    <a:pt x="0" y="1"/>
                  </a:moveTo>
                  <a:lnTo>
                    <a:pt x="0" y="916"/>
                  </a:lnTo>
                  <a:lnTo>
                    <a:pt x="7174" y="916"/>
                  </a:lnTo>
                  <a:cubicBezTo>
                    <a:pt x="7174" y="916"/>
                    <a:pt x="7146" y="825"/>
                    <a:pt x="7005" y="1"/>
                  </a:cubicBezTo>
                  <a:close/>
                </a:path>
              </a:pathLst>
            </a:custGeom>
            <a:solidFill>
              <a:srgbClr val="151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67"/>
            <p:cNvSpPr/>
            <p:nvPr/>
          </p:nvSpPr>
          <p:spPr>
            <a:xfrm>
              <a:off x="3526700" y="4589925"/>
              <a:ext cx="175150" cy="83100"/>
            </a:xfrm>
            <a:custGeom>
              <a:rect b="b" l="l" r="r" t="t"/>
              <a:pathLst>
                <a:path extrusionOk="0" h="3324" w="7006">
                  <a:moveTo>
                    <a:pt x="0" y="1"/>
                  </a:moveTo>
                  <a:lnTo>
                    <a:pt x="0" y="3324"/>
                  </a:lnTo>
                  <a:lnTo>
                    <a:pt x="7005" y="3324"/>
                  </a:lnTo>
                  <a:cubicBezTo>
                    <a:pt x="7001" y="3305"/>
                    <a:pt x="7001" y="3287"/>
                    <a:pt x="6997" y="3273"/>
                  </a:cubicBezTo>
                  <a:cubicBezTo>
                    <a:pt x="6846" y="2398"/>
                    <a:pt x="4466" y="2207"/>
                    <a:pt x="3013" y="2066"/>
                  </a:cubicBezTo>
                  <a:cubicBezTo>
                    <a:pt x="1559" y="1929"/>
                    <a:pt x="1765" y="1"/>
                    <a:pt x="1765" y="1"/>
                  </a:cubicBezTo>
                  <a:close/>
                </a:path>
              </a:pathLst>
            </a:custGeom>
            <a:solidFill>
              <a:srgbClr val="201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67"/>
            <p:cNvSpPr/>
            <p:nvPr/>
          </p:nvSpPr>
          <p:spPr>
            <a:xfrm>
              <a:off x="3608150" y="4654300"/>
              <a:ext cx="80125" cy="18950"/>
            </a:xfrm>
            <a:custGeom>
              <a:rect b="b" l="l" r="r" t="t"/>
              <a:pathLst>
                <a:path extrusionOk="0" h="758" w="3205">
                  <a:moveTo>
                    <a:pt x="2055" y="1"/>
                  </a:moveTo>
                  <a:cubicBezTo>
                    <a:pt x="1752" y="1"/>
                    <a:pt x="1431" y="5"/>
                    <a:pt x="1149" y="19"/>
                  </a:cubicBezTo>
                  <a:cubicBezTo>
                    <a:pt x="289" y="65"/>
                    <a:pt x="5" y="730"/>
                    <a:pt x="1" y="739"/>
                  </a:cubicBezTo>
                  <a:lnTo>
                    <a:pt x="42" y="757"/>
                  </a:lnTo>
                  <a:cubicBezTo>
                    <a:pt x="47" y="749"/>
                    <a:pt x="320" y="110"/>
                    <a:pt x="1149" y="69"/>
                  </a:cubicBezTo>
                  <a:cubicBezTo>
                    <a:pt x="1444" y="53"/>
                    <a:pt x="1782" y="48"/>
                    <a:pt x="2098" y="48"/>
                  </a:cubicBezTo>
                  <a:cubicBezTo>
                    <a:pt x="2686" y="48"/>
                    <a:pt x="3196" y="67"/>
                    <a:pt x="3205" y="69"/>
                  </a:cubicBezTo>
                  <a:lnTo>
                    <a:pt x="3205" y="19"/>
                  </a:lnTo>
                  <a:cubicBezTo>
                    <a:pt x="3199" y="19"/>
                    <a:pt x="2662" y="1"/>
                    <a:pt x="2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67"/>
            <p:cNvSpPr/>
            <p:nvPr/>
          </p:nvSpPr>
          <p:spPr>
            <a:xfrm>
              <a:off x="3548100" y="4589925"/>
              <a:ext cx="60775" cy="58150"/>
            </a:xfrm>
            <a:custGeom>
              <a:rect b="b" l="l" r="r" t="t"/>
              <a:pathLst>
                <a:path extrusionOk="0" h="2326" w="2431">
                  <a:moveTo>
                    <a:pt x="15" y="1"/>
                  </a:moveTo>
                  <a:cubicBezTo>
                    <a:pt x="15" y="83"/>
                    <a:pt x="1" y="1978"/>
                    <a:pt x="730" y="2234"/>
                  </a:cubicBezTo>
                  <a:cubicBezTo>
                    <a:pt x="913" y="2302"/>
                    <a:pt x="1113" y="2325"/>
                    <a:pt x="1309" y="2325"/>
                  </a:cubicBezTo>
                  <a:cubicBezTo>
                    <a:pt x="1883" y="2325"/>
                    <a:pt x="2426" y="2115"/>
                    <a:pt x="2430" y="2115"/>
                  </a:cubicBezTo>
                  <a:lnTo>
                    <a:pt x="2417" y="2070"/>
                  </a:lnTo>
                  <a:cubicBezTo>
                    <a:pt x="2410" y="2073"/>
                    <a:pt x="1874" y="2280"/>
                    <a:pt x="1309" y="2280"/>
                  </a:cubicBezTo>
                  <a:cubicBezTo>
                    <a:pt x="1118" y="2280"/>
                    <a:pt x="923" y="2256"/>
                    <a:pt x="745" y="2193"/>
                  </a:cubicBezTo>
                  <a:cubicBezTo>
                    <a:pt x="47" y="1947"/>
                    <a:pt x="61" y="19"/>
                    <a:pt x="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67"/>
            <p:cNvSpPr/>
            <p:nvPr/>
          </p:nvSpPr>
          <p:spPr>
            <a:xfrm>
              <a:off x="3548675" y="4595750"/>
              <a:ext cx="23750" cy="16300"/>
            </a:xfrm>
            <a:custGeom>
              <a:rect b="b" l="l" r="r" t="t"/>
              <a:pathLst>
                <a:path extrusionOk="0" h="652" w="950">
                  <a:moveTo>
                    <a:pt x="28" y="1"/>
                  </a:moveTo>
                  <a:lnTo>
                    <a:pt x="1" y="41"/>
                  </a:lnTo>
                  <a:lnTo>
                    <a:pt x="926" y="651"/>
                  </a:lnTo>
                  <a:lnTo>
                    <a:pt x="949" y="611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67"/>
            <p:cNvSpPr/>
            <p:nvPr/>
          </p:nvSpPr>
          <p:spPr>
            <a:xfrm>
              <a:off x="3550150" y="4599975"/>
              <a:ext cx="20800" cy="12075"/>
            </a:xfrm>
            <a:custGeom>
              <a:rect b="b" l="l" r="r" t="t"/>
              <a:pathLst>
                <a:path extrusionOk="0" h="483" w="832">
                  <a:moveTo>
                    <a:pt x="812" y="0"/>
                  </a:moveTo>
                  <a:lnTo>
                    <a:pt x="1" y="442"/>
                  </a:lnTo>
                  <a:lnTo>
                    <a:pt x="24" y="482"/>
                  </a:lnTo>
                  <a:lnTo>
                    <a:pt x="831" y="41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67"/>
            <p:cNvSpPr/>
            <p:nvPr/>
          </p:nvSpPr>
          <p:spPr>
            <a:xfrm>
              <a:off x="3551425" y="4618175"/>
              <a:ext cx="27600" cy="10625"/>
            </a:xfrm>
            <a:custGeom>
              <a:rect b="b" l="l" r="r" t="t"/>
              <a:pathLst>
                <a:path extrusionOk="0" h="425" w="1104">
                  <a:moveTo>
                    <a:pt x="14" y="1"/>
                  </a:moveTo>
                  <a:lnTo>
                    <a:pt x="0" y="42"/>
                  </a:lnTo>
                  <a:lnTo>
                    <a:pt x="1090" y="425"/>
                  </a:lnTo>
                  <a:lnTo>
                    <a:pt x="1104" y="383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67"/>
            <p:cNvSpPr/>
            <p:nvPr/>
          </p:nvSpPr>
          <p:spPr>
            <a:xfrm>
              <a:off x="3554825" y="4618175"/>
              <a:ext cx="19650" cy="13825"/>
            </a:xfrm>
            <a:custGeom>
              <a:rect b="b" l="l" r="r" t="t"/>
              <a:pathLst>
                <a:path extrusionOk="0" h="553" w="786">
                  <a:moveTo>
                    <a:pt x="758" y="1"/>
                  </a:moveTo>
                  <a:lnTo>
                    <a:pt x="1" y="511"/>
                  </a:lnTo>
                  <a:lnTo>
                    <a:pt x="28" y="553"/>
                  </a:lnTo>
                  <a:lnTo>
                    <a:pt x="785" y="42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67"/>
            <p:cNvSpPr/>
            <p:nvPr/>
          </p:nvSpPr>
          <p:spPr>
            <a:xfrm>
              <a:off x="3144150" y="3728525"/>
              <a:ext cx="138850" cy="289650"/>
            </a:xfrm>
            <a:custGeom>
              <a:rect b="b" l="l" r="r" t="t"/>
              <a:pathLst>
                <a:path extrusionOk="0" h="11586" w="5554">
                  <a:moveTo>
                    <a:pt x="4378" y="1"/>
                  </a:moveTo>
                  <a:cubicBezTo>
                    <a:pt x="3220" y="1"/>
                    <a:pt x="2801" y="1081"/>
                    <a:pt x="2519" y="1496"/>
                  </a:cubicBezTo>
                  <a:cubicBezTo>
                    <a:pt x="2235" y="1915"/>
                    <a:pt x="230" y="8711"/>
                    <a:pt x="98" y="9822"/>
                  </a:cubicBezTo>
                  <a:cubicBezTo>
                    <a:pt x="1" y="10643"/>
                    <a:pt x="585" y="11586"/>
                    <a:pt x="1287" y="11586"/>
                  </a:cubicBezTo>
                  <a:cubicBezTo>
                    <a:pt x="1541" y="11586"/>
                    <a:pt x="1809" y="11463"/>
                    <a:pt x="2067" y="11166"/>
                  </a:cubicBezTo>
                  <a:cubicBezTo>
                    <a:pt x="3038" y="10045"/>
                    <a:pt x="5439" y="1984"/>
                    <a:pt x="5439" y="1984"/>
                  </a:cubicBezTo>
                  <a:cubicBezTo>
                    <a:pt x="5554" y="1601"/>
                    <a:pt x="5531" y="1"/>
                    <a:pt x="4378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67"/>
            <p:cNvSpPr/>
            <p:nvPr/>
          </p:nvSpPr>
          <p:spPr>
            <a:xfrm>
              <a:off x="3167200" y="3778325"/>
              <a:ext cx="104200" cy="113725"/>
            </a:xfrm>
            <a:custGeom>
              <a:rect b="b" l="l" r="r" t="t"/>
              <a:pathLst>
                <a:path extrusionOk="0" h="4549" w="4168">
                  <a:moveTo>
                    <a:pt x="2689" y="1"/>
                  </a:moveTo>
                  <a:cubicBezTo>
                    <a:pt x="2588" y="1"/>
                    <a:pt x="2480" y="9"/>
                    <a:pt x="2367" y="28"/>
                  </a:cubicBezTo>
                  <a:cubicBezTo>
                    <a:pt x="1035" y="247"/>
                    <a:pt x="848" y="1669"/>
                    <a:pt x="848" y="1669"/>
                  </a:cubicBezTo>
                  <a:lnTo>
                    <a:pt x="1" y="4549"/>
                  </a:lnTo>
                  <a:lnTo>
                    <a:pt x="3437" y="3427"/>
                  </a:lnTo>
                  <a:cubicBezTo>
                    <a:pt x="3437" y="3427"/>
                    <a:pt x="3884" y="2447"/>
                    <a:pt x="4030" y="1682"/>
                  </a:cubicBezTo>
                  <a:cubicBezTo>
                    <a:pt x="4167" y="987"/>
                    <a:pt x="3771" y="1"/>
                    <a:pt x="2689" y="1"/>
                  </a:cubicBezTo>
                  <a:close/>
                </a:path>
              </a:pathLst>
            </a:custGeom>
            <a:solidFill>
              <a:srgbClr val="471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67"/>
            <p:cNvSpPr/>
            <p:nvPr/>
          </p:nvSpPr>
          <p:spPr>
            <a:xfrm>
              <a:off x="3174975" y="3694050"/>
              <a:ext cx="134225" cy="171450"/>
            </a:xfrm>
            <a:custGeom>
              <a:rect b="b" l="l" r="r" t="t"/>
              <a:pathLst>
                <a:path extrusionOk="0" h="6858" w="5369">
                  <a:moveTo>
                    <a:pt x="3540" y="1"/>
                  </a:moveTo>
                  <a:cubicBezTo>
                    <a:pt x="2264" y="1"/>
                    <a:pt x="1939" y="883"/>
                    <a:pt x="1490" y="1731"/>
                  </a:cubicBezTo>
                  <a:cubicBezTo>
                    <a:pt x="1002" y="2652"/>
                    <a:pt x="0" y="6630"/>
                    <a:pt x="0" y="6630"/>
                  </a:cubicBezTo>
                  <a:lnTo>
                    <a:pt x="4161" y="6857"/>
                  </a:lnTo>
                  <a:cubicBezTo>
                    <a:pt x="4161" y="6857"/>
                    <a:pt x="4990" y="3800"/>
                    <a:pt x="5177" y="2396"/>
                  </a:cubicBezTo>
                  <a:cubicBezTo>
                    <a:pt x="5369" y="997"/>
                    <a:pt x="3892" y="21"/>
                    <a:pt x="3892" y="21"/>
                  </a:cubicBezTo>
                  <a:cubicBezTo>
                    <a:pt x="3767" y="7"/>
                    <a:pt x="3650" y="1"/>
                    <a:pt x="3540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67"/>
            <p:cNvSpPr/>
            <p:nvPr/>
          </p:nvSpPr>
          <p:spPr>
            <a:xfrm>
              <a:off x="3125500" y="3943675"/>
              <a:ext cx="85375" cy="310750"/>
            </a:xfrm>
            <a:custGeom>
              <a:rect b="b" l="l" r="r" t="t"/>
              <a:pathLst>
                <a:path extrusionOk="0" h="12430" w="3415">
                  <a:moveTo>
                    <a:pt x="2070" y="1"/>
                  </a:moveTo>
                  <a:cubicBezTo>
                    <a:pt x="1793" y="1"/>
                    <a:pt x="1481" y="145"/>
                    <a:pt x="1145" y="501"/>
                  </a:cubicBezTo>
                  <a:cubicBezTo>
                    <a:pt x="1" y="1723"/>
                    <a:pt x="238" y="10528"/>
                    <a:pt x="480" y="11672"/>
                  </a:cubicBezTo>
                  <a:cubicBezTo>
                    <a:pt x="597" y="12227"/>
                    <a:pt x="792" y="12429"/>
                    <a:pt x="974" y="12429"/>
                  </a:cubicBezTo>
                  <a:cubicBezTo>
                    <a:pt x="1167" y="12429"/>
                    <a:pt x="1346" y="12203"/>
                    <a:pt x="1405" y="11931"/>
                  </a:cubicBezTo>
                  <a:cubicBezTo>
                    <a:pt x="1405" y="11931"/>
                    <a:pt x="3414" y="2661"/>
                    <a:pt x="3292" y="1599"/>
                  </a:cubicBezTo>
                  <a:cubicBezTo>
                    <a:pt x="3204" y="847"/>
                    <a:pt x="2741" y="1"/>
                    <a:pt x="2070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67"/>
            <p:cNvSpPr/>
            <p:nvPr/>
          </p:nvSpPr>
          <p:spPr>
            <a:xfrm>
              <a:off x="3130850" y="4211175"/>
              <a:ext cx="59625" cy="135075"/>
            </a:xfrm>
            <a:custGeom>
              <a:rect b="b" l="l" r="r" t="t"/>
              <a:pathLst>
                <a:path extrusionOk="0" h="5403" w="2385">
                  <a:moveTo>
                    <a:pt x="597" y="1"/>
                  </a:moveTo>
                  <a:cubicBezTo>
                    <a:pt x="564" y="1"/>
                    <a:pt x="531" y="8"/>
                    <a:pt x="498" y="24"/>
                  </a:cubicBezTo>
                  <a:cubicBezTo>
                    <a:pt x="1" y="256"/>
                    <a:pt x="106" y="2367"/>
                    <a:pt x="443" y="3228"/>
                  </a:cubicBezTo>
                  <a:cubicBezTo>
                    <a:pt x="775" y="4084"/>
                    <a:pt x="1514" y="5388"/>
                    <a:pt x="1774" y="5402"/>
                  </a:cubicBezTo>
                  <a:cubicBezTo>
                    <a:pt x="1775" y="5402"/>
                    <a:pt x="1777" y="5402"/>
                    <a:pt x="1778" y="5402"/>
                  </a:cubicBezTo>
                  <a:cubicBezTo>
                    <a:pt x="2033" y="5402"/>
                    <a:pt x="1477" y="4105"/>
                    <a:pt x="1332" y="3684"/>
                  </a:cubicBezTo>
                  <a:cubicBezTo>
                    <a:pt x="1181" y="3259"/>
                    <a:pt x="1277" y="2767"/>
                    <a:pt x="1277" y="2767"/>
                  </a:cubicBezTo>
                  <a:cubicBezTo>
                    <a:pt x="1285" y="2713"/>
                    <a:pt x="1320" y="2680"/>
                    <a:pt x="1371" y="2680"/>
                  </a:cubicBezTo>
                  <a:cubicBezTo>
                    <a:pt x="1432" y="2680"/>
                    <a:pt x="1516" y="2728"/>
                    <a:pt x="1606" y="2845"/>
                  </a:cubicBezTo>
                  <a:cubicBezTo>
                    <a:pt x="1764" y="3062"/>
                    <a:pt x="1814" y="4090"/>
                    <a:pt x="2091" y="4090"/>
                  </a:cubicBezTo>
                  <a:cubicBezTo>
                    <a:pt x="2093" y="4090"/>
                    <a:pt x="2095" y="4090"/>
                    <a:pt x="2098" y="4090"/>
                  </a:cubicBezTo>
                  <a:cubicBezTo>
                    <a:pt x="2384" y="4075"/>
                    <a:pt x="2088" y="2481"/>
                    <a:pt x="1778" y="1957"/>
                  </a:cubicBezTo>
                  <a:cubicBezTo>
                    <a:pt x="1489" y="1467"/>
                    <a:pt x="1061" y="1"/>
                    <a:pt x="597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74" name="Google Shape;4374;p67"/>
          <p:cNvSpPr txBox="1"/>
          <p:nvPr>
            <p:ph type="ctrTitle"/>
          </p:nvPr>
        </p:nvSpPr>
        <p:spPr>
          <a:xfrm flipH="1">
            <a:off x="4125138" y="1228613"/>
            <a:ext cx="26163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/>
              <a:t>    BAD 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/>
              <a:t>GOOD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/>
              <a:t>DESIGN</a:t>
            </a:r>
            <a:endParaRPr/>
          </a:p>
        </p:txBody>
      </p:sp>
      <p:grpSp>
        <p:nvGrpSpPr>
          <p:cNvPr id="4375" name="Google Shape;4375;p67"/>
          <p:cNvGrpSpPr/>
          <p:nvPr/>
        </p:nvGrpSpPr>
        <p:grpSpPr>
          <a:xfrm>
            <a:off x="4233123" y="1008801"/>
            <a:ext cx="357720" cy="355148"/>
            <a:chOff x="1952836" y="3680964"/>
            <a:chExt cx="357720" cy="355148"/>
          </a:xfrm>
        </p:grpSpPr>
        <p:sp>
          <p:nvSpPr>
            <p:cNvPr id="4376" name="Google Shape;4376;p67"/>
            <p:cNvSpPr/>
            <p:nvPr/>
          </p:nvSpPr>
          <p:spPr>
            <a:xfrm>
              <a:off x="2054166" y="3814144"/>
              <a:ext cx="38233" cy="49188"/>
            </a:xfrm>
            <a:custGeom>
              <a:rect b="b" l="l" r="r" t="t"/>
              <a:pathLst>
                <a:path extrusionOk="0" h="1549" w="1204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203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67"/>
            <p:cNvSpPr/>
            <p:nvPr/>
          </p:nvSpPr>
          <p:spPr>
            <a:xfrm>
              <a:off x="2170992" y="3814144"/>
              <a:ext cx="37852" cy="49188"/>
            </a:xfrm>
            <a:custGeom>
              <a:rect b="b" l="l" r="r" t="t"/>
              <a:pathLst>
                <a:path extrusionOk="0" h="1549" w="1192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67"/>
            <p:cNvSpPr/>
            <p:nvPr/>
          </p:nvSpPr>
          <p:spPr>
            <a:xfrm>
              <a:off x="2070043" y="3908647"/>
              <a:ext cx="122924" cy="33311"/>
            </a:xfrm>
            <a:custGeom>
              <a:rect b="b" l="l" r="r" t="t"/>
              <a:pathLst>
                <a:path extrusionOk="0" h="1049" w="3871">
                  <a:moveTo>
                    <a:pt x="1930" y="1"/>
                  </a:moveTo>
                  <a:cubicBezTo>
                    <a:pt x="1191" y="1"/>
                    <a:pt x="489" y="287"/>
                    <a:pt x="60" y="763"/>
                  </a:cubicBezTo>
                  <a:cubicBezTo>
                    <a:pt x="1" y="822"/>
                    <a:pt x="1" y="930"/>
                    <a:pt x="72" y="1001"/>
                  </a:cubicBezTo>
                  <a:cubicBezTo>
                    <a:pt x="101" y="1029"/>
                    <a:pt x="140" y="1044"/>
                    <a:pt x="181" y="1044"/>
                  </a:cubicBezTo>
                  <a:cubicBezTo>
                    <a:pt x="226" y="1044"/>
                    <a:pt x="273" y="1026"/>
                    <a:pt x="310" y="989"/>
                  </a:cubicBezTo>
                  <a:cubicBezTo>
                    <a:pt x="679" y="584"/>
                    <a:pt x="1299" y="334"/>
                    <a:pt x="1953" y="334"/>
                  </a:cubicBezTo>
                  <a:cubicBezTo>
                    <a:pt x="2596" y="334"/>
                    <a:pt x="3215" y="572"/>
                    <a:pt x="3585" y="989"/>
                  </a:cubicBezTo>
                  <a:cubicBezTo>
                    <a:pt x="3620" y="1013"/>
                    <a:pt x="3656" y="1049"/>
                    <a:pt x="3704" y="1049"/>
                  </a:cubicBezTo>
                  <a:cubicBezTo>
                    <a:pt x="3751" y="1049"/>
                    <a:pt x="3775" y="1037"/>
                    <a:pt x="3811" y="1001"/>
                  </a:cubicBezTo>
                  <a:cubicBezTo>
                    <a:pt x="3870" y="930"/>
                    <a:pt x="3870" y="822"/>
                    <a:pt x="3811" y="763"/>
                  </a:cubicBezTo>
                  <a:cubicBezTo>
                    <a:pt x="3382" y="287"/>
                    <a:pt x="2680" y="1"/>
                    <a:pt x="1930" y="1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67"/>
            <p:cNvSpPr/>
            <p:nvPr/>
          </p:nvSpPr>
          <p:spPr>
            <a:xfrm>
              <a:off x="1952836" y="3680964"/>
              <a:ext cx="298338" cy="296528"/>
            </a:xfrm>
            <a:custGeom>
              <a:rect b="b" l="l" r="r" t="t"/>
              <a:pathLst>
                <a:path extrusionOk="0" h="9338" w="9395">
                  <a:moveTo>
                    <a:pt x="5654" y="0"/>
                  </a:moveTo>
                  <a:cubicBezTo>
                    <a:pt x="5591" y="0"/>
                    <a:pt x="5528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48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8" y="323"/>
                    <a:pt x="8120" y="796"/>
                    <a:pt x="9073" y="1634"/>
                  </a:cubicBezTo>
                  <a:cubicBezTo>
                    <a:pt x="9113" y="1663"/>
                    <a:pt x="9156" y="1678"/>
                    <a:pt x="9196" y="1678"/>
                  </a:cubicBezTo>
                  <a:cubicBezTo>
                    <a:pt x="9239" y="1678"/>
                    <a:pt x="9280" y="1660"/>
                    <a:pt x="9312" y="1623"/>
                  </a:cubicBezTo>
                  <a:cubicBezTo>
                    <a:pt x="9395" y="1551"/>
                    <a:pt x="9395" y="1444"/>
                    <a:pt x="9312" y="1384"/>
                  </a:cubicBezTo>
                  <a:cubicBezTo>
                    <a:pt x="8288" y="486"/>
                    <a:pt x="6992" y="0"/>
                    <a:pt x="5654" y="0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67"/>
            <p:cNvSpPr/>
            <p:nvPr/>
          </p:nvSpPr>
          <p:spPr>
            <a:xfrm>
              <a:off x="2012217" y="3739075"/>
              <a:ext cx="298338" cy="297036"/>
            </a:xfrm>
            <a:custGeom>
              <a:rect b="b" l="l" r="r" t="t"/>
              <a:pathLst>
                <a:path extrusionOk="0" h="9354" w="9395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56" y="102"/>
                    <a:pt x="7656" y="209"/>
                    <a:pt x="7715" y="281"/>
                  </a:cubicBezTo>
                  <a:cubicBezTo>
                    <a:pt x="8585" y="1281"/>
                    <a:pt x="9073" y="2579"/>
                    <a:pt x="9025" y="3912"/>
                  </a:cubicBezTo>
                  <a:cubicBezTo>
                    <a:pt x="8977" y="5257"/>
                    <a:pt x="8442" y="6520"/>
                    <a:pt x="7489" y="7472"/>
                  </a:cubicBezTo>
                  <a:cubicBezTo>
                    <a:pt x="6537" y="8425"/>
                    <a:pt x="5275" y="8972"/>
                    <a:pt x="3929" y="9008"/>
                  </a:cubicBezTo>
                  <a:cubicBezTo>
                    <a:pt x="3881" y="9009"/>
                    <a:pt x="3834" y="9010"/>
                    <a:pt x="3786" y="9010"/>
                  </a:cubicBezTo>
                  <a:cubicBezTo>
                    <a:pt x="2503" y="9010"/>
                    <a:pt x="1262" y="8548"/>
                    <a:pt x="298" y="7698"/>
                  </a:cubicBezTo>
                  <a:cubicBezTo>
                    <a:pt x="264" y="7670"/>
                    <a:pt x="221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83" y="7948"/>
                  </a:cubicBezTo>
                  <a:cubicBezTo>
                    <a:pt x="1107" y="8853"/>
                    <a:pt x="2405" y="9353"/>
                    <a:pt x="3774" y="9353"/>
                  </a:cubicBezTo>
                  <a:lnTo>
                    <a:pt x="3929" y="9353"/>
                  </a:lnTo>
                  <a:cubicBezTo>
                    <a:pt x="5358" y="9306"/>
                    <a:pt x="6703" y="8722"/>
                    <a:pt x="7715" y="7710"/>
                  </a:cubicBezTo>
                  <a:cubicBezTo>
                    <a:pt x="8727" y="6698"/>
                    <a:pt x="9311" y="5365"/>
                    <a:pt x="9347" y="3936"/>
                  </a:cubicBezTo>
                  <a:cubicBezTo>
                    <a:pt x="9394" y="2507"/>
                    <a:pt x="8906" y="1126"/>
                    <a:pt x="7965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1" name="Google Shape;4381;p67"/>
          <p:cNvGrpSpPr/>
          <p:nvPr/>
        </p:nvGrpSpPr>
        <p:grpSpPr>
          <a:xfrm>
            <a:off x="5821765" y="1671739"/>
            <a:ext cx="357720" cy="355148"/>
            <a:chOff x="1408777" y="3680964"/>
            <a:chExt cx="357720" cy="355148"/>
          </a:xfrm>
        </p:grpSpPr>
        <p:sp>
          <p:nvSpPr>
            <p:cNvPr id="4382" name="Google Shape;4382;p67"/>
            <p:cNvSpPr/>
            <p:nvPr/>
          </p:nvSpPr>
          <p:spPr>
            <a:xfrm>
              <a:off x="1510488" y="3814144"/>
              <a:ext cx="37852" cy="49188"/>
            </a:xfrm>
            <a:custGeom>
              <a:rect b="b" l="l" r="r" t="t"/>
              <a:pathLst>
                <a:path extrusionOk="0" h="1549" w="1192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41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63" y="262"/>
                    <a:pt x="763" y="167"/>
                  </a:cubicBezTo>
                  <a:cubicBezTo>
                    <a:pt x="763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67"/>
            <p:cNvSpPr/>
            <p:nvPr/>
          </p:nvSpPr>
          <p:spPr>
            <a:xfrm>
              <a:off x="1627315" y="3814144"/>
              <a:ext cx="37852" cy="49188"/>
            </a:xfrm>
            <a:custGeom>
              <a:rect b="b" l="l" r="r" t="t"/>
              <a:pathLst>
                <a:path extrusionOk="0" h="1549" w="1192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29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51" y="262"/>
                    <a:pt x="751" y="167"/>
                  </a:cubicBezTo>
                  <a:cubicBezTo>
                    <a:pt x="751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67"/>
            <p:cNvSpPr/>
            <p:nvPr/>
          </p:nvSpPr>
          <p:spPr>
            <a:xfrm>
              <a:off x="1525604" y="3908806"/>
              <a:ext cx="123305" cy="33152"/>
            </a:xfrm>
            <a:custGeom>
              <a:rect b="b" l="l" r="r" t="t"/>
              <a:pathLst>
                <a:path extrusionOk="0" h="1044" w="3883">
                  <a:moveTo>
                    <a:pt x="3714" y="0"/>
                  </a:moveTo>
                  <a:cubicBezTo>
                    <a:pt x="3669" y="0"/>
                    <a:pt x="3622" y="18"/>
                    <a:pt x="3585" y="55"/>
                  </a:cubicBezTo>
                  <a:cubicBezTo>
                    <a:pt x="3215" y="460"/>
                    <a:pt x="2596" y="710"/>
                    <a:pt x="1953" y="710"/>
                  </a:cubicBezTo>
                  <a:cubicBezTo>
                    <a:pt x="1299" y="710"/>
                    <a:pt x="679" y="472"/>
                    <a:pt x="310" y="55"/>
                  </a:cubicBezTo>
                  <a:cubicBezTo>
                    <a:pt x="278" y="23"/>
                    <a:pt x="231" y="4"/>
                    <a:pt x="183" y="4"/>
                  </a:cubicBezTo>
                  <a:cubicBezTo>
                    <a:pt x="144" y="4"/>
                    <a:pt x="104" y="17"/>
                    <a:pt x="72" y="43"/>
                  </a:cubicBezTo>
                  <a:cubicBezTo>
                    <a:pt x="13" y="103"/>
                    <a:pt x="1" y="210"/>
                    <a:pt x="60" y="282"/>
                  </a:cubicBezTo>
                  <a:cubicBezTo>
                    <a:pt x="489" y="758"/>
                    <a:pt x="1191" y="1044"/>
                    <a:pt x="1930" y="1044"/>
                  </a:cubicBezTo>
                  <a:cubicBezTo>
                    <a:pt x="2680" y="1044"/>
                    <a:pt x="3370" y="758"/>
                    <a:pt x="3811" y="282"/>
                  </a:cubicBezTo>
                  <a:cubicBezTo>
                    <a:pt x="3882" y="210"/>
                    <a:pt x="3882" y="103"/>
                    <a:pt x="3823" y="43"/>
                  </a:cubicBezTo>
                  <a:cubicBezTo>
                    <a:pt x="3794" y="15"/>
                    <a:pt x="3755" y="0"/>
                    <a:pt x="3714" y="0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67"/>
            <p:cNvSpPr/>
            <p:nvPr/>
          </p:nvSpPr>
          <p:spPr>
            <a:xfrm>
              <a:off x="1408777" y="3680964"/>
              <a:ext cx="298338" cy="296528"/>
            </a:xfrm>
            <a:custGeom>
              <a:rect b="b" l="l" r="r" t="t"/>
              <a:pathLst>
                <a:path extrusionOk="0" h="9338" w="9395">
                  <a:moveTo>
                    <a:pt x="5655" y="0"/>
                  </a:moveTo>
                  <a:cubicBezTo>
                    <a:pt x="5592" y="0"/>
                    <a:pt x="5529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7" y="2646"/>
                    <a:pt x="96" y="3992"/>
                    <a:pt x="48" y="5421"/>
                  </a:cubicBezTo>
                  <a:cubicBezTo>
                    <a:pt x="1" y="6849"/>
                    <a:pt x="489" y="8219"/>
                    <a:pt x="1429" y="9278"/>
                  </a:cubicBezTo>
                  <a:cubicBezTo>
                    <a:pt x="1465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54" y="325"/>
                  </a:cubicBezTo>
                  <a:cubicBezTo>
                    <a:pt x="5500" y="323"/>
                    <a:pt x="5547" y="323"/>
                    <a:pt x="5594" y="323"/>
                  </a:cubicBezTo>
                  <a:cubicBezTo>
                    <a:pt x="6878" y="323"/>
                    <a:pt x="8120" y="796"/>
                    <a:pt x="9085" y="1634"/>
                  </a:cubicBezTo>
                  <a:cubicBezTo>
                    <a:pt x="9119" y="1663"/>
                    <a:pt x="9162" y="1678"/>
                    <a:pt x="9203" y="1678"/>
                  </a:cubicBezTo>
                  <a:cubicBezTo>
                    <a:pt x="9248" y="1678"/>
                    <a:pt x="9292" y="1660"/>
                    <a:pt x="9323" y="1623"/>
                  </a:cubicBezTo>
                  <a:cubicBezTo>
                    <a:pt x="9395" y="1551"/>
                    <a:pt x="9395" y="1444"/>
                    <a:pt x="9323" y="1384"/>
                  </a:cubicBezTo>
                  <a:cubicBezTo>
                    <a:pt x="8300" y="486"/>
                    <a:pt x="7004" y="0"/>
                    <a:pt x="5655" y="0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67"/>
            <p:cNvSpPr/>
            <p:nvPr/>
          </p:nvSpPr>
          <p:spPr>
            <a:xfrm>
              <a:off x="1468508" y="3739075"/>
              <a:ext cx="297989" cy="297036"/>
            </a:xfrm>
            <a:custGeom>
              <a:rect b="b" l="l" r="r" t="t"/>
              <a:pathLst>
                <a:path extrusionOk="0" h="9354" w="9384">
                  <a:moveTo>
                    <a:pt x="7834" y="1"/>
                  </a:moveTo>
                  <a:cubicBezTo>
                    <a:pt x="7795" y="1"/>
                    <a:pt x="7754" y="15"/>
                    <a:pt x="7716" y="43"/>
                  </a:cubicBezTo>
                  <a:cubicBezTo>
                    <a:pt x="7645" y="102"/>
                    <a:pt x="7645" y="209"/>
                    <a:pt x="7704" y="281"/>
                  </a:cubicBezTo>
                  <a:cubicBezTo>
                    <a:pt x="8585" y="1281"/>
                    <a:pt x="9062" y="2579"/>
                    <a:pt x="9014" y="3912"/>
                  </a:cubicBezTo>
                  <a:cubicBezTo>
                    <a:pt x="8966" y="5257"/>
                    <a:pt x="8431" y="6520"/>
                    <a:pt x="7478" y="7472"/>
                  </a:cubicBezTo>
                  <a:cubicBezTo>
                    <a:pt x="6526" y="8425"/>
                    <a:pt x="5263" y="8972"/>
                    <a:pt x="3918" y="9008"/>
                  </a:cubicBezTo>
                  <a:cubicBezTo>
                    <a:pt x="3870" y="9009"/>
                    <a:pt x="3823" y="9010"/>
                    <a:pt x="3775" y="9010"/>
                  </a:cubicBezTo>
                  <a:cubicBezTo>
                    <a:pt x="2492" y="9010"/>
                    <a:pt x="1251" y="8548"/>
                    <a:pt x="299" y="7698"/>
                  </a:cubicBezTo>
                  <a:cubicBezTo>
                    <a:pt x="259" y="7670"/>
                    <a:pt x="216" y="7655"/>
                    <a:pt x="175" y="7655"/>
                  </a:cubicBezTo>
                  <a:cubicBezTo>
                    <a:pt x="130" y="7655"/>
                    <a:pt x="86" y="7673"/>
                    <a:pt x="49" y="7710"/>
                  </a:cubicBezTo>
                  <a:cubicBezTo>
                    <a:pt x="1" y="7782"/>
                    <a:pt x="1" y="7889"/>
                    <a:pt x="72" y="7948"/>
                  </a:cubicBezTo>
                  <a:cubicBezTo>
                    <a:pt x="1096" y="8853"/>
                    <a:pt x="2394" y="9353"/>
                    <a:pt x="3763" y="9353"/>
                  </a:cubicBezTo>
                  <a:lnTo>
                    <a:pt x="3930" y="9353"/>
                  </a:lnTo>
                  <a:cubicBezTo>
                    <a:pt x="5359" y="9306"/>
                    <a:pt x="6692" y="8722"/>
                    <a:pt x="7704" y="7710"/>
                  </a:cubicBezTo>
                  <a:cubicBezTo>
                    <a:pt x="8716" y="6698"/>
                    <a:pt x="9300" y="5365"/>
                    <a:pt x="9347" y="3936"/>
                  </a:cubicBezTo>
                  <a:cubicBezTo>
                    <a:pt x="9383" y="2507"/>
                    <a:pt x="8895" y="1126"/>
                    <a:pt x="7954" y="66"/>
                  </a:cubicBezTo>
                  <a:cubicBezTo>
                    <a:pt x="7922" y="21"/>
                    <a:pt x="7879" y="1"/>
                    <a:pt x="7834" y="1"/>
                  </a:cubicBezTo>
                  <a:close/>
                </a:path>
              </a:pathLst>
            </a:custGeom>
            <a:solidFill>
              <a:srgbClr val="528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1C1CF"/>
        </a:solidFill>
      </p:bgPr>
    </p:bg>
    <p:spTree>
      <p:nvGrpSpPr>
        <p:cNvPr id="4391" name="Shape 4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rief Information About UI and UX Developer" id="4392" name="Google Shape;439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0"/>
            <a:ext cx="7429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3" name="Google Shape;4393;p68"/>
          <p:cNvSpPr txBox="1"/>
          <p:nvPr>
            <p:ph idx="4294967295" type="ctrTitle"/>
          </p:nvPr>
        </p:nvSpPr>
        <p:spPr>
          <a:xfrm flipH="1">
            <a:off x="347775" y="128575"/>
            <a:ext cx="1745700" cy="12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less the more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8" name="Shape 4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9" name="Google Shape;4399;p69"/>
          <p:cNvPicPr preferRelativeResize="0"/>
          <p:nvPr/>
        </p:nvPicPr>
        <p:blipFill rotWithShape="1">
          <a:blip r:embed="rId3">
            <a:alphaModFix/>
          </a:blip>
          <a:srcRect b="2619" l="1872" r="2617" t="0"/>
          <a:stretch/>
        </p:blipFill>
        <p:spPr>
          <a:xfrm>
            <a:off x="659850" y="152400"/>
            <a:ext cx="8217049" cy="47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0" name="Google Shape;440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7275" y="1014800"/>
            <a:ext cx="1680325" cy="2987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1" name="Google Shape;4401;p69"/>
          <p:cNvGrpSpPr/>
          <p:nvPr/>
        </p:nvGrpSpPr>
        <p:grpSpPr>
          <a:xfrm>
            <a:off x="7603566" y="248899"/>
            <a:ext cx="883499" cy="886526"/>
            <a:chOff x="5779408" y="3699191"/>
            <a:chExt cx="317645" cy="318757"/>
          </a:xfrm>
        </p:grpSpPr>
        <p:sp>
          <p:nvSpPr>
            <p:cNvPr id="4402" name="Google Shape;4402;p69"/>
            <p:cNvSpPr/>
            <p:nvPr/>
          </p:nvSpPr>
          <p:spPr>
            <a:xfrm>
              <a:off x="5892837" y="3700334"/>
              <a:ext cx="204216" cy="317614"/>
            </a:xfrm>
            <a:custGeom>
              <a:rect b="b" l="l" r="r" t="t"/>
              <a:pathLst>
                <a:path extrusionOk="0" h="10002" w="6431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69"/>
            <p:cNvSpPr/>
            <p:nvPr/>
          </p:nvSpPr>
          <p:spPr>
            <a:xfrm>
              <a:off x="5779408" y="3699191"/>
              <a:ext cx="195134" cy="316883"/>
            </a:xfrm>
            <a:custGeom>
              <a:rect b="b" l="l" r="r" t="t"/>
              <a:pathLst>
                <a:path extrusionOk="0" h="9979" w="6145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8" name="Shape 4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9" name="Google Shape;440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275" y="584325"/>
            <a:ext cx="1835675" cy="397484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410" name="Google Shape;441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050" y="584330"/>
            <a:ext cx="1835675" cy="397484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4411" name="Google Shape;4411;p70"/>
          <p:cNvGrpSpPr/>
          <p:nvPr/>
        </p:nvGrpSpPr>
        <p:grpSpPr>
          <a:xfrm>
            <a:off x="7458826" y="483466"/>
            <a:ext cx="1188697" cy="886515"/>
            <a:chOff x="5216456" y="3725484"/>
            <a:chExt cx="356196" cy="265631"/>
          </a:xfrm>
        </p:grpSpPr>
        <p:sp>
          <p:nvSpPr>
            <p:cNvPr id="4412" name="Google Shape;4412;p70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70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8" name="Shape 4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9" name="Google Shape;441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6963"/>
            <a:ext cx="8839200" cy="412956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4420" name="Google Shape;4420;p71"/>
          <p:cNvGrpSpPr/>
          <p:nvPr/>
        </p:nvGrpSpPr>
        <p:grpSpPr>
          <a:xfrm>
            <a:off x="7392191" y="3435224"/>
            <a:ext cx="883499" cy="886526"/>
            <a:chOff x="5779408" y="3699191"/>
            <a:chExt cx="317645" cy="318757"/>
          </a:xfrm>
        </p:grpSpPr>
        <p:sp>
          <p:nvSpPr>
            <p:cNvPr id="4421" name="Google Shape;4421;p71"/>
            <p:cNvSpPr/>
            <p:nvPr/>
          </p:nvSpPr>
          <p:spPr>
            <a:xfrm>
              <a:off x="5892837" y="3700334"/>
              <a:ext cx="204216" cy="317614"/>
            </a:xfrm>
            <a:custGeom>
              <a:rect b="b" l="l" r="r" t="t"/>
              <a:pathLst>
                <a:path extrusionOk="0" h="10002" w="6431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71"/>
            <p:cNvSpPr/>
            <p:nvPr/>
          </p:nvSpPr>
          <p:spPr>
            <a:xfrm>
              <a:off x="5779408" y="3699191"/>
              <a:ext cx="195134" cy="316883"/>
            </a:xfrm>
            <a:custGeom>
              <a:rect b="b" l="l" r="r" t="t"/>
              <a:pathLst>
                <a:path extrusionOk="0" h="9979" w="6145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FF2E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CF1"/>
        </a:solidFill>
      </p:bgPr>
    </p:bg>
    <p:spTree>
      <p:nvGrpSpPr>
        <p:cNvPr id="4427" name="Shape 4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8" name="Google Shape;4428;p72"/>
          <p:cNvPicPr preferRelativeResize="0"/>
          <p:nvPr/>
        </p:nvPicPr>
        <p:blipFill rotWithShape="1">
          <a:blip r:embed="rId3">
            <a:alphaModFix/>
          </a:blip>
          <a:srcRect b="3797" l="0" r="0" t="3806"/>
          <a:stretch/>
        </p:blipFill>
        <p:spPr>
          <a:xfrm>
            <a:off x="860725" y="0"/>
            <a:ext cx="742255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9" name="Google Shape;4429;p72"/>
          <p:cNvGrpSpPr/>
          <p:nvPr/>
        </p:nvGrpSpPr>
        <p:grpSpPr>
          <a:xfrm>
            <a:off x="514726" y="3795041"/>
            <a:ext cx="1188697" cy="886515"/>
            <a:chOff x="5216456" y="3725484"/>
            <a:chExt cx="356196" cy="265631"/>
          </a:xfrm>
        </p:grpSpPr>
        <p:sp>
          <p:nvSpPr>
            <p:cNvPr id="4430" name="Google Shape;4430;p72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72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435" name="Shape 4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6" name="Google Shape;4436;p73"/>
          <p:cNvSpPr/>
          <p:nvPr/>
        </p:nvSpPr>
        <p:spPr>
          <a:xfrm>
            <a:off x="3682938" y="568475"/>
            <a:ext cx="1778100" cy="3961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7" name="Google Shape;4437;p73"/>
          <p:cNvSpPr/>
          <p:nvPr/>
        </p:nvSpPr>
        <p:spPr>
          <a:xfrm>
            <a:off x="5899413" y="568475"/>
            <a:ext cx="1778100" cy="3961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8" name="Google Shape;4438;p73"/>
          <p:cNvSpPr/>
          <p:nvPr/>
        </p:nvSpPr>
        <p:spPr>
          <a:xfrm>
            <a:off x="4318038" y="1513988"/>
            <a:ext cx="507900" cy="50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9" name="Google Shape;4439;p73"/>
          <p:cNvSpPr/>
          <p:nvPr/>
        </p:nvSpPr>
        <p:spPr>
          <a:xfrm>
            <a:off x="6534513" y="1513988"/>
            <a:ext cx="507900" cy="50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40" name="Google Shape;4440;p73"/>
          <p:cNvGrpSpPr/>
          <p:nvPr/>
        </p:nvGrpSpPr>
        <p:grpSpPr>
          <a:xfrm>
            <a:off x="6645351" y="1603591"/>
            <a:ext cx="286221" cy="328679"/>
            <a:chOff x="2212084" y="1960358"/>
            <a:chExt cx="324698" cy="372863"/>
          </a:xfrm>
        </p:grpSpPr>
        <p:sp>
          <p:nvSpPr>
            <p:cNvPr id="4441" name="Google Shape;4441;p73"/>
            <p:cNvSpPr/>
            <p:nvPr/>
          </p:nvSpPr>
          <p:spPr>
            <a:xfrm>
              <a:off x="2291371" y="2128011"/>
              <a:ext cx="166888" cy="166888"/>
            </a:xfrm>
            <a:custGeom>
              <a:rect b="b" l="l" r="r" t="t"/>
              <a:pathLst>
                <a:path extrusionOk="0" h="5239" w="5239">
                  <a:moveTo>
                    <a:pt x="2620" y="357"/>
                  </a:moveTo>
                  <a:cubicBezTo>
                    <a:pt x="3870" y="357"/>
                    <a:pt x="4894" y="1369"/>
                    <a:pt x="4894" y="2631"/>
                  </a:cubicBezTo>
                  <a:cubicBezTo>
                    <a:pt x="4894" y="3882"/>
                    <a:pt x="3882" y="4906"/>
                    <a:pt x="2620" y="4906"/>
                  </a:cubicBezTo>
                  <a:cubicBezTo>
                    <a:pt x="1369" y="4906"/>
                    <a:pt x="346" y="3894"/>
                    <a:pt x="346" y="2631"/>
                  </a:cubicBezTo>
                  <a:cubicBezTo>
                    <a:pt x="346" y="1369"/>
                    <a:pt x="1369" y="357"/>
                    <a:pt x="2620" y="357"/>
                  </a:cubicBezTo>
                  <a:close/>
                  <a:moveTo>
                    <a:pt x="2620" y="0"/>
                  </a:moveTo>
                  <a:cubicBezTo>
                    <a:pt x="1179" y="0"/>
                    <a:pt x="0" y="1167"/>
                    <a:pt x="0" y="2620"/>
                  </a:cubicBezTo>
                  <a:cubicBezTo>
                    <a:pt x="0" y="4060"/>
                    <a:pt x="1179" y="5239"/>
                    <a:pt x="2620" y="5239"/>
                  </a:cubicBezTo>
                  <a:cubicBezTo>
                    <a:pt x="4060" y="5239"/>
                    <a:pt x="5239" y="4060"/>
                    <a:pt x="5239" y="2620"/>
                  </a:cubicBezTo>
                  <a:cubicBezTo>
                    <a:pt x="5239" y="1167"/>
                    <a:pt x="4060" y="0"/>
                    <a:pt x="2620" y="0"/>
                  </a:cubicBezTo>
                  <a:close/>
                </a:path>
              </a:pathLst>
            </a:custGeom>
            <a:solidFill>
              <a:srgbClr val="2F2E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73"/>
            <p:cNvSpPr/>
            <p:nvPr/>
          </p:nvSpPr>
          <p:spPr>
            <a:xfrm>
              <a:off x="2212084" y="1960358"/>
              <a:ext cx="324698" cy="372863"/>
            </a:xfrm>
            <a:custGeom>
              <a:rect b="b" l="l" r="r" t="t"/>
              <a:pathLst>
                <a:path extrusionOk="0" h="11705" w="10193">
                  <a:moveTo>
                    <a:pt x="7502" y="358"/>
                  </a:moveTo>
                  <a:lnTo>
                    <a:pt x="6383" y="2644"/>
                  </a:lnTo>
                  <a:lnTo>
                    <a:pt x="3811" y="2644"/>
                  </a:lnTo>
                  <a:lnTo>
                    <a:pt x="2692" y="358"/>
                  </a:lnTo>
                  <a:close/>
                  <a:moveTo>
                    <a:pt x="6228" y="3001"/>
                  </a:moveTo>
                  <a:lnTo>
                    <a:pt x="5692" y="4096"/>
                  </a:lnTo>
                  <a:cubicBezTo>
                    <a:pt x="5490" y="4073"/>
                    <a:pt x="5299" y="4049"/>
                    <a:pt x="5109" y="4049"/>
                  </a:cubicBezTo>
                  <a:cubicBezTo>
                    <a:pt x="4918" y="4049"/>
                    <a:pt x="4716" y="4073"/>
                    <a:pt x="4525" y="4096"/>
                  </a:cubicBezTo>
                  <a:lnTo>
                    <a:pt x="3989" y="3001"/>
                  </a:lnTo>
                  <a:close/>
                  <a:moveTo>
                    <a:pt x="2334" y="405"/>
                  </a:moveTo>
                  <a:lnTo>
                    <a:pt x="4168" y="4156"/>
                  </a:lnTo>
                  <a:cubicBezTo>
                    <a:pt x="3382" y="4370"/>
                    <a:pt x="2692" y="4799"/>
                    <a:pt x="2180" y="5406"/>
                  </a:cubicBezTo>
                  <a:lnTo>
                    <a:pt x="608" y="2227"/>
                  </a:lnTo>
                  <a:cubicBezTo>
                    <a:pt x="406" y="1787"/>
                    <a:pt x="584" y="1275"/>
                    <a:pt x="1013" y="1060"/>
                  </a:cubicBezTo>
                  <a:lnTo>
                    <a:pt x="2334" y="405"/>
                  </a:lnTo>
                  <a:close/>
                  <a:moveTo>
                    <a:pt x="2418" y="1"/>
                  </a:moveTo>
                  <a:cubicBezTo>
                    <a:pt x="2382" y="1"/>
                    <a:pt x="2358" y="1"/>
                    <a:pt x="2334" y="24"/>
                  </a:cubicBezTo>
                  <a:lnTo>
                    <a:pt x="846" y="751"/>
                  </a:lnTo>
                  <a:cubicBezTo>
                    <a:pt x="251" y="1048"/>
                    <a:pt x="1" y="1775"/>
                    <a:pt x="298" y="2370"/>
                  </a:cubicBezTo>
                  <a:lnTo>
                    <a:pt x="1942" y="5704"/>
                  </a:lnTo>
                  <a:cubicBezTo>
                    <a:pt x="1525" y="6311"/>
                    <a:pt x="1263" y="7073"/>
                    <a:pt x="1263" y="7883"/>
                  </a:cubicBezTo>
                  <a:cubicBezTo>
                    <a:pt x="1263" y="8275"/>
                    <a:pt x="1322" y="8680"/>
                    <a:pt x="1441" y="9049"/>
                  </a:cubicBezTo>
                  <a:cubicBezTo>
                    <a:pt x="1470" y="9126"/>
                    <a:pt x="1544" y="9179"/>
                    <a:pt x="1616" y="9179"/>
                  </a:cubicBezTo>
                  <a:cubicBezTo>
                    <a:pt x="1633" y="9179"/>
                    <a:pt x="1651" y="9176"/>
                    <a:pt x="1668" y="9168"/>
                  </a:cubicBezTo>
                  <a:cubicBezTo>
                    <a:pt x="1763" y="9145"/>
                    <a:pt x="1822" y="9037"/>
                    <a:pt x="1787" y="8954"/>
                  </a:cubicBezTo>
                  <a:cubicBezTo>
                    <a:pt x="1668" y="8609"/>
                    <a:pt x="1620" y="8240"/>
                    <a:pt x="1620" y="7883"/>
                  </a:cubicBezTo>
                  <a:cubicBezTo>
                    <a:pt x="1620" y="5954"/>
                    <a:pt x="3192" y="4394"/>
                    <a:pt x="5109" y="4394"/>
                  </a:cubicBezTo>
                  <a:cubicBezTo>
                    <a:pt x="7026" y="4394"/>
                    <a:pt x="8585" y="5954"/>
                    <a:pt x="8585" y="7883"/>
                  </a:cubicBezTo>
                  <a:cubicBezTo>
                    <a:pt x="8585" y="9799"/>
                    <a:pt x="7026" y="11359"/>
                    <a:pt x="5109" y="11359"/>
                  </a:cubicBezTo>
                  <a:cubicBezTo>
                    <a:pt x="3823" y="11359"/>
                    <a:pt x="2656" y="10657"/>
                    <a:pt x="2037" y="9526"/>
                  </a:cubicBezTo>
                  <a:cubicBezTo>
                    <a:pt x="2012" y="9468"/>
                    <a:pt x="1953" y="9433"/>
                    <a:pt x="1887" y="9433"/>
                  </a:cubicBezTo>
                  <a:cubicBezTo>
                    <a:pt x="1858" y="9433"/>
                    <a:pt x="1828" y="9440"/>
                    <a:pt x="1799" y="9454"/>
                  </a:cubicBezTo>
                  <a:cubicBezTo>
                    <a:pt x="1715" y="9502"/>
                    <a:pt x="1680" y="9597"/>
                    <a:pt x="1727" y="9692"/>
                  </a:cubicBezTo>
                  <a:cubicBezTo>
                    <a:pt x="2394" y="10931"/>
                    <a:pt x="3692" y="11704"/>
                    <a:pt x="5109" y="11704"/>
                  </a:cubicBezTo>
                  <a:cubicBezTo>
                    <a:pt x="7216" y="11704"/>
                    <a:pt x="8942" y="9978"/>
                    <a:pt x="8942" y="7859"/>
                  </a:cubicBezTo>
                  <a:cubicBezTo>
                    <a:pt x="8942" y="7061"/>
                    <a:pt x="8692" y="6311"/>
                    <a:pt x="8276" y="5692"/>
                  </a:cubicBezTo>
                  <a:lnTo>
                    <a:pt x="8966" y="4299"/>
                  </a:lnTo>
                  <a:cubicBezTo>
                    <a:pt x="9002" y="4215"/>
                    <a:pt x="8966" y="4108"/>
                    <a:pt x="8883" y="4061"/>
                  </a:cubicBezTo>
                  <a:cubicBezTo>
                    <a:pt x="8861" y="4051"/>
                    <a:pt x="8838" y="4047"/>
                    <a:pt x="8814" y="4047"/>
                  </a:cubicBezTo>
                  <a:cubicBezTo>
                    <a:pt x="8748" y="4047"/>
                    <a:pt x="8680" y="4082"/>
                    <a:pt x="8645" y="4144"/>
                  </a:cubicBezTo>
                  <a:lnTo>
                    <a:pt x="8038" y="5370"/>
                  </a:lnTo>
                  <a:cubicBezTo>
                    <a:pt x="7537" y="4763"/>
                    <a:pt x="6835" y="4334"/>
                    <a:pt x="6049" y="4120"/>
                  </a:cubicBezTo>
                  <a:lnTo>
                    <a:pt x="7871" y="370"/>
                  </a:lnTo>
                  <a:lnTo>
                    <a:pt x="9204" y="1025"/>
                  </a:lnTo>
                  <a:cubicBezTo>
                    <a:pt x="9633" y="1239"/>
                    <a:pt x="9812" y="1763"/>
                    <a:pt x="9597" y="2191"/>
                  </a:cubicBezTo>
                  <a:lnTo>
                    <a:pt x="8942" y="3513"/>
                  </a:lnTo>
                  <a:cubicBezTo>
                    <a:pt x="8907" y="3608"/>
                    <a:pt x="8942" y="3703"/>
                    <a:pt x="9026" y="3751"/>
                  </a:cubicBezTo>
                  <a:cubicBezTo>
                    <a:pt x="9049" y="3764"/>
                    <a:pt x="9074" y="3770"/>
                    <a:pt x="9099" y="3770"/>
                  </a:cubicBezTo>
                  <a:cubicBezTo>
                    <a:pt x="9164" y="3770"/>
                    <a:pt x="9230" y="3731"/>
                    <a:pt x="9264" y="3680"/>
                  </a:cubicBezTo>
                  <a:lnTo>
                    <a:pt x="9919" y="2358"/>
                  </a:lnTo>
                  <a:cubicBezTo>
                    <a:pt x="10193" y="1775"/>
                    <a:pt x="9943" y="1048"/>
                    <a:pt x="9347" y="751"/>
                  </a:cubicBezTo>
                  <a:lnTo>
                    <a:pt x="7859" y="24"/>
                  </a:lnTo>
                  <a:cubicBezTo>
                    <a:pt x="7835" y="1"/>
                    <a:pt x="7811" y="1"/>
                    <a:pt x="7788" y="1"/>
                  </a:cubicBezTo>
                  <a:close/>
                </a:path>
              </a:pathLst>
            </a:custGeom>
            <a:solidFill>
              <a:srgbClr val="2F2E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73"/>
            <p:cNvSpPr/>
            <p:nvPr/>
          </p:nvSpPr>
          <p:spPr>
            <a:xfrm>
              <a:off x="2319435" y="2157190"/>
              <a:ext cx="108880" cy="103210"/>
            </a:xfrm>
            <a:custGeom>
              <a:rect b="b" l="l" r="r" t="t"/>
              <a:pathLst>
                <a:path extrusionOk="0" h="3240" w="3418">
                  <a:moveTo>
                    <a:pt x="1739" y="346"/>
                  </a:moveTo>
                  <a:cubicBezTo>
                    <a:pt x="1822" y="346"/>
                    <a:pt x="1881" y="394"/>
                    <a:pt x="1929" y="465"/>
                  </a:cubicBezTo>
                  <a:lnTo>
                    <a:pt x="2096" y="787"/>
                  </a:lnTo>
                  <a:cubicBezTo>
                    <a:pt x="2179" y="953"/>
                    <a:pt x="2334" y="1073"/>
                    <a:pt x="2513" y="1108"/>
                  </a:cubicBezTo>
                  <a:lnTo>
                    <a:pt x="2870" y="1144"/>
                  </a:lnTo>
                  <a:cubicBezTo>
                    <a:pt x="2953" y="1168"/>
                    <a:pt x="3013" y="1203"/>
                    <a:pt x="3048" y="1299"/>
                  </a:cubicBezTo>
                  <a:cubicBezTo>
                    <a:pt x="3072" y="1370"/>
                    <a:pt x="3048" y="1465"/>
                    <a:pt x="2989" y="1525"/>
                  </a:cubicBezTo>
                  <a:lnTo>
                    <a:pt x="2739" y="1775"/>
                  </a:lnTo>
                  <a:cubicBezTo>
                    <a:pt x="2596" y="1906"/>
                    <a:pt x="2536" y="2085"/>
                    <a:pt x="2572" y="2263"/>
                  </a:cubicBezTo>
                  <a:lnTo>
                    <a:pt x="2632" y="2620"/>
                  </a:lnTo>
                  <a:cubicBezTo>
                    <a:pt x="2643" y="2692"/>
                    <a:pt x="2620" y="2787"/>
                    <a:pt x="2536" y="2823"/>
                  </a:cubicBezTo>
                  <a:cubicBezTo>
                    <a:pt x="2493" y="2852"/>
                    <a:pt x="2450" y="2867"/>
                    <a:pt x="2407" y="2867"/>
                  </a:cubicBezTo>
                  <a:cubicBezTo>
                    <a:pt x="2378" y="2867"/>
                    <a:pt x="2350" y="2861"/>
                    <a:pt x="2322" y="2847"/>
                  </a:cubicBezTo>
                  <a:lnTo>
                    <a:pt x="2001" y="2680"/>
                  </a:lnTo>
                  <a:cubicBezTo>
                    <a:pt x="1917" y="2632"/>
                    <a:pt x="1822" y="2620"/>
                    <a:pt x="1739" y="2620"/>
                  </a:cubicBezTo>
                  <a:cubicBezTo>
                    <a:pt x="1643" y="2620"/>
                    <a:pt x="1560" y="2632"/>
                    <a:pt x="1465" y="2680"/>
                  </a:cubicBezTo>
                  <a:lnTo>
                    <a:pt x="1155" y="2847"/>
                  </a:lnTo>
                  <a:cubicBezTo>
                    <a:pt x="1128" y="2865"/>
                    <a:pt x="1097" y="2872"/>
                    <a:pt x="1066" y="2872"/>
                  </a:cubicBezTo>
                  <a:cubicBezTo>
                    <a:pt x="1016" y="2872"/>
                    <a:pt x="966" y="2852"/>
                    <a:pt x="929" y="2823"/>
                  </a:cubicBezTo>
                  <a:cubicBezTo>
                    <a:pt x="858" y="2787"/>
                    <a:pt x="822" y="2692"/>
                    <a:pt x="846" y="2620"/>
                  </a:cubicBezTo>
                  <a:lnTo>
                    <a:pt x="905" y="2263"/>
                  </a:lnTo>
                  <a:cubicBezTo>
                    <a:pt x="929" y="2085"/>
                    <a:pt x="869" y="1894"/>
                    <a:pt x="738" y="1775"/>
                  </a:cubicBezTo>
                  <a:lnTo>
                    <a:pt x="488" y="1525"/>
                  </a:lnTo>
                  <a:cubicBezTo>
                    <a:pt x="429" y="1465"/>
                    <a:pt x="393" y="1382"/>
                    <a:pt x="429" y="1299"/>
                  </a:cubicBezTo>
                  <a:cubicBezTo>
                    <a:pt x="453" y="1227"/>
                    <a:pt x="512" y="1168"/>
                    <a:pt x="608" y="1144"/>
                  </a:cubicBezTo>
                  <a:lnTo>
                    <a:pt x="965" y="1108"/>
                  </a:lnTo>
                  <a:cubicBezTo>
                    <a:pt x="1143" y="1073"/>
                    <a:pt x="1298" y="953"/>
                    <a:pt x="1381" y="787"/>
                  </a:cubicBezTo>
                  <a:lnTo>
                    <a:pt x="1548" y="465"/>
                  </a:lnTo>
                  <a:cubicBezTo>
                    <a:pt x="1572" y="394"/>
                    <a:pt x="1643" y="346"/>
                    <a:pt x="1739" y="346"/>
                  </a:cubicBezTo>
                  <a:close/>
                  <a:moveTo>
                    <a:pt x="1703" y="1"/>
                  </a:moveTo>
                  <a:cubicBezTo>
                    <a:pt x="1489" y="1"/>
                    <a:pt x="1310" y="120"/>
                    <a:pt x="1203" y="311"/>
                  </a:cubicBezTo>
                  <a:lnTo>
                    <a:pt x="1036" y="644"/>
                  </a:lnTo>
                  <a:cubicBezTo>
                    <a:pt x="1012" y="703"/>
                    <a:pt x="953" y="739"/>
                    <a:pt x="869" y="763"/>
                  </a:cubicBezTo>
                  <a:lnTo>
                    <a:pt x="512" y="811"/>
                  </a:lnTo>
                  <a:cubicBezTo>
                    <a:pt x="310" y="834"/>
                    <a:pt x="131" y="989"/>
                    <a:pt x="60" y="1192"/>
                  </a:cubicBezTo>
                  <a:cubicBezTo>
                    <a:pt x="0" y="1406"/>
                    <a:pt x="36" y="1620"/>
                    <a:pt x="203" y="1775"/>
                  </a:cubicBezTo>
                  <a:lnTo>
                    <a:pt x="500" y="2025"/>
                  </a:lnTo>
                  <a:cubicBezTo>
                    <a:pt x="548" y="2073"/>
                    <a:pt x="572" y="2144"/>
                    <a:pt x="560" y="2216"/>
                  </a:cubicBezTo>
                  <a:lnTo>
                    <a:pt x="500" y="2573"/>
                  </a:lnTo>
                  <a:cubicBezTo>
                    <a:pt x="477" y="2787"/>
                    <a:pt x="548" y="2989"/>
                    <a:pt x="727" y="3120"/>
                  </a:cubicBezTo>
                  <a:cubicBezTo>
                    <a:pt x="834" y="3204"/>
                    <a:pt x="929" y="3228"/>
                    <a:pt x="1048" y="3228"/>
                  </a:cubicBezTo>
                  <a:cubicBezTo>
                    <a:pt x="1143" y="3228"/>
                    <a:pt x="1227" y="3216"/>
                    <a:pt x="1322" y="3168"/>
                  </a:cubicBezTo>
                  <a:lnTo>
                    <a:pt x="1631" y="3001"/>
                  </a:lnTo>
                  <a:cubicBezTo>
                    <a:pt x="1661" y="2989"/>
                    <a:pt x="1694" y="2983"/>
                    <a:pt x="1727" y="2983"/>
                  </a:cubicBezTo>
                  <a:cubicBezTo>
                    <a:pt x="1759" y="2983"/>
                    <a:pt x="1792" y="2989"/>
                    <a:pt x="1822" y="3001"/>
                  </a:cubicBezTo>
                  <a:lnTo>
                    <a:pt x="2143" y="3168"/>
                  </a:lnTo>
                  <a:cubicBezTo>
                    <a:pt x="2227" y="3215"/>
                    <a:pt x="2318" y="3239"/>
                    <a:pt x="2409" y="3239"/>
                  </a:cubicBezTo>
                  <a:cubicBezTo>
                    <a:pt x="2524" y="3239"/>
                    <a:pt x="2639" y="3200"/>
                    <a:pt x="2739" y="3120"/>
                  </a:cubicBezTo>
                  <a:cubicBezTo>
                    <a:pt x="2917" y="2989"/>
                    <a:pt x="2989" y="2787"/>
                    <a:pt x="2953" y="2573"/>
                  </a:cubicBezTo>
                  <a:lnTo>
                    <a:pt x="2894" y="2216"/>
                  </a:lnTo>
                  <a:cubicBezTo>
                    <a:pt x="2882" y="2144"/>
                    <a:pt x="2917" y="2085"/>
                    <a:pt x="2953" y="2025"/>
                  </a:cubicBezTo>
                  <a:lnTo>
                    <a:pt x="3215" y="1775"/>
                  </a:lnTo>
                  <a:cubicBezTo>
                    <a:pt x="3358" y="1620"/>
                    <a:pt x="3417" y="1406"/>
                    <a:pt x="3358" y="1192"/>
                  </a:cubicBezTo>
                  <a:cubicBezTo>
                    <a:pt x="3298" y="989"/>
                    <a:pt x="3120" y="834"/>
                    <a:pt x="2894" y="811"/>
                  </a:cubicBezTo>
                  <a:lnTo>
                    <a:pt x="2536" y="763"/>
                  </a:lnTo>
                  <a:cubicBezTo>
                    <a:pt x="2465" y="739"/>
                    <a:pt x="2405" y="703"/>
                    <a:pt x="2382" y="644"/>
                  </a:cubicBezTo>
                  <a:lnTo>
                    <a:pt x="2215" y="311"/>
                  </a:lnTo>
                  <a:cubicBezTo>
                    <a:pt x="2120" y="120"/>
                    <a:pt x="1929" y="1"/>
                    <a:pt x="1703" y="1"/>
                  </a:cubicBezTo>
                  <a:close/>
                </a:path>
              </a:pathLst>
            </a:custGeom>
            <a:solidFill>
              <a:srgbClr val="2F2E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4" name="Google Shape;4444;p73"/>
          <p:cNvSpPr txBox="1"/>
          <p:nvPr>
            <p:ph idx="1" type="subTitle"/>
          </p:nvPr>
        </p:nvSpPr>
        <p:spPr>
          <a:xfrm flipH="1">
            <a:off x="6075203" y="2879113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When users action, let them know that it works or not.</a:t>
            </a:r>
            <a:endParaRPr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Don’t let them waiting in the confused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4445" name="Google Shape;4445;p73"/>
          <p:cNvSpPr txBox="1"/>
          <p:nvPr>
            <p:ph idx="2" type="subTitle"/>
          </p:nvPr>
        </p:nvSpPr>
        <p:spPr>
          <a:xfrm flipH="1">
            <a:off x="3858725" y="2879128"/>
            <a:ext cx="1426500" cy="7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Clear messages and calling action when we need their action.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4446" name="Google Shape;4446;p73"/>
          <p:cNvSpPr txBox="1"/>
          <p:nvPr>
            <p:ph idx="3" type="subTitle"/>
          </p:nvPr>
        </p:nvSpPr>
        <p:spPr>
          <a:xfrm flipH="1">
            <a:off x="6075203" y="2266163"/>
            <a:ext cx="14265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REACTION /</a:t>
            </a:r>
            <a:endParaRPr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FEEDBACK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4447" name="Google Shape;4447;p73"/>
          <p:cNvSpPr txBox="1"/>
          <p:nvPr>
            <p:ph idx="4" type="subTitle"/>
          </p:nvPr>
        </p:nvSpPr>
        <p:spPr>
          <a:xfrm flipH="1">
            <a:off x="3858738" y="1964750"/>
            <a:ext cx="1426500" cy="8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CALLING ACTION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4448" name="Google Shape;4448;p73"/>
          <p:cNvSpPr/>
          <p:nvPr/>
        </p:nvSpPr>
        <p:spPr>
          <a:xfrm>
            <a:off x="4400318" y="1596280"/>
            <a:ext cx="343335" cy="343303"/>
          </a:xfrm>
          <a:custGeom>
            <a:rect b="b" l="l" r="r" t="t"/>
            <a:pathLst>
              <a:path extrusionOk="0" h="10811" w="10812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9" name="Google Shape;4449;p73"/>
          <p:cNvSpPr/>
          <p:nvPr/>
        </p:nvSpPr>
        <p:spPr>
          <a:xfrm>
            <a:off x="1466463" y="568475"/>
            <a:ext cx="1778100" cy="3961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0" name="Google Shape;4450;p73"/>
          <p:cNvSpPr/>
          <p:nvPr/>
        </p:nvSpPr>
        <p:spPr>
          <a:xfrm>
            <a:off x="2101563" y="1513988"/>
            <a:ext cx="507900" cy="50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1" name="Google Shape;4451;p73"/>
          <p:cNvSpPr txBox="1"/>
          <p:nvPr>
            <p:ph idx="2" type="subTitle"/>
          </p:nvPr>
        </p:nvSpPr>
        <p:spPr>
          <a:xfrm flipH="1">
            <a:off x="1642250" y="2879128"/>
            <a:ext cx="1426500" cy="7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There’s no way to convience user when they can’t use it.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4452" name="Google Shape;4452;p73"/>
          <p:cNvSpPr txBox="1"/>
          <p:nvPr>
            <p:ph idx="4" type="subTitle"/>
          </p:nvPr>
        </p:nvSpPr>
        <p:spPr>
          <a:xfrm flipH="1">
            <a:off x="1544600" y="1964750"/>
            <a:ext cx="1621800" cy="8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ACCESSIBILITY/</a:t>
            </a:r>
            <a:br>
              <a:rPr lang="en">
                <a:solidFill>
                  <a:srgbClr val="F3F3F3"/>
                </a:solidFill>
              </a:rPr>
            </a:br>
            <a:r>
              <a:rPr lang="en">
                <a:solidFill>
                  <a:srgbClr val="F3F3F3"/>
                </a:solidFill>
              </a:rPr>
              <a:t>USABILITY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4453" name="Google Shape;4453;p73"/>
          <p:cNvSpPr/>
          <p:nvPr/>
        </p:nvSpPr>
        <p:spPr>
          <a:xfrm>
            <a:off x="2183843" y="1596280"/>
            <a:ext cx="343335" cy="343303"/>
          </a:xfrm>
          <a:custGeom>
            <a:rect b="b" l="l" r="r" t="t"/>
            <a:pathLst>
              <a:path extrusionOk="0" h="10811" w="10812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8" name="Shape 4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9" name="Google Shape;4459;p74"/>
          <p:cNvPicPr preferRelativeResize="0"/>
          <p:nvPr/>
        </p:nvPicPr>
        <p:blipFill rotWithShape="1">
          <a:blip r:embed="rId3">
            <a:alphaModFix/>
          </a:blip>
          <a:srcRect b="0" l="10359" r="3022" t="3456"/>
          <a:stretch/>
        </p:blipFill>
        <p:spPr>
          <a:xfrm>
            <a:off x="704600" y="0"/>
            <a:ext cx="84393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0" name="Google Shape;4460;p74"/>
          <p:cNvPicPr preferRelativeResize="0"/>
          <p:nvPr/>
        </p:nvPicPr>
        <p:blipFill rotWithShape="1">
          <a:blip r:embed="rId3">
            <a:alphaModFix/>
          </a:blip>
          <a:srcRect b="65167" l="10358" r="56493" t="3454"/>
          <a:stretch/>
        </p:blipFill>
        <p:spPr>
          <a:xfrm>
            <a:off x="704600" y="1735900"/>
            <a:ext cx="3229627" cy="16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1" name="Google Shape;4461;p74"/>
          <p:cNvSpPr txBox="1"/>
          <p:nvPr>
            <p:ph type="ctrTitle"/>
          </p:nvPr>
        </p:nvSpPr>
        <p:spPr>
          <a:xfrm flipH="1">
            <a:off x="1446563" y="1951050"/>
            <a:ext cx="17457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CONSISTENCY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5" name="Shape 4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6" name="Google Shape;4466;p75"/>
          <p:cNvSpPr/>
          <p:nvPr/>
        </p:nvSpPr>
        <p:spPr>
          <a:xfrm flipH="1">
            <a:off x="2392409" y="1448966"/>
            <a:ext cx="2262103" cy="580872"/>
          </a:xfrm>
          <a:custGeom>
            <a:rect b="b" l="l" r="r" t="t"/>
            <a:pathLst>
              <a:path extrusionOk="0" h="4659" w="18144">
                <a:moveTo>
                  <a:pt x="13410" y="0"/>
                </a:moveTo>
                <a:cubicBezTo>
                  <a:pt x="11887" y="0"/>
                  <a:pt x="10530" y="722"/>
                  <a:pt x="9665" y="1841"/>
                </a:cubicBezTo>
                <a:cubicBezTo>
                  <a:pt x="9360" y="2236"/>
                  <a:pt x="8896" y="2450"/>
                  <a:pt x="8423" y="2450"/>
                </a:cubicBezTo>
                <a:cubicBezTo>
                  <a:pt x="8171" y="2450"/>
                  <a:pt x="7917" y="2389"/>
                  <a:pt x="7684" y="2262"/>
                </a:cubicBezTo>
                <a:cubicBezTo>
                  <a:pt x="7210" y="2002"/>
                  <a:pt x="6665" y="1858"/>
                  <a:pt x="6084" y="1858"/>
                </a:cubicBezTo>
                <a:cubicBezTo>
                  <a:pt x="5265" y="1858"/>
                  <a:pt x="4513" y="2148"/>
                  <a:pt x="3932" y="2637"/>
                </a:cubicBezTo>
                <a:cubicBezTo>
                  <a:pt x="3291" y="3175"/>
                  <a:pt x="2489" y="3475"/>
                  <a:pt x="1654" y="3475"/>
                </a:cubicBezTo>
                <a:lnTo>
                  <a:pt x="592" y="3475"/>
                </a:lnTo>
                <a:cubicBezTo>
                  <a:pt x="264" y="3475"/>
                  <a:pt x="0" y="3739"/>
                  <a:pt x="0" y="4066"/>
                </a:cubicBezTo>
                <a:cubicBezTo>
                  <a:pt x="0" y="4394"/>
                  <a:pt x="264" y="4658"/>
                  <a:pt x="592" y="4658"/>
                </a:cubicBezTo>
                <a:lnTo>
                  <a:pt x="18144" y="4658"/>
                </a:lnTo>
                <a:cubicBezTo>
                  <a:pt x="18104" y="2079"/>
                  <a:pt x="15999" y="0"/>
                  <a:pt x="13410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7" name="Google Shape;4467;p75"/>
          <p:cNvSpPr txBox="1"/>
          <p:nvPr>
            <p:ph type="ctrTitle"/>
          </p:nvPr>
        </p:nvSpPr>
        <p:spPr>
          <a:xfrm flipH="1">
            <a:off x="973300" y="1269725"/>
            <a:ext cx="2616300" cy="1241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/>
              <a:t>UPDATE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/>
              <a:t>NEW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/>
              <a:t>TREND</a:t>
            </a:r>
            <a:endParaRPr/>
          </a:p>
        </p:txBody>
      </p:sp>
      <p:sp>
        <p:nvSpPr>
          <p:cNvPr id="4468" name="Google Shape;4468;p75"/>
          <p:cNvSpPr/>
          <p:nvPr/>
        </p:nvSpPr>
        <p:spPr>
          <a:xfrm flipH="1">
            <a:off x="3438525" y="4222200"/>
            <a:ext cx="5553000" cy="509100"/>
          </a:xfrm>
          <a:prstGeom prst="ellipse">
            <a:avLst/>
          </a:prstGeom>
          <a:solidFill>
            <a:srgbClr val="21204D">
              <a:alpha val="21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9" name="Google Shape;4469;p75"/>
          <p:cNvSpPr/>
          <p:nvPr/>
        </p:nvSpPr>
        <p:spPr>
          <a:xfrm>
            <a:off x="712400" y="2742433"/>
            <a:ext cx="9143937" cy="1631293"/>
          </a:xfrm>
          <a:custGeom>
            <a:rect b="b" l="l" r="r" t="t"/>
            <a:pathLst>
              <a:path extrusionOk="0" h="24803" w="139029">
                <a:moveTo>
                  <a:pt x="9825" y="1"/>
                </a:moveTo>
                <a:lnTo>
                  <a:pt x="9825" y="24104"/>
                </a:lnTo>
                <a:lnTo>
                  <a:pt x="0" y="24104"/>
                </a:lnTo>
                <a:lnTo>
                  <a:pt x="0" y="24348"/>
                </a:lnTo>
                <a:lnTo>
                  <a:pt x="10069" y="24348"/>
                </a:lnTo>
                <a:lnTo>
                  <a:pt x="10069" y="248"/>
                </a:lnTo>
                <a:lnTo>
                  <a:pt x="15014" y="248"/>
                </a:lnTo>
                <a:lnTo>
                  <a:pt x="15014" y="24348"/>
                </a:lnTo>
                <a:lnTo>
                  <a:pt x="17031" y="24348"/>
                </a:lnTo>
                <a:lnTo>
                  <a:pt x="17031" y="7521"/>
                </a:lnTo>
                <a:lnTo>
                  <a:pt x="21140" y="7521"/>
                </a:lnTo>
                <a:lnTo>
                  <a:pt x="21140" y="24803"/>
                </a:lnTo>
                <a:lnTo>
                  <a:pt x="139028" y="24803"/>
                </a:lnTo>
                <a:lnTo>
                  <a:pt x="139028" y="24559"/>
                </a:lnTo>
                <a:lnTo>
                  <a:pt x="21388" y="24559"/>
                </a:lnTo>
                <a:lnTo>
                  <a:pt x="21388" y="7277"/>
                </a:lnTo>
                <a:lnTo>
                  <a:pt x="16784" y="7277"/>
                </a:lnTo>
                <a:lnTo>
                  <a:pt x="16784" y="24104"/>
                </a:lnTo>
                <a:lnTo>
                  <a:pt x="15257" y="24104"/>
                </a:lnTo>
                <a:lnTo>
                  <a:pt x="15257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0" name="Google Shape;4470;p75"/>
          <p:cNvGrpSpPr/>
          <p:nvPr/>
        </p:nvGrpSpPr>
        <p:grpSpPr>
          <a:xfrm>
            <a:off x="3932595" y="647739"/>
            <a:ext cx="4710426" cy="4083618"/>
            <a:chOff x="834500" y="1391650"/>
            <a:chExt cx="2722475" cy="2360200"/>
          </a:xfrm>
        </p:grpSpPr>
        <p:sp>
          <p:nvSpPr>
            <p:cNvPr id="4471" name="Google Shape;4471;p75"/>
            <p:cNvSpPr/>
            <p:nvPr/>
          </p:nvSpPr>
          <p:spPr>
            <a:xfrm>
              <a:off x="875875" y="2334300"/>
              <a:ext cx="103525" cy="112925"/>
            </a:xfrm>
            <a:custGeom>
              <a:rect b="b" l="l" r="r" t="t"/>
              <a:pathLst>
                <a:path extrusionOk="0" h="4517" w="4141">
                  <a:moveTo>
                    <a:pt x="2676" y="0"/>
                  </a:moveTo>
                  <a:cubicBezTo>
                    <a:pt x="2574" y="0"/>
                    <a:pt x="2467" y="9"/>
                    <a:pt x="2352" y="27"/>
                  </a:cubicBezTo>
                  <a:cubicBezTo>
                    <a:pt x="1031" y="242"/>
                    <a:pt x="848" y="1654"/>
                    <a:pt x="848" y="1654"/>
                  </a:cubicBezTo>
                  <a:lnTo>
                    <a:pt x="1" y="4516"/>
                  </a:lnTo>
                  <a:lnTo>
                    <a:pt x="3419" y="3404"/>
                  </a:lnTo>
                  <a:cubicBezTo>
                    <a:pt x="3419" y="3404"/>
                    <a:pt x="3861" y="2429"/>
                    <a:pt x="4006" y="1673"/>
                  </a:cubicBezTo>
                  <a:cubicBezTo>
                    <a:pt x="4140" y="977"/>
                    <a:pt x="3752" y="0"/>
                    <a:pt x="2676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2" name="Google Shape;4472;p75"/>
            <p:cNvSpPr/>
            <p:nvPr/>
          </p:nvSpPr>
          <p:spPr>
            <a:xfrm>
              <a:off x="834500" y="2498525"/>
              <a:ext cx="84800" cy="308650"/>
            </a:xfrm>
            <a:custGeom>
              <a:rect b="b" l="l" r="r" t="t"/>
              <a:pathLst>
                <a:path extrusionOk="0" h="12346" w="3392">
                  <a:moveTo>
                    <a:pt x="2059" y="0"/>
                  </a:moveTo>
                  <a:cubicBezTo>
                    <a:pt x="1783" y="0"/>
                    <a:pt x="1473" y="144"/>
                    <a:pt x="1140" y="499"/>
                  </a:cubicBezTo>
                  <a:cubicBezTo>
                    <a:pt x="1" y="1707"/>
                    <a:pt x="238" y="10458"/>
                    <a:pt x="480" y="11593"/>
                  </a:cubicBezTo>
                  <a:cubicBezTo>
                    <a:pt x="595" y="12145"/>
                    <a:pt x="788" y="12346"/>
                    <a:pt x="969" y="12346"/>
                  </a:cubicBezTo>
                  <a:cubicBezTo>
                    <a:pt x="1160" y="12346"/>
                    <a:pt x="1337" y="12122"/>
                    <a:pt x="1395" y="11852"/>
                  </a:cubicBezTo>
                  <a:cubicBezTo>
                    <a:pt x="1395" y="11852"/>
                    <a:pt x="3392" y="2642"/>
                    <a:pt x="3269" y="1589"/>
                  </a:cubicBezTo>
                  <a:cubicBezTo>
                    <a:pt x="3186" y="841"/>
                    <a:pt x="2724" y="0"/>
                    <a:pt x="2059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3" name="Google Shape;4473;p75"/>
            <p:cNvSpPr/>
            <p:nvPr/>
          </p:nvSpPr>
          <p:spPr>
            <a:xfrm>
              <a:off x="839875" y="2764175"/>
              <a:ext cx="59175" cy="134150"/>
            </a:xfrm>
            <a:custGeom>
              <a:rect b="b" l="l" r="r" t="t"/>
              <a:pathLst>
                <a:path extrusionOk="0" h="5366" w="2367">
                  <a:moveTo>
                    <a:pt x="590" y="1"/>
                  </a:moveTo>
                  <a:cubicBezTo>
                    <a:pt x="557" y="1"/>
                    <a:pt x="525" y="8"/>
                    <a:pt x="492" y="23"/>
                  </a:cubicBezTo>
                  <a:cubicBezTo>
                    <a:pt x="0" y="256"/>
                    <a:pt x="105" y="2353"/>
                    <a:pt x="438" y="3205"/>
                  </a:cubicBezTo>
                  <a:cubicBezTo>
                    <a:pt x="770" y="4062"/>
                    <a:pt x="1500" y="5351"/>
                    <a:pt x="1764" y="5366"/>
                  </a:cubicBezTo>
                  <a:cubicBezTo>
                    <a:pt x="1766" y="5366"/>
                    <a:pt x="1767" y="5366"/>
                    <a:pt x="1768" y="5366"/>
                  </a:cubicBezTo>
                  <a:cubicBezTo>
                    <a:pt x="2018" y="5366"/>
                    <a:pt x="1467" y="4078"/>
                    <a:pt x="1323" y="3660"/>
                  </a:cubicBezTo>
                  <a:cubicBezTo>
                    <a:pt x="1172" y="3241"/>
                    <a:pt x="1268" y="2753"/>
                    <a:pt x="1268" y="2753"/>
                  </a:cubicBezTo>
                  <a:cubicBezTo>
                    <a:pt x="1276" y="2700"/>
                    <a:pt x="1310" y="2667"/>
                    <a:pt x="1361" y="2667"/>
                  </a:cubicBezTo>
                  <a:cubicBezTo>
                    <a:pt x="1421" y="2667"/>
                    <a:pt x="1504" y="2714"/>
                    <a:pt x="1591" y="2831"/>
                  </a:cubicBezTo>
                  <a:cubicBezTo>
                    <a:pt x="1749" y="3044"/>
                    <a:pt x="1804" y="4066"/>
                    <a:pt x="2077" y="4066"/>
                  </a:cubicBezTo>
                  <a:cubicBezTo>
                    <a:pt x="2079" y="4066"/>
                    <a:pt x="2081" y="4066"/>
                    <a:pt x="2083" y="4066"/>
                  </a:cubicBezTo>
                  <a:cubicBezTo>
                    <a:pt x="2366" y="4049"/>
                    <a:pt x="2074" y="2467"/>
                    <a:pt x="1764" y="1947"/>
                  </a:cubicBezTo>
                  <a:cubicBezTo>
                    <a:pt x="1479" y="1458"/>
                    <a:pt x="1050" y="1"/>
                    <a:pt x="590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74" name="Google Shape;4474;p75"/>
            <p:cNvGrpSpPr/>
            <p:nvPr/>
          </p:nvGrpSpPr>
          <p:grpSpPr>
            <a:xfrm>
              <a:off x="853050" y="1391650"/>
              <a:ext cx="2703925" cy="2360200"/>
              <a:chOff x="853050" y="1391650"/>
              <a:chExt cx="2703925" cy="2360200"/>
            </a:xfrm>
          </p:grpSpPr>
          <p:sp>
            <p:nvSpPr>
              <p:cNvPr id="4475" name="Google Shape;4475;p75"/>
              <p:cNvSpPr/>
              <p:nvPr/>
            </p:nvSpPr>
            <p:spPr>
              <a:xfrm>
                <a:off x="1030500" y="3300325"/>
                <a:ext cx="298550" cy="159500"/>
              </a:xfrm>
              <a:custGeom>
                <a:rect b="b" l="l" r="r" t="t"/>
                <a:pathLst>
                  <a:path extrusionOk="0" h="6380" w="11942">
                    <a:moveTo>
                      <a:pt x="6233" y="189"/>
                    </a:moveTo>
                    <a:cubicBezTo>
                      <a:pt x="6747" y="189"/>
                      <a:pt x="7234" y="427"/>
                      <a:pt x="7557" y="847"/>
                    </a:cubicBezTo>
                    <a:lnTo>
                      <a:pt x="11654" y="6192"/>
                    </a:lnTo>
                    <a:lnTo>
                      <a:pt x="228" y="6192"/>
                    </a:lnTo>
                    <a:cubicBezTo>
                      <a:pt x="228" y="4501"/>
                      <a:pt x="1404" y="3937"/>
                      <a:pt x="2543" y="3394"/>
                    </a:cubicBezTo>
                    <a:cubicBezTo>
                      <a:pt x="3478" y="2948"/>
                      <a:pt x="4362" y="2524"/>
                      <a:pt x="4590" y="1530"/>
                    </a:cubicBezTo>
                    <a:lnTo>
                      <a:pt x="4609" y="1439"/>
                    </a:lnTo>
                    <a:cubicBezTo>
                      <a:pt x="4767" y="810"/>
                      <a:pt x="5242" y="359"/>
                      <a:pt x="5880" y="227"/>
                    </a:cubicBezTo>
                    <a:cubicBezTo>
                      <a:pt x="5998" y="201"/>
                      <a:pt x="6116" y="189"/>
                      <a:pt x="6233" y="189"/>
                    </a:cubicBezTo>
                    <a:close/>
                    <a:moveTo>
                      <a:pt x="6227" y="0"/>
                    </a:moveTo>
                    <a:cubicBezTo>
                      <a:pt x="6100" y="0"/>
                      <a:pt x="5972" y="13"/>
                      <a:pt x="5844" y="40"/>
                    </a:cubicBezTo>
                    <a:cubicBezTo>
                      <a:pt x="5141" y="186"/>
                      <a:pt x="4599" y="706"/>
                      <a:pt x="4430" y="1394"/>
                    </a:cubicBezTo>
                    <a:lnTo>
                      <a:pt x="4407" y="1489"/>
                    </a:lnTo>
                    <a:cubicBezTo>
                      <a:pt x="4203" y="2396"/>
                      <a:pt x="3355" y="2797"/>
                      <a:pt x="2461" y="3226"/>
                    </a:cubicBezTo>
                    <a:cubicBezTo>
                      <a:pt x="1308" y="3777"/>
                      <a:pt x="0" y="4406"/>
                      <a:pt x="42" y="6284"/>
                    </a:cubicBezTo>
                    <a:cubicBezTo>
                      <a:pt x="42" y="6339"/>
                      <a:pt x="82" y="6379"/>
                      <a:pt x="133" y="6379"/>
                    </a:cubicBezTo>
                    <a:lnTo>
                      <a:pt x="11841" y="6379"/>
                    </a:lnTo>
                    <a:cubicBezTo>
                      <a:pt x="11877" y="6379"/>
                      <a:pt x="11910" y="6356"/>
                      <a:pt x="11928" y="6325"/>
                    </a:cubicBezTo>
                    <a:cubicBezTo>
                      <a:pt x="11942" y="6293"/>
                      <a:pt x="11937" y="6257"/>
                      <a:pt x="11919" y="6230"/>
                    </a:cubicBezTo>
                    <a:lnTo>
                      <a:pt x="7703" y="733"/>
                    </a:lnTo>
                    <a:cubicBezTo>
                      <a:pt x="7345" y="263"/>
                      <a:pt x="6801" y="0"/>
                      <a:pt x="6227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75"/>
              <p:cNvSpPr/>
              <p:nvPr/>
            </p:nvSpPr>
            <p:spPr>
              <a:xfrm>
                <a:off x="1185475" y="3300350"/>
                <a:ext cx="65075" cy="159475"/>
              </a:xfrm>
              <a:custGeom>
                <a:rect b="b" l="l" r="r" t="t"/>
                <a:pathLst>
                  <a:path extrusionOk="0" h="6379" w="2603">
                    <a:moveTo>
                      <a:pt x="105" y="0"/>
                    </a:moveTo>
                    <a:cubicBezTo>
                      <a:pt x="94" y="0"/>
                      <a:pt x="83" y="2"/>
                      <a:pt x="72" y="7"/>
                    </a:cubicBezTo>
                    <a:cubicBezTo>
                      <a:pt x="23" y="25"/>
                      <a:pt x="0" y="80"/>
                      <a:pt x="18" y="130"/>
                    </a:cubicBezTo>
                    <a:lnTo>
                      <a:pt x="2411" y="6315"/>
                    </a:lnTo>
                    <a:cubicBezTo>
                      <a:pt x="2424" y="6355"/>
                      <a:pt x="2461" y="6378"/>
                      <a:pt x="2497" y="6378"/>
                    </a:cubicBezTo>
                    <a:cubicBezTo>
                      <a:pt x="2512" y="6378"/>
                      <a:pt x="2520" y="6374"/>
                      <a:pt x="2529" y="6370"/>
                    </a:cubicBezTo>
                    <a:cubicBezTo>
                      <a:pt x="2579" y="6351"/>
                      <a:pt x="2602" y="6296"/>
                      <a:pt x="2584" y="6250"/>
                    </a:cubicBezTo>
                    <a:lnTo>
                      <a:pt x="191" y="62"/>
                    </a:lnTo>
                    <a:cubicBezTo>
                      <a:pt x="177" y="23"/>
                      <a:pt x="142" y="0"/>
                      <a:pt x="105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75"/>
              <p:cNvSpPr/>
              <p:nvPr/>
            </p:nvSpPr>
            <p:spPr>
              <a:xfrm>
                <a:off x="1128025" y="3357550"/>
                <a:ext cx="99750" cy="43150"/>
              </a:xfrm>
              <a:custGeom>
                <a:rect b="b" l="l" r="r" t="t"/>
                <a:pathLst>
                  <a:path extrusionOk="0" h="1726" w="3990">
                    <a:moveTo>
                      <a:pt x="109" y="1"/>
                    </a:moveTo>
                    <a:cubicBezTo>
                      <a:pt x="72" y="1"/>
                      <a:pt x="36" y="23"/>
                      <a:pt x="18" y="62"/>
                    </a:cubicBezTo>
                    <a:cubicBezTo>
                      <a:pt x="1" y="107"/>
                      <a:pt x="24" y="161"/>
                      <a:pt x="73" y="180"/>
                    </a:cubicBezTo>
                    <a:lnTo>
                      <a:pt x="3847" y="1716"/>
                    </a:lnTo>
                    <a:cubicBezTo>
                      <a:pt x="3857" y="1720"/>
                      <a:pt x="3870" y="1726"/>
                      <a:pt x="3880" y="1726"/>
                    </a:cubicBezTo>
                    <a:cubicBezTo>
                      <a:pt x="3920" y="1726"/>
                      <a:pt x="3952" y="1703"/>
                      <a:pt x="3966" y="1665"/>
                    </a:cubicBezTo>
                    <a:cubicBezTo>
                      <a:pt x="3989" y="1616"/>
                      <a:pt x="3966" y="1566"/>
                      <a:pt x="3916" y="1543"/>
                    </a:cubicBezTo>
                    <a:lnTo>
                      <a:pt x="142" y="7"/>
                    </a:lnTo>
                    <a:cubicBezTo>
                      <a:pt x="131" y="3"/>
                      <a:pt x="120" y="1"/>
                      <a:pt x="109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75"/>
              <p:cNvSpPr/>
              <p:nvPr/>
            </p:nvSpPr>
            <p:spPr>
              <a:xfrm>
                <a:off x="1215425" y="3349950"/>
                <a:ext cx="32850" cy="32500"/>
              </a:xfrm>
              <a:custGeom>
                <a:rect b="b" l="l" r="r" t="t"/>
                <a:pathLst>
                  <a:path extrusionOk="0" h="1300" w="1314">
                    <a:moveTo>
                      <a:pt x="1211" y="1"/>
                    </a:moveTo>
                    <a:cubicBezTo>
                      <a:pt x="1187" y="1"/>
                      <a:pt x="1163" y="10"/>
                      <a:pt x="1144" y="28"/>
                    </a:cubicBezTo>
                    <a:lnTo>
                      <a:pt x="37" y="1140"/>
                    </a:lnTo>
                    <a:cubicBezTo>
                      <a:pt x="1" y="1176"/>
                      <a:pt x="1" y="1237"/>
                      <a:pt x="37" y="1273"/>
                    </a:cubicBezTo>
                    <a:cubicBezTo>
                      <a:pt x="56" y="1291"/>
                      <a:pt x="77" y="1300"/>
                      <a:pt x="100" y="1300"/>
                    </a:cubicBezTo>
                    <a:cubicBezTo>
                      <a:pt x="128" y="1300"/>
                      <a:pt x="151" y="1291"/>
                      <a:pt x="169" y="1273"/>
                    </a:cubicBezTo>
                    <a:lnTo>
                      <a:pt x="1276" y="160"/>
                    </a:lnTo>
                    <a:cubicBezTo>
                      <a:pt x="1314" y="124"/>
                      <a:pt x="1314" y="65"/>
                      <a:pt x="1276" y="28"/>
                    </a:cubicBezTo>
                    <a:cubicBezTo>
                      <a:pt x="1258" y="10"/>
                      <a:pt x="1234" y="1"/>
                      <a:pt x="1211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75"/>
              <p:cNvSpPr/>
              <p:nvPr/>
            </p:nvSpPr>
            <p:spPr>
              <a:xfrm>
                <a:off x="1100325" y="3377725"/>
                <a:ext cx="142125" cy="61025"/>
              </a:xfrm>
              <a:custGeom>
                <a:rect b="b" l="l" r="r" t="t"/>
                <a:pathLst>
                  <a:path extrusionOk="0" h="2441" w="5685">
                    <a:moveTo>
                      <a:pt x="110" y="0"/>
                    </a:moveTo>
                    <a:cubicBezTo>
                      <a:pt x="73" y="0"/>
                      <a:pt x="37" y="21"/>
                      <a:pt x="20" y="57"/>
                    </a:cubicBezTo>
                    <a:cubicBezTo>
                      <a:pt x="1" y="107"/>
                      <a:pt x="24" y="162"/>
                      <a:pt x="70" y="180"/>
                    </a:cubicBezTo>
                    <a:lnTo>
                      <a:pt x="5543" y="2431"/>
                    </a:lnTo>
                    <a:cubicBezTo>
                      <a:pt x="5552" y="2436"/>
                      <a:pt x="5566" y="2440"/>
                      <a:pt x="5580" y="2440"/>
                    </a:cubicBezTo>
                    <a:cubicBezTo>
                      <a:pt x="5617" y="2440"/>
                      <a:pt x="5648" y="2417"/>
                      <a:pt x="5662" y="2381"/>
                    </a:cubicBezTo>
                    <a:cubicBezTo>
                      <a:pt x="5685" y="2331"/>
                      <a:pt x="5662" y="2276"/>
                      <a:pt x="5611" y="2259"/>
                    </a:cubicBezTo>
                    <a:lnTo>
                      <a:pt x="142" y="6"/>
                    </a:lnTo>
                    <a:cubicBezTo>
                      <a:pt x="132" y="2"/>
                      <a:pt x="121" y="0"/>
                      <a:pt x="110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0" name="Google Shape;4480;p75"/>
              <p:cNvSpPr/>
              <p:nvPr/>
            </p:nvSpPr>
            <p:spPr>
              <a:xfrm>
                <a:off x="1334825" y="3214725"/>
                <a:ext cx="198175" cy="246575"/>
              </a:xfrm>
              <a:custGeom>
                <a:rect b="b" l="l" r="r" t="t"/>
                <a:pathLst>
                  <a:path extrusionOk="0" h="9863" w="7927">
                    <a:moveTo>
                      <a:pt x="7630" y="0"/>
                    </a:moveTo>
                    <a:cubicBezTo>
                      <a:pt x="7630" y="1"/>
                      <a:pt x="2211" y="2494"/>
                      <a:pt x="1" y="9863"/>
                    </a:cubicBezTo>
                    <a:lnTo>
                      <a:pt x="4508" y="9863"/>
                    </a:lnTo>
                    <a:cubicBezTo>
                      <a:pt x="4508" y="9863"/>
                      <a:pt x="7927" y="4923"/>
                      <a:pt x="7630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1" name="Google Shape;4481;p75"/>
              <p:cNvSpPr/>
              <p:nvPr/>
            </p:nvSpPr>
            <p:spPr>
              <a:xfrm>
                <a:off x="1087450" y="2817750"/>
                <a:ext cx="253800" cy="644800"/>
              </a:xfrm>
              <a:custGeom>
                <a:rect b="b" l="l" r="r" t="t"/>
                <a:pathLst>
                  <a:path extrusionOk="0" h="25792" w="10152">
                    <a:moveTo>
                      <a:pt x="1" y="0"/>
                    </a:moveTo>
                    <a:cubicBezTo>
                      <a:pt x="215" y="19981"/>
                      <a:pt x="10152" y="25792"/>
                      <a:pt x="10152" y="25792"/>
                    </a:cubicBezTo>
                    <a:cubicBezTo>
                      <a:pt x="9723" y="9134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75"/>
              <p:cNvSpPr/>
              <p:nvPr/>
            </p:nvSpPr>
            <p:spPr>
              <a:xfrm>
                <a:off x="1085975" y="2817175"/>
                <a:ext cx="256750" cy="645950"/>
              </a:xfrm>
              <a:custGeom>
                <a:rect b="b" l="l" r="r" t="t"/>
                <a:pathLst>
                  <a:path extrusionOk="0" h="25838" w="10270">
                    <a:moveTo>
                      <a:pt x="120" y="0"/>
                    </a:moveTo>
                    <a:lnTo>
                      <a:pt x="1" y="46"/>
                    </a:lnTo>
                    <a:lnTo>
                      <a:pt x="10150" y="25838"/>
                    </a:lnTo>
                    <a:lnTo>
                      <a:pt x="10270" y="25792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75"/>
              <p:cNvSpPr/>
              <p:nvPr/>
            </p:nvSpPr>
            <p:spPr>
              <a:xfrm>
                <a:off x="1246525" y="3159775"/>
                <a:ext cx="43775" cy="66450"/>
              </a:xfrm>
              <a:custGeom>
                <a:rect b="b" l="l" r="r" t="t"/>
                <a:pathLst>
                  <a:path extrusionOk="0" h="2658" w="1751">
                    <a:moveTo>
                      <a:pt x="1641" y="1"/>
                    </a:moveTo>
                    <a:lnTo>
                      <a:pt x="1" y="2590"/>
                    </a:lnTo>
                    <a:lnTo>
                      <a:pt x="110" y="2658"/>
                    </a:lnTo>
                    <a:lnTo>
                      <a:pt x="1751" y="70"/>
                    </a:lnTo>
                    <a:lnTo>
                      <a:pt x="16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4" name="Google Shape;4484;p75"/>
              <p:cNvSpPr/>
              <p:nvPr/>
            </p:nvSpPr>
            <p:spPr>
              <a:xfrm>
                <a:off x="1117200" y="3081950"/>
                <a:ext cx="79800" cy="14975"/>
              </a:xfrm>
              <a:custGeom>
                <a:rect b="b" l="l" r="r" t="t"/>
                <a:pathLst>
                  <a:path extrusionOk="0" h="599" w="3192">
                    <a:moveTo>
                      <a:pt x="24" y="1"/>
                    </a:moveTo>
                    <a:lnTo>
                      <a:pt x="1" y="124"/>
                    </a:lnTo>
                    <a:lnTo>
                      <a:pt x="3169" y="598"/>
                    </a:lnTo>
                    <a:lnTo>
                      <a:pt x="3192" y="471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5" name="Google Shape;4485;p75"/>
              <p:cNvSpPr/>
              <p:nvPr/>
            </p:nvSpPr>
            <p:spPr>
              <a:xfrm>
                <a:off x="1171800" y="2960400"/>
                <a:ext cx="26425" cy="76025"/>
              </a:xfrm>
              <a:custGeom>
                <a:rect b="b" l="l" r="r" t="t"/>
                <a:pathLst>
                  <a:path extrusionOk="0" h="3041" w="1057">
                    <a:moveTo>
                      <a:pt x="934" y="1"/>
                    </a:moveTo>
                    <a:lnTo>
                      <a:pt x="0" y="2999"/>
                    </a:lnTo>
                    <a:lnTo>
                      <a:pt x="123" y="3040"/>
                    </a:lnTo>
                    <a:lnTo>
                      <a:pt x="1057" y="37"/>
                    </a:lnTo>
                    <a:lnTo>
                      <a:pt x="93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6" name="Google Shape;4486;p75"/>
              <p:cNvSpPr/>
              <p:nvPr/>
            </p:nvSpPr>
            <p:spPr>
              <a:xfrm>
                <a:off x="1220450" y="3332750"/>
                <a:ext cx="77850" cy="21100"/>
              </a:xfrm>
              <a:custGeom>
                <a:rect b="b" l="l" r="r" t="t"/>
                <a:pathLst>
                  <a:path extrusionOk="0" h="844" w="3114">
                    <a:moveTo>
                      <a:pt x="27" y="0"/>
                    </a:moveTo>
                    <a:lnTo>
                      <a:pt x="0" y="124"/>
                    </a:lnTo>
                    <a:lnTo>
                      <a:pt x="3081" y="844"/>
                    </a:lnTo>
                    <a:lnTo>
                      <a:pt x="3113" y="721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7" name="Google Shape;4487;p75"/>
              <p:cNvSpPr/>
              <p:nvPr/>
            </p:nvSpPr>
            <p:spPr>
              <a:xfrm>
                <a:off x="1298275" y="2789025"/>
                <a:ext cx="213650" cy="672275"/>
              </a:xfrm>
              <a:custGeom>
                <a:rect b="b" l="l" r="r" t="t"/>
                <a:pathLst>
                  <a:path extrusionOk="0" h="26891" w="8546">
                    <a:moveTo>
                      <a:pt x="6203" y="1"/>
                    </a:moveTo>
                    <a:cubicBezTo>
                      <a:pt x="6203" y="1"/>
                      <a:pt x="0" y="11194"/>
                      <a:pt x="1723" y="26891"/>
                    </a:cubicBezTo>
                    <a:cubicBezTo>
                      <a:pt x="1723" y="26891"/>
                      <a:pt x="7333" y="19763"/>
                      <a:pt x="7461" y="15784"/>
                    </a:cubicBezTo>
                    <a:lnTo>
                      <a:pt x="5154" y="15784"/>
                    </a:lnTo>
                    <a:lnTo>
                      <a:pt x="7461" y="14818"/>
                    </a:lnTo>
                    <a:cubicBezTo>
                      <a:pt x="7461" y="14818"/>
                      <a:pt x="8545" y="4818"/>
                      <a:pt x="6203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8" name="Google Shape;4488;p75"/>
              <p:cNvSpPr/>
              <p:nvPr/>
            </p:nvSpPr>
            <p:spPr>
              <a:xfrm>
                <a:off x="1339050" y="2788675"/>
                <a:ext cx="116600" cy="673100"/>
              </a:xfrm>
              <a:custGeom>
                <a:rect b="b" l="l" r="r" t="t"/>
                <a:pathLst>
                  <a:path extrusionOk="0" h="26924" w="4664">
                    <a:moveTo>
                      <a:pt x="4480" y="0"/>
                    </a:moveTo>
                    <a:lnTo>
                      <a:pt x="0" y="26891"/>
                    </a:lnTo>
                    <a:lnTo>
                      <a:pt x="183" y="26923"/>
                    </a:lnTo>
                    <a:lnTo>
                      <a:pt x="4663" y="33"/>
                    </a:lnTo>
                    <a:lnTo>
                      <a:pt x="4480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9" name="Google Shape;4489;p75"/>
              <p:cNvSpPr/>
              <p:nvPr/>
            </p:nvSpPr>
            <p:spPr>
              <a:xfrm>
                <a:off x="1344500" y="3101350"/>
                <a:ext cx="40250" cy="112925"/>
              </a:xfrm>
              <a:custGeom>
                <a:rect b="b" l="l" r="r" t="t"/>
                <a:pathLst>
                  <a:path extrusionOk="0" h="4517" w="1610">
                    <a:moveTo>
                      <a:pt x="252" y="0"/>
                    </a:moveTo>
                    <a:lnTo>
                      <a:pt x="252" y="0"/>
                    </a:lnTo>
                    <a:cubicBezTo>
                      <a:pt x="238" y="73"/>
                      <a:pt x="1" y="1833"/>
                      <a:pt x="1446" y="4517"/>
                    </a:cubicBezTo>
                    <a:lnTo>
                      <a:pt x="1610" y="4430"/>
                    </a:lnTo>
                    <a:cubicBezTo>
                      <a:pt x="198" y="1801"/>
                      <a:pt x="434" y="45"/>
                      <a:pt x="434" y="28"/>
                    </a:cubicBezTo>
                    <a:lnTo>
                      <a:pt x="252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0" name="Google Shape;4490;p75"/>
              <p:cNvSpPr/>
              <p:nvPr/>
            </p:nvSpPr>
            <p:spPr>
              <a:xfrm>
                <a:off x="1340075" y="3169125"/>
                <a:ext cx="36600" cy="92650"/>
              </a:xfrm>
              <a:custGeom>
                <a:rect b="b" l="l" r="r" t="t"/>
                <a:pathLst>
                  <a:path extrusionOk="0" h="3706" w="1464">
                    <a:moveTo>
                      <a:pt x="28" y="1"/>
                    </a:moveTo>
                    <a:cubicBezTo>
                      <a:pt x="28" y="87"/>
                      <a:pt x="1" y="2111"/>
                      <a:pt x="1318" y="3706"/>
                    </a:cubicBezTo>
                    <a:lnTo>
                      <a:pt x="1463" y="3583"/>
                    </a:lnTo>
                    <a:cubicBezTo>
                      <a:pt x="192" y="2043"/>
                      <a:pt x="215" y="24"/>
                      <a:pt x="215" y="5"/>
                    </a:cubicBez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1" name="Google Shape;4491;p75"/>
              <p:cNvSpPr/>
              <p:nvPr/>
            </p:nvSpPr>
            <p:spPr>
              <a:xfrm>
                <a:off x="1401725" y="2996400"/>
                <a:ext cx="91150" cy="99825"/>
              </a:xfrm>
              <a:custGeom>
                <a:rect b="b" l="l" r="r" t="t"/>
                <a:pathLst>
                  <a:path extrusionOk="0" h="3993" w="3646">
                    <a:moveTo>
                      <a:pt x="3469" y="0"/>
                    </a:moveTo>
                    <a:cubicBezTo>
                      <a:pt x="2461" y="2840"/>
                      <a:pt x="23" y="3811"/>
                      <a:pt x="0" y="3820"/>
                    </a:cubicBezTo>
                    <a:lnTo>
                      <a:pt x="64" y="3993"/>
                    </a:lnTo>
                    <a:cubicBezTo>
                      <a:pt x="91" y="3984"/>
                      <a:pt x="2607" y="2985"/>
                      <a:pt x="3646" y="59"/>
                    </a:cubicBezTo>
                    <a:lnTo>
                      <a:pt x="3469" y="0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2" name="Google Shape;4492;p75"/>
              <p:cNvSpPr/>
              <p:nvPr/>
            </p:nvSpPr>
            <p:spPr>
              <a:xfrm>
                <a:off x="1363225" y="3263800"/>
                <a:ext cx="101075" cy="66250"/>
              </a:xfrm>
              <a:custGeom>
                <a:rect b="b" l="l" r="r" t="t"/>
                <a:pathLst>
                  <a:path extrusionOk="0" h="2650" w="4043">
                    <a:moveTo>
                      <a:pt x="3906" y="1"/>
                    </a:moveTo>
                    <a:cubicBezTo>
                      <a:pt x="1887" y="2157"/>
                      <a:pt x="23" y="2462"/>
                      <a:pt x="0" y="2462"/>
                    </a:cubicBezTo>
                    <a:lnTo>
                      <a:pt x="32" y="2649"/>
                    </a:lnTo>
                    <a:cubicBezTo>
                      <a:pt x="109" y="2636"/>
                      <a:pt x="1978" y="2335"/>
                      <a:pt x="4043" y="129"/>
                    </a:cubicBezTo>
                    <a:lnTo>
                      <a:pt x="3906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3" name="Google Shape;4493;p75"/>
              <p:cNvSpPr/>
              <p:nvPr/>
            </p:nvSpPr>
            <p:spPr>
              <a:xfrm>
                <a:off x="1428050" y="3121600"/>
                <a:ext cx="20875" cy="20900"/>
              </a:xfrm>
              <a:custGeom>
                <a:rect b="b" l="l" r="r" t="t"/>
                <a:pathLst>
                  <a:path extrusionOk="0" h="836" w="835">
                    <a:moveTo>
                      <a:pt x="419" y="188"/>
                    </a:moveTo>
                    <a:cubicBezTo>
                      <a:pt x="547" y="188"/>
                      <a:pt x="647" y="293"/>
                      <a:pt x="647" y="421"/>
                    </a:cubicBezTo>
                    <a:cubicBezTo>
                      <a:pt x="647" y="548"/>
                      <a:pt x="547" y="648"/>
                      <a:pt x="419" y="648"/>
                    </a:cubicBezTo>
                    <a:cubicBezTo>
                      <a:pt x="292" y="648"/>
                      <a:pt x="187" y="548"/>
                      <a:pt x="187" y="421"/>
                    </a:cubicBezTo>
                    <a:cubicBezTo>
                      <a:pt x="187" y="293"/>
                      <a:pt x="292" y="188"/>
                      <a:pt x="419" y="188"/>
                    </a:cubicBezTo>
                    <a:close/>
                    <a:moveTo>
                      <a:pt x="419" y="1"/>
                    </a:moveTo>
                    <a:cubicBezTo>
                      <a:pt x="187" y="1"/>
                      <a:pt x="1" y="188"/>
                      <a:pt x="1" y="421"/>
                    </a:cubicBezTo>
                    <a:cubicBezTo>
                      <a:pt x="1" y="648"/>
                      <a:pt x="187" y="835"/>
                      <a:pt x="419" y="835"/>
                    </a:cubicBezTo>
                    <a:cubicBezTo>
                      <a:pt x="647" y="835"/>
                      <a:pt x="834" y="648"/>
                      <a:pt x="834" y="421"/>
                    </a:cubicBezTo>
                    <a:cubicBezTo>
                      <a:pt x="834" y="188"/>
                      <a:pt x="647" y="1"/>
                      <a:pt x="419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4" name="Google Shape;4494;p75"/>
              <p:cNvSpPr/>
              <p:nvPr/>
            </p:nvSpPr>
            <p:spPr>
              <a:xfrm>
                <a:off x="1464150" y="3158300"/>
                <a:ext cx="133800" cy="305400"/>
              </a:xfrm>
              <a:custGeom>
                <a:rect b="b" l="l" r="r" t="t"/>
                <a:pathLst>
                  <a:path extrusionOk="0" h="12216" w="5352">
                    <a:moveTo>
                      <a:pt x="5251" y="1"/>
                    </a:moveTo>
                    <a:cubicBezTo>
                      <a:pt x="5193" y="1"/>
                      <a:pt x="5164" y="39"/>
                      <a:pt x="5160" y="87"/>
                    </a:cubicBezTo>
                    <a:cubicBezTo>
                      <a:pt x="4887" y="5922"/>
                      <a:pt x="78" y="12001"/>
                      <a:pt x="33" y="12065"/>
                    </a:cubicBezTo>
                    <a:cubicBezTo>
                      <a:pt x="0" y="12102"/>
                      <a:pt x="6" y="12161"/>
                      <a:pt x="46" y="12193"/>
                    </a:cubicBezTo>
                    <a:cubicBezTo>
                      <a:pt x="65" y="12206"/>
                      <a:pt x="82" y="12216"/>
                      <a:pt x="105" y="12216"/>
                    </a:cubicBezTo>
                    <a:cubicBezTo>
                      <a:pt x="133" y="12216"/>
                      <a:pt x="160" y="12202"/>
                      <a:pt x="179" y="12179"/>
                    </a:cubicBezTo>
                    <a:cubicBezTo>
                      <a:pt x="225" y="12120"/>
                      <a:pt x="5069" y="5990"/>
                      <a:pt x="5347" y="97"/>
                    </a:cubicBezTo>
                    <a:cubicBezTo>
                      <a:pt x="5352" y="47"/>
                      <a:pt x="5311" y="1"/>
                      <a:pt x="5261" y="1"/>
                    </a:cubicBezTo>
                    <a:cubicBezTo>
                      <a:pt x="5258" y="1"/>
                      <a:pt x="5254" y="1"/>
                      <a:pt x="5251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5" name="Google Shape;4495;p75"/>
              <p:cNvSpPr/>
              <p:nvPr/>
            </p:nvSpPr>
            <p:spPr>
              <a:xfrm>
                <a:off x="1582300" y="3192900"/>
                <a:ext cx="51425" cy="38250"/>
              </a:xfrm>
              <a:custGeom>
                <a:rect b="b" l="l" r="r" t="t"/>
                <a:pathLst>
                  <a:path extrusionOk="0" h="1530" w="2057">
                    <a:moveTo>
                      <a:pt x="1949" y="0"/>
                    </a:moveTo>
                    <a:cubicBezTo>
                      <a:pt x="1931" y="0"/>
                      <a:pt x="1913" y="5"/>
                      <a:pt x="1898" y="16"/>
                    </a:cubicBezTo>
                    <a:lnTo>
                      <a:pt x="51" y="1360"/>
                    </a:lnTo>
                    <a:cubicBezTo>
                      <a:pt x="11" y="1393"/>
                      <a:pt x="1" y="1448"/>
                      <a:pt x="33" y="1488"/>
                    </a:cubicBezTo>
                    <a:cubicBezTo>
                      <a:pt x="51" y="1516"/>
                      <a:pt x="79" y="1530"/>
                      <a:pt x="106" y="1530"/>
                    </a:cubicBezTo>
                    <a:cubicBezTo>
                      <a:pt x="129" y="1530"/>
                      <a:pt x="148" y="1524"/>
                      <a:pt x="161" y="1511"/>
                    </a:cubicBezTo>
                    <a:lnTo>
                      <a:pt x="2007" y="167"/>
                    </a:lnTo>
                    <a:cubicBezTo>
                      <a:pt x="2048" y="139"/>
                      <a:pt x="2056" y="80"/>
                      <a:pt x="2025" y="39"/>
                    </a:cubicBezTo>
                    <a:cubicBezTo>
                      <a:pt x="2008" y="14"/>
                      <a:pt x="1978" y="0"/>
                      <a:pt x="1949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6" name="Google Shape;4496;p75"/>
              <p:cNvSpPr/>
              <p:nvPr/>
            </p:nvSpPr>
            <p:spPr>
              <a:xfrm>
                <a:off x="1555075" y="3226475"/>
                <a:ext cx="17700" cy="52400"/>
              </a:xfrm>
              <a:custGeom>
                <a:rect b="b" l="l" r="r" t="t"/>
                <a:pathLst>
                  <a:path extrusionOk="0" h="2096" w="708">
                    <a:moveTo>
                      <a:pt x="109" y="0"/>
                    </a:moveTo>
                    <a:cubicBezTo>
                      <a:pt x="100" y="0"/>
                      <a:pt x="91" y="2"/>
                      <a:pt x="82" y="4"/>
                    </a:cubicBezTo>
                    <a:cubicBezTo>
                      <a:pt x="33" y="13"/>
                      <a:pt x="0" y="68"/>
                      <a:pt x="15" y="118"/>
                    </a:cubicBezTo>
                    <a:lnTo>
                      <a:pt x="511" y="2028"/>
                    </a:lnTo>
                    <a:cubicBezTo>
                      <a:pt x="520" y="2068"/>
                      <a:pt x="562" y="2095"/>
                      <a:pt x="602" y="2095"/>
                    </a:cubicBezTo>
                    <a:lnTo>
                      <a:pt x="625" y="2095"/>
                    </a:lnTo>
                    <a:cubicBezTo>
                      <a:pt x="675" y="2082"/>
                      <a:pt x="707" y="2032"/>
                      <a:pt x="694" y="1982"/>
                    </a:cubicBezTo>
                    <a:lnTo>
                      <a:pt x="197" y="68"/>
                    </a:lnTo>
                    <a:cubicBezTo>
                      <a:pt x="186" y="26"/>
                      <a:pt x="150" y="0"/>
                      <a:pt x="109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7" name="Google Shape;4497;p75"/>
              <p:cNvSpPr/>
              <p:nvPr/>
            </p:nvSpPr>
            <p:spPr>
              <a:xfrm>
                <a:off x="1528400" y="3325350"/>
                <a:ext cx="82325" cy="42300"/>
              </a:xfrm>
              <a:custGeom>
                <a:rect b="b" l="l" r="r" t="t"/>
                <a:pathLst>
                  <a:path extrusionOk="0" h="1692" w="3293">
                    <a:moveTo>
                      <a:pt x="3187" y="0"/>
                    </a:moveTo>
                    <a:cubicBezTo>
                      <a:pt x="3173" y="0"/>
                      <a:pt x="3159" y="3"/>
                      <a:pt x="3146" y="10"/>
                    </a:cubicBezTo>
                    <a:lnTo>
                      <a:pt x="70" y="1514"/>
                    </a:lnTo>
                    <a:cubicBezTo>
                      <a:pt x="24" y="1537"/>
                      <a:pt x="1" y="1592"/>
                      <a:pt x="24" y="1641"/>
                    </a:cubicBezTo>
                    <a:cubicBezTo>
                      <a:pt x="43" y="1674"/>
                      <a:pt x="74" y="1691"/>
                      <a:pt x="110" y="1691"/>
                    </a:cubicBezTo>
                    <a:cubicBezTo>
                      <a:pt x="125" y="1691"/>
                      <a:pt x="138" y="1687"/>
                      <a:pt x="152" y="1682"/>
                    </a:cubicBezTo>
                    <a:lnTo>
                      <a:pt x="3228" y="178"/>
                    </a:lnTo>
                    <a:cubicBezTo>
                      <a:pt x="3274" y="155"/>
                      <a:pt x="3292" y="101"/>
                      <a:pt x="3269" y="55"/>
                    </a:cubicBezTo>
                    <a:cubicBezTo>
                      <a:pt x="3253" y="20"/>
                      <a:pt x="3221" y="0"/>
                      <a:pt x="3187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8" name="Google Shape;4498;p75"/>
              <p:cNvSpPr/>
              <p:nvPr/>
            </p:nvSpPr>
            <p:spPr>
              <a:xfrm>
                <a:off x="1506425" y="3065675"/>
                <a:ext cx="65550" cy="126375"/>
              </a:xfrm>
              <a:custGeom>
                <a:rect b="b" l="l" r="r" t="t"/>
                <a:pathLst>
                  <a:path extrusionOk="0" h="5055" w="2622">
                    <a:moveTo>
                      <a:pt x="2417" y="296"/>
                    </a:moveTo>
                    <a:lnTo>
                      <a:pt x="2417" y="296"/>
                    </a:lnTo>
                    <a:cubicBezTo>
                      <a:pt x="2188" y="2795"/>
                      <a:pt x="689" y="4312"/>
                      <a:pt x="196" y="4754"/>
                    </a:cubicBezTo>
                    <a:cubicBezTo>
                      <a:pt x="339" y="2170"/>
                      <a:pt x="1906" y="707"/>
                      <a:pt x="2417" y="296"/>
                    </a:cubicBezTo>
                    <a:close/>
                    <a:moveTo>
                      <a:pt x="2526" y="1"/>
                    </a:moveTo>
                    <a:cubicBezTo>
                      <a:pt x="2508" y="1"/>
                      <a:pt x="2490" y="6"/>
                      <a:pt x="2476" y="18"/>
                    </a:cubicBezTo>
                    <a:cubicBezTo>
                      <a:pt x="2453" y="33"/>
                      <a:pt x="83" y="1642"/>
                      <a:pt x="1" y="4959"/>
                    </a:cubicBezTo>
                    <a:cubicBezTo>
                      <a:pt x="1" y="4991"/>
                      <a:pt x="19" y="5027"/>
                      <a:pt x="51" y="5041"/>
                    </a:cubicBezTo>
                    <a:cubicBezTo>
                      <a:pt x="65" y="5050"/>
                      <a:pt x="78" y="5055"/>
                      <a:pt x="92" y="5055"/>
                    </a:cubicBezTo>
                    <a:cubicBezTo>
                      <a:pt x="114" y="5055"/>
                      <a:pt x="133" y="5046"/>
                      <a:pt x="151" y="5033"/>
                    </a:cubicBezTo>
                    <a:cubicBezTo>
                      <a:pt x="174" y="5018"/>
                      <a:pt x="2417" y="3304"/>
                      <a:pt x="2621" y="101"/>
                    </a:cubicBezTo>
                    <a:cubicBezTo>
                      <a:pt x="2621" y="64"/>
                      <a:pt x="2603" y="33"/>
                      <a:pt x="2571" y="14"/>
                    </a:cubicBezTo>
                    <a:cubicBezTo>
                      <a:pt x="2558" y="5"/>
                      <a:pt x="2542" y="1"/>
                      <a:pt x="2526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9" name="Google Shape;4499;p75"/>
              <p:cNvSpPr/>
              <p:nvPr/>
            </p:nvSpPr>
            <p:spPr>
              <a:xfrm>
                <a:off x="1248250" y="2911450"/>
                <a:ext cx="66675" cy="174425"/>
              </a:xfrm>
              <a:custGeom>
                <a:rect b="b" l="l" r="r" t="t"/>
                <a:pathLst>
                  <a:path extrusionOk="0" h="6977" w="2667">
                    <a:moveTo>
                      <a:pt x="515" y="409"/>
                    </a:moveTo>
                    <a:cubicBezTo>
                      <a:pt x="980" y="1242"/>
                      <a:pt x="2311" y="3945"/>
                      <a:pt x="1928" y="6657"/>
                    </a:cubicBezTo>
                    <a:cubicBezTo>
                      <a:pt x="1522" y="6101"/>
                      <a:pt x="314" y="4114"/>
                      <a:pt x="515" y="409"/>
                    </a:cubicBezTo>
                    <a:close/>
                    <a:moveTo>
                      <a:pt x="440" y="1"/>
                    </a:moveTo>
                    <a:cubicBezTo>
                      <a:pt x="433" y="1"/>
                      <a:pt x="426" y="1"/>
                      <a:pt x="419" y="3"/>
                    </a:cubicBezTo>
                    <a:cubicBezTo>
                      <a:pt x="383" y="12"/>
                      <a:pt x="356" y="49"/>
                      <a:pt x="351" y="89"/>
                    </a:cubicBezTo>
                    <a:cubicBezTo>
                      <a:pt x="1" y="4807"/>
                      <a:pt x="1837" y="6862"/>
                      <a:pt x="1919" y="6944"/>
                    </a:cubicBezTo>
                    <a:cubicBezTo>
                      <a:pt x="1932" y="6967"/>
                      <a:pt x="1960" y="6976"/>
                      <a:pt x="1987" y="6976"/>
                    </a:cubicBezTo>
                    <a:cubicBezTo>
                      <a:pt x="1997" y="6976"/>
                      <a:pt x="2001" y="6976"/>
                      <a:pt x="2010" y="6972"/>
                    </a:cubicBezTo>
                    <a:cubicBezTo>
                      <a:pt x="2046" y="6963"/>
                      <a:pt x="2069" y="6936"/>
                      <a:pt x="2079" y="6898"/>
                    </a:cubicBezTo>
                    <a:cubicBezTo>
                      <a:pt x="2666" y="3508"/>
                      <a:pt x="542" y="81"/>
                      <a:pt x="524" y="44"/>
                    </a:cubicBezTo>
                    <a:cubicBezTo>
                      <a:pt x="505" y="17"/>
                      <a:pt x="474" y="1"/>
                      <a:pt x="440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0" name="Google Shape;4500;p75"/>
              <p:cNvSpPr/>
              <p:nvPr/>
            </p:nvSpPr>
            <p:spPr>
              <a:xfrm>
                <a:off x="1137500" y="2096375"/>
                <a:ext cx="872475" cy="793100"/>
              </a:xfrm>
              <a:custGeom>
                <a:rect b="b" l="l" r="r" t="t"/>
                <a:pathLst>
                  <a:path extrusionOk="0" h="31724" w="34899">
                    <a:moveTo>
                      <a:pt x="11584" y="0"/>
                    </a:moveTo>
                    <a:cubicBezTo>
                      <a:pt x="10271" y="0"/>
                      <a:pt x="8774" y="262"/>
                      <a:pt x="7110" y="953"/>
                    </a:cubicBezTo>
                    <a:cubicBezTo>
                      <a:pt x="1107" y="5329"/>
                      <a:pt x="2807" y="11080"/>
                      <a:pt x="2807" y="11080"/>
                    </a:cubicBezTo>
                    <a:cubicBezTo>
                      <a:pt x="3829" y="12898"/>
                      <a:pt x="7675" y="11764"/>
                      <a:pt x="9206" y="13040"/>
                    </a:cubicBezTo>
                    <a:cubicBezTo>
                      <a:pt x="10495" y="14114"/>
                      <a:pt x="9901" y="15669"/>
                      <a:pt x="8056" y="15669"/>
                    </a:cubicBezTo>
                    <a:cubicBezTo>
                      <a:pt x="7701" y="15669"/>
                      <a:pt x="7301" y="15612"/>
                      <a:pt x="6859" y="15483"/>
                    </a:cubicBezTo>
                    <a:cubicBezTo>
                      <a:pt x="4116" y="14676"/>
                      <a:pt x="1440" y="12816"/>
                      <a:pt x="1440" y="12816"/>
                    </a:cubicBezTo>
                    <a:lnTo>
                      <a:pt x="1440" y="12816"/>
                    </a:lnTo>
                    <a:cubicBezTo>
                      <a:pt x="0" y="15155"/>
                      <a:pt x="1518" y="18582"/>
                      <a:pt x="1518" y="18582"/>
                    </a:cubicBezTo>
                    <a:cubicBezTo>
                      <a:pt x="1924" y="18939"/>
                      <a:pt x="2470" y="19067"/>
                      <a:pt x="3085" y="19067"/>
                    </a:cubicBezTo>
                    <a:cubicBezTo>
                      <a:pt x="4292" y="19067"/>
                      <a:pt x="5768" y="18576"/>
                      <a:pt x="6996" y="18359"/>
                    </a:cubicBezTo>
                    <a:cubicBezTo>
                      <a:pt x="7157" y="18330"/>
                      <a:pt x="7326" y="18317"/>
                      <a:pt x="7498" y="18317"/>
                    </a:cubicBezTo>
                    <a:cubicBezTo>
                      <a:pt x="9314" y="18317"/>
                      <a:pt x="11567" y="19811"/>
                      <a:pt x="10031" y="21135"/>
                    </a:cubicBezTo>
                    <a:cubicBezTo>
                      <a:pt x="9570" y="21534"/>
                      <a:pt x="8754" y="21679"/>
                      <a:pt x="7813" y="21679"/>
                    </a:cubicBezTo>
                    <a:cubicBezTo>
                      <a:pt x="5330" y="21679"/>
                      <a:pt x="1974" y="20670"/>
                      <a:pt x="1974" y="20670"/>
                    </a:cubicBezTo>
                    <a:lnTo>
                      <a:pt x="1974" y="20670"/>
                    </a:lnTo>
                    <a:cubicBezTo>
                      <a:pt x="2466" y="22633"/>
                      <a:pt x="3815" y="25035"/>
                      <a:pt x="3815" y="25035"/>
                    </a:cubicBezTo>
                    <a:cubicBezTo>
                      <a:pt x="3815" y="25035"/>
                      <a:pt x="4715" y="26695"/>
                      <a:pt x="6194" y="26695"/>
                    </a:cubicBezTo>
                    <a:cubicBezTo>
                      <a:pt x="6273" y="26695"/>
                      <a:pt x="6353" y="26691"/>
                      <a:pt x="6436" y="26681"/>
                    </a:cubicBezTo>
                    <a:cubicBezTo>
                      <a:pt x="7169" y="26590"/>
                      <a:pt x="8108" y="26467"/>
                      <a:pt x="8926" y="26467"/>
                    </a:cubicBezTo>
                    <a:cubicBezTo>
                      <a:pt x="9919" y="26467"/>
                      <a:pt x="10735" y="26648"/>
                      <a:pt x="10792" y="27288"/>
                    </a:cubicBezTo>
                    <a:cubicBezTo>
                      <a:pt x="10879" y="28263"/>
                      <a:pt x="10210" y="28579"/>
                      <a:pt x="9308" y="28579"/>
                    </a:cubicBezTo>
                    <a:cubicBezTo>
                      <a:pt x="7652" y="28579"/>
                      <a:pt x="5210" y="27515"/>
                      <a:pt x="5209" y="27515"/>
                    </a:cubicBezTo>
                    <a:lnTo>
                      <a:pt x="5209" y="27515"/>
                    </a:lnTo>
                    <a:cubicBezTo>
                      <a:pt x="7681" y="30831"/>
                      <a:pt x="11812" y="31723"/>
                      <a:pt x="15543" y="31723"/>
                    </a:cubicBezTo>
                    <a:cubicBezTo>
                      <a:pt x="19895" y="31723"/>
                      <a:pt x="23704" y="30509"/>
                      <a:pt x="23704" y="30509"/>
                    </a:cubicBezTo>
                    <a:cubicBezTo>
                      <a:pt x="23704" y="30509"/>
                      <a:pt x="34898" y="20506"/>
                      <a:pt x="30063" y="11892"/>
                    </a:cubicBezTo>
                    <a:lnTo>
                      <a:pt x="30063" y="11892"/>
                    </a:lnTo>
                    <a:cubicBezTo>
                      <a:pt x="30062" y="11892"/>
                      <a:pt x="28928" y="17342"/>
                      <a:pt x="27373" y="17342"/>
                    </a:cubicBezTo>
                    <a:cubicBezTo>
                      <a:pt x="27152" y="17342"/>
                      <a:pt x="26921" y="17231"/>
                      <a:pt x="26685" y="16978"/>
                    </a:cubicBezTo>
                    <a:cubicBezTo>
                      <a:pt x="25382" y="15588"/>
                      <a:pt x="27114" y="14808"/>
                      <a:pt x="28125" y="13527"/>
                    </a:cubicBezTo>
                    <a:cubicBezTo>
                      <a:pt x="29142" y="12242"/>
                      <a:pt x="29383" y="10679"/>
                      <a:pt x="29383" y="10679"/>
                    </a:cubicBezTo>
                    <a:cubicBezTo>
                      <a:pt x="29383" y="10679"/>
                      <a:pt x="28035" y="8277"/>
                      <a:pt x="26613" y="6837"/>
                    </a:cubicBezTo>
                    <a:cubicBezTo>
                      <a:pt x="26613" y="6837"/>
                      <a:pt x="24935" y="13281"/>
                      <a:pt x="22816" y="13960"/>
                    </a:cubicBezTo>
                    <a:cubicBezTo>
                      <a:pt x="22623" y="14022"/>
                      <a:pt x="22448" y="14051"/>
                      <a:pt x="22291" y="14051"/>
                    </a:cubicBezTo>
                    <a:cubicBezTo>
                      <a:pt x="20726" y="14051"/>
                      <a:pt x="20897" y="11202"/>
                      <a:pt x="22027" y="9917"/>
                    </a:cubicBezTo>
                    <a:cubicBezTo>
                      <a:pt x="23272" y="8510"/>
                      <a:pt x="25345" y="6937"/>
                      <a:pt x="25071" y="5360"/>
                    </a:cubicBezTo>
                    <a:cubicBezTo>
                      <a:pt x="25071" y="5360"/>
                      <a:pt x="22940" y="2288"/>
                      <a:pt x="20202" y="2288"/>
                    </a:cubicBezTo>
                    <a:cubicBezTo>
                      <a:pt x="20198" y="2288"/>
                      <a:pt x="20195" y="2288"/>
                      <a:pt x="20191" y="2288"/>
                    </a:cubicBezTo>
                    <a:cubicBezTo>
                      <a:pt x="20191" y="2288"/>
                      <a:pt x="20386" y="5542"/>
                      <a:pt x="19644" y="8304"/>
                    </a:cubicBezTo>
                    <a:cubicBezTo>
                      <a:pt x="19246" y="9785"/>
                      <a:pt x="18408" y="10456"/>
                      <a:pt x="17672" y="10456"/>
                    </a:cubicBezTo>
                    <a:cubicBezTo>
                      <a:pt x="17034" y="10456"/>
                      <a:pt x="16472" y="9953"/>
                      <a:pt x="16335" y="9038"/>
                    </a:cubicBezTo>
                    <a:cubicBezTo>
                      <a:pt x="16043" y="7065"/>
                      <a:pt x="19015" y="4376"/>
                      <a:pt x="17994" y="2553"/>
                    </a:cubicBezTo>
                    <a:cubicBezTo>
                      <a:pt x="17994" y="2553"/>
                      <a:pt x="15685" y="0"/>
                      <a:pt x="11584" y="0"/>
                    </a:cubicBezTo>
                    <a:close/>
                  </a:path>
                </a:pathLst>
              </a:custGeom>
              <a:solidFill>
                <a:srgbClr val="4F47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1" name="Google Shape;4501;p75"/>
              <p:cNvSpPr/>
              <p:nvPr/>
            </p:nvSpPr>
            <p:spPr>
              <a:xfrm>
                <a:off x="1311825" y="2117250"/>
                <a:ext cx="421700" cy="744850"/>
              </a:xfrm>
              <a:custGeom>
                <a:rect b="b" l="l" r="r" t="t"/>
                <a:pathLst>
                  <a:path extrusionOk="0" h="29794" w="16868">
                    <a:moveTo>
                      <a:pt x="139" y="0"/>
                    </a:moveTo>
                    <a:cubicBezTo>
                      <a:pt x="118" y="0"/>
                      <a:pt x="97" y="6"/>
                      <a:pt x="77" y="18"/>
                    </a:cubicBezTo>
                    <a:cubicBezTo>
                      <a:pt x="18" y="49"/>
                      <a:pt x="1" y="123"/>
                      <a:pt x="32" y="177"/>
                    </a:cubicBezTo>
                    <a:lnTo>
                      <a:pt x="16627" y="29734"/>
                    </a:lnTo>
                    <a:cubicBezTo>
                      <a:pt x="16649" y="29775"/>
                      <a:pt x="16691" y="29793"/>
                      <a:pt x="16731" y="29793"/>
                    </a:cubicBezTo>
                    <a:cubicBezTo>
                      <a:pt x="16750" y="29793"/>
                      <a:pt x="16768" y="29789"/>
                      <a:pt x="16786" y="29779"/>
                    </a:cubicBezTo>
                    <a:cubicBezTo>
                      <a:pt x="16846" y="29747"/>
                      <a:pt x="16868" y="29674"/>
                      <a:pt x="16832" y="29615"/>
                    </a:cubicBezTo>
                    <a:lnTo>
                      <a:pt x="241" y="64"/>
                    </a:lnTo>
                    <a:cubicBezTo>
                      <a:pt x="220" y="23"/>
                      <a:pt x="181" y="0"/>
                      <a:pt x="1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2" name="Google Shape;4502;p75"/>
              <p:cNvSpPr/>
              <p:nvPr/>
            </p:nvSpPr>
            <p:spPr>
              <a:xfrm>
                <a:off x="1437475" y="2106850"/>
                <a:ext cx="72500" cy="240100"/>
              </a:xfrm>
              <a:custGeom>
                <a:rect b="b" l="l" r="r" t="t"/>
                <a:pathLst>
                  <a:path extrusionOk="0" h="9604" w="2900">
                    <a:moveTo>
                      <a:pt x="2767" y="0"/>
                    </a:moveTo>
                    <a:cubicBezTo>
                      <a:pt x="2714" y="0"/>
                      <a:pt x="2665" y="34"/>
                      <a:pt x="2649" y="87"/>
                    </a:cubicBezTo>
                    <a:lnTo>
                      <a:pt x="20" y="9454"/>
                    </a:lnTo>
                    <a:cubicBezTo>
                      <a:pt x="1" y="9517"/>
                      <a:pt x="38" y="9580"/>
                      <a:pt x="102" y="9599"/>
                    </a:cubicBezTo>
                    <a:cubicBezTo>
                      <a:pt x="116" y="9603"/>
                      <a:pt x="125" y="9603"/>
                      <a:pt x="133" y="9603"/>
                    </a:cubicBezTo>
                    <a:cubicBezTo>
                      <a:pt x="188" y="9603"/>
                      <a:pt x="234" y="9572"/>
                      <a:pt x="253" y="9517"/>
                    </a:cubicBezTo>
                    <a:lnTo>
                      <a:pt x="2882" y="151"/>
                    </a:lnTo>
                    <a:cubicBezTo>
                      <a:pt x="2900" y="91"/>
                      <a:pt x="2859" y="23"/>
                      <a:pt x="2800" y="5"/>
                    </a:cubicBezTo>
                    <a:cubicBezTo>
                      <a:pt x="2789" y="2"/>
                      <a:pt x="2778" y="0"/>
                      <a:pt x="27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3" name="Google Shape;4503;p75"/>
              <p:cNvSpPr/>
              <p:nvPr/>
            </p:nvSpPr>
            <p:spPr>
              <a:xfrm>
                <a:off x="1397625" y="2600100"/>
                <a:ext cx="219350" cy="65675"/>
              </a:xfrm>
              <a:custGeom>
                <a:rect b="b" l="l" r="r" t="t"/>
                <a:pathLst>
                  <a:path extrusionOk="0" h="2627" w="8774">
                    <a:moveTo>
                      <a:pt x="135" y="1"/>
                    </a:moveTo>
                    <a:cubicBezTo>
                      <a:pt x="82" y="1"/>
                      <a:pt x="33" y="35"/>
                      <a:pt x="19" y="88"/>
                    </a:cubicBezTo>
                    <a:cubicBezTo>
                      <a:pt x="0" y="151"/>
                      <a:pt x="42" y="215"/>
                      <a:pt x="105" y="233"/>
                    </a:cubicBezTo>
                    <a:lnTo>
                      <a:pt x="8605" y="2621"/>
                    </a:lnTo>
                    <a:cubicBezTo>
                      <a:pt x="8619" y="2627"/>
                      <a:pt x="8628" y="2627"/>
                      <a:pt x="8637" y="2627"/>
                    </a:cubicBezTo>
                    <a:cubicBezTo>
                      <a:pt x="8692" y="2627"/>
                      <a:pt x="8738" y="2589"/>
                      <a:pt x="8755" y="2539"/>
                    </a:cubicBezTo>
                    <a:cubicBezTo>
                      <a:pt x="8774" y="2476"/>
                      <a:pt x="8732" y="2412"/>
                      <a:pt x="8669" y="2394"/>
                    </a:cubicBezTo>
                    <a:lnTo>
                      <a:pt x="169" y="6"/>
                    </a:lnTo>
                    <a:cubicBezTo>
                      <a:pt x="157" y="2"/>
                      <a:pt x="146" y="1"/>
                      <a:pt x="1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4" name="Google Shape;4504;p75"/>
              <p:cNvSpPr/>
              <p:nvPr/>
            </p:nvSpPr>
            <p:spPr>
              <a:xfrm>
                <a:off x="1542225" y="2349325"/>
                <a:ext cx="56625" cy="184050"/>
              </a:xfrm>
              <a:custGeom>
                <a:rect b="b" l="l" r="r" t="t"/>
                <a:pathLst>
                  <a:path extrusionOk="0" h="7362" w="2265">
                    <a:moveTo>
                      <a:pt x="2134" y="1"/>
                    </a:moveTo>
                    <a:cubicBezTo>
                      <a:pt x="2081" y="1"/>
                      <a:pt x="2034" y="38"/>
                      <a:pt x="2018" y="87"/>
                    </a:cubicBezTo>
                    <a:lnTo>
                      <a:pt x="18" y="7210"/>
                    </a:lnTo>
                    <a:cubicBezTo>
                      <a:pt x="0" y="7275"/>
                      <a:pt x="36" y="7343"/>
                      <a:pt x="100" y="7361"/>
                    </a:cubicBezTo>
                    <a:lnTo>
                      <a:pt x="132" y="7361"/>
                    </a:lnTo>
                    <a:cubicBezTo>
                      <a:pt x="182" y="7361"/>
                      <a:pt x="232" y="7329"/>
                      <a:pt x="246" y="7275"/>
                    </a:cubicBezTo>
                    <a:lnTo>
                      <a:pt x="2247" y="155"/>
                    </a:lnTo>
                    <a:cubicBezTo>
                      <a:pt x="2265" y="91"/>
                      <a:pt x="2229" y="24"/>
                      <a:pt x="2165" y="5"/>
                    </a:cubicBezTo>
                    <a:cubicBezTo>
                      <a:pt x="2154" y="2"/>
                      <a:pt x="2144" y="1"/>
                      <a:pt x="21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5" name="Google Shape;4505;p75"/>
              <p:cNvSpPr/>
              <p:nvPr/>
            </p:nvSpPr>
            <p:spPr>
              <a:xfrm>
                <a:off x="1107625" y="1391650"/>
                <a:ext cx="794550" cy="186300"/>
              </a:xfrm>
              <a:custGeom>
                <a:rect b="b" l="l" r="r" t="t"/>
                <a:pathLst>
                  <a:path extrusionOk="0" h="7452" w="31782">
                    <a:moveTo>
                      <a:pt x="7330" y="0"/>
                    </a:moveTo>
                    <a:cubicBezTo>
                      <a:pt x="3283" y="0"/>
                      <a:pt x="1" y="3282"/>
                      <a:pt x="1" y="7329"/>
                    </a:cubicBezTo>
                    <a:lnTo>
                      <a:pt x="1" y="7451"/>
                    </a:lnTo>
                    <a:lnTo>
                      <a:pt x="31782" y="7451"/>
                    </a:lnTo>
                    <a:cubicBezTo>
                      <a:pt x="31130" y="6723"/>
                      <a:pt x="30182" y="6262"/>
                      <a:pt x="29129" y="6262"/>
                    </a:cubicBezTo>
                    <a:cubicBezTo>
                      <a:pt x="28660" y="6262"/>
                      <a:pt x="28208" y="6353"/>
                      <a:pt x="27798" y="6522"/>
                    </a:cubicBezTo>
                    <a:cubicBezTo>
                      <a:pt x="27608" y="6599"/>
                      <a:pt x="27408" y="6636"/>
                      <a:pt x="27210" y="6636"/>
                    </a:cubicBezTo>
                    <a:cubicBezTo>
                      <a:pt x="26810" y="6636"/>
                      <a:pt x="26416" y="6483"/>
                      <a:pt x="26121" y="6193"/>
                    </a:cubicBezTo>
                    <a:cubicBezTo>
                      <a:pt x="25360" y="5451"/>
                      <a:pt x="24320" y="4990"/>
                      <a:pt x="23176" y="4990"/>
                    </a:cubicBezTo>
                    <a:cubicBezTo>
                      <a:pt x="23072" y="4990"/>
                      <a:pt x="22967" y="4996"/>
                      <a:pt x="22867" y="5000"/>
                    </a:cubicBezTo>
                    <a:cubicBezTo>
                      <a:pt x="22713" y="5012"/>
                      <a:pt x="22560" y="5017"/>
                      <a:pt x="22407" y="5017"/>
                    </a:cubicBezTo>
                    <a:cubicBezTo>
                      <a:pt x="21168" y="5017"/>
                      <a:pt x="19953" y="4641"/>
                      <a:pt x="18943" y="3915"/>
                    </a:cubicBezTo>
                    <a:cubicBezTo>
                      <a:pt x="18013" y="3246"/>
                      <a:pt x="16874" y="2853"/>
                      <a:pt x="15643" y="2853"/>
                    </a:cubicBezTo>
                    <a:lnTo>
                      <a:pt x="15611" y="2853"/>
                    </a:lnTo>
                    <a:cubicBezTo>
                      <a:pt x="15597" y="2853"/>
                      <a:pt x="15583" y="2853"/>
                      <a:pt x="15569" y="2853"/>
                    </a:cubicBezTo>
                    <a:cubicBezTo>
                      <a:pt x="14221" y="2853"/>
                      <a:pt x="12916" y="2389"/>
                      <a:pt x="11851" y="1559"/>
                    </a:cubicBezTo>
                    <a:cubicBezTo>
                      <a:pt x="10607" y="579"/>
                      <a:pt x="9038" y="0"/>
                      <a:pt x="7330" y="0"/>
                    </a:cubicBez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6" name="Google Shape;4506;p75"/>
              <p:cNvSpPr/>
              <p:nvPr/>
            </p:nvSpPr>
            <p:spPr>
              <a:xfrm>
                <a:off x="1924600" y="1565300"/>
                <a:ext cx="72375" cy="12325"/>
              </a:xfrm>
              <a:custGeom>
                <a:rect b="b" l="l" r="r" t="t"/>
                <a:pathLst>
                  <a:path extrusionOk="0" h="493" w="2895">
                    <a:moveTo>
                      <a:pt x="1450" y="0"/>
                    </a:moveTo>
                    <a:cubicBezTo>
                      <a:pt x="903" y="0"/>
                      <a:pt x="402" y="183"/>
                      <a:pt x="1" y="492"/>
                    </a:cubicBezTo>
                    <a:lnTo>
                      <a:pt x="2895" y="492"/>
                    </a:lnTo>
                    <a:cubicBezTo>
                      <a:pt x="2493" y="183"/>
                      <a:pt x="1992" y="0"/>
                      <a:pt x="1450" y="0"/>
                    </a:cubicBez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7" name="Google Shape;4507;p75"/>
              <p:cNvSpPr/>
              <p:nvPr/>
            </p:nvSpPr>
            <p:spPr>
              <a:xfrm>
                <a:off x="1548375" y="1752600"/>
                <a:ext cx="1118025" cy="1745400"/>
              </a:xfrm>
              <a:custGeom>
                <a:rect b="b" l="l" r="r" t="t"/>
                <a:pathLst>
                  <a:path extrusionOk="0" h="69816" w="44721">
                    <a:moveTo>
                      <a:pt x="169" y="1"/>
                    </a:moveTo>
                    <a:cubicBezTo>
                      <a:pt x="73" y="1"/>
                      <a:pt x="0" y="79"/>
                      <a:pt x="0" y="169"/>
                    </a:cubicBezTo>
                    <a:lnTo>
                      <a:pt x="0" y="69651"/>
                    </a:lnTo>
                    <a:cubicBezTo>
                      <a:pt x="0" y="69742"/>
                      <a:pt x="73" y="69815"/>
                      <a:pt x="169" y="69815"/>
                    </a:cubicBezTo>
                    <a:lnTo>
                      <a:pt x="44720" y="69815"/>
                    </a:lnTo>
                    <a:lnTo>
                      <a:pt x="44720" y="1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8" name="Google Shape;4508;p75"/>
              <p:cNvSpPr/>
              <p:nvPr/>
            </p:nvSpPr>
            <p:spPr>
              <a:xfrm>
                <a:off x="1597250" y="1793400"/>
                <a:ext cx="1069150" cy="53900"/>
              </a:xfrm>
              <a:custGeom>
                <a:rect b="b" l="l" r="r" t="t"/>
                <a:pathLst>
                  <a:path extrusionOk="0" h="2156" w="42766">
                    <a:moveTo>
                      <a:pt x="0" y="1"/>
                    </a:moveTo>
                    <a:lnTo>
                      <a:pt x="0" y="2156"/>
                    </a:lnTo>
                    <a:lnTo>
                      <a:pt x="42765" y="2156"/>
                    </a:lnTo>
                    <a:lnTo>
                      <a:pt x="42765" y="1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9" name="Google Shape;4509;p75"/>
              <p:cNvSpPr/>
              <p:nvPr/>
            </p:nvSpPr>
            <p:spPr>
              <a:xfrm>
                <a:off x="1539600" y="1743825"/>
                <a:ext cx="1135575" cy="1762950"/>
              </a:xfrm>
              <a:custGeom>
                <a:rect b="b" l="l" r="r" t="t"/>
                <a:pathLst>
                  <a:path extrusionOk="0" h="70518" w="45423">
                    <a:moveTo>
                      <a:pt x="701" y="5297"/>
                    </a:moveTo>
                    <a:cubicBezTo>
                      <a:pt x="1299" y="6053"/>
                      <a:pt x="2229" y="6545"/>
                      <a:pt x="3268" y="6545"/>
                    </a:cubicBezTo>
                    <a:lnTo>
                      <a:pt x="44720" y="6545"/>
                    </a:lnTo>
                    <a:lnTo>
                      <a:pt x="44720" y="69815"/>
                    </a:lnTo>
                    <a:lnTo>
                      <a:pt x="3268" y="69815"/>
                    </a:lnTo>
                    <a:cubicBezTo>
                      <a:pt x="1856" y="69815"/>
                      <a:pt x="701" y="68667"/>
                      <a:pt x="701" y="67249"/>
                    </a:cubicBezTo>
                    <a:lnTo>
                      <a:pt x="701" y="5297"/>
                    </a:lnTo>
                    <a:close/>
                    <a:moveTo>
                      <a:pt x="3268" y="1"/>
                    </a:moveTo>
                    <a:cubicBezTo>
                      <a:pt x="1467" y="1"/>
                      <a:pt x="0" y="1469"/>
                      <a:pt x="0" y="3274"/>
                    </a:cubicBezTo>
                    <a:cubicBezTo>
                      <a:pt x="0" y="3533"/>
                      <a:pt x="28" y="3783"/>
                      <a:pt x="87" y="4025"/>
                    </a:cubicBezTo>
                    <a:lnTo>
                      <a:pt x="0" y="4025"/>
                    </a:lnTo>
                    <a:lnTo>
                      <a:pt x="0" y="67249"/>
                    </a:lnTo>
                    <a:cubicBezTo>
                      <a:pt x="0" y="69050"/>
                      <a:pt x="1467" y="70518"/>
                      <a:pt x="3268" y="70518"/>
                    </a:cubicBezTo>
                    <a:lnTo>
                      <a:pt x="45422" y="70518"/>
                    </a:lnTo>
                    <a:lnTo>
                      <a:pt x="45422" y="5844"/>
                    </a:lnTo>
                    <a:lnTo>
                      <a:pt x="3268" y="5844"/>
                    </a:lnTo>
                    <a:cubicBezTo>
                      <a:pt x="1856" y="5844"/>
                      <a:pt x="701" y="4691"/>
                      <a:pt x="701" y="3274"/>
                    </a:cubicBezTo>
                    <a:cubicBezTo>
                      <a:pt x="701" y="1856"/>
                      <a:pt x="1856" y="703"/>
                      <a:pt x="3268" y="703"/>
                    </a:cubicBezTo>
                    <a:lnTo>
                      <a:pt x="45071" y="703"/>
                    </a:lnTo>
                    <a:lnTo>
                      <a:pt x="45071" y="1"/>
                    </a:lnTo>
                    <a:close/>
                  </a:path>
                </a:pathLst>
              </a:custGeom>
              <a:solidFill>
                <a:srgbClr val="5C25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0" name="Google Shape;4510;p75"/>
              <p:cNvSpPr/>
              <p:nvPr/>
            </p:nvSpPr>
            <p:spPr>
              <a:xfrm>
                <a:off x="1588475" y="1784625"/>
                <a:ext cx="1077925" cy="71450"/>
              </a:xfrm>
              <a:custGeom>
                <a:rect b="b" l="l" r="r" t="t"/>
                <a:pathLst>
                  <a:path extrusionOk="0" h="2858" w="43117">
                    <a:moveTo>
                      <a:pt x="1432" y="1"/>
                    </a:moveTo>
                    <a:cubicBezTo>
                      <a:pt x="643" y="1"/>
                      <a:pt x="0" y="643"/>
                      <a:pt x="0" y="1431"/>
                    </a:cubicBezTo>
                    <a:cubicBezTo>
                      <a:pt x="0" y="2220"/>
                      <a:pt x="643" y="2858"/>
                      <a:pt x="1432" y="2858"/>
                    </a:cubicBezTo>
                    <a:lnTo>
                      <a:pt x="43116" y="2858"/>
                    </a:lnTo>
                    <a:lnTo>
                      <a:pt x="43116" y="2157"/>
                    </a:lnTo>
                    <a:lnTo>
                      <a:pt x="1432" y="2157"/>
                    </a:lnTo>
                    <a:cubicBezTo>
                      <a:pt x="1030" y="2157"/>
                      <a:pt x="702" y="1833"/>
                      <a:pt x="702" y="1431"/>
                    </a:cubicBezTo>
                    <a:cubicBezTo>
                      <a:pt x="702" y="1030"/>
                      <a:pt x="1030" y="702"/>
                      <a:pt x="1432" y="702"/>
                    </a:cubicBezTo>
                    <a:lnTo>
                      <a:pt x="43116" y="702"/>
                    </a:lnTo>
                    <a:lnTo>
                      <a:pt x="43116" y="1"/>
                    </a:lnTo>
                    <a:close/>
                  </a:path>
                </a:pathLst>
              </a:custGeom>
              <a:solidFill>
                <a:srgbClr val="5C25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1" name="Google Shape;4511;p75"/>
              <p:cNvSpPr/>
              <p:nvPr/>
            </p:nvSpPr>
            <p:spPr>
              <a:xfrm>
                <a:off x="2184275" y="2000775"/>
                <a:ext cx="421950" cy="738600"/>
              </a:xfrm>
              <a:custGeom>
                <a:rect b="b" l="l" r="r" t="t"/>
                <a:pathLst>
                  <a:path extrusionOk="0" h="29544" w="16878">
                    <a:moveTo>
                      <a:pt x="46" y="0"/>
                    </a:moveTo>
                    <a:cubicBezTo>
                      <a:pt x="24" y="0"/>
                      <a:pt x="1" y="19"/>
                      <a:pt x="1" y="46"/>
                    </a:cubicBezTo>
                    <a:lnTo>
                      <a:pt x="1" y="29498"/>
                    </a:lnTo>
                    <a:cubicBezTo>
                      <a:pt x="1" y="29526"/>
                      <a:pt x="24" y="29543"/>
                      <a:pt x="46" y="29543"/>
                    </a:cubicBezTo>
                    <a:lnTo>
                      <a:pt x="16832" y="29543"/>
                    </a:lnTo>
                    <a:cubicBezTo>
                      <a:pt x="16855" y="29543"/>
                      <a:pt x="16878" y="29526"/>
                      <a:pt x="16878" y="29498"/>
                    </a:cubicBezTo>
                    <a:lnTo>
                      <a:pt x="16878" y="46"/>
                    </a:lnTo>
                    <a:cubicBezTo>
                      <a:pt x="16878" y="19"/>
                      <a:pt x="16855" y="0"/>
                      <a:pt x="16832" y="0"/>
                    </a:cubicBez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2" name="Google Shape;4512;p75"/>
              <p:cNvSpPr/>
              <p:nvPr/>
            </p:nvSpPr>
            <p:spPr>
              <a:xfrm>
                <a:off x="1645000" y="2097050"/>
                <a:ext cx="67350" cy="89600"/>
              </a:xfrm>
              <a:custGeom>
                <a:rect b="b" l="l" r="r" t="t"/>
                <a:pathLst>
                  <a:path extrusionOk="0" h="3584" w="2694">
                    <a:moveTo>
                      <a:pt x="0" y="1"/>
                    </a:moveTo>
                    <a:lnTo>
                      <a:pt x="0" y="3583"/>
                    </a:lnTo>
                    <a:lnTo>
                      <a:pt x="438" y="3583"/>
                    </a:lnTo>
                    <a:lnTo>
                      <a:pt x="438" y="2052"/>
                    </a:lnTo>
                    <a:cubicBezTo>
                      <a:pt x="438" y="1455"/>
                      <a:pt x="429" y="1026"/>
                      <a:pt x="401" y="575"/>
                    </a:cubicBezTo>
                    <a:lnTo>
                      <a:pt x="415" y="571"/>
                    </a:lnTo>
                    <a:cubicBezTo>
                      <a:pt x="597" y="958"/>
                      <a:pt x="834" y="1368"/>
                      <a:pt x="1085" y="1764"/>
                    </a:cubicBezTo>
                    <a:lnTo>
                      <a:pt x="2224" y="3583"/>
                    </a:lnTo>
                    <a:lnTo>
                      <a:pt x="2693" y="3583"/>
                    </a:lnTo>
                    <a:lnTo>
                      <a:pt x="2693" y="1"/>
                    </a:lnTo>
                    <a:lnTo>
                      <a:pt x="2256" y="1"/>
                    </a:lnTo>
                    <a:lnTo>
                      <a:pt x="2256" y="1501"/>
                    </a:lnTo>
                    <a:cubicBezTo>
                      <a:pt x="2256" y="2056"/>
                      <a:pt x="2265" y="2494"/>
                      <a:pt x="2310" y="2972"/>
                    </a:cubicBezTo>
                    <a:lnTo>
                      <a:pt x="2297" y="2977"/>
                    </a:lnTo>
                    <a:cubicBezTo>
                      <a:pt x="2129" y="2608"/>
                      <a:pt x="1923" y="2233"/>
                      <a:pt x="1654" y="1810"/>
                    </a:cubicBezTo>
                    <a:lnTo>
                      <a:pt x="505" y="1"/>
                    </a:lnTo>
                    <a:close/>
                  </a:path>
                </a:pathLst>
              </a:custGeom>
              <a:solidFill>
                <a:srgbClr val="5C25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3" name="Google Shape;4513;p75"/>
              <p:cNvSpPr/>
              <p:nvPr/>
            </p:nvSpPr>
            <p:spPr>
              <a:xfrm>
                <a:off x="1732600" y="2097050"/>
                <a:ext cx="50400" cy="89600"/>
              </a:xfrm>
              <a:custGeom>
                <a:rect b="b" l="l" r="r" t="t"/>
                <a:pathLst>
                  <a:path extrusionOk="0" h="3584" w="2016">
                    <a:moveTo>
                      <a:pt x="1" y="1"/>
                    </a:moveTo>
                    <a:lnTo>
                      <a:pt x="1" y="3583"/>
                    </a:lnTo>
                    <a:lnTo>
                      <a:pt x="2016" y="3583"/>
                    </a:lnTo>
                    <a:lnTo>
                      <a:pt x="2016" y="3196"/>
                    </a:lnTo>
                    <a:lnTo>
                      <a:pt x="461" y="3196"/>
                    </a:lnTo>
                    <a:lnTo>
                      <a:pt x="461" y="1901"/>
                    </a:lnTo>
                    <a:lnTo>
                      <a:pt x="1856" y="1901"/>
                    </a:lnTo>
                    <a:lnTo>
                      <a:pt x="1856" y="1518"/>
                    </a:lnTo>
                    <a:lnTo>
                      <a:pt x="461" y="1518"/>
                    </a:lnTo>
                    <a:lnTo>
                      <a:pt x="461" y="388"/>
                    </a:lnTo>
                    <a:lnTo>
                      <a:pt x="1938" y="388"/>
                    </a:lnTo>
                    <a:lnTo>
                      <a:pt x="1938" y="1"/>
                    </a:lnTo>
                    <a:close/>
                  </a:path>
                </a:pathLst>
              </a:custGeom>
              <a:solidFill>
                <a:srgbClr val="5C25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4" name="Google Shape;4514;p75"/>
              <p:cNvSpPr/>
              <p:nvPr/>
            </p:nvSpPr>
            <p:spPr>
              <a:xfrm>
                <a:off x="1791075" y="2097050"/>
                <a:ext cx="109525" cy="89600"/>
              </a:xfrm>
              <a:custGeom>
                <a:rect b="b" l="l" r="r" t="t"/>
                <a:pathLst>
                  <a:path extrusionOk="0" h="3584" w="4381">
                    <a:moveTo>
                      <a:pt x="0" y="1"/>
                    </a:moveTo>
                    <a:lnTo>
                      <a:pt x="912" y="3583"/>
                    </a:lnTo>
                    <a:lnTo>
                      <a:pt x="1395" y="3583"/>
                    </a:lnTo>
                    <a:lnTo>
                      <a:pt x="1905" y="1719"/>
                    </a:lnTo>
                    <a:cubicBezTo>
                      <a:pt x="2041" y="1254"/>
                      <a:pt x="2119" y="903"/>
                      <a:pt x="2183" y="548"/>
                    </a:cubicBezTo>
                    <a:lnTo>
                      <a:pt x="2192" y="548"/>
                    </a:lnTo>
                    <a:cubicBezTo>
                      <a:pt x="2243" y="908"/>
                      <a:pt x="2315" y="1259"/>
                      <a:pt x="2429" y="1719"/>
                    </a:cubicBezTo>
                    <a:lnTo>
                      <a:pt x="2880" y="3583"/>
                    </a:lnTo>
                    <a:lnTo>
                      <a:pt x="3364" y="3583"/>
                    </a:lnTo>
                    <a:lnTo>
                      <a:pt x="4380" y="1"/>
                    </a:lnTo>
                    <a:lnTo>
                      <a:pt x="3905" y="1"/>
                    </a:lnTo>
                    <a:lnTo>
                      <a:pt x="3436" y="1806"/>
                    </a:lnTo>
                    <a:cubicBezTo>
                      <a:pt x="3322" y="2252"/>
                      <a:pt x="3222" y="2653"/>
                      <a:pt x="3145" y="3045"/>
                    </a:cubicBezTo>
                    <a:lnTo>
                      <a:pt x="3135" y="3045"/>
                    </a:lnTo>
                    <a:cubicBezTo>
                      <a:pt x="3081" y="2667"/>
                      <a:pt x="2985" y="2243"/>
                      <a:pt x="2885" y="1819"/>
                    </a:cubicBezTo>
                    <a:lnTo>
                      <a:pt x="2452" y="1"/>
                    </a:lnTo>
                    <a:lnTo>
                      <a:pt x="1964" y="1"/>
                    </a:lnTo>
                    <a:lnTo>
                      <a:pt x="1486" y="1806"/>
                    </a:lnTo>
                    <a:cubicBezTo>
                      <a:pt x="1362" y="2271"/>
                      <a:pt x="1253" y="2694"/>
                      <a:pt x="1194" y="3049"/>
                    </a:cubicBezTo>
                    <a:lnTo>
                      <a:pt x="1185" y="3049"/>
                    </a:lnTo>
                    <a:cubicBezTo>
                      <a:pt x="1122" y="2704"/>
                      <a:pt x="1025" y="2256"/>
                      <a:pt x="916" y="1810"/>
                    </a:cubicBezTo>
                    <a:lnTo>
                      <a:pt x="493" y="1"/>
                    </a:lnTo>
                    <a:close/>
                  </a:path>
                </a:pathLst>
              </a:custGeom>
              <a:solidFill>
                <a:srgbClr val="5C25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5" name="Google Shape;4515;p75"/>
              <p:cNvSpPr/>
              <p:nvPr/>
            </p:nvSpPr>
            <p:spPr>
              <a:xfrm>
                <a:off x="1649425" y="2013400"/>
                <a:ext cx="25775" cy="34800"/>
              </a:xfrm>
              <a:custGeom>
                <a:rect b="b" l="l" r="r" t="t"/>
                <a:pathLst>
                  <a:path extrusionOk="0" h="1392" w="1031">
                    <a:moveTo>
                      <a:pt x="515" y="526"/>
                    </a:moveTo>
                    <a:cubicBezTo>
                      <a:pt x="429" y="526"/>
                      <a:pt x="356" y="589"/>
                      <a:pt x="356" y="690"/>
                    </a:cubicBezTo>
                    <a:cubicBezTo>
                      <a:pt x="356" y="785"/>
                      <a:pt x="429" y="849"/>
                      <a:pt x="515" y="849"/>
                    </a:cubicBezTo>
                    <a:cubicBezTo>
                      <a:pt x="607" y="849"/>
                      <a:pt x="675" y="785"/>
                      <a:pt x="675" y="690"/>
                    </a:cubicBezTo>
                    <a:cubicBezTo>
                      <a:pt x="675" y="589"/>
                      <a:pt x="607" y="526"/>
                      <a:pt x="515" y="526"/>
                    </a:cubicBezTo>
                    <a:close/>
                    <a:moveTo>
                      <a:pt x="515" y="243"/>
                    </a:moveTo>
                    <a:cubicBezTo>
                      <a:pt x="648" y="243"/>
                      <a:pt x="753" y="343"/>
                      <a:pt x="753" y="694"/>
                    </a:cubicBezTo>
                    <a:cubicBezTo>
                      <a:pt x="753" y="1040"/>
                      <a:pt x="648" y="1155"/>
                      <a:pt x="515" y="1155"/>
                    </a:cubicBezTo>
                    <a:cubicBezTo>
                      <a:pt x="383" y="1155"/>
                      <a:pt x="279" y="1040"/>
                      <a:pt x="279" y="694"/>
                    </a:cubicBezTo>
                    <a:cubicBezTo>
                      <a:pt x="279" y="343"/>
                      <a:pt x="383" y="243"/>
                      <a:pt x="515" y="243"/>
                    </a:cubicBezTo>
                    <a:close/>
                    <a:moveTo>
                      <a:pt x="515" y="1"/>
                    </a:moveTo>
                    <a:cubicBezTo>
                      <a:pt x="206" y="1"/>
                      <a:pt x="0" y="238"/>
                      <a:pt x="0" y="694"/>
                    </a:cubicBezTo>
                    <a:cubicBezTo>
                      <a:pt x="0" y="1145"/>
                      <a:pt x="206" y="1391"/>
                      <a:pt x="515" y="1391"/>
                    </a:cubicBezTo>
                    <a:cubicBezTo>
                      <a:pt x="826" y="1391"/>
                      <a:pt x="1031" y="1145"/>
                      <a:pt x="1031" y="694"/>
                    </a:cubicBezTo>
                    <a:cubicBezTo>
                      <a:pt x="1031" y="238"/>
                      <a:pt x="826" y="1"/>
                      <a:pt x="515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6" name="Google Shape;4516;p75"/>
              <p:cNvSpPr/>
              <p:nvPr/>
            </p:nvSpPr>
            <p:spPr>
              <a:xfrm>
                <a:off x="1682375" y="2014100"/>
                <a:ext cx="24375" cy="33525"/>
              </a:xfrm>
              <a:custGeom>
                <a:rect b="b" l="l" r="r" t="t"/>
                <a:pathLst>
                  <a:path extrusionOk="0" h="1341" w="975">
                    <a:moveTo>
                      <a:pt x="442" y="0"/>
                    </a:moveTo>
                    <a:cubicBezTo>
                      <a:pt x="337" y="60"/>
                      <a:pt x="241" y="96"/>
                      <a:pt x="64" y="124"/>
                    </a:cubicBezTo>
                    <a:lnTo>
                      <a:pt x="64" y="315"/>
                    </a:lnTo>
                    <a:lnTo>
                      <a:pt x="360" y="315"/>
                    </a:lnTo>
                    <a:lnTo>
                      <a:pt x="360" y="1090"/>
                    </a:lnTo>
                    <a:lnTo>
                      <a:pt x="0" y="1090"/>
                    </a:lnTo>
                    <a:lnTo>
                      <a:pt x="0" y="1340"/>
                    </a:lnTo>
                    <a:lnTo>
                      <a:pt x="975" y="1340"/>
                    </a:lnTo>
                    <a:lnTo>
                      <a:pt x="975" y="1090"/>
                    </a:lnTo>
                    <a:lnTo>
                      <a:pt x="670" y="1090"/>
                    </a:lnTo>
                    <a:lnTo>
                      <a:pt x="670" y="0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7" name="Google Shape;4517;p75"/>
              <p:cNvSpPr/>
              <p:nvPr/>
            </p:nvSpPr>
            <p:spPr>
              <a:xfrm>
                <a:off x="1713675" y="2010125"/>
                <a:ext cx="23850" cy="45950"/>
              </a:xfrm>
              <a:custGeom>
                <a:rect b="b" l="l" r="r" t="t"/>
                <a:pathLst>
                  <a:path extrusionOk="0" h="1838" w="954">
                    <a:moveTo>
                      <a:pt x="699" y="1"/>
                    </a:moveTo>
                    <a:lnTo>
                      <a:pt x="1" y="1837"/>
                    </a:lnTo>
                    <a:lnTo>
                      <a:pt x="261" y="1837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8" name="Google Shape;4518;p75"/>
              <p:cNvSpPr/>
              <p:nvPr/>
            </p:nvSpPr>
            <p:spPr>
              <a:xfrm>
                <a:off x="1745600" y="2014100"/>
                <a:ext cx="24400" cy="33525"/>
              </a:xfrm>
              <a:custGeom>
                <a:rect b="b" l="l" r="r" t="t"/>
                <a:pathLst>
                  <a:path extrusionOk="0" h="1341" w="976">
                    <a:moveTo>
                      <a:pt x="447" y="0"/>
                    </a:moveTo>
                    <a:cubicBezTo>
                      <a:pt x="343" y="60"/>
                      <a:pt x="246" y="96"/>
                      <a:pt x="64" y="124"/>
                    </a:cubicBezTo>
                    <a:lnTo>
                      <a:pt x="64" y="315"/>
                    </a:lnTo>
                    <a:lnTo>
                      <a:pt x="360" y="315"/>
                    </a:lnTo>
                    <a:lnTo>
                      <a:pt x="360" y="1090"/>
                    </a:lnTo>
                    <a:lnTo>
                      <a:pt x="0" y="1090"/>
                    </a:lnTo>
                    <a:lnTo>
                      <a:pt x="0" y="1340"/>
                    </a:lnTo>
                    <a:lnTo>
                      <a:pt x="976" y="1340"/>
                    </a:lnTo>
                    <a:lnTo>
                      <a:pt x="976" y="1090"/>
                    </a:lnTo>
                    <a:lnTo>
                      <a:pt x="675" y="1090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9" name="Google Shape;4519;p75"/>
              <p:cNvSpPr/>
              <p:nvPr/>
            </p:nvSpPr>
            <p:spPr>
              <a:xfrm>
                <a:off x="1775900" y="2013400"/>
                <a:ext cx="25675" cy="34800"/>
              </a:xfrm>
              <a:custGeom>
                <a:rect b="b" l="l" r="r" t="t"/>
                <a:pathLst>
                  <a:path extrusionOk="0" h="1392" w="1027">
                    <a:moveTo>
                      <a:pt x="488" y="238"/>
                    </a:moveTo>
                    <a:cubicBezTo>
                      <a:pt x="593" y="238"/>
                      <a:pt x="698" y="303"/>
                      <a:pt x="733" y="511"/>
                    </a:cubicBezTo>
                    <a:lnTo>
                      <a:pt x="733" y="511"/>
                    </a:lnTo>
                    <a:cubicBezTo>
                      <a:pt x="652" y="610"/>
                      <a:pt x="564" y="648"/>
                      <a:pt x="484" y="648"/>
                    </a:cubicBezTo>
                    <a:cubicBezTo>
                      <a:pt x="366" y="648"/>
                      <a:pt x="284" y="589"/>
                      <a:pt x="284" y="453"/>
                    </a:cubicBezTo>
                    <a:cubicBezTo>
                      <a:pt x="284" y="302"/>
                      <a:pt x="383" y="238"/>
                      <a:pt x="488" y="238"/>
                    </a:cubicBezTo>
                    <a:close/>
                    <a:moveTo>
                      <a:pt x="484" y="1"/>
                    </a:moveTo>
                    <a:cubicBezTo>
                      <a:pt x="224" y="1"/>
                      <a:pt x="0" y="175"/>
                      <a:pt x="0" y="453"/>
                    </a:cubicBezTo>
                    <a:cubicBezTo>
                      <a:pt x="0" y="735"/>
                      <a:pt x="183" y="867"/>
                      <a:pt x="416" y="867"/>
                    </a:cubicBezTo>
                    <a:cubicBezTo>
                      <a:pt x="516" y="867"/>
                      <a:pt x="648" y="812"/>
                      <a:pt x="743" y="713"/>
                    </a:cubicBezTo>
                    <a:lnTo>
                      <a:pt x="743" y="713"/>
                    </a:lnTo>
                    <a:cubicBezTo>
                      <a:pt x="731" y="1033"/>
                      <a:pt x="585" y="1141"/>
                      <a:pt x="420" y="1141"/>
                    </a:cubicBezTo>
                    <a:cubicBezTo>
                      <a:pt x="334" y="1141"/>
                      <a:pt x="242" y="1095"/>
                      <a:pt x="183" y="1045"/>
                    </a:cubicBezTo>
                    <a:lnTo>
                      <a:pt x="23" y="1231"/>
                    </a:lnTo>
                    <a:cubicBezTo>
                      <a:pt x="115" y="1319"/>
                      <a:pt x="256" y="1391"/>
                      <a:pt x="448" y="1391"/>
                    </a:cubicBezTo>
                    <a:cubicBezTo>
                      <a:pt x="744" y="1391"/>
                      <a:pt x="1026" y="1168"/>
                      <a:pt x="1026" y="667"/>
                    </a:cubicBezTo>
                    <a:cubicBezTo>
                      <a:pt x="1026" y="198"/>
                      <a:pt x="757" y="1"/>
                      <a:pt x="484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0" name="Google Shape;4520;p75"/>
              <p:cNvSpPr/>
              <p:nvPr/>
            </p:nvSpPr>
            <p:spPr>
              <a:xfrm>
                <a:off x="1646475" y="2484225"/>
                <a:ext cx="485300" cy="10975"/>
              </a:xfrm>
              <a:custGeom>
                <a:rect b="b" l="l" r="r" t="t"/>
                <a:pathLst>
                  <a:path extrusionOk="0" h="439" w="19412">
                    <a:moveTo>
                      <a:pt x="0" y="1"/>
                    </a:moveTo>
                    <a:lnTo>
                      <a:pt x="0" y="438"/>
                    </a:lnTo>
                    <a:lnTo>
                      <a:pt x="19411" y="438"/>
                    </a:lnTo>
                    <a:lnTo>
                      <a:pt x="19411" y="1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1" name="Google Shape;4521;p75"/>
              <p:cNvSpPr/>
              <p:nvPr/>
            </p:nvSpPr>
            <p:spPr>
              <a:xfrm>
                <a:off x="1646475" y="2545650"/>
                <a:ext cx="485300" cy="11075"/>
              </a:xfrm>
              <a:custGeom>
                <a:rect b="b" l="l" r="r" t="t"/>
                <a:pathLst>
                  <a:path extrusionOk="0" h="443" w="19412">
                    <a:moveTo>
                      <a:pt x="0" y="0"/>
                    </a:moveTo>
                    <a:lnTo>
                      <a:pt x="0" y="442"/>
                    </a:lnTo>
                    <a:lnTo>
                      <a:pt x="19411" y="442"/>
                    </a:lnTo>
                    <a:lnTo>
                      <a:pt x="1941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2" name="Google Shape;4522;p75"/>
              <p:cNvSpPr/>
              <p:nvPr/>
            </p:nvSpPr>
            <p:spPr>
              <a:xfrm>
                <a:off x="1646475" y="2607175"/>
                <a:ext cx="485300" cy="10975"/>
              </a:xfrm>
              <a:custGeom>
                <a:rect b="b" l="l" r="r" t="t"/>
                <a:pathLst>
                  <a:path extrusionOk="0" h="439" w="19412">
                    <a:moveTo>
                      <a:pt x="0" y="0"/>
                    </a:moveTo>
                    <a:lnTo>
                      <a:pt x="0" y="438"/>
                    </a:lnTo>
                    <a:lnTo>
                      <a:pt x="19411" y="438"/>
                    </a:lnTo>
                    <a:lnTo>
                      <a:pt x="1941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3" name="Google Shape;4523;p75"/>
              <p:cNvSpPr/>
              <p:nvPr/>
            </p:nvSpPr>
            <p:spPr>
              <a:xfrm>
                <a:off x="1646475" y="2668700"/>
                <a:ext cx="485300" cy="10975"/>
              </a:xfrm>
              <a:custGeom>
                <a:rect b="b" l="l" r="r" t="t"/>
                <a:pathLst>
                  <a:path extrusionOk="0" h="439" w="19412">
                    <a:moveTo>
                      <a:pt x="0" y="1"/>
                    </a:moveTo>
                    <a:lnTo>
                      <a:pt x="0" y="438"/>
                    </a:lnTo>
                    <a:lnTo>
                      <a:pt x="19411" y="438"/>
                    </a:lnTo>
                    <a:lnTo>
                      <a:pt x="19411" y="1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4" name="Google Shape;4524;p75"/>
              <p:cNvSpPr/>
              <p:nvPr/>
            </p:nvSpPr>
            <p:spPr>
              <a:xfrm>
                <a:off x="1646475" y="2730125"/>
                <a:ext cx="485300" cy="11075"/>
              </a:xfrm>
              <a:custGeom>
                <a:rect b="b" l="l" r="r" t="t"/>
                <a:pathLst>
                  <a:path extrusionOk="0" h="443" w="19412">
                    <a:moveTo>
                      <a:pt x="0" y="0"/>
                    </a:moveTo>
                    <a:lnTo>
                      <a:pt x="0" y="442"/>
                    </a:lnTo>
                    <a:lnTo>
                      <a:pt x="19411" y="442"/>
                    </a:lnTo>
                    <a:lnTo>
                      <a:pt x="1941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5" name="Google Shape;4525;p75"/>
              <p:cNvSpPr/>
              <p:nvPr/>
            </p:nvSpPr>
            <p:spPr>
              <a:xfrm>
                <a:off x="1646475" y="2811575"/>
                <a:ext cx="959750" cy="112725"/>
              </a:xfrm>
              <a:custGeom>
                <a:rect b="b" l="l" r="r" t="t"/>
                <a:pathLst>
                  <a:path extrusionOk="0" h="4509" w="38390">
                    <a:moveTo>
                      <a:pt x="46" y="1"/>
                    </a:moveTo>
                    <a:cubicBezTo>
                      <a:pt x="23" y="1"/>
                      <a:pt x="0" y="24"/>
                      <a:pt x="0" y="47"/>
                    </a:cubicBezTo>
                    <a:lnTo>
                      <a:pt x="0" y="4463"/>
                    </a:lnTo>
                    <a:cubicBezTo>
                      <a:pt x="0" y="4490"/>
                      <a:pt x="23" y="4509"/>
                      <a:pt x="46" y="4509"/>
                    </a:cubicBezTo>
                    <a:lnTo>
                      <a:pt x="38344" y="4509"/>
                    </a:lnTo>
                    <a:cubicBezTo>
                      <a:pt x="38367" y="4509"/>
                      <a:pt x="38390" y="4490"/>
                      <a:pt x="38390" y="4463"/>
                    </a:cubicBezTo>
                    <a:lnTo>
                      <a:pt x="38390" y="47"/>
                    </a:lnTo>
                    <a:cubicBezTo>
                      <a:pt x="38390" y="24"/>
                      <a:pt x="38367" y="1"/>
                      <a:pt x="38344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6" name="Google Shape;4526;p75"/>
              <p:cNvSpPr/>
              <p:nvPr/>
            </p:nvSpPr>
            <p:spPr>
              <a:xfrm>
                <a:off x="1911725" y="2856700"/>
                <a:ext cx="959650" cy="112725"/>
              </a:xfrm>
              <a:custGeom>
                <a:rect b="b" l="l" r="r" t="t"/>
                <a:pathLst>
                  <a:path extrusionOk="0" h="4509" w="38386">
                    <a:moveTo>
                      <a:pt x="46" y="1"/>
                    </a:moveTo>
                    <a:cubicBezTo>
                      <a:pt x="23" y="1"/>
                      <a:pt x="0" y="19"/>
                      <a:pt x="0" y="47"/>
                    </a:cubicBezTo>
                    <a:lnTo>
                      <a:pt x="0" y="4463"/>
                    </a:lnTo>
                    <a:cubicBezTo>
                      <a:pt x="0" y="4486"/>
                      <a:pt x="23" y="4509"/>
                      <a:pt x="46" y="4509"/>
                    </a:cubicBezTo>
                    <a:lnTo>
                      <a:pt x="38340" y="4509"/>
                    </a:lnTo>
                    <a:cubicBezTo>
                      <a:pt x="38367" y="4509"/>
                      <a:pt x="38386" y="4486"/>
                      <a:pt x="38386" y="4463"/>
                    </a:cubicBezTo>
                    <a:lnTo>
                      <a:pt x="38386" y="47"/>
                    </a:lnTo>
                    <a:cubicBezTo>
                      <a:pt x="38386" y="19"/>
                      <a:pt x="38367" y="1"/>
                      <a:pt x="38340" y="1"/>
                    </a:cubicBez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7" name="Google Shape;4527;p75"/>
              <p:cNvSpPr/>
              <p:nvPr/>
            </p:nvSpPr>
            <p:spPr>
              <a:xfrm>
                <a:off x="1889150" y="2989675"/>
                <a:ext cx="318050" cy="11100"/>
              </a:xfrm>
              <a:custGeom>
                <a:rect b="b" l="l" r="r" t="t"/>
                <a:pathLst>
                  <a:path extrusionOk="0" h="444" w="12722">
                    <a:moveTo>
                      <a:pt x="1" y="0"/>
                    </a:moveTo>
                    <a:lnTo>
                      <a:pt x="1" y="443"/>
                    </a:lnTo>
                    <a:lnTo>
                      <a:pt x="12721" y="443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8" name="Google Shape;4528;p75"/>
              <p:cNvSpPr/>
              <p:nvPr/>
            </p:nvSpPr>
            <p:spPr>
              <a:xfrm>
                <a:off x="1889150" y="3043925"/>
                <a:ext cx="318050" cy="11075"/>
              </a:xfrm>
              <a:custGeom>
                <a:rect b="b" l="l" r="r" t="t"/>
                <a:pathLst>
                  <a:path extrusionOk="0" h="443" w="12722">
                    <a:moveTo>
                      <a:pt x="1" y="0"/>
                    </a:moveTo>
                    <a:lnTo>
                      <a:pt x="1" y="442"/>
                    </a:lnTo>
                    <a:lnTo>
                      <a:pt x="12721" y="442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9" name="Google Shape;4529;p75"/>
              <p:cNvSpPr/>
              <p:nvPr/>
            </p:nvSpPr>
            <p:spPr>
              <a:xfrm>
                <a:off x="1889150" y="3098150"/>
                <a:ext cx="318050" cy="11075"/>
              </a:xfrm>
              <a:custGeom>
                <a:rect b="b" l="l" r="r" t="t"/>
                <a:pathLst>
                  <a:path extrusionOk="0" h="443" w="12722">
                    <a:moveTo>
                      <a:pt x="1" y="0"/>
                    </a:moveTo>
                    <a:lnTo>
                      <a:pt x="1" y="442"/>
                    </a:lnTo>
                    <a:lnTo>
                      <a:pt x="12721" y="442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0" name="Google Shape;4530;p75"/>
              <p:cNvSpPr/>
              <p:nvPr/>
            </p:nvSpPr>
            <p:spPr>
              <a:xfrm>
                <a:off x="1889150" y="3152375"/>
                <a:ext cx="318050" cy="11100"/>
              </a:xfrm>
              <a:custGeom>
                <a:rect b="b" l="l" r="r" t="t"/>
                <a:pathLst>
                  <a:path extrusionOk="0" h="444" w="12722">
                    <a:moveTo>
                      <a:pt x="1" y="0"/>
                    </a:moveTo>
                    <a:lnTo>
                      <a:pt x="1" y="443"/>
                    </a:lnTo>
                    <a:lnTo>
                      <a:pt x="12721" y="443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1" name="Google Shape;4531;p75"/>
              <p:cNvSpPr/>
              <p:nvPr/>
            </p:nvSpPr>
            <p:spPr>
              <a:xfrm>
                <a:off x="1889150" y="3206750"/>
                <a:ext cx="318050" cy="10950"/>
              </a:xfrm>
              <a:custGeom>
                <a:rect b="b" l="l" r="r" t="t"/>
                <a:pathLst>
                  <a:path extrusionOk="0" h="438" w="12722">
                    <a:moveTo>
                      <a:pt x="1" y="0"/>
                    </a:moveTo>
                    <a:lnTo>
                      <a:pt x="1" y="438"/>
                    </a:lnTo>
                    <a:lnTo>
                      <a:pt x="12721" y="438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2" name="Google Shape;4532;p75"/>
              <p:cNvSpPr/>
              <p:nvPr/>
            </p:nvSpPr>
            <p:spPr>
              <a:xfrm>
                <a:off x="1889150" y="3260975"/>
                <a:ext cx="318050" cy="10950"/>
              </a:xfrm>
              <a:custGeom>
                <a:rect b="b" l="l" r="r" t="t"/>
                <a:pathLst>
                  <a:path extrusionOk="0" h="438" w="12722">
                    <a:moveTo>
                      <a:pt x="1" y="0"/>
                    </a:moveTo>
                    <a:lnTo>
                      <a:pt x="1" y="438"/>
                    </a:lnTo>
                    <a:lnTo>
                      <a:pt x="12721" y="438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3" name="Google Shape;4533;p75"/>
              <p:cNvSpPr/>
              <p:nvPr/>
            </p:nvSpPr>
            <p:spPr>
              <a:xfrm>
                <a:off x="1889150" y="3315225"/>
                <a:ext cx="318050" cy="10950"/>
              </a:xfrm>
              <a:custGeom>
                <a:rect b="b" l="l" r="r" t="t"/>
                <a:pathLst>
                  <a:path extrusionOk="0" h="438" w="12722">
                    <a:moveTo>
                      <a:pt x="1" y="0"/>
                    </a:moveTo>
                    <a:lnTo>
                      <a:pt x="1" y="438"/>
                    </a:lnTo>
                    <a:lnTo>
                      <a:pt x="12721" y="438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4" name="Google Shape;4534;p75"/>
              <p:cNvSpPr/>
              <p:nvPr/>
            </p:nvSpPr>
            <p:spPr>
              <a:xfrm>
                <a:off x="2267900" y="2989675"/>
                <a:ext cx="318025" cy="11100"/>
              </a:xfrm>
              <a:custGeom>
                <a:rect b="b" l="l" r="r" t="t"/>
                <a:pathLst>
                  <a:path extrusionOk="0" h="444" w="12721">
                    <a:moveTo>
                      <a:pt x="1" y="0"/>
                    </a:moveTo>
                    <a:lnTo>
                      <a:pt x="1" y="443"/>
                    </a:lnTo>
                    <a:lnTo>
                      <a:pt x="12721" y="443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5" name="Google Shape;4535;p75"/>
              <p:cNvSpPr/>
              <p:nvPr/>
            </p:nvSpPr>
            <p:spPr>
              <a:xfrm>
                <a:off x="2267900" y="3043925"/>
                <a:ext cx="318025" cy="11075"/>
              </a:xfrm>
              <a:custGeom>
                <a:rect b="b" l="l" r="r" t="t"/>
                <a:pathLst>
                  <a:path extrusionOk="0" h="443" w="12721">
                    <a:moveTo>
                      <a:pt x="1" y="0"/>
                    </a:moveTo>
                    <a:lnTo>
                      <a:pt x="1" y="442"/>
                    </a:lnTo>
                    <a:lnTo>
                      <a:pt x="12721" y="442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6" name="Google Shape;4536;p75"/>
              <p:cNvSpPr/>
              <p:nvPr/>
            </p:nvSpPr>
            <p:spPr>
              <a:xfrm>
                <a:off x="2267900" y="3098150"/>
                <a:ext cx="318025" cy="11075"/>
              </a:xfrm>
              <a:custGeom>
                <a:rect b="b" l="l" r="r" t="t"/>
                <a:pathLst>
                  <a:path extrusionOk="0" h="443" w="12721">
                    <a:moveTo>
                      <a:pt x="1" y="0"/>
                    </a:moveTo>
                    <a:lnTo>
                      <a:pt x="1" y="442"/>
                    </a:lnTo>
                    <a:lnTo>
                      <a:pt x="12721" y="442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7" name="Google Shape;4537;p75"/>
              <p:cNvSpPr/>
              <p:nvPr/>
            </p:nvSpPr>
            <p:spPr>
              <a:xfrm>
                <a:off x="2267900" y="3152375"/>
                <a:ext cx="318025" cy="11100"/>
              </a:xfrm>
              <a:custGeom>
                <a:rect b="b" l="l" r="r" t="t"/>
                <a:pathLst>
                  <a:path extrusionOk="0" h="444" w="12721">
                    <a:moveTo>
                      <a:pt x="1" y="0"/>
                    </a:moveTo>
                    <a:lnTo>
                      <a:pt x="1" y="443"/>
                    </a:lnTo>
                    <a:lnTo>
                      <a:pt x="12721" y="443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8" name="Google Shape;4538;p75"/>
              <p:cNvSpPr/>
              <p:nvPr/>
            </p:nvSpPr>
            <p:spPr>
              <a:xfrm>
                <a:off x="2267900" y="3206750"/>
                <a:ext cx="318025" cy="10950"/>
              </a:xfrm>
              <a:custGeom>
                <a:rect b="b" l="l" r="r" t="t"/>
                <a:pathLst>
                  <a:path extrusionOk="0" h="438" w="12721">
                    <a:moveTo>
                      <a:pt x="1" y="0"/>
                    </a:moveTo>
                    <a:lnTo>
                      <a:pt x="1" y="438"/>
                    </a:lnTo>
                    <a:lnTo>
                      <a:pt x="12721" y="438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9" name="Google Shape;4539;p75"/>
              <p:cNvSpPr/>
              <p:nvPr/>
            </p:nvSpPr>
            <p:spPr>
              <a:xfrm>
                <a:off x="2267900" y="3260975"/>
                <a:ext cx="318025" cy="10950"/>
              </a:xfrm>
              <a:custGeom>
                <a:rect b="b" l="l" r="r" t="t"/>
                <a:pathLst>
                  <a:path extrusionOk="0" h="438" w="12721">
                    <a:moveTo>
                      <a:pt x="1" y="0"/>
                    </a:moveTo>
                    <a:lnTo>
                      <a:pt x="1" y="438"/>
                    </a:lnTo>
                    <a:lnTo>
                      <a:pt x="12721" y="438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0" name="Google Shape;4540;p75"/>
              <p:cNvSpPr/>
              <p:nvPr/>
            </p:nvSpPr>
            <p:spPr>
              <a:xfrm>
                <a:off x="2267900" y="3315225"/>
                <a:ext cx="318025" cy="10950"/>
              </a:xfrm>
              <a:custGeom>
                <a:rect b="b" l="l" r="r" t="t"/>
                <a:pathLst>
                  <a:path extrusionOk="0" h="438" w="12721">
                    <a:moveTo>
                      <a:pt x="1" y="0"/>
                    </a:moveTo>
                    <a:lnTo>
                      <a:pt x="1" y="438"/>
                    </a:lnTo>
                    <a:lnTo>
                      <a:pt x="12721" y="438"/>
                    </a:lnTo>
                    <a:lnTo>
                      <a:pt x="12721" y="0"/>
                    </a:ln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1" name="Google Shape;4541;p75"/>
              <p:cNvSpPr/>
              <p:nvPr/>
            </p:nvSpPr>
            <p:spPr>
              <a:xfrm>
                <a:off x="1646475" y="2976000"/>
                <a:ext cx="197250" cy="344725"/>
              </a:xfrm>
              <a:custGeom>
                <a:rect b="b" l="l" r="r" t="t"/>
                <a:pathLst>
                  <a:path extrusionOk="0" h="13789" w="7890">
                    <a:moveTo>
                      <a:pt x="46" y="0"/>
                    </a:moveTo>
                    <a:cubicBezTo>
                      <a:pt x="23" y="0"/>
                      <a:pt x="0" y="19"/>
                      <a:pt x="0" y="46"/>
                    </a:cubicBezTo>
                    <a:lnTo>
                      <a:pt x="0" y="13742"/>
                    </a:lnTo>
                    <a:cubicBezTo>
                      <a:pt x="0" y="13765"/>
                      <a:pt x="23" y="13788"/>
                      <a:pt x="46" y="13788"/>
                    </a:cubicBezTo>
                    <a:lnTo>
                      <a:pt x="7844" y="13788"/>
                    </a:lnTo>
                    <a:cubicBezTo>
                      <a:pt x="7867" y="13788"/>
                      <a:pt x="7890" y="13765"/>
                      <a:pt x="7890" y="13742"/>
                    </a:cubicBezTo>
                    <a:lnTo>
                      <a:pt x="7890" y="46"/>
                    </a:lnTo>
                    <a:cubicBezTo>
                      <a:pt x="7890" y="19"/>
                      <a:pt x="7867" y="0"/>
                      <a:pt x="784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2" name="Google Shape;4542;p75"/>
              <p:cNvSpPr/>
              <p:nvPr/>
            </p:nvSpPr>
            <p:spPr>
              <a:xfrm>
                <a:off x="2477000" y="2000775"/>
                <a:ext cx="108925" cy="108950"/>
              </a:xfrm>
              <a:custGeom>
                <a:rect b="b" l="l" r="r" t="t"/>
                <a:pathLst>
                  <a:path extrusionOk="0" h="4358" w="4357">
                    <a:moveTo>
                      <a:pt x="2179" y="0"/>
                    </a:moveTo>
                    <a:cubicBezTo>
                      <a:pt x="976" y="0"/>
                      <a:pt x="0" y="976"/>
                      <a:pt x="0" y="2179"/>
                    </a:cubicBezTo>
                    <a:cubicBezTo>
                      <a:pt x="0" y="3383"/>
                      <a:pt x="976" y="4357"/>
                      <a:pt x="2179" y="4357"/>
                    </a:cubicBezTo>
                    <a:cubicBezTo>
                      <a:pt x="3382" y="4357"/>
                      <a:pt x="4357" y="3383"/>
                      <a:pt x="4357" y="2179"/>
                    </a:cubicBezTo>
                    <a:cubicBezTo>
                      <a:pt x="4357" y="976"/>
                      <a:pt x="3382" y="0"/>
                      <a:pt x="2179" y="0"/>
                    </a:cubicBez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3" name="Google Shape;4543;p75"/>
              <p:cNvSpPr/>
              <p:nvPr/>
            </p:nvSpPr>
            <p:spPr>
              <a:xfrm>
                <a:off x="2107350" y="2887125"/>
                <a:ext cx="498425" cy="51875"/>
              </a:xfrm>
              <a:custGeom>
                <a:rect b="b" l="l" r="r" t="t"/>
                <a:pathLst>
                  <a:path extrusionOk="0" h="2075" w="19937">
                    <a:moveTo>
                      <a:pt x="1036" y="0"/>
                    </a:moveTo>
                    <a:cubicBezTo>
                      <a:pt x="461" y="0"/>
                      <a:pt x="1" y="465"/>
                      <a:pt x="1" y="1035"/>
                    </a:cubicBezTo>
                    <a:cubicBezTo>
                      <a:pt x="1" y="1609"/>
                      <a:pt x="461" y="2074"/>
                      <a:pt x="1036" y="2074"/>
                    </a:cubicBezTo>
                    <a:lnTo>
                      <a:pt x="18901" y="2074"/>
                    </a:lnTo>
                    <a:cubicBezTo>
                      <a:pt x="19471" y="2074"/>
                      <a:pt x="19936" y="1609"/>
                      <a:pt x="19936" y="1035"/>
                    </a:cubicBezTo>
                    <a:cubicBezTo>
                      <a:pt x="19936" y="465"/>
                      <a:pt x="19471" y="0"/>
                      <a:pt x="18901" y="0"/>
                    </a:cubicBez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4" name="Google Shape;4544;p75"/>
              <p:cNvSpPr/>
              <p:nvPr/>
            </p:nvSpPr>
            <p:spPr>
              <a:xfrm>
                <a:off x="2471850" y="3404775"/>
                <a:ext cx="217775" cy="183350"/>
              </a:xfrm>
              <a:custGeom>
                <a:rect b="b" l="l" r="r" t="t"/>
                <a:pathLst>
                  <a:path extrusionOk="0" h="7334" w="8711">
                    <a:moveTo>
                      <a:pt x="1" y="1"/>
                    </a:moveTo>
                    <a:lnTo>
                      <a:pt x="1" y="7096"/>
                    </a:lnTo>
                    <a:cubicBezTo>
                      <a:pt x="1" y="7229"/>
                      <a:pt x="110" y="7334"/>
                      <a:pt x="242" y="7334"/>
                    </a:cubicBezTo>
                    <a:lnTo>
                      <a:pt x="8711" y="7334"/>
                    </a:lnTo>
                    <a:lnTo>
                      <a:pt x="8711" y="1"/>
                    </a:ln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5" name="Google Shape;4545;p75"/>
              <p:cNvSpPr/>
              <p:nvPr/>
            </p:nvSpPr>
            <p:spPr>
              <a:xfrm>
                <a:off x="2471850" y="3467325"/>
                <a:ext cx="217775" cy="58350"/>
              </a:xfrm>
              <a:custGeom>
                <a:rect b="b" l="l" r="r" t="t"/>
                <a:pathLst>
                  <a:path extrusionOk="0" h="2334" w="8711">
                    <a:moveTo>
                      <a:pt x="1" y="0"/>
                    </a:moveTo>
                    <a:lnTo>
                      <a:pt x="1" y="2333"/>
                    </a:lnTo>
                    <a:lnTo>
                      <a:pt x="8711" y="2333"/>
                    </a:lnTo>
                    <a:lnTo>
                      <a:pt x="8711" y="0"/>
                    </a:lnTo>
                    <a:close/>
                  </a:path>
                </a:pathLst>
              </a:custGeom>
              <a:solidFill>
                <a:srgbClr val="4F47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6" name="Google Shape;4546;p75"/>
              <p:cNvSpPr/>
              <p:nvPr/>
            </p:nvSpPr>
            <p:spPr>
              <a:xfrm>
                <a:off x="2689600" y="3404775"/>
                <a:ext cx="252200" cy="183350"/>
              </a:xfrm>
              <a:custGeom>
                <a:rect b="b" l="l" r="r" t="t"/>
                <a:pathLst>
                  <a:path extrusionOk="0" h="7334" w="10088">
                    <a:moveTo>
                      <a:pt x="1" y="1"/>
                    </a:moveTo>
                    <a:lnTo>
                      <a:pt x="1" y="7334"/>
                    </a:lnTo>
                    <a:lnTo>
                      <a:pt x="9845" y="7334"/>
                    </a:lnTo>
                    <a:cubicBezTo>
                      <a:pt x="9978" y="7334"/>
                      <a:pt x="10087" y="7229"/>
                      <a:pt x="10087" y="7096"/>
                    </a:cubicBezTo>
                    <a:lnTo>
                      <a:pt x="10087" y="1"/>
                    </a:lnTo>
                    <a:close/>
                  </a:path>
                </a:pathLst>
              </a:custGeom>
              <a:solidFill>
                <a:srgbClr val="4F47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7" name="Google Shape;4547;p75"/>
              <p:cNvSpPr/>
              <p:nvPr/>
            </p:nvSpPr>
            <p:spPr>
              <a:xfrm>
                <a:off x="2689600" y="3467325"/>
                <a:ext cx="252200" cy="58350"/>
              </a:xfrm>
              <a:custGeom>
                <a:rect b="b" l="l" r="r" t="t"/>
                <a:pathLst>
                  <a:path extrusionOk="0" h="2334" w="10088">
                    <a:moveTo>
                      <a:pt x="1" y="0"/>
                    </a:moveTo>
                    <a:lnTo>
                      <a:pt x="1" y="2333"/>
                    </a:lnTo>
                    <a:lnTo>
                      <a:pt x="10087" y="2333"/>
                    </a:lnTo>
                    <a:lnTo>
                      <a:pt x="10087" y="0"/>
                    </a:ln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8" name="Google Shape;4548;p75"/>
              <p:cNvSpPr/>
              <p:nvPr/>
            </p:nvSpPr>
            <p:spPr>
              <a:xfrm>
                <a:off x="2471850" y="3354625"/>
                <a:ext cx="469950" cy="50175"/>
              </a:xfrm>
              <a:custGeom>
                <a:rect b="b" l="l" r="r" t="t"/>
                <a:pathLst>
                  <a:path extrusionOk="0" h="2007" w="18798">
                    <a:moveTo>
                      <a:pt x="1" y="1"/>
                    </a:moveTo>
                    <a:lnTo>
                      <a:pt x="1" y="2007"/>
                    </a:lnTo>
                    <a:lnTo>
                      <a:pt x="18797" y="2007"/>
                    </a:lnTo>
                    <a:lnTo>
                      <a:pt x="18797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9" name="Google Shape;4549;p75"/>
              <p:cNvSpPr/>
              <p:nvPr/>
            </p:nvSpPr>
            <p:spPr>
              <a:xfrm>
                <a:off x="2471850" y="3375825"/>
                <a:ext cx="469950" cy="7775"/>
              </a:xfrm>
              <a:custGeom>
                <a:rect b="b" l="l" r="r" t="t"/>
                <a:pathLst>
                  <a:path extrusionOk="0" h="311" w="18798">
                    <a:moveTo>
                      <a:pt x="1" y="0"/>
                    </a:moveTo>
                    <a:lnTo>
                      <a:pt x="1" y="311"/>
                    </a:lnTo>
                    <a:lnTo>
                      <a:pt x="18797" y="311"/>
                    </a:lnTo>
                    <a:lnTo>
                      <a:pt x="18797" y="0"/>
                    </a:lnTo>
                    <a:close/>
                  </a:path>
                </a:pathLst>
              </a:custGeom>
              <a:solidFill>
                <a:srgbClr val="4F47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0" name="Google Shape;4550;p75"/>
              <p:cNvSpPr/>
              <p:nvPr/>
            </p:nvSpPr>
            <p:spPr>
              <a:xfrm>
                <a:off x="2471850" y="3390275"/>
                <a:ext cx="469950" cy="7800"/>
              </a:xfrm>
              <a:custGeom>
                <a:rect b="b" l="l" r="r" t="t"/>
                <a:pathLst>
                  <a:path extrusionOk="0" h="312" w="18798">
                    <a:moveTo>
                      <a:pt x="1" y="1"/>
                    </a:moveTo>
                    <a:lnTo>
                      <a:pt x="1" y="312"/>
                    </a:lnTo>
                    <a:lnTo>
                      <a:pt x="18797" y="312"/>
                    </a:lnTo>
                    <a:lnTo>
                      <a:pt x="18797" y="1"/>
                    </a:lnTo>
                    <a:close/>
                  </a:path>
                </a:pathLst>
              </a:custGeom>
              <a:solidFill>
                <a:srgbClr val="4F47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1" name="Google Shape;4551;p75"/>
              <p:cNvSpPr/>
              <p:nvPr/>
            </p:nvSpPr>
            <p:spPr>
              <a:xfrm>
                <a:off x="2503975" y="2635775"/>
                <a:ext cx="415150" cy="718875"/>
              </a:xfrm>
              <a:custGeom>
                <a:rect b="b" l="l" r="r" t="t"/>
                <a:pathLst>
                  <a:path extrusionOk="0" h="28755" w="16606">
                    <a:moveTo>
                      <a:pt x="10174" y="0"/>
                    </a:moveTo>
                    <a:cubicBezTo>
                      <a:pt x="9652" y="0"/>
                      <a:pt x="9141" y="172"/>
                      <a:pt x="8688" y="548"/>
                    </a:cubicBezTo>
                    <a:cubicBezTo>
                      <a:pt x="6181" y="2630"/>
                      <a:pt x="8993" y="6372"/>
                      <a:pt x="6738" y="8095"/>
                    </a:cubicBezTo>
                    <a:cubicBezTo>
                      <a:pt x="4477" y="9822"/>
                      <a:pt x="3761" y="11071"/>
                      <a:pt x="3702" y="14753"/>
                    </a:cubicBezTo>
                    <a:cubicBezTo>
                      <a:pt x="3643" y="18441"/>
                      <a:pt x="6141" y="19986"/>
                      <a:pt x="3069" y="21882"/>
                    </a:cubicBezTo>
                    <a:cubicBezTo>
                      <a:pt x="1" y="23778"/>
                      <a:pt x="909" y="28755"/>
                      <a:pt x="909" y="28755"/>
                    </a:cubicBezTo>
                    <a:lnTo>
                      <a:pt x="15594" y="28755"/>
                    </a:lnTo>
                    <a:cubicBezTo>
                      <a:pt x="15594" y="28755"/>
                      <a:pt x="14463" y="27237"/>
                      <a:pt x="15533" y="24444"/>
                    </a:cubicBezTo>
                    <a:cubicBezTo>
                      <a:pt x="16605" y="21649"/>
                      <a:pt x="15297" y="19507"/>
                      <a:pt x="13570" y="17252"/>
                    </a:cubicBezTo>
                    <a:cubicBezTo>
                      <a:pt x="11847" y="14991"/>
                      <a:pt x="11787" y="12616"/>
                      <a:pt x="13629" y="7620"/>
                    </a:cubicBezTo>
                    <a:cubicBezTo>
                      <a:pt x="15141" y="3532"/>
                      <a:pt x="12542" y="0"/>
                      <a:pt x="10174" y="0"/>
                    </a:cubicBezTo>
                    <a:close/>
                  </a:path>
                </a:pathLst>
              </a:custGeom>
              <a:solidFill>
                <a:srgbClr val="4F47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2" name="Google Shape;4552;p75"/>
              <p:cNvSpPr/>
              <p:nvPr/>
            </p:nvSpPr>
            <p:spPr>
              <a:xfrm>
                <a:off x="2607350" y="2677375"/>
                <a:ext cx="209100" cy="413175"/>
              </a:xfrm>
              <a:custGeom>
                <a:rect b="b" l="l" r="r" t="t"/>
                <a:pathLst>
                  <a:path extrusionOk="0" h="16527" w="8364">
                    <a:moveTo>
                      <a:pt x="3760" y="0"/>
                    </a:moveTo>
                    <a:lnTo>
                      <a:pt x="3659" y="22"/>
                    </a:lnTo>
                    <a:cubicBezTo>
                      <a:pt x="3669" y="64"/>
                      <a:pt x="4535" y="3751"/>
                      <a:pt x="6595" y="5050"/>
                    </a:cubicBezTo>
                    <a:cubicBezTo>
                      <a:pt x="7757" y="5788"/>
                      <a:pt x="8254" y="6968"/>
                      <a:pt x="7999" y="8381"/>
                    </a:cubicBezTo>
                    <a:cubicBezTo>
                      <a:pt x="7652" y="10319"/>
                      <a:pt x="6021" y="12064"/>
                      <a:pt x="4206" y="12443"/>
                    </a:cubicBezTo>
                    <a:cubicBezTo>
                      <a:pt x="2607" y="12780"/>
                      <a:pt x="1276" y="13613"/>
                      <a:pt x="556" y="14730"/>
                    </a:cubicBezTo>
                    <a:cubicBezTo>
                      <a:pt x="159" y="15350"/>
                      <a:pt x="1" y="16002"/>
                      <a:pt x="119" y="16526"/>
                    </a:cubicBezTo>
                    <a:lnTo>
                      <a:pt x="219" y="16503"/>
                    </a:lnTo>
                    <a:cubicBezTo>
                      <a:pt x="105" y="16007"/>
                      <a:pt x="260" y="15382"/>
                      <a:pt x="643" y="14785"/>
                    </a:cubicBezTo>
                    <a:cubicBezTo>
                      <a:pt x="1349" y="13691"/>
                      <a:pt x="2653" y="12875"/>
                      <a:pt x="4229" y="12542"/>
                    </a:cubicBezTo>
                    <a:cubicBezTo>
                      <a:pt x="6080" y="12155"/>
                      <a:pt x="7744" y="10373"/>
                      <a:pt x="8104" y="8400"/>
                    </a:cubicBezTo>
                    <a:cubicBezTo>
                      <a:pt x="8363" y="6941"/>
                      <a:pt x="7849" y="5724"/>
                      <a:pt x="6650" y="4963"/>
                    </a:cubicBezTo>
                    <a:cubicBezTo>
                      <a:pt x="4626" y="3687"/>
                      <a:pt x="3769" y="36"/>
                      <a:pt x="3760" y="0"/>
                    </a:cubicBez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3" name="Google Shape;4553;p75"/>
              <p:cNvSpPr/>
              <p:nvPr/>
            </p:nvSpPr>
            <p:spPr>
              <a:xfrm>
                <a:off x="2595375" y="2748325"/>
                <a:ext cx="180875" cy="256750"/>
              </a:xfrm>
              <a:custGeom>
                <a:rect b="b" l="l" r="r" t="t"/>
                <a:pathLst>
                  <a:path extrusionOk="0" h="10270" w="7235">
                    <a:moveTo>
                      <a:pt x="4020" y="1"/>
                    </a:moveTo>
                    <a:lnTo>
                      <a:pt x="3915" y="11"/>
                    </a:lnTo>
                    <a:cubicBezTo>
                      <a:pt x="3915" y="38"/>
                      <a:pt x="4193" y="3055"/>
                      <a:pt x="6008" y="4382"/>
                    </a:cubicBezTo>
                    <a:cubicBezTo>
                      <a:pt x="6805" y="4965"/>
                      <a:pt x="7119" y="5945"/>
                      <a:pt x="6810" y="6875"/>
                    </a:cubicBezTo>
                    <a:cubicBezTo>
                      <a:pt x="6518" y="7750"/>
                      <a:pt x="5588" y="8675"/>
                      <a:pt x="3848" y="8675"/>
                    </a:cubicBezTo>
                    <a:lnTo>
                      <a:pt x="3779" y="8675"/>
                    </a:lnTo>
                    <a:cubicBezTo>
                      <a:pt x="3734" y="8670"/>
                      <a:pt x="3688" y="8670"/>
                      <a:pt x="3642" y="8670"/>
                    </a:cubicBezTo>
                    <a:cubicBezTo>
                      <a:pt x="529" y="8670"/>
                      <a:pt x="19" y="10174"/>
                      <a:pt x="0" y="10238"/>
                    </a:cubicBezTo>
                    <a:lnTo>
                      <a:pt x="97" y="10270"/>
                    </a:lnTo>
                    <a:cubicBezTo>
                      <a:pt x="101" y="10251"/>
                      <a:pt x="611" y="8775"/>
                      <a:pt x="3646" y="8775"/>
                    </a:cubicBezTo>
                    <a:lnTo>
                      <a:pt x="3848" y="8775"/>
                    </a:lnTo>
                    <a:cubicBezTo>
                      <a:pt x="5643" y="8775"/>
                      <a:pt x="6605" y="7818"/>
                      <a:pt x="6910" y="6911"/>
                    </a:cubicBezTo>
                    <a:cubicBezTo>
                      <a:pt x="7234" y="5935"/>
                      <a:pt x="6906" y="4910"/>
                      <a:pt x="6067" y="4300"/>
                    </a:cubicBezTo>
                    <a:cubicBezTo>
                      <a:pt x="4294" y="3000"/>
                      <a:pt x="4020" y="28"/>
                      <a:pt x="4020" y="1"/>
                    </a:cubicBez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4" name="Google Shape;4554;p75"/>
              <p:cNvSpPr/>
              <p:nvPr/>
            </p:nvSpPr>
            <p:spPr>
              <a:xfrm>
                <a:off x="2580000" y="3003350"/>
                <a:ext cx="230750" cy="352350"/>
              </a:xfrm>
              <a:custGeom>
                <a:rect b="b" l="l" r="r" t="t"/>
                <a:pathLst>
                  <a:path extrusionOk="0" h="14094" w="9230">
                    <a:moveTo>
                      <a:pt x="9193" y="0"/>
                    </a:moveTo>
                    <a:cubicBezTo>
                      <a:pt x="9152" y="19"/>
                      <a:pt x="5123" y="1514"/>
                      <a:pt x="4080" y="4413"/>
                    </a:cubicBezTo>
                    <a:cubicBezTo>
                      <a:pt x="3775" y="5256"/>
                      <a:pt x="3592" y="6226"/>
                      <a:pt x="3396" y="7252"/>
                    </a:cubicBezTo>
                    <a:cubicBezTo>
                      <a:pt x="2927" y="9699"/>
                      <a:pt x="2397" y="12475"/>
                      <a:pt x="1" y="14007"/>
                    </a:cubicBezTo>
                    <a:lnTo>
                      <a:pt x="60" y="14093"/>
                    </a:lnTo>
                    <a:cubicBezTo>
                      <a:pt x="2494" y="12539"/>
                      <a:pt x="3026" y="9741"/>
                      <a:pt x="3496" y="7270"/>
                    </a:cubicBezTo>
                    <a:cubicBezTo>
                      <a:pt x="3692" y="6249"/>
                      <a:pt x="3874" y="5283"/>
                      <a:pt x="4175" y="4444"/>
                    </a:cubicBezTo>
                    <a:cubicBezTo>
                      <a:pt x="5205" y="1596"/>
                      <a:pt x="9189" y="115"/>
                      <a:pt x="9230" y="101"/>
                    </a:cubicBezTo>
                    <a:lnTo>
                      <a:pt x="9193" y="0"/>
                    </a:ln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5" name="Google Shape;4555;p75"/>
              <p:cNvSpPr/>
              <p:nvPr/>
            </p:nvSpPr>
            <p:spPr>
              <a:xfrm>
                <a:off x="2661575" y="3145550"/>
                <a:ext cx="231325" cy="57575"/>
              </a:xfrm>
              <a:custGeom>
                <a:rect b="b" l="l" r="r" t="t"/>
                <a:pathLst>
                  <a:path extrusionOk="0" h="2303" w="9253">
                    <a:moveTo>
                      <a:pt x="9175" y="0"/>
                    </a:moveTo>
                    <a:cubicBezTo>
                      <a:pt x="8877" y="334"/>
                      <a:pt x="8466" y="642"/>
                      <a:pt x="7314" y="642"/>
                    </a:cubicBezTo>
                    <a:cubicBezTo>
                      <a:pt x="6691" y="642"/>
                      <a:pt x="5851" y="552"/>
                      <a:pt x="4695" y="328"/>
                    </a:cubicBezTo>
                    <a:cubicBezTo>
                      <a:pt x="4331" y="258"/>
                      <a:pt x="3990" y="227"/>
                      <a:pt x="3672" y="227"/>
                    </a:cubicBezTo>
                    <a:cubicBezTo>
                      <a:pt x="1120" y="227"/>
                      <a:pt x="12" y="2232"/>
                      <a:pt x="1" y="2257"/>
                    </a:cubicBezTo>
                    <a:lnTo>
                      <a:pt x="91" y="2303"/>
                    </a:lnTo>
                    <a:cubicBezTo>
                      <a:pt x="104" y="2282"/>
                      <a:pt x="1182" y="329"/>
                      <a:pt x="3669" y="329"/>
                    </a:cubicBezTo>
                    <a:cubicBezTo>
                      <a:pt x="3981" y="329"/>
                      <a:pt x="4315" y="360"/>
                      <a:pt x="4672" y="429"/>
                    </a:cubicBezTo>
                    <a:cubicBezTo>
                      <a:pt x="5832" y="654"/>
                      <a:pt x="6680" y="745"/>
                      <a:pt x="7313" y="745"/>
                    </a:cubicBezTo>
                    <a:cubicBezTo>
                      <a:pt x="8510" y="745"/>
                      <a:pt x="8940" y="421"/>
                      <a:pt x="9252" y="69"/>
                    </a:cubicBezTo>
                    <a:lnTo>
                      <a:pt x="9175" y="0"/>
                    </a:ln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6" name="Google Shape;4556;p75"/>
              <p:cNvSpPr/>
              <p:nvPr/>
            </p:nvSpPr>
            <p:spPr>
              <a:xfrm>
                <a:off x="2658950" y="3007675"/>
                <a:ext cx="25900" cy="139500"/>
              </a:xfrm>
              <a:custGeom>
                <a:rect b="b" l="l" r="r" t="t"/>
                <a:pathLst>
                  <a:path extrusionOk="0" h="5580" w="1036">
                    <a:moveTo>
                      <a:pt x="183" y="1"/>
                    </a:moveTo>
                    <a:lnTo>
                      <a:pt x="119" y="83"/>
                    </a:lnTo>
                    <a:cubicBezTo>
                      <a:pt x="129" y="87"/>
                      <a:pt x="922" y="757"/>
                      <a:pt x="666" y="2239"/>
                    </a:cubicBezTo>
                    <a:cubicBezTo>
                      <a:pt x="594" y="2658"/>
                      <a:pt x="493" y="3027"/>
                      <a:pt x="406" y="3355"/>
                    </a:cubicBezTo>
                    <a:cubicBezTo>
                      <a:pt x="173" y="4225"/>
                      <a:pt x="1" y="4850"/>
                      <a:pt x="562" y="5580"/>
                    </a:cubicBezTo>
                    <a:lnTo>
                      <a:pt x="644" y="5520"/>
                    </a:lnTo>
                    <a:cubicBezTo>
                      <a:pt x="114" y="4831"/>
                      <a:pt x="270" y="4253"/>
                      <a:pt x="507" y="3382"/>
                    </a:cubicBezTo>
                    <a:cubicBezTo>
                      <a:pt x="594" y="3054"/>
                      <a:pt x="693" y="2681"/>
                      <a:pt x="766" y="2256"/>
                    </a:cubicBezTo>
                    <a:cubicBezTo>
                      <a:pt x="1035" y="712"/>
                      <a:pt x="219" y="28"/>
                      <a:pt x="183" y="1"/>
                    </a:cubicBez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7" name="Google Shape;4557;p75"/>
              <p:cNvSpPr/>
              <p:nvPr/>
            </p:nvSpPr>
            <p:spPr>
              <a:xfrm>
                <a:off x="2636400" y="3227750"/>
                <a:ext cx="262550" cy="60700"/>
              </a:xfrm>
              <a:custGeom>
                <a:rect b="b" l="l" r="r" t="t"/>
                <a:pathLst>
                  <a:path extrusionOk="0" h="2428" w="10502">
                    <a:moveTo>
                      <a:pt x="3843" y="0"/>
                    </a:moveTo>
                    <a:cubicBezTo>
                      <a:pt x="1270" y="0"/>
                      <a:pt x="17" y="2353"/>
                      <a:pt x="0" y="2378"/>
                    </a:cubicBezTo>
                    <a:lnTo>
                      <a:pt x="97" y="2427"/>
                    </a:lnTo>
                    <a:cubicBezTo>
                      <a:pt x="108" y="2403"/>
                      <a:pt x="1333" y="103"/>
                      <a:pt x="3852" y="103"/>
                    </a:cubicBezTo>
                    <a:cubicBezTo>
                      <a:pt x="4117" y="103"/>
                      <a:pt x="4397" y="129"/>
                      <a:pt x="4691" y="185"/>
                    </a:cubicBezTo>
                    <a:cubicBezTo>
                      <a:pt x="5292" y="304"/>
                      <a:pt x="5839" y="422"/>
                      <a:pt x="6322" y="532"/>
                    </a:cubicBezTo>
                    <a:cubicBezTo>
                      <a:pt x="7297" y="748"/>
                      <a:pt x="8066" y="919"/>
                      <a:pt x="8707" y="919"/>
                    </a:cubicBezTo>
                    <a:cubicBezTo>
                      <a:pt x="9432" y="919"/>
                      <a:pt x="9993" y="700"/>
                      <a:pt x="10501" y="81"/>
                    </a:cubicBezTo>
                    <a:lnTo>
                      <a:pt x="10423" y="17"/>
                    </a:lnTo>
                    <a:cubicBezTo>
                      <a:pt x="9939" y="605"/>
                      <a:pt x="9399" y="814"/>
                      <a:pt x="8698" y="814"/>
                    </a:cubicBezTo>
                    <a:cubicBezTo>
                      <a:pt x="8068" y="814"/>
                      <a:pt x="7309" y="645"/>
                      <a:pt x="6345" y="431"/>
                    </a:cubicBezTo>
                    <a:cubicBezTo>
                      <a:pt x="5861" y="322"/>
                      <a:pt x="5314" y="199"/>
                      <a:pt x="4708" y="85"/>
                    </a:cubicBezTo>
                    <a:cubicBezTo>
                      <a:pt x="4405" y="27"/>
                      <a:pt x="4117" y="0"/>
                      <a:pt x="3843" y="0"/>
                    </a:cubicBez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8" name="Google Shape;4558;p75"/>
              <p:cNvSpPr/>
              <p:nvPr/>
            </p:nvSpPr>
            <p:spPr>
              <a:xfrm>
                <a:off x="2746000" y="2657400"/>
                <a:ext cx="67950" cy="148850"/>
              </a:xfrm>
              <a:custGeom>
                <a:rect b="b" l="l" r="r" t="t"/>
                <a:pathLst>
                  <a:path extrusionOk="0" h="5954" w="2718">
                    <a:moveTo>
                      <a:pt x="2621" y="1"/>
                    </a:moveTo>
                    <a:lnTo>
                      <a:pt x="2516" y="19"/>
                    </a:lnTo>
                    <a:cubicBezTo>
                      <a:pt x="2608" y="503"/>
                      <a:pt x="2480" y="667"/>
                      <a:pt x="1783" y="1569"/>
                    </a:cubicBezTo>
                    <a:cubicBezTo>
                      <a:pt x="1624" y="1774"/>
                      <a:pt x="1432" y="2020"/>
                      <a:pt x="1213" y="2312"/>
                    </a:cubicBezTo>
                    <a:cubicBezTo>
                      <a:pt x="0" y="3911"/>
                      <a:pt x="1195" y="5931"/>
                      <a:pt x="1209" y="5954"/>
                    </a:cubicBezTo>
                    <a:lnTo>
                      <a:pt x="1300" y="5899"/>
                    </a:lnTo>
                    <a:cubicBezTo>
                      <a:pt x="1286" y="5880"/>
                      <a:pt x="128" y="3921"/>
                      <a:pt x="1295" y="2376"/>
                    </a:cubicBezTo>
                    <a:cubicBezTo>
                      <a:pt x="1519" y="2079"/>
                      <a:pt x="1706" y="1839"/>
                      <a:pt x="1865" y="1633"/>
                    </a:cubicBezTo>
                    <a:cubicBezTo>
                      <a:pt x="2571" y="722"/>
                      <a:pt x="2717" y="530"/>
                      <a:pt x="2621" y="1"/>
                    </a:cubicBezTo>
                    <a:close/>
                  </a:path>
                </a:pathLst>
              </a:cu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9" name="Google Shape;4559;p75"/>
              <p:cNvSpPr/>
              <p:nvPr/>
            </p:nvSpPr>
            <p:spPr>
              <a:xfrm>
                <a:off x="962625" y="2100425"/>
                <a:ext cx="121800" cy="95300"/>
              </a:xfrm>
              <a:custGeom>
                <a:rect b="b" l="l" r="r" t="t"/>
                <a:pathLst>
                  <a:path extrusionOk="0" h="3812" w="4872">
                    <a:moveTo>
                      <a:pt x="3400" y="1"/>
                    </a:moveTo>
                    <a:cubicBezTo>
                      <a:pt x="2775" y="1"/>
                      <a:pt x="2168" y="130"/>
                      <a:pt x="2168" y="130"/>
                    </a:cubicBezTo>
                    <a:cubicBezTo>
                      <a:pt x="2168" y="130"/>
                      <a:pt x="58" y="567"/>
                      <a:pt x="31" y="1502"/>
                    </a:cubicBezTo>
                    <a:cubicBezTo>
                      <a:pt x="0" y="2410"/>
                      <a:pt x="1401" y="3812"/>
                      <a:pt x="2397" y="3812"/>
                    </a:cubicBezTo>
                    <a:cubicBezTo>
                      <a:pt x="2426" y="3812"/>
                      <a:pt x="2455" y="3811"/>
                      <a:pt x="2483" y="3808"/>
                    </a:cubicBezTo>
                    <a:cubicBezTo>
                      <a:pt x="2902" y="3772"/>
                      <a:pt x="3485" y="3753"/>
                      <a:pt x="4037" y="3712"/>
                    </a:cubicBezTo>
                    <a:lnTo>
                      <a:pt x="4169" y="682"/>
                    </a:lnTo>
                    <a:lnTo>
                      <a:pt x="4871" y="709"/>
                    </a:lnTo>
                    <a:cubicBezTo>
                      <a:pt x="4716" y="458"/>
                      <a:pt x="4547" y="262"/>
                      <a:pt x="4379" y="175"/>
                    </a:cubicBezTo>
                    <a:cubicBezTo>
                      <a:pt x="4120" y="43"/>
                      <a:pt x="3757" y="1"/>
                      <a:pt x="3400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0" name="Google Shape;4560;p75"/>
              <p:cNvSpPr/>
              <p:nvPr/>
            </p:nvSpPr>
            <p:spPr>
              <a:xfrm>
                <a:off x="993100" y="2106050"/>
                <a:ext cx="41975" cy="68975"/>
              </a:xfrm>
              <a:custGeom>
                <a:rect b="b" l="l" r="r" t="t"/>
                <a:pathLst>
                  <a:path extrusionOk="0" h="2759" w="1679">
                    <a:moveTo>
                      <a:pt x="526" y="1"/>
                    </a:moveTo>
                    <a:cubicBezTo>
                      <a:pt x="521" y="5"/>
                      <a:pt x="1" y="479"/>
                      <a:pt x="93" y="1141"/>
                    </a:cubicBezTo>
                    <a:cubicBezTo>
                      <a:pt x="175" y="1728"/>
                      <a:pt x="703" y="2275"/>
                      <a:pt x="1665" y="2758"/>
                    </a:cubicBezTo>
                    <a:lnTo>
                      <a:pt x="1679" y="2731"/>
                    </a:lnTo>
                    <a:cubicBezTo>
                      <a:pt x="726" y="2252"/>
                      <a:pt x="207" y="1715"/>
                      <a:pt x="125" y="1135"/>
                    </a:cubicBezTo>
                    <a:cubicBezTo>
                      <a:pt x="38" y="493"/>
                      <a:pt x="544" y="28"/>
                      <a:pt x="548" y="24"/>
                    </a:cubicBezTo>
                    <a:lnTo>
                      <a:pt x="526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1" name="Google Shape;4561;p75"/>
              <p:cNvSpPr/>
              <p:nvPr/>
            </p:nvSpPr>
            <p:spPr>
              <a:xfrm>
                <a:off x="975000" y="2113800"/>
                <a:ext cx="51525" cy="82050"/>
              </a:xfrm>
              <a:custGeom>
                <a:rect b="b" l="l" r="r" t="t"/>
                <a:pathLst>
                  <a:path extrusionOk="0" h="3282" w="2061">
                    <a:moveTo>
                      <a:pt x="420" y="0"/>
                    </a:moveTo>
                    <a:cubicBezTo>
                      <a:pt x="415" y="5"/>
                      <a:pt x="1" y="543"/>
                      <a:pt x="156" y="1281"/>
                    </a:cubicBezTo>
                    <a:cubicBezTo>
                      <a:pt x="306" y="2015"/>
                      <a:pt x="939" y="2690"/>
                      <a:pt x="2043" y="3282"/>
                    </a:cubicBezTo>
                    <a:lnTo>
                      <a:pt x="2061" y="3255"/>
                    </a:lnTo>
                    <a:cubicBezTo>
                      <a:pt x="967" y="2663"/>
                      <a:pt x="338" y="2001"/>
                      <a:pt x="188" y="1277"/>
                    </a:cubicBezTo>
                    <a:cubicBezTo>
                      <a:pt x="37" y="552"/>
                      <a:pt x="443" y="28"/>
                      <a:pt x="447" y="23"/>
                    </a:cubicBezTo>
                    <a:lnTo>
                      <a:pt x="420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2" name="Google Shape;4562;p75"/>
              <p:cNvSpPr/>
              <p:nvPr/>
            </p:nvSpPr>
            <p:spPr>
              <a:xfrm>
                <a:off x="980475" y="2110625"/>
                <a:ext cx="53825" cy="75100"/>
              </a:xfrm>
              <a:custGeom>
                <a:rect b="b" l="l" r="r" t="t"/>
                <a:pathLst>
                  <a:path extrusionOk="0" h="3004" w="2153">
                    <a:moveTo>
                      <a:pt x="497" y="0"/>
                    </a:moveTo>
                    <a:cubicBezTo>
                      <a:pt x="488" y="5"/>
                      <a:pt x="1" y="483"/>
                      <a:pt x="315" y="1422"/>
                    </a:cubicBezTo>
                    <a:cubicBezTo>
                      <a:pt x="630" y="2352"/>
                      <a:pt x="2125" y="2999"/>
                      <a:pt x="2138" y="3003"/>
                    </a:cubicBezTo>
                    <a:lnTo>
                      <a:pt x="2152" y="2976"/>
                    </a:lnTo>
                    <a:cubicBezTo>
                      <a:pt x="2134" y="2971"/>
                      <a:pt x="657" y="2329"/>
                      <a:pt x="347" y="1408"/>
                    </a:cubicBezTo>
                    <a:cubicBezTo>
                      <a:pt x="37" y="497"/>
                      <a:pt x="511" y="28"/>
                      <a:pt x="516" y="22"/>
                    </a:cubicBezTo>
                    <a:lnTo>
                      <a:pt x="497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3" name="Google Shape;4563;p75"/>
              <p:cNvSpPr/>
              <p:nvPr/>
            </p:nvSpPr>
            <p:spPr>
              <a:xfrm>
                <a:off x="1031975" y="2574425"/>
                <a:ext cx="174875" cy="420175"/>
              </a:xfrm>
              <a:custGeom>
                <a:rect b="b" l="l" r="r" t="t"/>
                <a:pathLst>
                  <a:path extrusionOk="0" h="16807" w="6995">
                    <a:moveTo>
                      <a:pt x="2300" y="1"/>
                    </a:moveTo>
                    <a:cubicBezTo>
                      <a:pt x="1640" y="1"/>
                      <a:pt x="905" y="401"/>
                      <a:pt x="156" y="1565"/>
                    </a:cubicBezTo>
                    <a:cubicBezTo>
                      <a:pt x="156" y="1565"/>
                      <a:pt x="0" y="4468"/>
                      <a:pt x="1801" y="8839"/>
                    </a:cubicBezTo>
                    <a:cubicBezTo>
                      <a:pt x="3597" y="13210"/>
                      <a:pt x="4039" y="16565"/>
                      <a:pt x="5365" y="16788"/>
                    </a:cubicBezTo>
                    <a:cubicBezTo>
                      <a:pt x="5438" y="16800"/>
                      <a:pt x="5508" y="16806"/>
                      <a:pt x="5576" y="16806"/>
                    </a:cubicBezTo>
                    <a:cubicBezTo>
                      <a:pt x="6724" y="16806"/>
                      <a:pt x="6995" y="15088"/>
                      <a:pt x="6887" y="13210"/>
                    </a:cubicBezTo>
                    <a:cubicBezTo>
                      <a:pt x="6778" y="11223"/>
                      <a:pt x="5265" y="2341"/>
                      <a:pt x="4476" y="1370"/>
                    </a:cubicBezTo>
                    <a:cubicBezTo>
                      <a:pt x="4017" y="801"/>
                      <a:pt x="3234" y="1"/>
                      <a:pt x="2300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4" name="Google Shape;4564;p75"/>
              <p:cNvSpPr/>
              <p:nvPr/>
            </p:nvSpPr>
            <p:spPr>
              <a:xfrm>
                <a:off x="1023200" y="2589450"/>
                <a:ext cx="212425" cy="503700"/>
              </a:xfrm>
              <a:custGeom>
                <a:rect b="b" l="l" r="r" t="t"/>
                <a:pathLst>
                  <a:path extrusionOk="0" h="20148" w="8497">
                    <a:moveTo>
                      <a:pt x="3405" y="0"/>
                    </a:moveTo>
                    <a:cubicBezTo>
                      <a:pt x="2450" y="0"/>
                      <a:pt x="1359" y="490"/>
                      <a:pt x="684" y="2163"/>
                    </a:cubicBezTo>
                    <a:cubicBezTo>
                      <a:pt x="684" y="2163"/>
                      <a:pt x="0" y="6156"/>
                      <a:pt x="1331" y="9921"/>
                    </a:cubicBezTo>
                    <a:cubicBezTo>
                      <a:pt x="2667" y="13680"/>
                      <a:pt x="3113" y="14483"/>
                      <a:pt x="2977" y="16082"/>
                    </a:cubicBezTo>
                    <a:cubicBezTo>
                      <a:pt x="2855" y="17552"/>
                      <a:pt x="3634" y="20148"/>
                      <a:pt x="5587" y="20148"/>
                    </a:cubicBezTo>
                    <a:cubicBezTo>
                      <a:pt x="5761" y="20148"/>
                      <a:pt x="5943" y="20127"/>
                      <a:pt x="6136" y="20084"/>
                    </a:cubicBezTo>
                    <a:cubicBezTo>
                      <a:pt x="8496" y="19551"/>
                      <a:pt x="8086" y="16793"/>
                      <a:pt x="8090" y="14437"/>
                    </a:cubicBezTo>
                    <a:cubicBezTo>
                      <a:pt x="8095" y="12081"/>
                      <a:pt x="5406" y="1357"/>
                      <a:pt x="5320" y="823"/>
                    </a:cubicBezTo>
                    <a:cubicBezTo>
                      <a:pt x="5273" y="549"/>
                      <a:pt x="4416" y="0"/>
                      <a:pt x="3405" y="0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5" name="Google Shape;4565;p75"/>
              <p:cNvSpPr/>
              <p:nvPr/>
            </p:nvSpPr>
            <p:spPr>
              <a:xfrm>
                <a:off x="1066500" y="2923175"/>
                <a:ext cx="145300" cy="590375"/>
              </a:xfrm>
              <a:custGeom>
                <a:rect b="b" l="l" r="r" t="t"/>
                <a:pathLst>
                  <a:path extrusionOk="0" h="23615" w="5812">
                    <a:moveTo>
                      <a:pt x="4356" y="1"/>
                    </a:moveTo>
                    <a:cubicBezTo>
                      <a:pt x="3793" y="1"/>
                      <a:pt x="3204" y="354"/>
                      <a:pt x="2890" y="1257"/>
                    </a:cubicBezTo>
                    <a:cubicBezTo>
                      <a:pt x="2890" y="1257"/>
                      <a:pt x="1747" y="4191"/>
                      <a:pt x="872" y="7988"/>
                    </a:cubicBezTo>
                    <a:cubicBezTo>
                      <a:pt x="1" y="11789"/>
                      <a:pt x="182" y="21743"/>
                      <a:pt x="525" y="22915"/>
                    </a:cubicBezTo>
                    <a:cubicBezTo>
                      <a:pt x="620" y="23245"/>
                      <a:pt x="905" y="23615"/>
                      <a:pt x="1187" y="23615"/>
                    </a:cubicBezTo>
                    <a:cubicBezTo>
                      <a:pt x="1381" y="23615"/>
                      <a:pt x="1573" y="23441"/>
                      <a:pt x="1701" y="22961"/>
                    </a:cubicBezTo>
                    <a:cubicBezTo>
                      <a:pt x="2020" y="21785"/>
                      <a:pt x="5624" y="2802"/>
                      <a:pt x="5744" y="1421"/>
                    </a:cubicBezTo>
                    <a:cubicBezTo>
                      <a:pt x="5811" y="631"/>
                      <a:pt x="5108" y="1"/>
                      <a:pt x="4356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6" name="Google Shape;4566;p75"/>
              <p:cNvSpPr/>
              <p:nvPr/>
            </p:nvSpPr>
            <p:spPr>
              <a:xfrm>
                <a:off x="1047575" y="2916525"/>
                <a:ext cx="183350" cy="493975"/>
              </a:xfrm>
              <a:custGeom>
                <a:rect b="b" l="l" r="r" t="t"/>
                <a:pathLst>
                  <a:path extrusionOk="0" h="19759" w="7334">
                    <a:moveTo>
                      <a:pt x="4848" y="0"/>
                    </a:moveTo>
                    <a:cubicBezTo>
                      <a:pt x="4509" y="0"/>
                      <a:pt x="4151" y="65"/>
                      <a:pt x="3783" y="201"/>
                    </a:cubicBezTo>
                    <a:cubicBezTo>
                      <a:pt x="1869" y="912"/>
                      <a:pt x="2025" y="2467"/>
                      <a:pt x="2025" y="2467"/>
                    </a:cubicBezTo>
                    <a:cubicBezTo>
                      <a:pt x="2025" y="2467"/>
                      <a:pt x="1692" y="5889"/>
                      <a:pt x="1692" y="6554"/>
                    </a:cubicBezTo>
                    <a:cubicBezTo>
                      <a:pt x="1692" y="7225"/>
                      <a:pt x="1" y="19758"/>
                      <a:pt x="1" y="19758"/>
                    </a:cubicBezTo>
                    <a:lnTo>
                      <a:pt x="5516" y="19758"/>
                    </a:lnTo>
                    <a:cubicBezTo>
                      <a:pt x="5516" y="19758"/>
                      <a:pt x="6496" y="13801"/>
                      <a:pt x="6764" y="11313"/>
                    </a:cubicBezTo>
                    <a:cubicBezTo>
                      <a:pt x="7029" y="8824"/>
                      <a:pt x="7138" y="2867"/>
                      <a:pt x="7138" y="2867"/>
                    </a:cubicBezTo>
                    <a:cubicBezTo>
                      <a:pt x="7333" y="1141"/>
                      <a:pt x="6271" y="0"/>
                      <a:pt x="4848" y="0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7" name="Google Shape;4567;p75"/>
              <p:cNvSpPr/>
              <p:nvPr/>
            </p:nvSpPr>
            <p:spPr>
              <a:xfrm>
                <a:off x="1055225" y="3353050"/>
                <a:ext cx="138675" cy="1700"/>
              </a:xfrm>
              <a:custGeom>
                <a:rect b="b" l="l" r="r" t="t"/>
                <a:pathLst>
                  <a:path extrusionOk="0" h="68" w="5547">
                    <a:moveTo>
                      <a:pt x="0" y="0"/>
                    </a:moveTo>
                    <a:lnTo>
                      <a:pt x="0" y="68"/>
                    </a:lnTo>
                    <a:lnTo>
                      <a:pt x="5547" y="68"/>
                    </a:lnTo>
                    <a:lnTo>
                      <a:pt x="5547" y="0"/>
                    </a:lnTo>
                    <a:cubicBezTo>
                      <a:pt x="5511" y="0"/>
                      <a:pt x="3112" y="4"/>
                      <a:pt x="1481" y="4"/>
                    </a:cubicBezTo>
                    <a:cubicBezTo>
                      <a:pt x="665" y="4"/>
                      <a:pt x="41" y="3"/>
                      <a:pt x="0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8" name="Google Shape;4568;p75"/>
              <p:cNvSpPr/>
              <p:nvPr/>
            </p:nvSpPr>
            <p:spPr>
              <a:xfrm>
                <a:off x="1070825" y="3531700"/>
                <a:ext cx="214800" cy="27475"/>
              </a:xfrm>
              <a:custGeom>
                <a:rect b="b" l="l" r="r" t="t"/>
                <a:pathLst>
                  <a:path extrusionOk="0" h="1099" w="8592">
                    <a:moveTo>
                      <a:pt x="1" y="0"/>
                    </a:moveTo>
                    <a:lnTo>
                      <a:pt x="1" y="1098"/>
                    </a:lnTo>
                    <a:lnTo>
                      <a:pt x="8592" y="1098"/>
                    </a:lnTo>
                    <a:cubicBezTo>
                      <a:pt x="8592" y="1098"/>
                      <a:pt x="8560" y="985"/>
                      <a:pt x="8387" y="0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9" name="Google Shape;4569;p75"/>
              <p:cNvSpPr/>
              <p:nvPr/>
            </p:nvSpPr>
            <p:spPr>
              <a:xfrm>
                <a:off x="1070825" y="3432225"/>
                <a:ext cx="209700" cy="99500"/>
              </a:xfrm>
              <a:custGeom>
                <a:rect b="b" l="l" r="r" t="t"/>
                <a:pathLst>
                  <a:path extrusionOk="0" h="3980" w="8388">
                    <a:moveTo>
                      <a:pt x="1" y="1"/>
                    </a:moveTo>
                    <a:lnTo>
                      <a:pt x="1" y="3979"/>
                    </a:lnTo>
                    <a:lnTo>
                      <a:pt x="8387" y="3979"/>
                    </a:lnTo>
                    <a:cubicBezTo>
                      <a:pt x="8387" y="3956"/>
                      <a:pt x="8383" y="3939"/>
                      <a:pt x="8377" y="3916"/>
                    </a:cubicBezTo>
                    <a:cubicBezTo>
                      <a:pt x="8196" y="2872"/>
                      <a:pt x="5347" y="2644"/>
                      <a:pt x="3610" y="2475"/>
                    </a:cubicBezTo>
                    <a:cubicBezTo>
                      <a:pt x="1869" y="2307"/>
                      <a:pt x="2115" y="1"/>
                      <a:pt x="2115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0" name="Google Shape;4570;p75"/>
              <p:cNvSpPr/>
              <p:nvPr/>
            </p:nvSpPr>
            <p:spPr>
              <a:xfrm>
                <a:off x="1168375" y="3509375"/>
                <a:ext cx="95950" cy="22600"/>
              </a:xfrm>
              <a:custGeom>
                <a:rect b="b" l="l" r="r" t="t"/>
                <a:pathLst>
                  <a:path extrusionOk="0" h="904" w="3838">
                    <a:moveTo>
                      <a:pt x="2461" y="1"/>
                    </a:moveTo>
                    <a:cubicBezTo>
                      <a:pt x="2098" y="1"/>
                      <a:pt x="1714" y="6"/>
                      <a:pt x="1376" y="22"/>
                    </a:cubicBezTo>
                    <a:cubicBezTo>
                      <a:pt x="346" y="73"/>
                      <a:pt x="5" y="876"/>
                      <a:pt x="0" y="884"/>
                    </a:cubicBezTo>
                    <a:lnTo>
                      <a:pt x="51" y="903"/>
                    </a:lnTo>
                    <a:cubicBezTo>
                      <a:pt x="55" y="898"/>
                      <a:pt x="383" y="127"/>
                      <a:pt x="1376" y="77"/>
                    </a:cubicBezTo>
                    <a:cubicBezTo>
                      <a:pt x="1714" y="61"/>
                      <a:pt x="2098" y="55"/>
                      <a:pt x="2461" y="55"/>
                    </a:cubicBezTo>
                    <a:cubicBezTo>
                      <a:pt x="3188" y="55"/>
                      <a:pt x="3829" y="77"/>
                      <a:pt x="3838" y="77"/>
                    </a:cubicBezTo>
                    <a:lnTo>
                      <a:pt x="3838" y="22"/>
                    </a:lnTo>
                    <a:cubicBezTo>
                      <a:pt x="3829" y="22"/>
                      <a:pt x="3188" y="1"/>
                      <a:pt x="24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1" name="Google Shape;4571;p75"/>
              <p:cNvSpPr/>
              <p:nvPr/>
            </p:nvSpPr>
            <p:spPr>
              <a:xfrm>
                <a:off x="1096475" y="3432225"/>
                <a:ext cx="72825" cy="69650"/>
              </a:xfrm>
              <a:custGeom>
                <a:rect b="b" l="l" r="r" t="t"/>
                <a:pathLst>
                  <a:path extrusionOk="0" h="2786" w="2913">
                    <a:moveTo>
                      <a:pt x="14" y="1"/>
                    </a:moveTo>
                    <a:cubicBezTo>
                      <a:pt x="14" y="96"/>
                      <a:pt x="1" y="2366"/>
                      <a:pt x="876" y="2676"/>
                    </a:cubicBezTo>
                    <a:cubicBezTo>
                      <a:pt x="1095" y="2753"/>
                      <a:pt x="1335" y="2786"/>
                      <a:pt x="1568" y="2786"/>
                    </a:cubicBezTo>
                    <a:cubicBezTo>
                      <a:pt x="2256" y="2786"/>
                      <a:pt x="2904" y="2534"/>
                      <a:pt x="2913" y="2530"/>
                    </a:cubicBezTo>
                    <a:lnTo>
                      <a:pt x="2894" y="2480"/>
                    </a:lnTo>
                    <a:cubicBezTo>
                      <a:pt x="2884" y="2484"/>
                      <a:pt x="2244" y="2731"/>
                      <a:pt x="1569" y="2731"/>
                    </a:cubicBezTo>
                    <a:cubicBezTo>
                      <a:pt x="1340" y="2731"/>
                      <a:pt x="1107" y="2702"/>
                      <a:pt x="893" y="2626"/>
                    </a:cubicBezTo>
                    <a:cubicBezTo>
                      <a:pt x="55" y="2330"/>
                      <a:pt x="69" y="24"/>
                      <a:pt x="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2" name="Google Shape;4572;p75"/>
              <p:cNvSpPr/>
              <p:nvPr/>
            </p:nvSpPr>
            <p:spPr>
              <a:xfrm>
                <a:off x="1097175" y="3439175"/>
                <a:ext cx="28475" cy="19500"/>
              </a:xfrm>
              <a:custGeom>
                <a:rect b="b" l="l" r="r" t="t"/>
                <a:pathLst>
                  <a:path extrusionOk="0" h="780" w="1139">
                    <a:moveTo>
                      <a:pt x="32" y="1"/>
                    </a:moveTo>
                    <a:lnTo>
                      <a:pt x="0" y="47"/>
                    </a:lnTo>
                    <a:lnTo>
                      <a:pt x="1107" y="780"/>
                    </a:lnTo>
                    <a:lnTo>
                      <a:pt x="1139" y="735"/>
                    </a:lnTo>
                    <a:lnTo>
                      <a:pt x="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3" name="Google Shape;4573;p75"/>
              <p:cNvSpPr/>
              <p:nvPr/>
            </p:nvSpPr>
            <p:spPr>
              <a:xfrm>
                <a:off x="1098975" y="3444300"/>
                <a:ext cx="24875" cy="14375"/>
              </a:xfrm>
              <a:custGeom>
                <a:rect b="b" l="l" r="r" t="t"/>
                <a:pathLst>
                  <a:path extrusionOk="0" h="575" w="995">
                    <a:moveTo>
                      <a:pt x="967" y="0"/>
                    </a:moveTo>
                    <a:lnTo>
                      <a:pt x="0" y="530"/>
                    </a:lnTo>
                    <a:lnTo>
                      <a:pt x="28" y="575"/>
                    </a:lnTo>
                    <a:lnTo>
                      <a:pt x="995" y="51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4" name="Google Shape;4574;p75"/>
              <p:cNvSpPr/>
              <p:nvPr/>
            </p:nvSpPr>
            <p:spPr>
              <a:xfrm>
                <a:off x="1100450" y="3466050"/>
                <a:ext cx="33075" cy="12800"/>
              </a:xfrm>
              <a:custGeom>
                <a:rect b="b" l="l" r="r" t="t"/>
                <a:pathLst>
                  <a:path extrusionOk="0" h="512" w="1323">
                    <a:moveTo>
                      <a:pt x="19" y="1"/>
                    </a:moveTo>
                    <a:lnTo>
                      <a:pt x="0" y="51"/>
                    </a:lnTo>
                    <a:lnTo>
                      <a:pt x="1304" y="512"/>
                    </a:lnTo>
                    <a:lnTo>
                      <a:pt x="1323" y="461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5" name="Google Shape;4575;p75"/>
              <p:cNvSpPr/>
              <p:nvPr/>
            </p:nvSpPr>
            <p:spPr>
              <a:xfrm>
                <a:off x="1104550" y="3466175"/>
                <a:ext cx="23500" cy="16425"/>
              </a:xfrm>
              <a:custGeom>
                <a:rect b="b" l="l" r="r" t="t"/>
                <a:pathLst>
                  <a:path extrusionOk="0" h="657" w="940">
                    <a:moveTo>
                      <a:pt x="908" y="0"/>
                    </a:moveTo>
                    <a:lnTo>
                      <a:pt x="0" y="607"/>
                    </a:lnTo>
                    <a:lnTo>
                      <a:pt x="28" y="657"/>
                    </a:lnTo>
                    <a:lnTo>
                      <a:pt x="940" y="46"/>
                    </a:lnTo>
                    <a:lnTo>
                      <a:pt x="9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6" name="Google Shape;4576;p75"/>
              <p:cNvSpPr/>
              <p:nvPr/>
            </p:nvSpPr>
            <p:spPr>
              <a:xfrm>
                <a:off x="1108425" y="2240950"/>
                <a:ext cx="323975" cy="85825"/>
              </a:xfrm>
              <a:custGeom>
                <a:rect b="b" l="l" r="r" t="t"/>
                <a:pathLst>
                  <a:path extrusionOk="0" h="3433" w="12959">
                    <a:moveTo>
                      <a:pt x="9952" y="1"/>
                    </a:moveTo>
                    <a:cubicBezTo>
                      <a:pt x="7094" y="1"/>
                      <a:pt x="1851" y="562"/>
                      <a:pt x="1851" y="562"/>
                    </a:cubicBezTo>
                    <a:cubicBezTo>
                      <a:pt x="1454" y="602"/>
                      <a:pt x="1" y="1236"/>
                      <a:pt x="443" y="2293"/>
                    </a:cubicBezTo>
                    <a:cubicBezTo>
                      <a:pt x="885" y="3351"/>
                      <a:pt x="2033" y="3324"/>
                      <a:pt x="2525" y="3423"/>
                    </a:cubicBezTo>
                    <a:cubicBezTo>
                      <a:pt x="2555" y="3429"/>
                      <a:pt x="2609" y="3432"/>
                      <a:pt x="2684" y="3432"/>
                    </a:cubicBezTo>
                    <a:cubicBezTo>
                      <a:pt x="3844" y="3432"/>
                      <a:pt x="10075" y="2740"/>
                      <a:pt x="11085" y="2453"/>
                    </a:cubicBezTo>
                    <a:cubicBezTo>
                      <a:pt x="12157" y="2144"/>
                      <a:pt x="12958" y="594"/>
                      <a:pt x="11559" y="133"/>
                    </a:cubicBezTo>
                    <a:cubicBezTo>
                      <a:pt x="11272" y="38"/>
                      <a:pt x="10692" y="1"/>
                      <a:pt x="9952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7" name="Google Shape;4577;p75"/>
              <p:cNvSpPr/>
              <p:nvPr/>
            </p:nvSpPr>
            <p:spPr>
              <a:xfrm>
                <a:off x="1158450" y="2246675"/>
                <a:ext cx="143950" cy="77700"/>
              </a:xfrm>
              <a:custGeom>
                <a:rect b="b" l="l" r="r" t="t"/>
                <a:pathLst>
                  <a:path extrusionOk="0" h="3108" w="5758">
                    <a:moveTo>
                      <a:pt x="3134" y="1"/>
                    </a:moveTo>
                    <a:cubicBezTo>
                      <a:pt x="2765" y="1"/>
                      <a:pt x="2103" y="18"/>
                      <a:pt x="1586" y="127"/>
                    </a:cubicBezTo>
                    <a:cubicBezTo>
                      <a:pt x="831" y="287"/>
                      <a:pt x="0" y="1153"/>
                      <a:pt x="707" y="2288"/>
                    </a:cubicBezTo>
                    <a:cubicBezTo>
                      <a:pt x="1136" y="2972"/>
                      <a:pt x="1804" y="3108"/>
                      <a:pt x="2268" y="3108"/>
                    </a:cubicBezTo>
                    <a:cubicBezTo>
                      <a:pt x="2573" y="3108"/>
                      <a:pt x="2790" y="3049"/>
                      <a:pt x="2790" y="3049"/>
                    </a:cubicBezTo>
                    <a:lnTo>
                      <a:pt x="5757" y="2725"/>
                    </a:lnTo>
                    <a:lnTo>
                      <a:pt x="3414" y="5"/>
                    </a:lnTo>
                    <a:cubicBezTo>
                      <a:pt x="3414" y="5"/>
                      <a:pt x="3306" y="1"/>
                      <a:pt x="3134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8" name="Google Shape;4578;p75"/>
              <p:cNvSpPr/>
              <p:nvPr/>
            </p:nvSpPr>
            <p:spPr>
              <a:xfrm>
                <a:off x="1081075" y="2222500"/>
                <a:ext cx="188825" cy="110575"/>
              </a:xfrm>
              <a:custGeom>
                <a:rect b="b" l="l" r="r" t="t"/>
                <a:pathLst>
                  <a:path extrusionOk="0" h="4423" w="7553">
                    <a:moveTo>
                      <a:pt x="6162" y="0"/>
                    </a:moveTo>
                    <a:cubicBezTo>
                      <a:pt x="6162" y="0"/>
                      <a:pt x="3045" y="415"/>
                      <a:pt x="1688" y="776"/>
                    </a:cubicBezTo>
                    <a:cubicBezTo>
                      <a:pt x="329" y="1140"/>
                      <a:pt x="1" y="2867"/>
                      <a:pt x="1" y="2867"/>
                    </a:cubicBezTo>
                    <a:cubicBezTo>
                      <a:pt x="447" y="4376"/>
                      <a:pt x="1459" y="4317"/>
                      <a:pt x="2489" y="4413"/>
                    </a:cubicBezTo>
                    <a:cubicBezTo>
                      <a:pt x="2562" y="4419"/>
                      <a:pt x="2649" y="4422"/>
                      <a:pt x="2748" y="4422"/>
                    </a:cubicBezTo>
                    <a:cubicBezTo>
                      <a:pt x="4066" y="4422"/>
                      <a:pt x="7553" y="3902"/>
                      <a:pt x="7553" y="3902"/>
                    </a:cubicBezTo>
                    <a:lnTo>
                      <a:pt x="6162" y="0"/>
                    </a:ln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9" name="Google Shape;4579;p75"/>
              <p:cNvSpPr/>
              <p:nvPr/>
            </p:nvSpPr>
            <p:spPr>
              <a:xfrm>
                <a:off x="1350625" y="2056200"/>
                <a:ext cx="211200" cy="249450"/>
              </a:xfrm>
              <a:custGeom>
                <a:rect b="b" l="l" r="r" t="t"/>
                <a:pathLst>
                  <a:path extrusionOk="0" h="9978" w="8448">
                    <a:moveTo>
                      <a:pt x="8022" y="0"/>
                    </a:moveTo>
                    <a:cubicBezTo>
                      <a:pt x="7873" y="0"/>
                      <a:pt x="7697" y="87"/>
                      <a:pt x="7559" y="226"/>
                    </a:cubicBezTo>
                    <a:cubicBezTo>
                      <a:pt x="7559" y="226"/>
                      <a:pt x="891" y="6890"/>
                      <a:pt x="422" y="7842"/>
                    </a:cubicBezTo>
                    <a:cubicBezTo>
                      <a:pt x="1" y="8688"/>
                      <a:pt x="1" y="9977"/>
                      <a:pt x="1132" y="9977"/>
                    </a:cubicBezTo>
                    <a:cubicBezTo>
                      <a:pt x="1276" y="9977"/>
                      <a:pt x="1439" y="9956"/>
                      <a:pt x="1621" y="9911"/>
                    </a:cubicBezTo>
                    <a:cubicBezTo>
                      <a:pt x="3234" y="9511"/>
                      <a:pt x="7774" y="2027"/>
                      <a:pt x="8188" y="941"/>
                    </a:cubicBezTo>
                    <a:cubicBezTo>
                      <a:pt x="8448" y="256"/>
                      <a:pt x="8277" y="0"/>
                      <a:pt x="8022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0" name="Google Shape;4580;p75"/>
              <p:cNvSpPr/>
              <p:nvPr/>
            </p:nvSpPr>
            <p:spPr>
              <a:xfrm>
                <a:off x="1520100" y="1990675"/>
                <a:ext cx="108275" cy="102350"/>
              </a:xfrm>
              <a:custGeom>
                <a:rect b="b" l="l" r="r" t="t"/>
                <a:pathLst>
                  <a:path extrusionOk="0" h="4094" w="4331">
                    <a:moveTo>
                      <a:pt x="4032" y="0"/>
                    </a:moveTo>
                    <a:cubicBezTo>
                      <a:pt x="3684" y="0"/>
                      <a:pt x="2529" y="683"/>
                      <a:pt x="1864" y="1211"/>
                    </a:cubicBezTo>
                    <a:cubicBezTo>
                      <a:pt x="1149" y="1785"/>
                      <a:pt x="0" y="3541"/>
                      <a:pt x="315" y="3991"/>
                    </a:cubicBezTo>
                    <a:cubicBezTo>
                      <a:pt x="364" y="4063"/>
                      <a:pt x="436" y="4093"/>
                      <a:pt x="524" y="4093"/>
                    </a:cubicBezTo>
                    <a:cubicBezTo>
                      <a:pt x="995" y="4093"/>
                      <a:pt x="1935" y="3220"/>
                      <a:pt x="2380" y="2971"/>
                    </a:cubicBezTo>
                    <a:cubicBezTo>
                      <a:pt x="2909" y="2674"/>
                      <a:pt x="3957" y="1457"/>
                      <a:pt x="3720" y="1303"/>
                    </a:cubicBezTo>
                    <a:cubicBezTo>
                      <a:pt x="3700" y="1290"/>
                      <a:pt x="3679" y="1284"/>
                      <a:pt x="3655" y="1284"/>
                    </a:cubicBezTo>
                    <a:cubicBezTo>
                      <a:pt x="3393" y="1284"/>
                      <a:pt x="2898" y="2022"/>
                      <a:pt x="2672" y="2119"/>
                    </a:cubicBezTo>
                    <a:cubicBezTo>
                      <a:pt x="2595" y="2151"/>
                      <a:pt x="2531" y="2164"/>
                      <a:pt x="2480" y="2164"/>
                    </a:cubicBezTo>
                    <a:cubicBezTo>
                      <a:pt x="2368" y="2164"/>
                      <a:pt x="2321" y="2098"/>
                      <a:pt x="2352" y="2022"/>
                    </a:cubicBezTo>
                    <a:cubicBezTo>
                      <a:pt x="2352" y="2022"/>
                      <a:pt x="2516" y="1553"/>
                      <a:pt x="2859" y="1265"/>
                    </a:cubicBezTo>
                    <a:cubicBezTo>
                      <a:pt x="3196" y="979"/>
                      <a:pt x="4331" y="131"/>
                      <a:pt x="4098" y="13"/>
                    </a:cubicBezTo>
                    <a:cubicBezTo>
                      <a:pt x="4081" y="4"/>
                      <a:pt x="4059" y="0"/>
                      <a:pt x="4032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1" name="Google Shape;4581;p75"/>
              <p:cNvSpPr/>
              <p:nvPr/>
            </p:nvSpPr>
            <p:spPr>
              <a:xfrm>
                <a:off x="938200" y="2237700"/>
                <a:ext cx="250350" cy="276850"/>
              </a:xfrm>
              <a:custGeom>
                <a:rect b="b" l="l" r="r" t="t"/>
                <a:pathLst>
                  <a:path extrusionOk="0" h="11074" w="10014">
                    <a:moveTo>
                      <a:pt x="7041" y="1"/>
                    </a:moveTo>
                    <a:cubicBezTo>
                      <a:pt x="6416" y="1"/>
                      <a:pt x="5871" y="44"/>
                      <a:pt x="5871" y="44"/>
                    </a:cubicBezTo>
                    <a:lnTo>
                      <a:pt x="4517" y="26"/>
                    </a:lnTo>
                    <a:cubicBezTo>
                      <a:pt x="4517" y="26"/>
                      <a:pt x="2106" y="286"/>
                      <a:pt x="1277" y="395"/>
                    </a:cubicBezTo>
                    <a:cubicBezTo>
                      <a:pt x="447" y="505"/>
                      <a:pt x="1" y="1475"/>
                      <a:pt x="97" y="2629"/>
                    </a:cubicBezTo>
                    <a:cubicBezTo>
                      <a:pt x="192" y="3782"/>
                      <a:pt x="1313" y="5901"/>
                      <a:pt x="1664" y="6653"/>
                    </a:cubicBezTo>
                    <a:cubicBezTo>
                      <a:pt x="2015" y="7405"/>
                      <a:pt x="2598" y="10878"/>
                      <a:pt x="2598" y="10878"/>
                    </a:cubicBezTo>
                    <a:lnTo>
                      <a:pt x="7129" y="11074"/>
                    </a:lnTo>
                    <a:cubicBezTo>
                      <a:pt x="7129" y="11074"/>
                      <a:pt x="7256" y="10932"/>
                      <a:pt x="7306" y="10198"/>
                    </a:cubicBezTo>
                    <a:cubicBezTo>
                      <a:pt x="7361" y="9466"/>
                      <a:pt x="7927" y="7692"/>
                      <a:pt x="8970" y="5377"/>
                    </a:cubicBezTo>
                    <a:cubicBezTo>
                      <a:pt x="10014" y="3067"/>
                      <a:pt x="9285" y="692"/>
                      <a:pt x="8774" y="272"/>
                    </a:cubicBezTo>
                    <a:cubicBezTo>
                      <a:pt x="8505" y="53"/>
                      <a:pt x="7725" y="1"/>
                      <a:pt x="7041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2" name="Google Shape;4582;p75"/>
              <p:cNvSpPr/>
              <p:nvPr/>
            </p:nvSpPr>
            <p:spPr>
              <a:xfrm>
                <a:off x="993675" y="2237775"/>
                <a:ext cx="135500" cy="45150"/>
              </a:xfrm>
              <a:custGeom>
                <a:rect b="b" l="l" r="r" t="t"/>
                <a:pathLst>
                  <a:path extrusionOk="0" h="1806" w="5420">
                    <a:moveTo>
                      <a:pt x="5033" y="1"/>
                    </a:moveTo>
                    <a:cubicBezTo>
                      <a:pt x="5033" y="1"/>
                      <a:pt x="4709" y="1413"/>
                      <a:pt x="2845" y="1491"/>
                    </a:cubicBezTo>
                    <a:cubicBezTo>
                      <a:pt x="2792" y="1493"/>
                      <a:pt x="2740" y="1494"/>
                      <a:pt x="2689" y="1494"/>
                    </a:cubicBezTo>
                    <a:cubicBezTo>
                      <a:pt x="945" y="1494"/>
                      <a:pt x="333" y="237"/>
                      <a:pt x="333" y="237"/>
                    </a:cubicBezTo>
                    <a:lnTo>
                      <a:pt x="1" y="279"/>
                    </a:lnTo>
                    <a:cubicBezTo>
                      <a:pt x="1" y="279"/>
                      <a:pt x="1" y="279"/>
                      <a:pt x="1" y="279"/>
                    </a:cubicBezTo>
                    <a:cubicBezTo>
                      <a:pt x="44" y="279"/>
                      <a:pt x="692" y="1800"/>
                      <a:pt x="2804" y="1806"/>
                    </a:cubicBezTo>
                    <a:cubicBezTo>
                      <a:pt x="2807" y="1806"/>
                      <a:pt x="2810" y="1806"/>
                      <a:pt x="2812" y="1806"/>
                    </a:cubicBezTo>
                    <a:cubicBezTo>
                      <a:pt x="4916" y="1806"/>
                      <a:pt x="5420" y="14"/>
                      <a:pt x="5420" y="14"/>
                    </a:cubicBezTo>
                    <a:lnTo>
                      <a:pt x="5033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3" name="Google Shape;4583;p75"/>
              <p:cNvSpPr/>
              <p:nvPr/>
            </p:nvSpPr>
            <p:spPr>
              <a:xfrm>
                <a:off x="1120050" y="2321725"/>
                <a:ext cx="55975" cy="170950"/>
              </a:xfrm>
              <a:custGeom>
                <a:rect b="b" l="l" r="r" t="t"/>
                <a:pathLst>
                  <a:path extrusionOk="0" h="6838" w="2239">
                    <a:moveTo>
                      <a:pt x="2175" y="1"/>
                    </a:moveTo>
                    <a:cubicBezTo>
                      <a:pt x="2175" y="11"/>
                      <a:pt x="2165" y="1095"/>
                      <a:pt x="1564" y="2235"/>
                    </a:cubicBezTo>
                    <a:cubicBezTo>
                      <a:pt x="958" y="3379"/>
                      <a:pt x="47" y="5954"/>
                      <a:pt x="1" y="6837"/>
                    </a:cubicBezTo>
                    <a:lnTo>
                      <a:pt x="69" y="6837"/>
                    </a:lnTo>
                    <a:cubicBezTo>
                      <a:pt x="110" y="5962"/>
                      <a:pt x="1017" y="3406"/>
                      <a:pt x="1623" y="2262"/>
                    </a:cubicBezTo>
                    <a:cubicBezTo>
                      <a:pt x="2234" y="1113"/>
                      <a:pt x="2239" y="11"/>
                      <a:pt x="2239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4" name="Google Shape;4584;p75"/>
              <p:cNvSpPr/>
              <p:nvPr/>
            </p:nvSpPr>
            <p:spPr>
              <a:xfrm>
                <a:off x="1029025" y="2125925"/>
                <a:ext cx="57550" cy="134125"/>
              </a:xfrm>
              <a:custGeom>
                <a:rect b="b" l="l" r="r" t="t"/>
                <a:pathLst>
                  <a:path extrusionOk="0" h="5365" w="2302">
                    <a:moveTo>
                      <a:pt x="748" y="1"/>
                    </a:moveTo>
                    <a:cubicBezTo>
                      <a:pt x="640" y="1"/>
                      <a:pt x="520" y="19"/>
                      <a:pt x="387" y="62"/>
                    </a:cubicBezTo>
                    <a:lnTo>
                      <a:pt x="0" y="4858"/>
                    </a:lnTo>
                    <a:cubicBezTo>
                      <a:pt x="0" y="4858"/>
                      <a:pt x="488" y="5295"/>
                      <a:pt x="1153" y="5359"/>
                    </a:cubicBezTo>
                    <a:cubicBezTo>
                      <a:pt x="1196" y="5363"/>
                      <a:pt x="1238" y="5365"/>
                      <a:pt x="1279" y="5365"/>
                    </a:cubicBezTo>
                    <a:cubicBezTo>
                      <a:pt x="1883" y="5365"/>
                      <a:pt x="2302" y="4957"/>
                      <a:pt x="2302" y="4957"/>
                    </a:cubicBezTo>
                    <a:lnTo>
                      <a:pt x="1709" y="975"/>
                    </a:lnTo>
                    <a:cubicBezTo>
                      <a:pt x="1709" y="975"/>
                      <a:pt x="1527" y="1"/>
                      <a:pt x="748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5" name="Google Shape;4585;p75"/>
              <p:cNvSpPr/>
              <p:nvPr/>
            </p:nvSpPr>
            <p:spPr>
              <a:xfrm>
                <a:off x="1041050" y="2123700"/>
                <a:ext cx="33900" cy="48225"/>
              </a:xfrm>
              <a:custGeom>
                <a:rect b="b" l="l" r="r" t="t"/>
                <a:pathLst>
                  <a:path extrusionOk="0" h="1929" w="1356">
                    <a:moveTo>
                      <a:pt x="486" y="0"/>
                    </a:moveTo>
                    <a:cubicBezTo>
                      <a:pt x="1" y="0"/>
                      <a:pt x="62" y="366"/>
                      <a:pt x="62" y="366"/>
                    </a:cubicBezTo>
                    <a:cubicBezTo>
                      <a:pt x="62" y="366"/>
                      <a:pt x="864" y="1857"/>
                      <a:pt x="1356" y="1929"/>
                    </a:cubicBezTo>
                    <a:lnTo>
                      <a:pt x="1228" y="862"/>
                    </a:lnTo>
                    <a:cubicBezTo>
                      <a:pt x="1228" y="862"/>
                      <a:pt x="1064" y="24"/>
                      <a:pt x="531" y="1"/>
                    </a:cubicBezTo>
                    <a:cubicBezTo>
                      <a:pt x="516" y="1"/>
                      <a:pt x="501" y="0"/>
                      <a:pt x="486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6" name="Google Shape;4586;p75"/>
              <p:cNvSpPr/>
              <p:nvPr/>
            </p:nvSpPr>
            <p:spPr>
              <a:xfrm>
                <a:off x="1021025" y="2043525"/>
                <a:ext cx="106250" cy="111200"/>
              </a:xfrm>
              <a:custGeom>
                <a:rect b="b" l="l" r="r" t="t"/>
                <a:pathLst>
                  <a:path extrusionOk="0" h="4448" w="4250">
                    <a:moveTo>
                      <a:pt x="2060" y="1"/>
                    </a:moveTo>
                    <a:cubicBezTo>
                      <a:pt x="1354" y="1"/>
                      <a:pt x="781" y="222"/>
                      <a:pt x="739" y="920"/>
                    </a:cubicBezTo>
                    <a:cubicBezTo>
                      <a:pt x="680" y="1905"/>
                      <a:pt x="676" y="2378"/>
                      <a:pt x="676" y="2378"/>
                    </a:cubicBezTo>
                    <a:cubicBezTo>
                      <a:pt x="676" y="2378"/>
                      <a:pt x="579" y="2227"/>
                      <a:pt x="423" y="2227"/>
                    </a:cubicBezTo>
                    <a:cubicBezTo>
                      <a:pt x="373" y="2227"/>
                      <a:pt x="317" y="2242"/>
                      <a:pt x="257" y="2283"/>
                    </a:cubicBezTo>
                    <a:cubicBezTo>
                      <a:pt x="11" y="2456"/>
                      <a:pt x="1" y="3236"/>
                      <a:pt x="270" y="3395"/>
                    </a:cubicBezTo>
                    <a:cubicBezTo>
                      <a:pt x="347" y="3443"/>
                      <a:pt x="415" y="3460"/>
                      <a:pt x="475" y="3460"/>
                    </a:cubicBezTo>
                    <a:cubicBezTo>
                      <a:pt x="620" y="3460"/>
                      <a:pt x="707" y="3358"/>
                      <a:pt x="707" y="3358"/>
                    </a:cubicBezTo>
                    <a:cubicBezTo>
                      <a:pt x="707" y="3358"/>
                      <a:pt x="1095" y="4038"/>
                      <a:pt x="2029" y="4271"/>
                    </a:cubicBezTo>
                    <a:cubicBezTo>
                      <a:pt x="2029" y="4271"/>
                      <a:pt x="2850" y="4448"/>
                      <a:pt x="3412" y="4448"/>
                    </a:cubicBezTo>
                    <a:cubicBezTo>
                      <a:pt x="3571" y="4448"/>
                      <a:pt x="3709" y="4434"/>
                      <a:pt x="3802" y="4397"/>
                    </a:cubicBezTo>
                    <a:cubicBezTo>
                      <a:pt x="4222" y="4233"/>
                      <a:pt x="4249" y="3669"/>
                      <a:pt x="4117" y="2866"/>
                    </a:cubicBezTo>
                    <a:cubicBezTo>
                      <a:pt x="3985" y="2064"/>
                      <a:pt x="4021" y="291"/>
                      <a:pt x="2968" y="95"/>
                    </a:cubicBezTo>
                    <a:cubicBezTo>
                      <a:pt x="2662" y="38"/>
                      <a:pt x="2350" y="1"/>
                      <a:pt x="2060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7" name="Google Shape;4587;p75"/>
              <p:cNvSpPr/>
              <p:nvPr/>
            </p:nvSpPr>
            <p:spPr>
              <a:xfrm>
                <a:off x="1059325" y="2086300"/>
                <a:ext cx="22000" cy="12025"/>
              </a:xfrm>
              <a:custGeom>
                <a:rect b="b" l="l" r="r" t="t"/>
                <a:pathLst>
                  <a:path extrusionOk="0" h="481" w="880">
                    <a:moveTo>
                      <a:pt x="420" y="0"/>
                    </a:moveTo>
                    <a:cubicBezTo>
                      <a:pt x="406" y="0"/>
                      <a:pt x="393" y="1"/>
                      <a:pt x="379" y="2"/>
                    </a:cubicBezTo>
                    <a:cubicBezTo>
                      <a:pt x="0" y="38"/>
                      <a:pt x="14" y="344"/>
                      <a:pt x="14" y="344"/>
                    </a:cubicBezTo>
                    <a:cubicBezTo>
                      <a:pt x="14" y="344"/>
                      <a:pt x="259" y="481"/>
                      <a:pt x="565" y="481"/>
                    </a:cubicBezTo>
                    <a:cubicBezTo>
                      <a:pt x="665" y="481"/>
                      <a:pt x="773" y="466"/>
                      <a:pt x="880" y="427"/>
                    </a:cubicBezTo>
                    <a:cubicBezTo>
                      <a:pt x="880" y="427"/>
                      <a:pt x="762" y="0"/>
                      <a:pt x="4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8" name="Google Shape;4588;p75"/>
              <p:cNvSpPr/>
              <p:nvPr/>
            </p:nvSpPr>
            <p:spPr>
              <a:xfrm>
                <a:off x="1099900" y="2081675"/>
                <a:ext cx="15275" cy="13675"/>
              </a:xfrm>
              <a:custGeom>
                <a:rect b="b" l="l" r="r" t="t"/>
                <a:pathLst>
                  <a:path extrusionOk="0" h="547" w="611">
                    <a:moveTo>
                      <a:pt x="394" y="1"/>
                    </a:moveTo>
                    <a:cubicBezTo>
                      <a:pt x="363" y="1"/>
                      <a:pt x="327" y="7"/>
                      <a:pt x="287" y="23"/>
                    </a:cubicBezTo>
                    <a:cubicBezTo>
                      <a:pt x="0" y="137"/>
                      <a:pt x="119" y="547"/>
                      <a:pt x="119" y="547"/>
                    </a:cubicBezTo>
                    <a:cubicBezTo>
                      <a:pt x="119" y="547"/>
                      <a:pt x="547" y="475"/>
                      <a:pt x="611" y="265"/>
                    </a:cubicBezTo>
                    <a:cubicBezTo>
                      <a:pt x="611" y="265"/>
                      <a:pt x="587" y="1"/>
                      <a:pt x="3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9" name="Google Shape;4589;p75"/>
              <p:cNvSpPr/>
              <p:nvPr/>
            </p:nvSpPr>
            <p:spPr>
              <a:xfrm>
                <a:off x="1058900" y="2085325"/>
                <a:ext cx="22425" cy="11650"/>
              </a:xfrm>
              <a:custGeom>
                <a:rect b="b" l="l" r="r" t="t"/>
                <a:pathLst>
                  <a:path extrusionOk="0" h="466" w="897">
                    <a:moveTo>
                      <a:pt x="420" y="1"/>
                    </a:moveTo>
                    <a:cubicBezTo>
                      <a:pt x="138" y="1"/>
                      <a:pt x="1" y="260"/>
                      <a:pt x="13" y="388"/>
                    </a:cubicBezTo>
                    <a:lnTo>
                      <a:pt x="31" y="383"/>
                    </a:lnTo>
                    <a:cubicBezTo>
                      <a:pt x="31" y="383"/>
                      <a:pt x="95" y="96"/>
                      <a:pt x="410" y="64"/>
                    </a:cubicBezTo>
                    <a:cubicBezTo>
                      <a:pt x="421" y="63"/>
                      <a:pt x="432" y="62"/>
                      <a:pt x="443" y="62"/>
                    </a:cubicBezTo>
                    <a:cubicBezTo>
                      <a:pt x="736" y="62"/>
                      <a:pt x="897" y="466"/>
                      <a:pt x="897" y="466"/>
                    </a:cubicBezTo>
                    <a:cubicBezTo>
                      <a:pt x="897" y="466"/>
                      <a:pt x="801" y="50"/>
                      <a:pt x="482" y="5"/>
                    </a:cubicBezTo>
                    <a:cubicBezTo>
                      <a:pt x="461" y="2"/>
                      <a:pt x="440" y="1"/>
                      <a:pt x="420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0" name="Google Shape;4590;p75"/>
              <p:cNvSpPr/>
              <p:nvPr/>
            </p:nvSpPr>
            <p:spPr>
              <a:xfrm>
                <a:off x="1100700" y="2080925"/>
                <a:ext cx="14475" cy="14425"/>
              </a:xfrm>
              <a:custGeom>
                <a:rect b="b" l="l" r="r" t="t"/>
                <a:pathLst>
                  <a:path extrusionOk="0" h="577" w="579">
                    <a:moveTo>
                      <a:pt x="349" y="1"/>
                    </a:moveTo>
                    <a:cubicBezTo>
                      <a:pt x="326" y="1"/>
                      <a:pt x="301" y="4"/>
                      <a:pt x="274" y="13"/>
                    </a:cubicBezTo>
                    <a:cubicBezTo>
                      <a:pt x="0" y="95"/>
                      <a:pt x="23" y="427"/>
                      <a:pt x="87" y="577"/>
                    </a:cubicBezTo>
                    <a:cubicBezTo>
                      <a:pt x="87" y="577"/>
                      <a:pt x="9" y="286"/>
                      <a:pt x="232" y="95"/>
                    </a:cubicBezTo>
                    <a:cubicBezTo>
                      <a:pt x="277" y="57"/>
                      <a:pt x="318" y="42"/>
                      <a:pt x="354" y="42"/>
                    </a:cubicBezTo>
                    <a:cubicBezTo>
                      <a:pt x="503" y="42"/>
                      <a:pt x="579" y="295"/>
                      <a:pt x="579" y="295"/>
                    </a:cubicBezTo>
                    <a:cubicBezTo>
                      <a:pt x="579" y="295"/>
                      <a:pt x="553" y="1"/>
                      <a:pt x="349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1" name="Google Shape;4591;p75"/>
              <p:cNvSpPr/>
              <p:nvPr/>
            </p:nvSpPr>
            <p:spPr>
              <a:xfrm>
                <a:off x="1067625" y="2086550"/>
                <a:ext cx="7100" cy="9550"/>
              </a:xfrm>
              <a:custGeom>
                <a:rect b="b" l="l" r="r" t="t"/>
                <a:pathLst>
                  <a:path extrusionOk="0" h="382" w="284">
                    <a:moveTo>
                      <a:pt x="127" y="0"/>
                    </a:moveTo>
                    <a:cubicBezTo>
                      <a:pt x="123" y="0"/>
                      <a:pt x="119" y="0"/>
                      <a:pt x="116" y="1"/>
                    </a:cubicBezTo>
                    <a:cubicBezTo>
                      <a:pt x="42" y="11"/>
                      <a:pt x="1" y="106"/>
                      <a:pt x="19" y="211"/>
                    </a:cubicBezTo>
                    <a:cubicBezTo>
                      <a:pt x="32" y="308"/>
                      <a:pt x="91" y="381"/>
                      <a:pt x="154" y="381"/>
                    </a:cubicBezTo>
                    <a:cubicBezTo>
                      <a:pt x="159" y="381"/>
                      <a:pt x="165" y="380"/>
                      <a:pt x="170" y="379"/>
                    </a:cubicBezTo>
                    <a:cubicBezTo>
                      <a:pt x="242" y="371"/>
                      <a:pt x="284" y="280"/>
                      <a:pt x="265" y="170"/>
                    </a:cubicBezTo>
                    <a:cubicBezTo>
                      <a:pt x="253" y="71"/>
                      <a:pt x="191" y="0"/>
                      <a:pt x="127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2" name="Google Shape;4592;p75"/>
              <p:cNvSpPr/>
              <p:nvPr/>
            </p:nvSpPr>
            <p:spPr>
              <a:xfrm>
                <a:off x="1103650" y="2083025"/>
                <a:ext cx="7075" cy="9525"/>
              </a:xfrm>
              <a:custGeom>
                <a:rect b="b" l="l" r="r" t="t"/>
                <a:pathLst>
                  <a:path extrusionOk="0" h="381" w="283">
                    <a:moveTo>
                      <a:pt x="125" y="0"/>
                    </a:moveTo>
                    <a:cubicBezTo>
                      <a:pt x="122" y="0"/>
                      <a:pt x="118" y="0"/>
                      <a:pt x="114" y="1"/>
                    </a:cubicBezTo>
                    <a:cubicBezTo>
                      <a:pt x="46" y="11"/>
                      <a:pt x="0" y="106"/>
                      <a:pt x="19" y="211"/>
                    </a:cubicBezTo>
                    <a:cubicBezTo>
                      <a:pt x="31" y="307"/>
                      <a:pt x="90" y="381"/>
                      <a:pt x="156" y="381"/>
                    </a:cubicBezTo>
                    <a:cubicBezTo>
                      <a:pt x="162" y="381"/>
                      <a:pt x="167" y="380"/>
                      <a:pt x="173" y="379"/>
                    </a:cubicBezTo>
                    <a:cubicBezTo>
                      <a:pt x="242" y="370"/>
                      <a:pt x="282" y="274"/>
                      <a:pt x="269" y="169"/>
                    </a:cubicBezTo>
                    <a:cubicBezTo>
                      <a:pt x="252" y="71"/>
                      <a:pt x="190" y="0"/>
                      <a:pt x="125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3" name="Google Shape;4593;p75"/>
              <p:cNvSpPr/>
              <p:nvPr/>
            </p:nvSpPr>
            <p:spPr>
              <a:xfrm>
                <a:off x="1090650" y="2090800"/>
                <a:ext cx="13600" cy="24550"/>
              </a:xfrm>
              <a:custGeom>
                <a:rect b="b" l="l" r="r" t="t"/>
                <a:pathLst>
                  <a:path extrusionOk="0" h="982" w="544">
                    <a:moveTo>
                      <a:pt x="55" y="0"/>
                    </a:moveTo>
                    <a:cubicBezTo>
                      <a:pt x="55" y="0"/>
                      <a:pt x="1" y="538"/>
                      <a:pt x="114" y="588"/>
                    </a:cubicBezTo>
                    <a:cubicBezTo>
                      <a:pt x="191" y="620"/>
                      <a:pt x="315" y="626"/>
                      <a:pt x="394" y="626"/>
                    </a:cubicBezTo>
                    <a:cubicBezTo>
                      <a:pt x="439" y="626"/>
                      <a:pt x="470" y="624"/>
                      <a:pt x="470" y="624"/>
                    </a:cubicBezTo>
                    <a:lnTo>
                      <a:pt x="470" y="624"/>
                    </a:lnTo>
                    <a:lnTo>
                      <a:pt x="114" y="952"/>
                    </a:lnTo>
                    <a:cubicBezTo>
                      <a:pt x="114" y="952"/>
                      <a:pt x="111" y="981"/>
                      <a:pt x="139" y="981"/>
                    </a:cubicBezTo>
                    <a:cubicBezTo>
                      <a:pt x="143" y="981"/>
                      <a:pt x="147" y="981"/>
                      <a:pt x="152" y="979"/>
                    </a:cubicBezTo>
                    <a:cubicBezTo>
                      <a:pt x="192" y="966"/>
                      <a:pt x="543" y="620"/>
                      <a:pt x="539" y="611"/>
                    </a:cubicBezTo>
                    <a:cubicBezTo>
                      <a:pt x="539" y="597"/>
                      <a:pt x="165" y="588"/>
                      <a:pt x="133" y="524"/>
                    </a:cubicBezTo>
                    <a:cubicBezTo>
                      <a:pt x="97" y="465"/>
                      <a:pt x="83" y="14"/>
                      <a:pt x="55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4" name="Google Shape;4594;p75"/>
              <p:cNvSpPr/>
              <p:nvPr/>
            </p:nvSpPr>
            <p:spPr>
              <a:xfrm>
                <a:off x="1084025" y="2121850"/>
                <a:ext cx="21700" cy="6175"/>
              </a:xfrm>
              <a:custGeom>
                <a:rect b="b" l="l" r="r" t="t"/>
                <a:pathLst>
                  <a:path extrusionOk="0" h="247" w="868">
                    <a:moveTo>
                      <a:pt x="508" y="0"/>
                    </a:moveTo>
                    <a:cubicBezTo>
                      <a:pt x="166" y="0"/>
                      <a:pt x="1" y="103"/>
                      <a:pt x="1" y="103"/>
                    </a:cubicBezTo>
                    <a:cubicBezTo>
                      <a:pt x="1" y="103"/>
                      <a:pt x="51" y="212"/>
                      <a:pt x="398" y="244"/>
                    </a:cubicBezTo>
                    <a:cubicBezTo>
                      <a:pt x="417" y="245"/>
                      <a:pt x="435" y="246"/>
                      <a:pt x="453" y="246"/>
                    </a:cubicBezTo>
                    <a:cubicBezTo>
                      <a:pt x="758" y="246"/>
                      <a:pt x="867" y="34"/>
                      <a:pt x="867" y="34"/>
                    </a:cubicBezTo>
                    <a:cubicBezTo>
                      <a:pt x="731" y="9"/>
                      <a:pt x="611" y="0"/>
                      <a:pt x="508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5" name="Google Shape;4595;p75"/>
              <p:cNvSpPr/>
              <p:nvPr/>
            </p:nvSpPr>
            <p:spPr>
              <a:xfrm>
                <a:off x="1083925" y="2124850"/>
                <a:ext cx="19975" cy="6850"/>
              </a:xfrm>
              <a:custGeom>
                <a:rect b="b" l="l" r="r" t="t"/>
                <a:pathLst>
                  <a:path extrusionOk="0" h="274" w="799">
                    <a:moveTo>
                      <a:pt x="798" y="0"/>
                    </a:moveTo>
                    <a:cubicBezTo>
                      <a:pt x="798" y="0"/>
                      <a:pt x="612" y="147"/>
                      <a:pt x="393" y="151"/>
                    </a:cubicBezTo>
                    <a:cubicBezTo>
                      <a:pt x="390" y="151"/>
                      <a:pt x="386" y="151"/>
                      <a:pt x="383" y="151"/>
                    </a:cubicBezTo>
                    <a:cubicBezTo>
                      <a:pt x="173" y="151"/>
                      <a:pt x="1" y="28"/>
                      <a:pt x="1" y="28"/>
                    </a:cubicBezTo>
                    <a:lnTo>
                      <a:pt x="1" y="28"/>
                    </a:lnTo>
                    <a:cubicBezTo>
                      <a:pt x="1" y="28"/>
                      <a:pt x="104" y="274"/>
                      <a:pt x="391" y="274"/>
                    </a:cubicBezTo>
                    <a:cubicBezTo>
                      <a:pt x="412" y="274"/>
                      <a:pt x="434" y="272"/>
                      <a:pt x="457" y="269"/>
                    </a:cubicBezTo>
                    <a:cubicBezTo>
                      <a:pt x="794" y="233"/>
                      <a:pt x="798" y="0"/>
                      <a:pt x="798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6" name="Google Shape;4596;p75"/>
              <p:cNvSpPr/>
              <p:nvPr/>
            </p:nvSpPr>
            <p:spPr>
              <a:xfrm>
                <a:off x="1078125" y="2118375"/>
                <a:ext cx="31600" cy="10275"/>
              </a:xfrm>
              <a:custGeom>
                <a:rect b="b" l="l" r="r" t="t"/>
                <a:pathLst>
                  <a:path extrusionOk="0" h="411" w="1264">
                    <a:moveTo>
                      <a:pt x="1263" y="0"/>
                    </a:moveTo>
                    <a:cubicBezTo>
                      <a:pt x="1263" y="0"/>
                      <a:pt x="1012" y="360"/>
                      <a:pt x="634" y="364"/>
                    </a:cubicBezTo>
                    <a:cubicBezTo>
                      <a:pt x="632" y="364"/>
                      <a:pt x="629" y="364"/>
                      <a:pt x="627" y="364"/>
                    </a:cubicBezTo>
                    <a:cubicBezTo>
                      <a:pt x="252" y="364"/>
                      <a:pt x="1" y="32"/>
                      <a:pt x="1" y="32"/>
                    </a:cubicBezTo>
                    <a:lnTo>
                      <a:pt x="1" y="32"/>
                    </a:lnTo>
                    <a:cubicBezTo>
                      <a:pt x="9" y="82"/>
                      <a:pt x="205" y="396"/>
                      <a:pt x="625" y="410"/>
                    </a:cubicBezTo>
                    <a:cubicBezTo>
                      <a:pt x="632" y="410"/>
                      <a:pt x="638" y="411"/>
                      <a:pt x="645" y="411"/>
                    </a:cubicBezTo>
                    <a:cubicBezTo>
                      <a:pt x="1055" y="411"/>
                      <a:pt x="1263" y="0"/>
                      <a:pt x="1263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7" name="Google Shape;4597;p75"/>
              <p:cNvSpPr/>
              <p:nvPr/>
            </p:nvSpPr>
            <p:spPr>
              <a:xfrm>
                <a:off x="976600" y="2041675"/>
                <a:ext cx="142825" cy="78400"/>
              </a:xfrm>
              <a:custGeom>
                <a:rect b="b" l="l" r="r" t="t"/>
                <a:pathLst>
                  <a:path extrusionOk="0" h="3136" w="5713">
                    <a:moveTo>
                      <a:pt x="3802" y="0"/>
                    </a:moveTo>
                    <a:cubicBezTo>
                      <a:pt x="3717" y="0"/>
                      <a:pt x="3629" y="2"/>
                      <a:pt x="3538" y="5"/>
                    </a:cubicBezTo>
                    <a:cubicBezTo>
                      <a:pt x="1832" y="73"/>
                      <a:pt x="1085" y="739"/>
                      <a:pt x="1085" y="739"/>
                    </a:cubicBezTo>
                    <a:cubicBezTo>
                      <a:pt x="0" y="1450"/>
                      <a:pt x="1864" y="3136"/>
                      <a:pt x="1864" y="3136"/>
                    </a:cubicBezTo>
                    <a:cubicBezTo>
                      <a:pt x="1782" y="2900"/>
                      <a:pt x="1874" y="2430"/>
                      <a:pt x="2102" y="2343"/>
                    </a:cubicBezTo>
                    <a:cubicBezTo>
                      <a:pt x="2134" y="2330"/>
                      <a:pt x="2165" y="2325"/>
                      <a:pt x="2193" y="2325"/>
                    </a:cubicBezTo>
                    <a:cubicBezTo>
                      <a:pt x="2367" y="2325"/>
                      <a:pt x="2471" y="2517"/>
                      <a:pt x="2471" y="2517"/>
                    </a:cubicBezTo>
                    <a:cubicBezTo>
                      <a:pt x="2471" y="2517"/>
                      <a:pt x="2516" y="2535"/>
                      <a:pt x="2595" y="2535"/>
                    </a:cubicBezTo>
                    <a:cubicBezTo>
                      <a:pt x="2693" y="2535"/>
                      <a:pt x="2842" y="2507"/>
                      <a:pt x="3023" y="2384"/>
                    </a:cubicBezTo>
                    <a:cubicBezTo>
                      <a:pt x="3351" y="2161"/>
                      <a:pt x="2722" y="1705"/>
                      <a:pt x="2722" y="1705"/>
                    </a:cubicBezTo>
                    <a:cubicBezTo>
                      <a:pt x="2722" y="1705"/>
                      <a:pt x="4905" y="1190"/>
                      <a:pt x="5320" y="839"/>
                    </a:cubicBezTo>
                    <a:cubicBezTo>
                      <a:pt x="5712" y="512"/>
                      <a:pt x="5296" y="0"/>
                      <a:pt x="3802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8" name="Google Shape;4598;p75"/>
              <p:cNvSpPr/>
              <p:nvPr/>
            </p:nvSpPr>
            <p:spPr>
              <a:xfrm>
                <a:off x="1061375" y="2101600"/>
                <a:ext cx="10850" cy="10650"/>
              </a:xfrm>
              <a:custGeom>
                <a:rect b="b" l="l" r="r" t="t"/>
                <a:pathLst>
                  <a:path extrusionOk="0" h="426" w="434">
                    <a:moveTo>
                      <a:pt x="220" y="0"/>
                    </a:moveTo>
                    <a:cubicBezTo>
                      <a:pt x="105" y="0"/>
                      <a:pt x="10" y="85"/>
                      <a:pt x="5" y="202"/>
                    </a:cubicBezTo>
                    <a:cubicBezTo>
                      <a:pt x="0" y="320"/>
                      <a:pt x="92" y="416"/>
                      <a:pt x="210" y="425"/>
                    </a:cubicBezTo>
                    <a:cubicBezTo>
                      <a:pt x="213" y="425"/>
                      <a:pt x="215" y="425"/>
                      <a:pt x="218" y="425"/>
                    </a:cubicBezTo>
                    <a:cubicBezTo>
                      <a:pt x="329" y="425"/>
                      <a:pt x="425" y="336"/>
                      <a:pt x="429" y="219"/>
                    </a:cubicBezTo>
                    <a:cubicBezTo>
                      <a:pt x="433" y="101"/>
                      <a:pt x="343" y="6"/>
                      <a:pt x="229" y="0"/>
                    </a:cubicBezTo>
                    <a:cubicBezTo>
                      <a:pt x="226" y="0"/>
                      <a:pt x="223" y="0"/>
                      <a:pt x="220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9" name="Google Shape;4599;p75"/>
              <p:cNvSpPr/>
              <p:nvPr/>
            </p:nvSpPr>
            <p:spPr>
              <a:xfrm>
                <a:off x="1106375" y="2097850"/>
                <a:ext cx="10850" cy="10625"/>
              </a:xfrm>
              <a:custGeom>
                <a:rect b="b" l="l" r="r" t="t"/>
                <a:pathLst>
                  <a:path extrusionOk="0" h="425" w="434">
                    <a:moveTo>
                      <a:pt x="220" y="0"/>
                    </a:moveTo>
                    <a:cubicBezTo>
                      <a:pt x="106" y="0"/>
                      <a:pt x="15" y="90"/>
                      <a:pt x="5" y="201"/>
                    </a:cubicBezTo>
                    <a:cubicBezTo>
                      <a:pt x="1" y="320"/>
                      <a:pt x="91" y="420"/>
                      <a:pt x="211" y="424"/>
                    </a:cubicBezTo>
                    <a:cubicBezTo>
                      <a:pt x="214" y="424"/>
                      <a:pt x="217" y="424"/>
                      <a:pt x="221" y="424"/>
                    </a:cubicBezTo>
                    <a:cubicBezTo>
                      <a:pt x="334" y="424"/>
                      <a:pt x="425" y="334"/>
                      <a:pt x="429" y="219"/>
                    </a:cubicBezTo>
                    <a:cubicBezTo>
                      <a:pt x="434" y="106"/>
                      <a:pt x="347" y="5"/>
                      <a:pt x="228" y="1"/>
                    </a:cubicBezTo>
                    <a:cubicBezTo>
                      <a:pt x="225" y="1"/>
                      <a:pt x="223" y="0"/>
                      <a:pt x="220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0" name="Google Shape;4600;p75"/>
              <p:cNvSpPr/>
              <p:nvPr/>
            </p:nvSpPr>
            <p:spPr>
              <a:xfrm>
                <a:off x="1027750" y="2107225"/>
                <a:ext cx="10075" cy="19475"/>
              </a:xfrm>
              <a:custGeom>
                <a:rect b="b" l="l" r="r" t="t"/>
                <a:pathLst>
                  <a:path extrusionOk="0" h="779" w="403">
                    <a:moveTo>
                      <a:pt x="177" y="0"/>
                    </a:moveTo>
                    <a:cubicBezTo>
                      <a:pt x="88" y="0"/>
                      <a:pt x="9" y="101"/>
                      <a:pt x="1" y="113"/>
                    </a:cubicBezTo>
                    <a:lnTo>
                      <a:pt x="51" y="150"/>
                    </a:lnTo>
                    <a:cubicBezTo>
                      <a:pt x="68" y="129"/>
                      <a:pt x="130" y="66"/>
                      <a:pt x="176" y="66"/>
                    </a:cubicBezTo>
                    <a:cubicBezTo>
                      <a:pt x="180" y="66"/>
                      <a:pt x="184" y="66"/>
                      <a:pt x="188" y="68"/>
                    </a:cubicBezTo>
                    <a:cubicBezTo>
                      <a:pt x="215" y="72"/>
                      <a:pt x="256" y="109"/>
                      <a:pt x="279" y="268"/>
                    </a:cubicBezTo>
                    <a:cubicBezTo>
                      <a:pt x="329" y="651"/>
                      <a:pt x="184" y="719"/>
                      <a:pt x="184" y="719"/>
                    </a:cubicBezTo>
                    <a:lnTo>
                      <a:pt x="207" y="779"/>
                    </a:lnTo>
                    <a:cubicBezTo>
                      <a:pt x="215" y="779"/>
                      <a:pt x="402" y="701"/>
                      <a:pt x="343" y="259"/>
                    </a:cubicBezTo>
                    <a:cubicBezTo>
                      <a:pt x="320" y="109"/>
                      <a:pt x="279" y="22"/>
                      <a:pt x="207" y="4"/>
                    </a:cubicBezTo>
                    <a:cubicBezTo>
                      <a:pt x="196" y="1"/>
                      <a:pt x="186" y="0"/>
                      <a:pt x="177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1" name="Google Shape;4601;p75"/>
              <p:cNvSpPr/>
              <p:nvPr/>
            </p:nvSpPr>
            <p:spPr>
              <a:xfrm>
                <a:off x="1098400" y="2071975"/>
                <a:ext cx="17250" cy="10300"/>
              </a:xfrm>
              <a:custGeom>
                <a:rect b="b" l="l" r="r" t="t"/>
                <a:pathLst>
                  <a:path extrusionOk="0" h="412" w="690">
                    <a:moveTo>
                      <a:pt x="423" y="0"/>
                    </a:moveTo>
                    <a:cubicBezTo>
                      <a:pt x="383" y="0"/>
                      <a:pt x="338" y="8"/>
                      <a:pt x="288" y="28"/>
                    </a:cubicBezTo>
                    <a:cubicBezTo>
                      <a:pt x="0" y="138"/>
                      <a:pt x="14" y="411"/>
                      <a:pt x="14" y="411"/>
                    </a:cubicBezTo>
                    <a:cubicBezTo>
                      <a:pt x="14" y="411"/>
                      <a:pt x="166" y="67"/>
                      <a:pt x="424" y="67"/>
                    </a:cubicBezTo>
                    <a:cubicBezTo>
                      <a:pt x="503" y="67"/>
                      <a:pt x="592" y="99"/>
                      <a:pt x="689" y="184"/>
                    </a:cubicBezTo>
                    <a:cubicBezTo>
                      <a:pt x="689" y="184"/>
                      <a:pt x="611" y="0"/>
                      <a:pt x="423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2" name="Google Shape;4602;p75"/>
              <p:cNvSpPr/>
              <p:nvPr/>
            </p:nvSpPr>
            <p:spPr>
              <a:xfrm>
                <a:off x="1054525" y="2077575"/>
                <a:ext cx="26575" cy="7100"/>
              </a:xfrm>
              <a:custGeom>
                <a:rect b="b" l="l" r="r" t="t"/>
                <a:pathLst>
                  <a:path extrusionOk="0" h="284" w="1063">
                    <a:moveTo>
                      <a:pt x="560" y="1"/>
                    </a:moveTo>
                    <a:cubicBezTo>
                      <a:pt x="519" y="1"/>
                      <a:pt x="475" y="5"/>
                      <a:pt x="430" y="14"/>
                    </a:cubicBezTo>
                    <a:cubicBezTo>
                      <a:pt x="28" y="96"/>
                      <a:pt x="1" y="283"/>
                      <a:pt x="1" y="283"/>
                    </a:cubicBezTo>
                    <a:cubicBezTo>
                      <a:pt x="1" y="283"/>
                      <a:pt x="201" y="91"/>
                      <a:pt x="534" y="91"/>
                    </a:cubicBezTo>
                    <a:cubicBezTo>
                      <a:pt x="685" y="91"/>
                      <a:pt x="864" y="131"/>
                      <a:pt x="1063" y="246"/>
                    </a:cubicBezTo>
                    <a:cubicBezTo>
                      <a:pt x="1063" y="246"/>
                      <a:pt x="877" y="1"/>
                      <a:pt x="560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3" name="Google Shape;4603;p75"/>
              <p:cNvSpPr/>
              <p:nvPr/>
            </p:nvSpPr>
            <p:spPr>
              <a:xfrm>
                <a:off x="1003600" y="2042950"/>
                <a:ext cx="88125" cy="18350"/>
              </a:xfrm>
              <a:custGeom>
                <a:rect b="b" l="l" r="r" t="t"/>
                <a:pathLst>
                  <a:path extrusionOk="0" h="734" w="3525">
                    <a:moveTo>
                      <a:pt x="3501" y="0"/>
                    </a:moveTo>
                    <a:cubicBezTo>
                      <a:pt x="2941" y="599"/>
                      <a:pt x="1582" y="699"/>
                      <a:pt x="733" y="699"/>
                    </a:cubicBezTo>
                    <a:cubicBezTo>
                      <a:pt x="311" y="699"/>
                      <a:pt x="14" y="674"/>
                      <a:pt x="5" y="674"/>
                    </a:cubicBezTo>
                    <a:lnTo>
                      <a:pt x="1" y="706"/>
                    </a:lnTo>
                    <a:cubicBezTo>
                      <a:pt x="10" y="706"/>
                      <a:pt x="306" y="733"/>
                      <a:pt x="729" y="733"/>
                    </a:cubicBezTo>
                    <a:cubicBezTo>
                      <a:pt x="1587" y="733"/>
                      <a:pt x="2959" y="629"/>
                      <a:pt x="3524" y="18"/>
                    </a:cubicBezTo>
                    <a:lnTo>
                      <a:pt x="3501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4" name="Google Shape;4604;p75"/>
              <p:cNvSpPr/>
              <p:nvPr/>
            </p:nvSpPr>
            <p:spPr>
              <a:xfrm>
                <a:off x="995300" y="2049200"/>
                <a:ext cx="113625" cy="27275"/>
              </a:xfrm>
              <a:custGeom>
                <a:rect b="b" l="l" r="r" t="t"/>
                <a:pathLst>
                  <a:path extrusionOk="0" h="1091" w="4545">
                    <a:moveTo>
                      <a:pt x="4513" y="1"/>
                    </a:moveTo>
                    <a:cubicBezTo>
                      <a:pt x="4475" y="196"/>
                      <a:pt x="3933" y="693"/>
                      <a:pt x="2502" y="953"/>
                    </a:cubicBezTo>
                    <a:cubicBezTo>
                      <a:pt x="2076" y="1029"/>
                      <a:pt x="1680" y="1056"/>
                      <a:pt x="1335" y="1056"/>
                    </a:cubicBezTo>
                    <a:cubicBezTo>
                      <a:pt x="541" y="1056"/>
                      <a:pt x="15" y="915"/>
                      <a:pt x="9" y="912"/>
                    </a:cubicBezTo>
                    <a:lnTo>
                      <a:pt x="0" y="944"/>
                    </a:lnTo>
                    <a:cubicBezTo>
                      <a:pt x="9" y="948"/>
                      <a:pt x="533" y="1090"/>
                      <a:pt x="1331" y="1090"/>
                    </a:cubicBezTo>
                    <a:cubicBezTo>
                      <a:pt x="1677" y="1090"/>
                      <a:pt x="2079" y="1063"/>
                      <a:pt x="2506" y="985"/>
                    </a:cubicBezTo>
                    <a:cubicBezTo>
                      <a:pt x="3905" y="735"/>
                      <a:pt x="4498" y="251"/>
                      <a:pt x="4544" y="5"/>
                    </a:cubicBezTo>
                    <a:lnTo>
                      <a:pt x="4513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5" name="Google Shape;4605;p75"/>
              <p:cNvSpPr/>
              <p:nvPr/>
            </p:nvSpPr>
            <p:spPr>
              <a:xfrm>
                <a:off x="998250" y="2045900"/>
                <a:ext cx="104150" cy="22800"/>
              </a:xfrm>
              <a:custGeom>
                <a:rect b="b" l="l" r="r" t="t"/>
                <a:pathLst>
                  <a:path extrusionOk="0" h="912" w="4166">
                    <a:moveTo>
                      <a:pt x="4134" y="0"/>
                    </a:moveTo>
                    <a:cubicBezTo>
                      <a:pt x="4134" y="5"/>
                      <a:pt x="4071" y="474"/>
                      <a:pt x="2621" y="752"/>
                    </a:cubicBezTo>
                    <a:cubicBezTo>
                      <a:pt x="2130" y="847"/>
                      <a:pt x="1675" y="879"/>
                      <a:pt x="1287" y="879"/>
                    </a:cubicBezTo>
                    <a:cubicBezTo>
                      <a:pt x="521" y="879"/>
                      <a:pt x="16" y="755"/>
                      <a:pt x="9" y="752"/>
                    </a:cubicBezTo>
                    <a:lnTo>
                      <a:pt x="1" y="785"/>
                    </a:lnTo>
                    <a:cubicBezTo>
                      <a:pt x="9" y="785"/>
                      <a:pt x="520" y="912"/>
                      <a:pt x="1290" y="912"/>
                    </a:cubicBezTo>
                    <a:cubicBezTo>
                      <a:pt x="1682" y="912"/>
                      <a:pt x="2138" y="880"/>
                      <a:pt x="2630" y="785"/>
                    </a:cubicBezTo>
                    <a:cubicBezTo>
                      <a:pt x="4107" y="497"/>
                      <a:pt x="4166" y="23"/>
                      <a:pt x="4166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6" name="Google Shape;4606;p75"/>
              <p:cNvSpPr/>
              <p:nvPr/>
            </p:nvSpPr>
            <p:spPr>
              <a:xfrm>
                <a:off x="1051000" y="2069350"/>
                <a:ext cx="38425" cy="38425"/>
              </a:xfrm>
              <a:custGeom>
                <a:rect b="b" l="l" r="r" t="t"/>
                <a:pathLst>
                  <a:path extrusionOk="0" h="1537" w="1537">
                    <a:moveTo>
                      <a:pt x="771" y="33"/>
                    </a:moveTo>
                    <a:cubicBezTo>
                      <a:pt x="1177" y="33"/>
                      <a:pt x="1505" y="361"/>
                      <a:pt x="1505" y="767"/>
                    </a:cubicBezTo>
                    <a:cubicBezTo>
                      <a:pt x="1505" y="1172"/>
                      <a:pt x="1177" y="1501"/>
                      <a:pt x="771" y="1501"/>
                    </a:cubicBezTo>
                    <a:cubicBezTo>
                      <a:pt x="365" y="1501"/>
                      <a:pt x="37" y="1172"/>
                      <a:pt x="37" y="767"/>
                    </a:cubicBezTo>
                    <a:cubicBezTo>
                      <a:pt x="37" y="361"/>
                      <a:pt x="365" y="33"/>
                      <a:pt x="771" y="33"/>
                    </a:cubicBezTo>
                    <a:close/>
                    <a:moveTo>
                      <a:pt x="771" y="1"/>
                    </a:moveTo>
                    <a:cubicBezTo>
                      <a:pt x="347" y="1"/>
                      <a:pt x="1" y="343"/>
                      <a:pt x="1" y="767"/>
                    </a:cubicBezTo>
                    <a:cubicBezTo>
                      <a:pt x="1" y="1191"/>
                      <a:pt x="347" y="1537"/>
                      <a:pt x="771" y="1537"/>
                    </a:cubicBezTo>
                    <a:cubicBezTo>
                      <a:pt x="1195" y="1537"/>
                      <a:pt x="1536" y="1191"/>
                      <a:pt x="1536" y="767"/>
                    </a:cubicBezTo>
                    <a:cubicBezTo>
                      <a:pt x="1536" y="343"/>
                      <a:pt x="1195" y="1"/>
                      <a:pt x="771" y="1"/>
                    </a:cubicBezTo>
                    <a:close/>
                  </a:path>
                </a:pathLst>
              </a:custGeom>
              <a:solidFill>
                <a:srgbClr val="4A7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7" name="Google Shape;4607;p75"/>
              <p:cNvSpPr/>
              <p:nvPr/>
            </p:nvSpPr>
            <p:spPr>
              <a:xfrm>
                <a:off x="1096475" y="2069350"/>
                <a:ext cx="38425" cy="38425"/>
              </a:xfrm>
              <a:custGeom>
                <a:rect b="b" l="l" r="r" t="t"/>
                <a:pathLst>
                  <a:path extrusionOk="0" h="1537" w="1537">
                    <a:moveTo>
                      <a:pt x="766" y="33"/>
                    </a:moveTo>
                    <a:cubicBezTo>
                      <a:pt x="1171" y="33"/>
                      <a:pt x="1499" y="361"/>
                      <a:pt x="1499" y="767"/>
                    </a:cubicBezTo>
                    <a:cubicBezTo>
                      <a:pt x="1499" y="1172"/>
                      <a:pt x="1171" y="1501"/>
                      <a:pt x="766" y="1501"/>
                    </a:cubicBezTo>
                    <a:cubicBezTo>
                      <a:pt x="361" y="1501"/>
                      <a:pt x="32" y="1172"/>
                      <a:pt x="32" y="767"/>
                    </a:cubicBezTo>
                    <a:cubicBezTo>
                      <a:pt x="32" y="361"/>
                      <a:pt x="361" y="33"/>
                      <a:pt x="766" y="33"/>
                    </a:cubicBezTo>
                    <a:close/>
                    <a:moveTo>
                      <a:pt x="766" y="1"/>
                    </a:moveTo>
                    <a:cubicBezTo>
                      <a:pt x="342" y="1"/>
                      <a:pt x="1" y="343"/>
                      <a:pt x="1" y="767"/>
                    </a:cubicBezTo>
                    <a:cubicBezTo>
                      <a:pt x="1" y="1191"/>
                      <a:pt x="342" y="1537"/>
                      <a:pt x="766" y="1537"/>
                    </a:cubicBezTo>
                    <a:cubicBezTo>
                      <a:pt x="1190" y="1537"/>
                      <a:pt x="1536" y="1191"/>
                      <a:pt x="1536" y="767"/>
                    </a:cubicBezTo>
                    <a:cubicBezTo>
                      <a:pt x="1536" y="343"/>
                      <a:pt x="1190" y="1"/>
                      <a:pt x="766" y="1"/>
                    </a:cubicBezTo>
                    <a:close/>
                  </a:path>
                </a:pathLst>
              </a:custGeom>
              <a:solidFill>
                <a:srgbClr val="4A7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8" name="Google Shape;4608;p75"/>
              <p:cNvSpPr/>
              <p:nvPr/>
            </p:nvSpPr>
            <p:spPr>
              <a:xfrm>
                <a:off x="1088950" y="2089425"/>
                <a:ext cx="7875" cy="825"/>
              </a:xfrm>
              <a:custGeom>
                <a:rect b="b" l="l" r="r" t="t"/>
                <a:pathLst>
                  <a:path extrusionOk="0" h="33" w="315">
                    <a:moveTo>
                      <a:pt x="1" y="1"/>
                    </a:moveTo>
                    <a:lnTo>
                      <a:pt x="1" y="32"/>
                    </a:lnTo>
                    <a:lnTo>
                      <a:pt x="315" y="32"/>
                    </a:lnTo>
                    <a:lnTo>
                      <a:pt x="315" y="1"/>
                    </a:lnTo>
                    <a:close/>
                  </a:path>
                </a:pathLst>
              </a:custGeom>
              <a:solidFill>
                <a:srgbClr val="4A7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9" name="Google Shape;4609;p75"/>
              <p:cNvSpPr/>
              <p:nvPr/>
            </p:nvSpPr>
            <p:spPr>
              <a:xfrm>
                <a:off x="932825" y="2497425"/>
                <a:ext cx="250150" cy="224875"/>
              </a:xfrm>
              <a:custGeom>
                <a:rect b="b" l="l" r="r" t="t"/>
                <a:pathLst>
                  <a:path extrusionOk="0" h="8995" w="10006">
                    <a:moveTo>
                      <a:pt x="2918" y="1"/>
                    </a:moveTo>
                    <a:cubicBezTo>
                      <a:pt x="2918" y="1"/>
                      <a:pt x="739" y="3228"/>
                      <a:pt x="302" y="5895"/>
                    </a:cubicBezTo>
                    <a:cubicBezTo>
                      <a:pt x="1" y="7729"/>
                      <a:pt x="2473" y="8994"/>
                      <a:pt x="4761" y="8994"/>
                    </a:cubicBezTo>
                    <a:cubicBezTo>
                      <a:pt x="5797" y="8994"/>
                      <a:pt x="6796" y="8734"/>
                      <a:pt x="7481" y="8150"/>
                    </a:cubicBezTo>
                    <a:cubicBezTo>
                      <a:pt x="10005" y="6000"/>
                      <a:pt x="9094" y="4354"/>
                      <a:pt x="8638" y="2550"/>
                    </a:cubicBezTo>
                    <a:cubicBezTo>
                      <a:pt x="8219" y="899"/>
                      <a:pt x="7453" y="1"/>
                      <a:pt x="7453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0" name="Google Shape;4610;p75"/>
              <p:cNvSpPr/>
              <p:nvPr/>
            </p:nvSpPr>
            <p:spPr>
              <a:xfrm>
                <a:off x="979325" y="2510775"/>
                <a:ext cx="58375" cy="33850"/>
              </a:xfrm>
              <a:custGeom>
                <a:rect b="b" l="l" r="r" t="t"/>
                <a:pathLst>
                  <a:path extrusionOk="0" h="1354" w="2335">
                    <a:moveTo>
                      <a:pt x="2270" y="1"/>
                    </a:moveTo>
                    <a:cubicBezTo>
                      <a:pt x="2270" y="5"/>
                      <a:pt x="2234" y="420"/>
                      <a:pt x="1528" y="967"/>
                    </a:cubicBezTo>
                    <a:cubicBezTo>
                      <a:pt x="1203" y="1220"/>
                      <a:pt x="863" y="1288"/>
                      <a:pt x="589" y="1288"/>
                    </a:cubicBezTo>
                    <a:cubicBezTo>
                      <a:pt x="265" y="1288"/>
                      <a:pt x="33" y="1193"/>
                      <a:pt x="28" y="1190"/>
                    </a:cubicBezTo>
                    <a:lnTo>
                      <a:pt x="1" y="1250"/>
                    </a:lnTo>
                    <a:cubicBezTo>
                      <a:pt x="5" y="1254"/>
                      <a:pt x="251" y="1354"/>
                      <a:pt x="589" y="1354"/>
                    </a:cubicBezTo>
                    <a:cubicBezTo>
                      <a:pt x="876" y="1354"/>
                      <a:pt x="1231" y="1282"/>
                      <a:pt x="1569" y="1021"/>
                    </a:cubicBezTo>
                    <a:cubicBezTo>
                      <a:pt x="2302" y="451"/>
                      <a:pt x="2335" y="24"/>
                      <a:pt x="2335" y="5"/>
                    </a:cubicBezTo>
                    <a:lnTo>
                      <a:pt x="2270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1" name="Google Shape;4611;p75"/>
              <p:cNvSpPr/>
              <p:nvPr/>
            </p:nvSpPr>
            <p:spPr>
              <a:xfrm>
                <a:off x="997225" y="2509975"/>
                <a:ext cx="133575" cy="1625"/>
              </a:xfrm>
              <a:custGeom>
                <a:rect b="b" l="l" r="r" t="t"/>
                <a:pathLst>
                  <a:path extrusionOk="0" h="65" w="5343">
                    <a:moveTo>
                      <a:pt x="0" y="1"/>
                    </a:moveTo>
                    <a:lnTo>
                      <a:pt x="0" y="64"/>
                    </a:lnTo>
                    <a:lnTo>
                      <a:pt x="5342" y="64"/>
                    </a:lnTo>
                    <a:lnTo>
                      <a:pt x="5342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2" name="Google Shape;4612;p75"/>
              <p:cNvSpPr/>
              <p:nvPr/>
            </p:nvSpPr>
            <p:spPr>
              <a:xfrm>
                <a:off x="938300" y="2606400"/>
                <a:ext cx="174900" cy="409625"/>
              </a:xfrm>
              <a:custGeom>
                <a:rect b="b" l="l" r="r" t="t"/>
                <a:pathLst>
                  <a:path extrusionOk="0" h="16385" w="6996">
                    <a:moveTo>
                      <a:pt x="2527" y="1"/>
                    </a:moveTo>
                    <a:cubicBezTo>
                      <a:pt x="1747" y="1"/>
                      <a:pt x="888" y="409"/>
                      <a:pt x="156" y="1572"/>
                    </a:cubicBezTo>
                    <a:cubicBezTo>
                      <a:pt x="156" y="1572"/>
                      <a:pt x="1" y="4047"/>
                      <a:pt x="1801" y="8418"/>
                    </a:cubicBezTo>
                    <a:cubicBezTo>
                      <a:pt x="3597" y="12788"/>
                      <a:pt x="4039" y="16147"/>
                      <a:pt x="5365" y="16366"/>
                    </a:cubicBezTo>
                    <a:cubicBezTo>
                      <a:pt x="5440" y="16378"/>
                      <a:pt x="5511" y="16385"/>
                      <a:pt x="5579" y="16385"/>
                    </a:cubicBezTo>
                    <a:cubicBezTo>
                      <a:pt x="6725" y="16385"/>
                      <a:pt x="6995" y="14664"/>
                      <a:pt x="6888" y="12788"/>
                    </a:cubicBezTo>
                    <a:cubicBezTo>
                      <a:pt x="6778" y="10806"/>
                      <a:pt x="5266" y="1918"/>
                      <a:pt x="4481" y="947"/>
                    </a:cubicBezTo>
                    <a:cubicBezTo>
                      <a:pt x="4077" y="450"/>
                      <a:pt x="3346" y="1"/>
                      <a:pt x="2527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3" name="Google Shape;4613;p75"/>
              <p:cNvSpPr/>
              <p:nvPr/>
            </p:nvSpPr>
            <p:spPr>
              <a:xfrm>
                <a:off x="921575" y="2595950"/>
                <a:ext cx="212400" cy="503700"/>
              </a:xfrm>
              <a:custGeom>
                <a:rect b="b" l="l" r="r" t="t"/>
                <a:pathLst>
                  <a:path extrusionOk="0" h="20148" w="8496">
                    <a:moveTo>
                      <a:pt x="3405" y="0"/>
                    </a:moveTo>
                    <a:cubicBezTo>
                      <a:pt x="2451" y="0"/>
                      <a:pt x="1359" y="490"/>
                      <a:pt x="684" y="2164"/>
                    </a:cubicBezTo>
                    <a:cubicBezTo>
                      <a:pt x="684" y="2164"/>
                      <a:pt x="0" y="6156"/>
                      <a:pt x="1336" y="9920"/>
                    </a:cubicBezTo>
                    <a:cubicBezTo>
                      <a:pt x="2666" y="13681"/>
                      <a:pt x="3114" y="14482"/>
                      <a:pt x="2981" y="16083"/>
                    </a:cubicBezTo>
                    <a:cubicBezTo>
                      <a:pt x="2856" y="17552"/>
                      <a:pt x="3634" y="20148"/>
                      <a:pt x="5591" y="20148"/>
                    </a:cubicBezTo>
                    <a:cubicBezTo>
                      <a:pt x="5764" y="20148"/>
                      <a:pt x="5947" y="20127"/>
                      <a:pt x="6139" y="20084"/>
                    </a:cubicBezTo>
                    <a:cubicBezTo>
                      <a:pt x="8495" y="19550"/>
                      <a:pt x="8091" y="16794"/>
                      <a:pt x="8091" y="14436"/>
                    </a:cubicBezTo>
                    <a:cubicBezTo>
                      <a:pt x="8095" y="12080"/>
                      <a:pt x="5405" y="1356"/>
                      <a:pt x="5319" y="824"/>
                    </a:cubicBezTo>
                    <a:cubicBezTo>
                      <a:pt x="5272" y="549"/>
                      <a:pt x="4415" y="0"/>
                      <a:pt x="3405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4" name="Google Shape;4614;p75"/>
              <p:cNvSpPr/>
              <p:nvPr/>
            </p:nvSpPr>
            <p:spPr>
              <a:xfrm>
                <a:off x="972950" y="2940050"/>
                <a:ext cx="145300" cy="590300"/>
              </a:xfrm>
              <a:custGeom>
                <a:rect b="b" l="l" r="r" t="t"/>
                <a:pathLst>
                  <a:path extrusionOk="0" h="23612" w="5812">
                    <a:moveTo>
                      <a:pt x="4359" y="0"/>
                    </a:moveTo>
                    <a:cubicBezTo>
                      <a:pt x="3797" y="0"/>
                      <a:pt x="3207" y="353"/>
                      <a:pt x="2891" y="1257"/>
                    </a:cubicBezTo>
                    <a:cubicBezTo>
                      <a:pt x="2891" y="1257"/>
                      <a:pt x="1747" y="4187"/>
                      <a:pt x="876" y="7988"/>
                    </a:cubicBezTo>
                    <a:cubicBezTo>
                      <a:pt x="1" y="11789"/>
                      <a:pt x="183" y="21743"/>
                      <a:pt x="525" y="22915"/>
                    </a:cubicBezTo>
                    <a:cubicBezTo>
                      <a:pt x="619" y="23244"/>
                      <a:pt x="905" y="23612"/>
                      <a:pt x="1188" y="23612"/>
                    </a:cubicBezTo>
                    <a:cubicBezTo>
                      <a:pt x="1382" y="23612"/>
                      <a:pt x="1575" y="23438"/>
                      <a:pt x="1705" y="22960"/>
                    </a:cubicBezTo>
                    <a:cubicBezTo>
                      <a:pt x="2020" y="21784"/>
                      <a:pt x="5625" y="2801"/>
                      <a:pt x="5743" y="1421"/>
                    </a:cubicBezTo>
                    <a:cubicBezTo>
                      <a:pt x="5811" y="631"/>
                      <a:pt x="5110" y="0"/>
                      <a:pt x="4359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5" name="Google Shape;4615;p75"/>
              <p:cNvSpPr/>
              <p:nvPr/>
            </p:nvSpPr>
            <p:spPr>
              <a:xfrm>
                <a:off x="945950" y="2923000"/>
                <a:ext cx="183325" cy="493975"/>
              </a:xfrm>
              <a:custGeom>
                <a:rect b="b" l="l" r="r" t="t"/>
                <a:pathLst>
                  <a:path extrusionOk="0" h="19759" w="7333">
                    <a:moveTo>
                      <a:pt x="4849" y="0"/>
                    </a:moveTo>
                    <a:cubicBezTo>
                      <a:pt x="4511" y="0"/>
                      <a:pt x="4152" y="65"/>
                      <a:pt x="3784" y="202"/>
                    </a:cubicBezTo>
                    <a:cubicBezTo>
                      <a:pt x="1869" y="913"/>
                      <a:pt x="2029" y="2467"/>
                      <a:pt x="2029" y="2467"/>
                    </a:cubicBezTo>
                    <a:cubicBezTo>
                      <a:pt x="2029" y="2467"/>
                      <a:pt x="1691" y="5890"/>
                      <a:pt x="1691" y="6556"/>
                    </a:cubicBezTo>
                    <a:cubicBezTo>
                      <a:pt x="1691" y="7225"/>
                      <a:pt x="0" y="19758"/>
                      <a:pt x="0" y="19758"/>
                    </a:cubicBezTo>
                    <a:lnTo>
                      <a:pt x="5520" y="19758"/>
                    </a:lnTo>
                    <a:cubicBezTo>
                      <a:pt x="5520" y="19758"/>
                      <a:pt x="6495" y="13802"/>
                      <a:pt x="6764" y="11314"/>
                    </a:cubicBezTo>
                    <a:cubicBezTo>
                      <a:pt x="7028" y="8825"/>
                      <a:pt x="7137" y="2868"/>
                      <a:pt x="7137" y="2868"/>
                    </a:cubicBezTo>
                    <a:cubicBezTo>
                      <a:pt x="7333" y="1142"/>
                      <a:pt x="6273" y="0"/>
                      <a:pt x="4849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6" name="Google Shape;4616;p75"/>
              <p:cNvSpPr/>
              <p:nvPr/>
            </p:nvSpPr>
            <p:spPr>
              <a:xfrm>
                <a:off x="953600" y="3359525"/>
                <a:ext cx="138675" cy="1750"/>
              </a:xfrm>
              <a:custGeom>
                <a:rect b="b" l="l" r="r" t="t"/>
                <a:pathLst>
                  <a:path extrusionOk="0" h="70" w="5547">
                    <a:moveTo>
                      <a:pt x="0" y="0"/>
                    </a:moveTo>
                    <a:lnTo>
                      <a:pt x="0" y="69"/>
                    </a:lnTo>
                    <a:lnTo>
                      <a:pt x="5546" y="69"/>
                    </a:lnTo>
                    <a:lnTo>
                      <a:pt x="5546" y="0"/>
                    </a:lnTo>
                    <a:cubicBezTo>
                      <a:pt x="5510" y="0"/>
                      <a:pt x="3111" y="5"/>
                      <a:pt x="1480" y="5"/>
                    </a:cubicBezTo>
                    <a:cubicBezTo>
                      <a:pt x="665" y="5"/>
                      <a:pt x="41" y="4"/>
                      <a:pt x="0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7" name="Google Shape;4617;p75"/>
              <p:cNvSpPr/>
              <p:nvPr/>
            </p:nvSpPr>
            <p:spPr>
              <a:xfrm>
                <a:off x="979800" y="3538200"/>
                <a:ext cx="214800" cy="27475"/>
              </a:xfrm>
              <a:custGeom>
                <a:rect b="b" l="l" r="r" t="t"/>
                <a:pathLst>
                  <a:path extrusionOk="0" h="1099" w="8592">
                    <a:moveTo>
                      <a:pt x="0" y="1"/>
                    </a:moveTo>
                    <a:lnTo>
                      <a:pt x="0" y="1099"/>
                    </a:lnTo>
                    <a:lnTo>
                      <a:pt x="8591" y="1099"/>
                    </a:lnTo>
                    <a:cubicBezTo>
                      <a:pt x="8591" y="1099"/>
                      <a:pt x="8564" y="985"/>
                      <a:pt x="8391" y="1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8" name="Google Shape;4618;p75"/>
              <p:cNvSpPr/>
              <p:nvPr/>
            </p:nvSpPr>
            <p:spPr>
              <a:xfrm>
                <a:off x="979800" y="3438725"/>
                <a:ext cx="209800" cy="99500"/>
              </a:xfrm>
              <a:custGeom>
                <a:rect b="b" l="l" r="r" t="t"/>
                <a:pathLst>
                  <a:path extrusionOk="0" h="3980" w="8392">
                    <a:moveTo>
                      <a:pt x="0" y="0"/>
                    </a:moveTo>
                    <a:lnTo>
                      <a:pt x="0" y="3980"/>
                    </a:lnTo>
                    <a:lnTo>
                      <a:pt x="8391" y="3980"/>
                    </a:lnTo>
                    <a:cubicBezTo>
                      <a:pt x="8387" y="3961"/>
                      <a:pt x="8387" y="3938"/>
                      <a:pt x="8381" y="3915"/>
                    </a:cubicBezTo>
                    <a:cubicBezTo>
                      <a:pt x="8200" y="2876"/>
                      <a:pt x="5351" y="2644"/>
                      <a:pt x="3610" y="2475"/>
                    </a:cubicBezTo>
                    <a:cubicBezTo>
                      <a:pt x="1869" y="2307"/>
                      <a:pt x="2115" y="0"/>
                      <a:pt x="2115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9" name="Google Shape;4619;p75"/>
              <p:cNvSpPr/>
              <p:nvPr/>
            </p:nvSpPr>
            <p:spPr>
              <a:xfrm>
                <a:off x="1077450" y="3515875"/>
                <a:ext cx="95950" cy="22575"/>
              </a:xfrm>
              <a:custGeom>
                <a:rect b="b" l="l" r="r" t="t"/>
                <a:pathLst>
                  <a:path extrusionOk="0" h="903" w="3838">
                    <a:moveTo>
                      <a:pt x="2458" y="0"/>
                    </a:moveTo>
                    <a:cubicBezTo>
                      <a:pt x="2094" y="0"/>
                      <a:pt x="1709" y="6"/>
                      <a:pt x="1372" y="23"/>
                    </a:cubicBezTo>
                    <a:cubicBezTo>
                      <a:pt x="346" y="73"/>
                      <a:pt x="5" y="875"/>
                      <a:pt x="0" y="884"/>
                    </a:cubicBezTo>
                    <a:lnTo>
                      <a:pt x="51" y="902"/>
                    </a:lnTo>
                    <a:cubicBezTo>
                      <a:pt x="55" y="898"/>
                      <a:pt x="383" y="128"/>
                      <a:pt x="1376" y="78"/>
                    </a:cubicBezTo>
                    <a:cubicBezTo>
                      <a:pt x="1712" y="61"/>
                      <a:pt x="2096" y="55"/>
                      <a:pt x="2458" y="55"/>
                    </a:cubicBezTo>
                    <a:cubicBezTo>
                      <a:pt x="3183" y="55"/>
                      <a:pt x="3825" y="78"/>
                      <a:pt x="3838" y="78"/>
                    </a:cubicBezTo>
                    <a:lnTo>
                      <a:pt x="3838" y="23"/>
                    </a:lnTo>
                    <a:cubicBezTo>
                      <a:pt x="3829" y="23"/>
                      <a:pt x="3186" y="0"/>
                      <a:pt x="24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0" name="Google Shape;4620;p75"/>
              <p:cNvSpPr/>
              <p:nvPr/>
            </p:nvSpPr>
            <p:spPr>
              <a:xfrm>
                <a:off x="1005550" y="3438725"/>
                <a:ext cx="72825" cy="69650"/>
              </a:xfrm>
              <a:custGeom>
                <a:rect b="b" l="l" r="r" t="t"/>
                <a:pathLst>
                  <a:path extrusionOk="0" h="2786" w="2913">
                    <a:moveTo>
                      <a:pt x="14" y="0"/>
                    </a:moveTo>
                    <a:cubicBezTo>
                      <a:pt x="14" y="96"/>
                      <a:pt x="1" y="2366"/>
                      <a:pt x="876" y="2676"/>
                    </a:cubicBezTo>
                    <a:cubicBezTo>
                      <a:pt x="1095" y="2753"/>
                      <a:pt x="1331" y="2785"/>
                      <a:pt x="1568" y="2785"/>
                    </a:cubicBezTo>
                    <a:cubicBezTo>
                      <a:pt x="2256" y="2785"/>
                      <a:pt x="2904" y="2535"/>
                      <a:pt x="2912" y="2530"/>
                    </a:cubicBezTo>
                    <a:lnTo>
                      <a:pt x="2890" y="2480"/>
                    </a:lnTo>
                    <a:cubicBezTo>
                      <a:pt x="2883" y="2483"/>
                      <a:pt x="2244" y="2730"/>
                      <a:pt x="1569" y="2730"/>
                    </a:cubicBezTo>
                    <a:cubicBezTo>
                      <a:pt x="1340" y="2730"/>
                      <a:pt x="1107" y="2702"/>
                      <a:pt x="893" y="2625"/>
                    </a:cubicBezTo>
                    <a:cubicBezTo>
                      <a:pt x="55" y="2329"/>
                      <a:pt x="68" y="23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1" name="Google Shape;4621;p75"/>
              <p:cNvSpPr/>
              <p:nvPr/>
            </p:nvSpPr>
            <p:spPr>
              <a:xfrm>
                <a:off x="1006250" y="3445650"/>
                <a:ext cx="28375" cy="19525"/>
              </a:xfrm>
              <a:custGeom>
                <a:rect b="b" l="l" r="r" t="t"/>
                <a:pathLst>
                  <a:path extrusionOk="0" h="781" w="1135">
                    <a:moveTo>
                      <a:pt x="27" y="1"/>
                    </a:moveTo>
                    <a:lnTo>
                      <a:pt x="0" y="47"/>
                    </a:lnTo>
                    <a:lnTo>
                      <a:pt x="1107" y="781"/>
                    </a:lnTo>
                    <a:lnTo>
                      <a:pt x="1134" y="735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2" name="Google Shape;4622;p75"/>
              <p:cNvSpPr/>
              <p:nvPr/>
            </p:nvSpPr>
            <p:spPr>
              <a:xfrm>
                <a:off x="1008050" y="3450800"/>
                <a:ext cx="24875" cy="14500"/>
              </a:xfrm>
              <a:custGeom>
                <a:rect b="b" l="l" r="r" t="t"/>
                <a:pathLst>
                  <a:path extrusionOk="0" h="580" w="995">
                    <a:moveTo>
                      <a:pt x="967" y="1"/>
                    </a:moveTo>
                    <a:lnTo>
                      <a:pt x="0" y="529"/>
                    </a:lnTo>
                    <a:lnTo>
                      <a:pt x="23" y="579"/>
                    </a:lnTo>
                    <a:lnTo>
                      <a:pt x="995" y="51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3" name="Google Shape;4623;p75"/>
              <p:cNvSpPr/>
              <p:nvPr/>
            </p:nvSpPr>
            <p:spPr>
              <a:xfrm>
                <a:off x="1009525" y="3472575"/>
                <a:ext cx="33075" cy="12775"/>
              </a:xfrm>
              <a:custGeom>
                <a:rect b="b" l="l" r="r" t="t"/>
                <a:pathLst>
                  <a:path extrusionOk="0" h="511" w="1323">
                    <a:moveTo>
                      <a:pt x="19" y="0"/>
                    </a:moveTo>
                    <a:lnTo>
                      <a:pt x="0" y="51"/>
                    </a:lnTo>
                    <a:lnTo>
                      <a:pt x="1304" y="510"/>
                    </a:lnTo>
                    <a:lnTo>
                      <a:pt x="1323" y="46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4" name="Google Shape;4624;p75"/>
              <p:cNvSpPr/>
              <p:nvPr/>
            </p:nvSpPr>
            <p:spPr>
              <a:xfrm>
                <a:off x="1013500" y="3472675"/>
                <a:ext cx="23525" cy="16425"/>
              </a:xfrm>
              <a:custGeom>
                <a:rect b="b" l="l" r="r" t="t"/>
                <a:pathLst>
                  <a:path extrusionOk="0" h="657" w="941">
                    <a:moveTo>
                      <a:pt x="908" y="1"/>
                    </a:moveTo>
                    <a:lnTo>
                      <a:pt x="1" y="611"/>
                    </a:lnTo>
                    <a:lnTo>
                      <a:pt x="33" y="657"/>
                    </a:lnTo>
                    <a:lnTo>
                      <a:pt x="941" y="47"/>
                    </a:lnTo>
                    <a:lnTo>
                      <a:pt x="9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5" name="Google Shape;4625;p75"/>
              <p:cNvSpPr/>
              <p:nvPr/>
            </p:nvSpPr>
            <p:spPr>
              <a:xfrm>
                <a:off x="853050" y="2284825"/>
                <a:ext cx="137925" cy="287725"/>
              </a:xfrm>
              <a:custGeom>
                <a:rect b="b" l="l" r="r" t="t"/>
                <a:pathLst>
                  <a:path extrusionOk="0" h="11509" w="5517">
                    <a:moveTo>
                      <a:pt x="4345" y="0"/>
                    </a:moveTo>
                    <a:cubicBezTo>
                      <a:pt x="3202" y="0"/>
                      <a:pt x="2782" y="1072"/>
                      <a:pt x="2500" y="1487"/>
                    </a:cubicBezTo>
                    <a:cubicBezTo>
                      <a:pt x="2218" y="1901"/>
                      <a:pt x="226" y="8651"/>
                      <a:pt x="98" y="9758"/>
                    </a:cubicBezTo>
                    <a:cubicBezTo>
                      <a:pt x="0" y="10572"/>
                      <a:pt x="579" y="11508"/>
                      <a:pt x="1276" y="11508"/>
                    </a:cubicBezTo>
                    <a:cubicBezTo>
                      <a:pt x="1528" y="11508"/>
                      <a:pt x="1796" y="11385"/>
                      <a:pt x="2053" y="11090"/>
                    </a:cubicBezTo>
                    <a:cubicBezTo>
                      <a:pt x="3019" y="9977"/>
                      <a:pt x="5403" y="1969"/>
                      <a:pt x="5403" y="1969"/>
                    </a:cubicBezTo>
                    <a:cubicBezTo>
                      <a:pt x="5517" y="1592"/>
                      <a:pt x="5494" y="0"/>
                      <a:pt x="4345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6" name="Google Shape;4626;p75"/>
              <p:cNvSpPr/>
              <p:nvPr/>
            </p:nvSpPr>
            <p:spPr>
              <a:xfrm>
                <a:off x="883625" y="2250500"/>
                <a:ext cx="133325" cy="170275"/>
              </a:xfrm>
              <a:custGeom>
                <a:rect b="b" l="l" r="r" t="t"/>
                <a:pathLst>
                  <a:path extrusionOk="0" h="6811" w="5333">
                    <a:moveTo>
                      <a:pt x="3523" y="1"/>
                    </a:moveTo>
                    <a:cubicBezTo>
                      <a:pt x="2253" y="1"/>
                      <a:pt x="1931" y="880"/>
                      <a:pt x="1481" y="1720"/>
                    </a:cubicBezTo>
                    <a:cubicBezTo>
                      <a:pt x="999" y="2637"/>
                      <a:pt x="0" y="6588"/>
                      <a:pt x="0" y="6588"/>
                    </a:cubicBezTo>
                    <a:lnTo>
                      <a:pt x="4134" y="6811"/>
                    </a:lnTo>
                    <a:cubicBezTo>
                      <a:pt x="4134" y="6811"/>
                      <a:pt x="4960" y="3775"/>
                      <a:pt x="5146" y="2385"/>
                    </a:cubicBezTo>
                    <a:cubicBezTo>
                      <a:pt x="5333" y="990"/>
                      <a:pt x="3866" y="20"/>
                      <a:pt x="3866" y="20"/>
                    </a:cubicBezTo>
                    <a:cubicBezTo>
                      <a:pt x="3744" y="7"/>
                      <a:pt x="3630" y="1"/>
                      <a:pt x="3523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7" name="Google Shape;4627;p75"/>
              <p:cNvSpPr/>
              <p:nvPr/>
            </p:nvSpPr>
            <p:spPr>
              <a:xfrm>
                <a:off x="1466875" y="3323050"/>
                <a:ext cx="442900" cy="272650"/>
              </a:xfrm>
              <a:custGeom>
                <a:rect b="b" l="l" r="r" t="t"/>
                <a:pathLst>
                  <a:path extrusionOk="0" h="10906" w="17716">
                    <a:moveTo>
                      <a:pt x="13837" y="1"/>
                    </a:moveTo>
                    <a:cubicBezTo>
                      <a:pt x="13771" y="1"/>
                      <a:pt x="13707" y="3"/>
                      <a:pt x="13647" y="6"/>
                    </a:cubicBezTo>
                    <a:cubicBezTo>
                      <a:pt x="12321" y="75"/>
                      <a:pt x="3812" y="5904"/>
                      <a:pt x="2161" y="7229"/>
                    </a:cubicBezTo>
                    <a:cubicBezTo>
                      <a:pt x="516" y="8552"/>
                      <a:pt x="1" y="9800"/>
                      <a:pt x="1118" y="10689"/>
                    </a:cubicBezTo>
                    <a:cubicBezTo>
                      <a:pt x="1304" y="10838"/>
                      <a:pt x="1543" y="10905"/>
                      <a:pt x="1833" y="10905"/>
                    </a:cubicBezTo>
                    <a:cubicBezTo>
                      <a:pt x="3274" y="10905"/>
                      <a:pt x="5985" y="9262"/>
                      <a:pt x="9919" y="7858"/>
                    </a:cubicBezTo>
                    <a:cubicBezTo>
                      <a:pt x="14645" y="6173"/>
                      <a:pt x="16824" y="3994"/>
                      <a:pt x="16824" y="3994"/>
                    </a:cubicBezTo>
                    <a:cubicBezTo>
                      <a:pt x="17716" y="719"/>
                      <a:pt x="15221" y="1"/>
                      <a:pt x="13837" y="1"/>
                    </a:cubicBezTo>
                    <a:close/>
                  </a:path>
                </a:pathLst>
              </a:custGeom>
              <a:solidFill>
                <a:srgbClr val="581D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8" name="Google Shape;4628;p75"/>
              <p:cNvSpPr/>
              <p:nvPr/>
            </p:nvSpPr>
            <p:spPr>
              <a:xfrm>
                <a:off x="1467925" y="3499100"/>
                <a:ext cx="508300" cy="97425"/>
              </a:xfrm>
              <a:custGeom>
                <a:rect b="b" l="l" r="r" t="t"/>
                <a:pathLst>
                  <a:path extrusionOk="0" h="3897" w="20332">
                    <a:moveTo>
                      <a:pt x="10269" y="0"/>
                    </a:moveTo>
                    <a:cubicBezTo>
                      <a:pt x="10092" y="0"/>
                      <a:pt x="9923" y="4"/>
                      <a:pt x="9763" y="10"/>
                    </a:cubicBezTo>
                    <a:cubicBezTo>
                      <a:pt x="5629" y="179"/>
                      <a:pt x="2343" y="803"/>
                      <a:pt x="2343" y="803"/>
                    </a:cubicBezTo>
                    <a:cubicBezTo>
                      <a:pt x="0" y="1163"/>
                      <a:pt x="497" y="3666"/>
                      <a:pt x="1961" y="3811"/>
                    </a:cubicBezTo>
                    <a:cubicBezTo>
                      <a:pt x="2559" y="3873"/>
                      <a:pt x="6354" y="3897"/>
                      <a:pt x="10715" y="3897"/>
                    </a:cubicBezTo>
                    <a:cubicBezTo>
                      <a:pt x="13787" y="3897"/>
                      <a:pt x="17139" y="3885"/>
                      <a:pt x="19854" y="3866"/>
                    </a:cubicBezTo>
                    <a:lnTo>
                      <a:pt x="20332" y="1300"/>
                    </a:lnTo>
                    <a:cubicBezTo>
                      <a:pt x="16977" y="644"/>
                      <a:pt x="12784" y="0"/>
                      <a:pt x="10269" y="0"/>
                    </a:cubicBezTo>
                    <a:close/>
                  </a:path>
                </a:pathLst>
              </a:custGeom>
              <a:solidFill>
                <a:srgbClr val="581D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9" name="Google Shape;4629;p75"/>
              <p:cNvSpPr/>
              <p:nvPr/>
            </p:nvSpPr>
            <p:spPr>
              <a:xfrm>
                <a:off x="1964250" y="3531575"/>
                <a:ext cx="166625" cy="64175"/>
              </a:xfrm>
              <a:custGeom>
                <a:rect b="b" l="l" r="r" t="t"/>
                <a:pathLst>
                  <a:path extrusionOk="0" h="2567" w="6665">
                    <a:moveTo>
                      <a:pt x="479" y="1"/>
                    </a:moveTo>
                    <a:lnTo>
                      <a:pt x="1" y="2567"/>
                    </a:lnTo>
                    <a:cubicBezTo>
                      <a:pt x="2845" y="2548"/>
                      <a:pt x="4986" y="2521"/>
                      <a:pt x="5374" y="2489"/>
                    </a:cubicBezTo>
                    <a:cubicBezTo>
                      <a:pt x="6664" y="2384"/>
                      <a:pt x="6103" y="1523"/>
                      <a:pt x="5556" y="1250"/>
                    </a:cubicBezTo>
                    <a:cubicBezTo>
                      <a:pt x="5073" y="1008"/>
                      <a:pt x="3017" y="502"/>
                      <a:pt x="479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0" name="Google Shape;4630;p75"/>
              <p:cNvSpPr/>
              <p:nvPr/>
            </p:nvSpPr>
            <p:spPr>
              <a:xfrm>
                <a:off x="2122175" y="3492400"/>
                <a:ext cx="174000" cy="185175"/>
              </a:xfrm>
              <a:custGeom>
                <a:rect b="b" l="l" r="r" t="t"/>
                <a:pathLst>
                  <a:path extrusionOk="0" h="7407" w="6960">
                    <a:moveTo>
                      <a:pt x="871" y="0"/>
                    </a:moveTo>
                    <a:lnTo>
                      <a:pt x="1" y="775"/>
                    </a:lnTo>
                    <a:lnTo>
                      <a:pt x="5948" y="7407"/>
                    </a:lnTo>
                    <a:cubicBezTo>
                      <a:pt x="6846" y="6841"/>
                      <a:pt x="6960" y="6787"/>
                      <a:pt x="6960" y="6787"/>
                    </a:cubicBezTo>
                    <a:lnTo>
                      <a:pt x="871" y="0"/>
                    </a:ln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1" name="Google Shape;4631;p75"/>
              <p:cNvSpPr/>
              <p:nvPr/>
            </p:nvSpPr>
            <p:spPr>
              <a:xfrm>
                <a:off x="2043675" y="3511750"/>
                <a:ext cx="227200" cy="169250"/>
              </a:xfrm>
              <a:custGeom>
                <a:rect b="b" l="l" r="r" t="t"/>
                <a:pathLst>
                  <a:path extrusionOk="0" h="6770" w="9088">
                    <a:moveTo>
                      <a:pt x="3141" y="1"/>
                    </a:moveTo>
                    <a:lnTo>
                      <a:pt x="0" y="2822"/>
                    </a:lnTo>
                    <a:lnTo>
                      <a:pt x="1495" y="4490"/>
                    </a:lnTo>
                    <a:cubicBezTo>
                      <a:pt x="1495" y="4490"/>
                      <a:pt x="2409" y="3478"/>
                      <a:pt x="3439" y="3478"/>
                    </a:cubicBezTo>
                    <a:cubicBezTo>
                      <a:pt x="3794" y="3478"/>
                      <a:pt x="4162" y="3598"/>
                      <a:pt x="4512" y="3920"/>
                    </a:cubicBezTo>
                    <a:cubicBezTo>
                      <a:pt x="5710" y="5026"/>
                      <a:pt x="7560" y="6770"/>
                      <a:pt x="8636" y="6770"/>
                    </a:cubicBezTo>
                    <a:cubicBezTo>
                      <a:pt x="8785" y="6770"/>
                      <a:pt x="8918" y="6737"/>
                      <a:pt x="9033" y="6664"/>
                    </a:cubicBezTo>
                    <a:cubicBezTo>
                      <a:pt x="9052" y="6655"/>
                      <a:pt x="9070" y="6642"/>
                      <a:pt x="9088" y="6633"/>
                    </a:cubicBezTo>
                    <a:lnTo>
                      <a:pt x="3141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2" name="Google Shape;4632;p75"/>
              <p:cNvSpPr/>
              <p:nvPr/>
            </p:nvSpPr>
            <p:spPr>
              <a:xfrm>
                <a:off x="2181300" y="3589125"/>
                <a:ext cx="62025" cy="91050"/>
              </a:xfrm>
              <a:custGeom>
                <a:rect b="b" l="l" r="r" t="t"/>
                <a:pathLst>
                  <a:path extrusionOk="0" h="3642" w="2481">
                    <a:moveTo>
                      <a:pt x="393" y="0"/>
                    </a:moveTo>
                    <a:cubicBezTo>
                      <a:pt x="393" y="10"/>
                      <a:pt x="0" y="844"/>
                      <a:pt x="690" y="1696"/>
                    </a:cubicBezTo>
                    <a:cubicBezTo>
                      <a:pt x="1368" y="2530"/>
                      <a:pt x="2426" y="3629"/>
                      <a:pt x="2434" y="3642"/>
                    </a:cubicBezTo>
                    <a:lnTo>
                      <a:pt x="2480" y="3601"/>
                    </a:lnTo>
                    <a:cubicBezTo>
                      <a:pt x="2467" y="3587"/>
                      <a:pt x="1409" y="2489"/>
                      <a:pt x="734" y="1660"/>
                    </a:cubicBezTo>
                    <a:cubicBezTo>
                      <a:pt x="69" y="839"/>
                      <a:pt x="444" y="32"/>
                      <a:pt x="448" y="23"/>
                    </a:cubicBezTo>
                    <a:lnTo>
                      <a:pt x="39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3" name="Google Shape;4633;p75"/>
              <p:cNvSpPr/>
              <p:nvPr/>
            </p:nvSpPr>
            <p:spPr>
              <a:xfrm>
                <a:off x="2062125" y="3570250"/>
                <a:ext cx="101325" cy="45550"/>
              </a:xfrm>
              <a:custGeom>
                <a:rect b="b" l="l" r="r" t="t"/>
                <a:pathLst>
                  <a:path extrusionOk="0" h="1822" w="4053">
                    <a:moveTo>
                      <a:pt x="2356" y="1"/>
                    </a:moveTo>
                    <a:cubicBezTo>
                      <a:pt x="1434" y="1"/>
                      <a:pt x="65" y="1247"/>
                      <a:pt x="1" y="1307"/>
                    </a:cubicBezTo>
                    <a:lnTo>
                      <a:pt x="37" y="1348"/>
                    </a:lnTo>
                    <a:cubicBezTo>
                      <a:pt x="53" y="1332"/>
                      <a:pt x="1456" y="62"/>
                      <a:pt x="2357" y="62"/>
                    </a:cubicBezTo>
                    <a:cubicBezTo>
                      <a:pt x="2480" y="62"/>
                      <a:pt x="2595" y="86"/>
                      <a:pt x="2695" y="141"/>
                    </a:cubicBezTo>
                    <a:cubicBezTo>
                      <a:pt x="3533" y="596"/>
                      <a:pt x="3993" y="1809"/>
                      <a:pt x="3997" y="1822"/>
                    </a:cubicBezTo>
                    <a:lnTo>
                      <a:pt x="4052" y="1799"/>
                    </a:lnTo>
                    <a:cubicBezTo>
                      <a:pt x="4048" y="1790"/>
                      <a:pt x="3578" y="555"/>
                      <a:pt x="2722" y="86"/>
                    </a:cubicBezTo>
                    <a:cubicBezTo>
                      <a:pt x="2613" y="27"/>
                      <a:pt x="2489" y="1"/>
                      <a:pt x="23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4" name="Google Shape;4634;p75"/>
              <p:cNvSpPr/>
              <p:nvPr/>
            </p:nvSpPr>
            <p:spPr>
              <a:xfrm>
                <a:off x="2068400" y="3597325"/>
                <a:ext cx="34450" cy="10375"/>
              </a:xfrm>
              <a:custGeom>
                <a:rect b="b" l="l" r="r" t="t"/>
                <a:pathLst>
                  <a:path extrusionOk="0" h="415" w="1378">
                    <a:moveTo>
                      <a:pt x="14" y="0"/>
                    </a:moveTo>
                    <a:lnTo>
                      <a:pt x="0" y="59"/>
                    </a:lnTo>
                    <a:lnTo>
                      <a:pt x="1363" y="415"/>
                    </a:lnTo>
                    <a:lnTo>
                      <a:pt x="1377" y="35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5" name="Google Shape;4635;p75"/>
              <p:cNvSpPr/>
              <p:nvPr/>
            </p:nvSpPr>
            <p:spPr>
              <a:xfrm>
                <a:off x="2083525" y="3586275"/>
                <a:ext cx="8125" cy="28850"/>
              </a:xfrm>
              <a:custGeom>
                <a:rect b="b" l="l" r="r" t="t"/>
                <a:pathLst>
                  <a:path extrusionOk="0" h="1154" w="325">
                    <a:moveTo>
                      <a:pt x="56" y="1"/>
                    </a:moveTo>
                    <a:lnTo>
                      <a:pt x="1" y="15"/>
                    </a:lnTo>
                    <a:lnTo>
                      <a:pt x="270" y="1153"/>
                    </a:lnTo>
                    <a:lnTo>
                      <a:pt x="325" y="1140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6" name="Google Shape;4636;p75"/>
              <p:cNvSpPr/>
              <p:nvPr/>
            </p:nvSpPr>
            <p:spPr>
              <a:xfrm>
                <a:off x="2091625" y="3580800"/>
                <a:ext cx="32950" cy="18950"/>
              </a:xfrm>
              <a:custGeom>
                <a:rect b="b" l="l" r="r" t="t"/>
                <a:pathLst>
                  <a:path extrusionOk="0" h="758" w="1318">
                    <a:moveTo>
                      <a:pt x="32" y="1"/>
                    </a:moveTo>
                    <a:lnTo>
                      <a:pt x="1" y="51"/>
                    </a:lnTo>
                    <a:lnTo>
                      <a:pt x="1290" y="758"/>
                    </a:lnTo>
                    <a:lnTo>
                      <a:pt x="1318" y="707"/>
                    </a:lnTo>
                    <a:lnTo>
                      <a:pt x="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7" name="Google Shape;4637;p75"/>
              <p:cNvSpPr/>
              <p:nvPr/>
            </p:nvSpPr>
            <p:spPr>
              <a:xfrm>
                <a:off x="2106350" y="3573850"/>
                <a:ext cx="5500" cy="28975"/>
              </a:xfrm>
              <a:custGeom>
                <a:rect b="b" l="l" r="r" t="t"/>
                <a:pathLst>
                  <a:path extrusionOk="0" h="1159" w="220">
                    <a:moveTo>
                      <a:pt x="59" y="1"/>
                    </a:moveTo>
                    <a:lnTo>
                      <a:pt x="0" y="10"/>
                    </a:lnTo>
                    <a:lnTo>
                      <a:pt x="160" y="1158"/>
                    </a:lnTo>
                    <a:lnTo>
                      <a:pt x="219" y="1154"/>
                    </a:lnTo>
                    <a:lnTo>
                      <a:pt x="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8" name="Google Shape;4638;p75"/>
              <p:cNvSpPr/>
              <p:nvPr/>
            </p:nvSpPr>
            <p:spPr>
              <a:xfrm>
                <a:off x="1614550" y="3081975"/>
                <a:ext cx="164450" cy="298925"/>
              </a:xfrm>
              <a:custGeom>
                <a:rect b="b" l="l" r="r" t="t"/>
                <a:pathLst>
                  <a:path extrusionOk="0" h="11957" w="6578">
                    <a:moveTo>
                      <a:pt x="5000" y="0"/>
                    </a:moveTo>
                    <a:cubicBezTo>
                      <a:pt x="4258" y="0"/>
                      <a:pt x="3570" y="843"/>
                      <a:pt x="3446" y="1144"/>
                    </a:cubicBezTo>
                    <a:cubicBezTo>
                      <a:pt x="3446" y="1144"/>
                      <a:pt x="1" y="9320"/>
                      <a:pt x="42" y="10884"/>
                    </a:cubicBezTo>
                    <a:cubicBezTo>
                      <a:pt x="62" y="11648"/>
                      <a:pt x="506" y="11957"/>
                      <a:pt x="1030" y="11957"/>
                    </a:cubicBezTo>
                    <a:cubicBezTo>
                      <a:pt x="1579" y="11957"/>
                      <a:pt x="2215" y="11618"/>
                      <a:pt x="2544" y="11108"/>
                    </a:cubicBezTo>
                    <a:cubicBezTo>
                      <a:pt x="3187" y="10114"/>
                      <a:pt x="6099" y="3237"/>
                      <a:pt x="6149" y="2703"/>
                    </a:cubicBezTo>
                    <a:cubicBezTo>
                      <a:pt x="6195" y="2174"/>
                      <a:pt x="6578" y="1017"/>
                      <a:pt x="5639" y="242"/>
                    </a:cubicBezTo>
                    <a:cubicBezTo>
                      <a:pt x="5430" y="70"/>
                      <a:pt x="5212" y="0"/>
                      <a:pt x="5000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9" name="Google Shape;4639;p75"/>
              <p:cNvSpPr/>
              <p:nvPr/>
            </p:nvSpPr>
            <p:spPr>
              <a:xfrm>
                <a:off x="1674500" y="3106500"/>
                <a:ext cx="102250" cy="146400"/>
              </a:xfrm>
              <a:custGeom>
                <a:rect b="b" l="l" r="r" t="t"/>
                <a:pathLst>
                  <a:path extrusionOk="0" h="5856" w="4090">
                    <a:moveTo>
                      <a:pt x="2001" y="1"/>
                    </a:moveTo>
                    <a:cubicBezTo>
                      <a:pt x="1429" y="1"/>
                      <a:pt x="921" y="384"/>
                      <a:pt x="684" y="819"/>
                    </a:cubicBezTo>
                    <a:cubicBezTo>
                      <a:pt x="288" y="1540"/>
                      <a:pt x="0" y="2638"/>
                      <a:pt x="0" y="2638"/>
                    </a:cubicBezTo>
                    <a:lnTo>
                      <a:pt x="2047" y="5855"/>
                    </a:lnTo>
                    <a:lnTo>
                      <a:pt x="3286" y="2935"/>
                    </a:lnTo>
                    <a:cubicBezTo>
                      <a:pt x="3286" y="2935"/>
                      <a:pt x="4089" y="1654"/>
                      <a:pt x="3149" y="587"/>
                    </a:cubicBezTo>
                    <a:cubicBezTo>
                      <a:pt x="2778" y="165"/>
                      <a:pt x="2376" y="1"/>
                      <a:pt x="2001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0" name="Google Shape;4640;p75"/>
              <p:cNvSpPr/>
              <p:nvPr/>
            </p:nvSpPr>
            <p:spPr>
              <a:xfrm>
                <a:off x="1677350" y="3047525"/>
                <a:ext cx="120575" cy="200050"/>
              </a:xfrm>
              <a:custGeom>
                <a:rect b="b" l="l" r="r" t="t"/>
                <a:pathLst>
                  <a:path extrusionOk="0" h="8002" w="4823">
                    <a:moveTo>
                      <a:pt x="3165" y="0"/>
                    </a:moveTo>
                    <a:cubicBezTo>
                      <a:pt x="2625" y="0"/>
                      <a:pt x="1390" y="113"/>
                      <a:pt x="784" y="1087"/>
                    </a:cubicBezTo>
                    <a:lnTo>
                      <a:pt x="0" y="2354"/>
                    </a:lnTo>
                    <a:lnTo>
                      <a:pt x="2170" y="8001"/>
                    </a:lnTo>
                    <a:cubicBezTo>
                      <a:pt x="2170" y="8001"/>
                      <a:pt x="4016" y="4091"/>
                      <a:pt x="4234" y="3014"/>
                    </a:cubicBezTo>
                    <a:cubicBezTo>
                      <a:pt x="4453" y="1935"/>
                      <a:pt x="4823" y="923"/>
                      <a:pt x="3428" y="11"/>
                    </a:cubicBezTo>
                    <a:cubicBezTo>
                      <a:pt x="3428" y="11"/>
                      <a:pt x="3328" y="0"/>
                      <a:pt x="3165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1" name="Google Shape;4641;p75"/>
              <p:cNvSpPr/>
              <p:nvPr/>
            </p:nvSpPr>
            <p:spPr>
              <a:xfrm>
                <a:off x="1483025" y="3309400"/>
                <a:ext cx="203900" cy="277975"/>
              </a:xfrm>
              <a:custGeom>
                <a:rect b="b" l="l" r="r" t="t"/>
                <a:pathLst>
                  <a:path extrusionOk="0" h="11119" w="8156">
                    <a:moveTo>
                      <a:pt x="7023" y="1"/>
                    </a:moveTo>
                    <a:cubicBezTo>
                      <a:pt x="6526" y="1"/>
                      <a:pt x="5952" y="299"/>
                      <a:pt x="5558" y="680"/>
                    </a:cubicBezTo>
                    <a:cubicBezTo>
                      <a:pt x="4747" y="1464"/>
                      <a:pt x="175" y="10365"/>
                      <a:pt x="175" y="10365"/>
                    </a:cubicBezTo>
                    <a:cubicBezTo>
                      <a:pt x="0" y="10702"/>
                      <a:pt x="45" y="11119"/>
                      <a:pt x="387" y="11119"/>
                    </a:cubicBezTo>
                    <a:cubicBezTo>
                      <a:pt x="552" y="11119"/>
                      <a:pt x="787" y="11021"/>
                      <a:pt x="1101" y="10770"/>
                    </a:cubicBezTo>
                    <a:cubicBezTo>
                      <a:pt x="2062" y="10000"/>
                      <a:pt x="8156" y="2985"/>
                      <a:pt x="8038" y="1227"/>
                    </a:cubicBezTo>
                    <a:cubicBezTo>
                      <a:pt x="7980" y="327"/>
                      <a:pt x="7543" y="1"/>
                      <a:pt x="7023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2" name="Google Shape;4642;p75"/>
              <p:cNvSpPr/>
              <p:nvPr/>
            </p:nvSpPr>
            <p:spPr>
              <a:xfrm>
                <a:off x="1437725" y="3547250"/>
                <a:ext cx="88650" cy="128600"/>
              </a:xfrm>
              <a:custGeom>
                <a:rect b="b" l="l" r="r" t="t"/>
                <a:pathLst>
                  <a:path extrusionOk="0" h="5144" w="3546">
                    <a:moveTo>
                      <a:pt x="2908" y="0"/>
                    </a:moveTo>
                    <a:cubicBezTo>
                      <a:pt x="2308" y="0"/>
                      <a:pt x="1014" y="1612"/>
                      <a:pt x="684" y="2478"/>
                    </a:cubicBezTo>
                    <a:cubicBezTo>
                      <a:pt x="342" y="3389"/>
                      <a:pt x="1" y="4929"/>
                      <a:pt x="197" y="5125"/>
                    </a:cubicBezTo>
                    <a:cubicBezTo>
                      <a:pt x="209" y="5138"/>
                      <a:pt x="223" y="5144"/>
                      <a:pt x="238" y="5144"/>
                    </a:cubicBezTo>
                    <a:cubicBezTo>
                      <a:pt x="454" y="5144"/>
                      <a:pt x="892" y="3872"/>
                      <a:pt x="1063" y="3467"/>
                    </a:cubicBezTo>
                    <a:cubicBezTo>
                      <a:pt x="1240" y="3029"/>
                      <a:pt x="1665" y="2710"/>
                      <a:pt x="1665" y="2710"/>
                    </a:cubicBezTo>
                    <a:cubicBezTo>
                      <a:pt x="1687" y="2691"/>
                      <a:pt x="1711" y="2681"/>
                      <a:pt x="1734" y="2681"/>
                    </a:cubicBezTo>
                    <a:cubicBezTo>
                      <a:pt x="1811" y="2681"/>
                      <a:pt x="1882" y="2785"/>
                      <a:pt x="1865" y="3002"/>
                    </a:cubicBezTo>
                    <a:cubicBezTo>
                      <a:pt x="1837" y="3284"/>
                      <a:pt x="1139" y="4136"/>
                      <a:pt x="1377" y="4328"/>
                    </a:cubicBezTo>
                    <a:cubicBezTo>
                      <a:pt x="1391" y="4339"/>
                      <a:pt x="1407" y="4344"/>
                      <a:pt x="1425" y="4344"/>
                    </a:cubicBezTo>
                    <a:cubicBezTo>
                      <a:pt x="1714" y="4344"/>
                      <a:pt x="2510" y="3023"/>
                      <a:pt x="2630" y="2428"/>
                    </a:cubicBezTo>
                    <a:cubicBezTo>
                      <a:pt x="2758" y="1799"/>
                      <a:pt x="3546" y="181"/>
                      <a:pt x="2990" y="12"/>
                    </a:cubicBezTo>
                    <a:cubicBezTo>
                      <a:pt x="2965" y="4"/>
                      <a:pt x="2937" y="0"/>
                      <a:pt x="2908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3" name="Google Shape;4643;p75"/>
              <p:cNvSpPr/>
              <p:nvPr/>
            </p:nvSpPr>
            <p:spPr>
              <a:xfrm>
                <a:off x="1763725" y="3035600"/>
                <a:ext cx="152700" cy="61800"/>
              </a:xfrm>
              <a:custGeom>
                <a:rect b="b" l="l" r="r" t="t"/>
                <a:pathLst>
                  <a:path extrusionOk="0" h="2472" w="6108">
                    <a:moveTo>
                      <a:pt x="3619" y="1"/>
                    </a:moveTo>
                    <a:lnTo>
                      <a:pt x="2188" y="123"/>
                    </a:lnTo>
                    <a:cubicBezTo>
                      <a:pt x="2188" y="123"/>
                      <a:pt x="2176" y="123"/>
                      <a:pt x="2154" y="123"/>
                    </a:cubicBezTo>
                    <a:cubicBezTo>
                      <a:pt x="1948" y="123"/>
                      <a:pt x="836" y="130"/>
                      <a:pt x="0" y="279"/>
                    </a:cubicBezTo>
                    <a:cubicBezTo>
                      <a:pt x="597" y="1290"/>
                      <a:pt x="1591" y="2101"/>
                      <a:pt x="2657" y="2389"/>
                    </a:cubicBezTo>
                    <a:cubicBezTo>
                      <a:pt x="2858" y="2445"/>
                      <a:pt x="3055" y="2471"/>
                      <a:pt x="3247" y="2471"/>
                    </a:cubicBezTo>
                    <a:cubicBezTo>
                      <a:pt x="4527" y="2471"/>
                      <a:pt x="5584" y="1302"/>
                      <a:pt x="6107" y="100"/>
                    </a:cubicBezTo>
                    <a:cubicBezTo>
                      <a:pt x="5018" y="50"/>
                      <a:pt x="3619" y="1"/>
                      <a:pt x="3619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4" name="Google Shape;4644;p75"/>
              <p:cNvSpPr/>
              <p:nvPr/>
            </p:nvSpPr>
            <p:spPr>
              <a:xfrm>
                <a:off x="1714375" y="3038100"/>
                <a:ext cx="262100" cy="295025"/>
              </a:xfrm>
              <a:custGeom>
                <a:rect b="b" l="l" r="r" t="t"/>
                <a:pathLst>
                  <a:path extrusionOk="0" h="11801" w="10484">
                    <a:moveTo>
                      <a:pt x="8081" y="0"/>
                    </a:moveTo>
                    <a:cubicBezTo>
                      <a:pt x="7558" y="1202"/>
                      <a:pt x="6501" y="2371"/>
                      <a:pt x="5221" y="2371"/>
                    </a:cubicBezTo>
                    <a:cubicBezTo>
                      <a:pt x="5029" y="2371"/>
                      <a:pt x="4832" y="2345"/>
                      <a:pt x="4631" y="2289"/>
                    </a:cubicBezTo>
                    <a:cubicBezTo>
                      <a:pt x="3565" y="2001"/>
                      <a:pt x="2571" y="1190"/>
                      <a:pt x="1974" y="179"/>
                    </a:cubicBezTo>
                    <a:cubicBezTo>
                      <a:pt x="1586" y="246"/>
                      <a:pt x="1254" y="343"/>
                      <a:pt x="1104" y="488"/>
                    </a:cubicBezTo>
                    <a:cubicBezTo>
                      <a:pt x="593" y="972"/>
                      <a:pt x="0" y="3542"/>
                      <a:pt x="1285" y="5907"/>
                    </a:cubicBezTo>
                    <a:cubicBezTo>
                      <a:pt x="2566" y="8277"/>
                      <a:pt x="3296" y="10114"/>
                      <a:pt x="3410" y="10888"/>
                    </a:cubicBezTo>
                    <a:cubicBezTo>
                      <a:pt x="3523" y="11664"/>
                      <a:pt x="3664" y="11801"/>
                      <a:pt x="3664" y="11801"/>
                    </a:cubicBezTo>
                    <a:lnTo>
                      <a:pt x="8450" y="11249"/>
                    </a:lnTo>
                    <a:cubicBezTo>
                      <a:pt x="8450" y="11249"/>
                      <a:pt x="8806" y="7525"/>
                      <a:pt x="9116" y="6700"/>
                    </a:cubicBezTo>
                    <a:cubicBezTo>
                      <a:pt x="9430" y="5880"/>
                      <a:pt x="10456" y="3551"/>
                      <a:pt x="10469" y="2320"/>
                    </a:cubicBezTo>
                    <a:cubicBezTo>
                      <a:pt x="10484" y="1090"/>
                      <a:pt x="9937" y="101"/>
                      <a:pt x="9052" y="46"/>
                    </a:cubicBezTo>
                    <a:cubicBezTo>
                      <a:pt x="8820" y="32"/>
                      <a:pt x="8469" y="15"/>
                      <a:pt x="8081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5" name="Google Shape;4645;p75"/>
              <p:cNvSpPr/>
              <p:nvPr/>
            </p:nvSpPr>
            <p:spPr>
              <a:xfrm>
                <a:off x="1728175" y="3133375"/>
                <a:ext cx="72350" cy="177075"/>
              </a:xfrm>
              <a:custGeom>
                <a:rect b="b" l="l" r="r" t="t"/>
                <a:pathLst>
                  <a:path extrusionOk="0" h="7083" w="2894">
                    <a:moveTo>
                      <a:pt x="73" y="0"/>
                    </a:moveTo>
                    <a:lnTo>
                      <a:pt x="0" y="9"/>
                    </a:lnTo>
                    <a:cubicBezTo>
                      <a:pt x="5" y="18"/>
                      <a:pt x="96" y="1181"/>
                      <a:pt x="830" y="2356"/>
                    </a:cubicBezTo>
                    <a:cubicBezTo>
                      <a:pt x="1559" y="3518"/>
                      <a:pt x="2712" y="6157"/>
                      <a:pt x="2826" y="7083"/>
                    </a:cubicBezTo>
                    <a:lnTo>
                      <a:pt x="2894" y="7073"/>
                    </a:lnTo>
                    <a:cubicBezTo>
                      <a:pt x="2780" y="6143"/>
                      <a:pt x="1618" y="3486"/>
                      <a:pt x="889" y="2319"/>
                    </a:cubicBezTo>
                    <a:cubicBezTo>
                      <a:pt x="165" y="1162"/>
                      <a:pt x="73" y="13"/>
                      <a:pt x="73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6" name="Google Shape;4646;p75"/>
              <p:cNvSpPr/>
              <p:nvPr/>
            </p:nvSpPr>
            <p:spPr>
              <a:xfrm>
                <a:off x="1885525" y="3115375"/>
                <a:ext cx="37925" cy="13000"/>
              </a:xfrm>
              <a:custGeom>
                <a:rect b="b" l="l" r="r" t="t"/>
                <a:pathLst>
                  <a:path extrusionOk="0" h="520" w="1517">
                    <a:moveTo>
                      <a:pt x="128" y="1"/>
                    </a:moveTo>
                    <a:cubicBezTo>
                      <a:pt x="76" y="1"/>
                      <a:pt x="23" y="34"/>
                      <a:pt x="18" y="100"/>
                    </a:cubicBezTo>
                    <a:cubicBezTo>
                      <a:pt x="0" y="332"/>
                      <a:pt x="205" y="479"/>
                      <a:pt x="419" y="510"/>
                    </a:cubicBezTo>
                    <a:cubicBezTo>
                      <a:pt x="454" y="516"/>
                      <a:pt x="488" y="519"/>
                      <a:pt x="522" y="519"/>
                    </a:cubicBezTo>
                    <a:cubicBezTo>
                      <a:pt x="595" y="519"/>
                      <a:pt x="666" y="505"/>
                      <a:pt x="734" y="474"/>
                    </a:cubicBezTo>
                    <a:cubicBezTo>
                      <a:pt x="870" y="412"/>
                      <a:pt x="959" y="309"/>
                      <a:pt x="1062" y="309"/>
                    </a:cubicBezTo>
                    <a:cubicBezTo>
                      <a:pt x="1126" y="309"/>
                      <a:pt x="1194" y="348"/>
                      <a:pt x="1281" y="460"/>
                    </a:cubicBezTo>
                    <a:cubicBezTo>
                      <a:pt x="1304" y="489"/>
                      <a:pt x="1335" y="501"/>
                      <a:pt x="1366" y="501"/>
                    </a:cubicBezTo>
                    <a:cubicBezTo>
                      <a:pt x="1442" y="501"/>
                      <a:pt x="1517" y="429"/>
                      <a:pt x="1459" y="355"/>
                    </a:cubicBezTo>
                    <a:cubicBezTo>
                      <a:pt x="1355" y="216"/>
                      <a:pt x="1221" y="81"/>
                      <a:pt x="1039" y="81"/>
                    </a:cubicBezTo>
                    <a:cubicBezTo>
                      <a:pt x="1036" y="81"/>
                      <a:pt x="1033" y="81"/>
                      <a:pt x="1030" y="81"/>
                    </a:cubicBezTo>
                    <a:cubicBezTo>
                      <a:pt x="958" y="81"/>
                      <a:pt x="893" y="100"/>
                      <a:pt x="834" y="136"/>
                    </a:cubicBezTo>
                    <a:cubicBezTo>
                      <a:pt x="771" y="173"/>
                      <a:pt x="729" y="246"/>
                      <a:pt x="666" y="277"/>
                    </a:cubicBezTo>
                    <a:cubicBezTo>
                      <a:pt x="625" y="299"/>
                      <a:pt x="565" y="312"/>
                      <a:pt x="501" y="312"/>
                    </a:cubicBezTo>
                    <a:cubicBezTo>
                      <a:pt x="364" y="312"/>
                      <a:pt x="214" y="253"/>
                      <a:pt x="224" y="100"/>
                    </a:cubicBezTo>
                    <a:cubicBezTo>
                      <a:pt x="228" y="34"/>
                      <a:pt x="179" y="1"/>
                      <a:pt x="128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7" name="Google Shape;4647;p75"/>
              <p:cNvSpPr/>
              <p:nvPr/>
            </p:nvSpPr>
            <p:spPr>
              <a:xfrm>
                <a:off x="1806325" y="3113825"/>
                <a:ext cx="37100" cy="12600"/>
              </a:xfrm>
              <a:custGeom>
                <a:rect b="b" l="l" r="r" t="t"/>
                <a:pathLst>
                  <a:path extrusionOk="0" h="504" w="1484">
                    <a:moveTo>
                      <a:pt x="1046" y="1"/>
                    </a:moveTo>
                    <a:cubicBezTo>
                      <a:pt x="1035" y="1"/>
                      <a:pt x="1024" y="1"/>
                      <a:pt x="1013" y="2"/>
                    </a:cubicBezTo>
                    <a:cubicBezTo>
                      <a:pt x="916" y="11"/>
                      <a:pt x="848" y="61"/>
                      <a:pt x="771" y="112"/>
                    </a:cubicBezTo>
                    <a:cubicBezTo>
                      <a:pt x="716" y="153"/>
                      <a:pt x="661" y="203"/>
                      <a:pt x="602" y="240"/>
                    </a:cubicBezTo>
                    <a:cubicBezTo>
                      <a:pt x="559" y="263"/>
                      <a:pt x="420" y="301"/>
                      <a:pt x="321" y="301"/>
                    </a:cubicBezTo>
                    <a:cubicBezTo>
                      <a:pt x="264" y="301"/>
                      <a:pt x="220" y="288"/>
                      <a:pt x="215" y="253"/>
                    </a:cubicBezTo>
                    <a:cubicBezTo>
                      <a:pt x="208" y="187"/>
                      <a:pt x="152" y="154"/>
                      <a:pt x="100" y="154"/>
                    </a:cubicBezTo>
                    <a:cubicBezTo>
                      <a:pt x="49" y="154"/>
                      <a:pt x="1" y="187"/>
                      <a:pt x="9" y="253"/>
                    </a:cubicBezTo>
                    <a:cubicBezTo>
                      <a:pt x="28" y="431"/>
                      <a:pt x="233" y="503"/>
                      <a:pt x="392" y="503"/>
                    </a:cubicBezTo>
                    <a:cubicBezTo>
                      <a:pt x="502" y="503"/>
                      <a:pt x="611" y="472"/>
                      <a:pt x="707" y="417"/>
                    </a:cubicBezTo>
                    <a:cubicBezTo>
                      <a:pt x="826" y="348"/>
                      <a:pt x="940" y="233"/>
                      <a:pt x="1054" y="233"/>
                    </a:cubicBezTo>
                    <a:cubicBezTo>
                      <a:pt x="1121" y="233"/>
                      <a:pt x="1187" y="272"/>
                      <a:pt x="1254" y="381"/>
                    </a:cubicBezTo>
                    <a:cubicBezTo>
                      <a:pt x="1276" y="415"/>
                      <a:pt x="1308" y="430"/>
                      <a:pt x="1340" y="430"/>
                    </a:cubicBezTo>
                    <a:cubicBezTo>
                      <a:pt x="1412" y="430"/>
                      <a:pt x="1484" y="355"/>
                      <a:pt x="1436" y="276"/>
                    </a:cubicBezTo>
                    <a:cubicBezTo>
                      <a:pt x="1346" y="135"/>
                      <a:pt x="1220" y="1"/>
                      <a:pt x="1046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8" name="Google Shape;4648;p75"/>
              <p:cNvSpPr/>
              <p:nvPr/>
            </p:nvSpPr>
            <p:spPr>
              <a:xfrm>
                <a:off x="1746625" y="3066525"/>
                <a:ext cx="31225" cy="32825"/>
              </a:xfrm>
              <a:custGeom>
                <a:rect b="b" l="l" r="r" t="t"/>
                <a:pathLst>
                  <a:path extrusionOk="0" h="1313" w="1249">
                    <a:moveTo>
                      <a:pt x="126" y="0"/>
                    </a:moveTo>
                    <a:cubicBezTo>
                      <a:pt x="67" y="0"/>
                      <a:pt x="0" y="52"/>
                      <a:pt x="14" y="131"/>
                    </a:cubicBezTo>
                    <a:cubicBezTo>
                      <a:pt x="46" y="350"/>
                      <a:pt x="46" y="673"/>
                      <a:pt x="302" y="764"/>
                    </a:cubicBezTo>
                    <a:cubicBezTo>
                      <a:pt x="333" y="775"/>
                      <a:pt x="363" y="780"/>
                      <a:pt x="392" y="780"/>
                    </a:cubicBezTo>
                    <a:cubicBezTo>
                      <a:pt x="472" y="780"/>
                      <a:pt x="544" y="747"/>
                      <a:pt x="624" y="727"/>
                    </a:cubicBezTo>
                    <a:cubicBezTo>
                      <a:pt x="657" y="719"/>
                      <a:pt x="688" y="715"/>
                      <a:pt x="717" y="715"/>
                    </a:cubicBezTo>
                    <a:cubicBezTo>
                      <a:pt x="949" y="715"/>
                      <a:pt x="1034" y="973"/>
                      <a:pt x="948" y="1188"/>
                    </a:cubicBezTo>
                    <a:cubicBezTo>
                      <a:pt x="921" y="1263"/>
                      <a:pt x="982" y="1312"/>
                      <a:pt x="1046" y="1312"/>
                    </a:cubicBezTo>
                    <a:cubicBezTo>
                      <a:pt x="1087" y="1312"/>
                      <a:pt x="1130" y="1291"/>
                      <a:pt x="1149" y="1242"/>
                    </a:cubicBezTo>
                    <a:cubicBezTo>
                      <a:pt x="1249" y="988"/>
                      <a:pt x="1185" y="687"/>
                      <a:pt x="925" y="554"/>
                    </a:cubicBezTo>
                    <a:cubicBezTo>
                      <a:pt x="859" y="520"/>
                      <a:pt x="792" y="506"/>
                      <a:pt x="724" y="506"/>
                    </a:cubicBezTo>
                    <a:cubicBezTo>
                      <a:pt x="673" y="506"/>
                      <a:pt x="622" y="514"/>
                      <a:pt x="570" y="527"/>
                    </a:cubicBezTo>
                    <a:cubicBezTo>
                      <a:pt x="529" y="541"/>
                      <a:pt x="493" y="554"/>
                      <a:pt x="447" y="569"/>
                    </a:cubicBezTo>
                    <a:cubicBezTo>
                      <a:pt x="329" y="541"/>
                      <a:pt x="264" y="472"/>
                      <a:pt x="256" y="367"/>
                    </a:cubicBezTo>
                    <a:cubicBezTo>
                      <a:pt x="224" y="281"/>
                      <a:pt x="224" y="167"/>
                      <a:pt x="210" y="76"/>
                    </a:cubicBezTo>
                    <a:cubicBezTo>
                      <a:pt x="203" y="23"/>
                      <a:pt x="166" y="0"/>
                      <a:pt x="126" y="0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9" name="Google Shape;4649;p75"/>
              <p:cNvSpPr/>
              <p:nvPr/>
            </p:nvSpPr>
            <p:spPr>
              <a:xfrm>
                <a:off x="1909775" y="3062025"/>
                <a:ext cx="37575" cy="27375"/>
              </a:xfrm>
              <a:custGeom>
                <a:rect b="b" l="l" r="r" t="t"/>
                <a:pathLst>
                  <a:path extrusionOk="0" h="1095" w="1503">
                    <a:moveTo>
                      <a:pt x="1019" y="0"/>
                    </a:moveTo>
                    <a:cubicBezTo>
                      <a:pt x="901" y="0"/>
                      <a:pt x="791" y="42"/>
                      <a:pt x="712" y="160"/>
                    </a:cubicBezTo>
                    <a:cubicBezTo>
                      <a:pt x="644" y="265"/>
                      <a:pt x="640" y="397"/>
                      <a:pt x="648" y="516"/>
                    </a:cubicBezTo>
                    <a:cubicBezTo>
                      <a:pt x="661" y="671"/>
                      <a:pt x="707" y="743"/>
                      <a:pt x="507" y="844"/>
                    </a:cubicBezTo>
                    <a:cubicBezTo>
                      <a:pt x="407" y="898"/>
                      <a:pt x="247" y="885"/>
                      <a:pt x="137" y="890"/>
                    </a:cubicBezTo>
                    <a:cubicBezTo>
                      <a:pt x="6" y="890"/>
                      <a:pt x="1" y="1094"/>
                      <a:pt x="133" y="1094"/>
                    </a:cubicBezTo>
                    <a:cubicBezTo>
                      <a:pt x="135" y="1094"/>
                      <a:pt x="136" y="1094"/>
                      <a:pt x="137" y="1094"/>
                    </a:cubicBezTo>
                    <a:cubicBezTo>
                      <a:pt x="352" y="1090"/>
                      <a:pt x="694" y="1090"/>
                      <a:pt x="821" y="880"/>
                    </a:cubicBezTo>
                    <a:cubicBezTo>
                      <a:pt x="880" y="785"/>
                      <a:pt x="876" y="684"/>
                      <a:pt x="867" y="579"/>
                    </a:cubicBezTo>
                    <a:cubicBezTo>
                      <a:pt x="853" y="457"/>
                      <a:pt x="844" y="425"/>
                      <a:pt x="917" y="311"/>
                    </a:cubicBezTo>
                    <a:cubicBezTo>
                      <a:pt x="937" y="234"/>
                      <a:pt x="976" y="195"/>
                      <a:pt x="1038" y="195"/>
                    </a:cubicBezTo>
                    <a:cubicBezTo>
                      <a:pt x="1064" y="195"/>
                      <a:pt x="1093" y="201"/>
                      <a:pt x="1126" y="215"/>
                    </a:cubicBezTo>
                    <a:cubicBezTo>
                      <a:pt x="1181" y="233"/>
                      <a:pt x="1236" y="256"/>
                      <a:pt x="1290" y="278"/>
                    </a:cubicBezTo>
                    <a:cubicBezTo>
                      <a:pt x="1306" y="285"/>
                      <a:pt x="1321" y="289"/>
                      <a:pt x="1336" y="289"/>
                    </a:cubicBezTo>
                    <a:cubicBezTo>
                      <a:pt x="1434" y="289"/>
                      <a:pt x="1503" y="149"/>
                      <a:pt x="1395" y="101"/>
                    </a:cubicBezTo>
                    <a:cubicBezTo>
                      <a:pt x="1282" y="49"/>
                      <a:pt x="1146" y="0"/>
                      <a:pt x="1019" y="0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0" name="Google Shape;4650;p75"/>
              <p:cNvSpPr/>
              <p:nvPr/>
            </p:nvSpPr>
            <p:spPr>
              <a:xfrm>
                <a:off x="1747050" y="3145300"/>
                <a:ext cx="38600" cy="21975"/>
              </a:xfrm>
              <a:custGeom>
                <a:rect b="b" l="l" r="r" t="t"/>
                <a:pathLst>
                  <a:path extrusionOk="0" h="879" w="1544">
                    <a:moveTo>
                      <a:pt x="318" y="1"/>
                    </a:moveTo>
                    <a:cubicBezTo>
                      <a:pt x="242" y="1"/>
                      <a:pt x="168" y="16"/>
                      <a:pt x="102" y="52"/>
                    </a:cubicBezTo>
                    <a:cubicBezTo>
                      <a:pt x="0" y="106"/>
                      <a:pt x="63" y="246"/>
                      <a:pt x="159" y="246"/>
                    </a:cubicBezTo>
                    <a:cubicBezTo>
                      <a:pt x="174" y="246"/>
                      <a:pt x="190" y="242"/>
                      <a:pt x="207" y="234"/>
                    </a:cubicBezTo>
                    <a:cubicBezTo>
                      <a:pt x="235" y="220"/>
                      <a:pt x="271" y="213"/>
                      <a:pt x="312" y="213"/>
                    </a:cubicBezTo>
                    <a:cubicBezTo>
                      <a:pt x="397" y="213"/>
                      <a:pt x="499" y="242"/>
                      <a:pt x="558" y="279"/>
                    </a:cubicBezTo>
                    <a:cubicBezTo>
                      <a:pt x="676" y="352"/>
                      <a:pt x="658" y="439"/>
                      <a:pt x="685" y="562"/>
                    </a:cubicBezTo>
                    <a:cubicBezTo>
                      <a:pt x="704" y="658"/>
                      <a:pt x="727" y="735"/>
                      <a:pt x="809" y="799"/>
                    </a:cubicBezTo>
                    <a:cubicBezTo>
                      <a:pt x="884" y="857"/>
                      <a:pt x="965" y="879"/>
                      <a:pt x="1049" y="879"/>
                    </a:cubicBezTo>
                    <a:cubicBezTo>
                      <a:pt x="1183" y="879"/>
                      <a:pt x="1321" y="821"/>
                      <a:pt x="1442" y="763"/>
                    </a:cubicBezTo>
                    <a:cubicBezTo>
                      <a:pt x="1544" y="715"/>
                      <a:pt x="1480" y="573"/>
                      <a:pt x="1384" y="573"/>
                    </a:cubicBezTo>
                    <a:cubicBezTo>
                      <a:pt x="1369" y="573"/>
                      <a:pt x="1353" y="576"/>
                      <a:pt x="1337" y="584"/>
                    </a:cubicBezTo>
                    <a:cubicBezTo>
                      <a:pt x="1269" y="621"/>
                      <a:pt x="1200" y="649"/>
                      <a:pt x="1127" y="666"/>
                    </a:cubicBezTo>
                    <a:cubicBezTo>
                      <a:pt x="1050" y="607"/>
                      <a:pt x="968" y="553"/>
                      <a:pt x="886" y="493"/>
                    </a:cubicBezTo>
                    <a:cubicBezTo>
                      <a:pt x="881" y="489"/>
                      <a:pt x="872" y="348"/>
                      <a:pt x="872" y="334"/>
                    </a:cubicBezTo>
                    <a:cubicBezTo>
                      <a:pt x="845" y="252"/>
                      <a:pt x="786" y="184"/>
                      <a:pt x="717" y="134"/>
                    </a:cubicBezTo>
                    <a:cubicBezTo>
                      <a:pt x="605" y="54"/>
                      <a:pt x="458" y="1"/>
                      <a:pt x="318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1" name="Google Shape;4651;p75"/>
              <p:cNvSpPr/>
              <p:nvPr/>
            </p:nvSpPr>
            <p:spPr>
              <a:xfrm>
                <a:off x="1879625" y="3167450"/>
                <a:ext cx="41175" cy="23900"/>
              </a:xfrm>
              <a:custGeom>
                <a:rect b="b" l="l" r="r" t="t"/>
                <a:pathLst>
                  <a:path extrusionOk="0" h="956" w="1647">
                    <a:moveTo>
                      <a:pt x="1201" y="1"/>
                    </a:moveTo>
                    <a:cubicBezTo>
                      <a:pt x="1141" y="1"/>
                      <a:pt x="1083" y="19"/>
                      <a:pt x="1034" y="64"/>
                    </a:cubicBezTo>
                    <a:cubicBezTo>
                      <a:pt x="952" y="136"/>
                      <a:pt x="938" y="310"/>
                      <a:pt x="906" y="405"/>
                    </a:cubicBezTo>
                    <a:cubicBezTo>
                      <a:pt x="837" y="594"/>
                      <a:pt x="672" y="743"/>
                      <a:pt x="509" y="743"/>
                    </a:cubicBezTo>
                    <a:cubicBezTo>
                      <a:pt x="405" y="743"/>
                      <a:pt x="301" y="682"/>
                      <a:pt x="222" y="533"/>
                    </a:cubicBezTo>
                    <a:cubicBezTo>
                      <a:pt x="203" y="498"/>
                      <a:pt x="172" y="483"/>
                      <a:pt x="141" y="483"/>
                    </a:cubicBezTo>
                    <a:cubicBezTo>
                      <a:pt x="72" y="483"/>
                      <a:pt x="1" y="556"/>
                      <a:pt x="45" y="638"/>
                    </a:cubicBezTo>
                    <a:cubicBezTo>
                      <a:pt x="146" y="833"/>
                      <a:pt x="331" y="956"/>
                      <a:pt x="535" y="956"/>
                    </a:cubicBezTo>
                    <a:cubicBezTo>
                      <a:pt x="607" y="956"/>
                      <a:pt x="682" y="940"/>
                      <a:pt x="756" y="907"/>
                    </a:cubicBezTo>
                    <a:cubicBezTo>
                      <a:pt x="879" y="852"/>
                      <a:pt x="965" y="752"/>
                      <a:pt x="1034" y="634"/>
                    </a:cubicBezTo>
                    <a:cubicBezTo>
                      <a:pt x="1099" y="513"/>
                      <a:pt x="1151" y="241"/>
                      <a:pt x="1281" y="241"/>
                    </a:cubicBezTo>
                    <a:cubicBezTo>
                      <a:pt x="1323" y="241"/>
                      <a:pt x="1374" y="270"/>
                      <a:pt x="1435" y="341"/>
                    </a:cubicBezTo>
                    <a:cubicBezTo>
                      <a:pt x="1456" y="365"/>
                      <a:pt x="1480" y="375"/>
                      <a:pt x="1503" y="375"/>
                    </a:cubicBezTo>
                    <a:cubicBezTo>
                      <a:pt x="1578" y="375"/>
                      <a:pt x="1647" y="272"/>
                      <a:pt x="1581" y="196"/>
                    </a:cubicBezTo>
                    <a:cubicBezTo>
                      <a:pt x="1501" y="103"/>
                      <a:pt x="1344" y="1"/>
                      <a:pt x="1201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2" name="Google Shape;4652;p75"/>
              <p:cNvSpPr/>
              <p:nvPr/>
            </p:nvSpPr>
            <p:spPr>
              <a:xfrm>
                <a:off x="1771925" y="3191000"/>
                <a:ext cx="45250" cy="14275"/>
              </a:xfrm>
              <a:custGeom>
                <a:rect b="b" l="l" r="r" t="t"/>
                <a:pathLst>
                  <a:path extrusionOk="0" h="571" w="1810">
                    <a:moveTo>
                      <a:pt x="1375" y="1"/>
                    </a:moveTo>
                    <a:cubicBezTo>
                      <a:pt x="1340" y="1"/>
                      <a:pt x="1304" y="5"/>
                      <a:pt x="1267" y="14"/>
                    </a:cubicBezTo>
                    <a:cubicBezTo>
                      <a:pt x="1167" y="42"/>
                      <a:pt x="1085" y="106"/>
                      <a:pt x="1003" y="165"/>
                    </a:cubicBezTo>
                    <a:cubicBezTo>
                      <a:pt x="920" y="229"/>
                      <a:pt x="644" y="375"/>
                      <a:pt x="443" y="375"/>
                    </a:cubicBezTo>
                    <a:cubicBezTo>
                      <a:pt x="311" y="375"/>
                      <a:pt x="212" y="313"/>
                      <a:pt x="219" y="124"/>
                    </a:cubicBezTo>
                    <a:cubicBezTo>
                      <a:pt x="219" y="58"/>
                      <a:pt x="168" y="25"/>
                      <a:pt x="116" y="25"/>
                    </a:cubicBezTo>
                    <a:cubicBezTo>
                      <a:pt x="64" y="25"/>
                      <a:pt x="12" y="58"/>
                      <a:pt x="9" y="124"/>
                    </a:cubicBezTo>
                    <a:cubicBezTo>
                      <a:pt x="1" y="388"/>
                      <a:pt x="192" y="539"/>
                      <a:pt x="443" y="567"/>
                    </a:cubicBezTo>
                    <a:cubicBezTo>
                      <a:pt x="468" y="569"/>
                      <a:pt x="494" y="570"/>
                      <a:pt x="521" y="570"/>
                    </a:cubicBezTo>
                    <a:cubicBezTo>
                      <a:pt x="641" y="570"/>
                      <a:pt x="776" y="547"/>
                      <a:pt x="880" y="502"/>
                    </a:cubicBezTo>
                    <a:cubicBezTo>
                      <a:pt x="1014" y="445"/>
                      <a:pt x="1214" y="214"/>
                      <a:pt x="1388" y="214"/>
                    </a:cubicBezTo>
                    <a:cubicBezTo>
                      <a:pt x="1463" y="214"/>
                      <a:pt x="1533" y="257"/>
                      <a:pt x="1591" y="375"/>
                    </a:cubicBezTo>
                    <a:cubicBezTo>
                      <a:pt x="1609" y="412"/>
                      <a:pt x="1639" y="427"/>
                      <a:pt x="1669" y="427"/>
                    </a:cubicBezTo>
                    <a:cubicBezTo>
                      <a:pt x="1737" y="427"/>
                      <a:pt x="1809" y="352"/>
                      <a:pt x="1768" y="270"/>
                    </a:cubicBezTo>
                    <a:cubicBezTo>
                      <a:pt x="1689" y="107"/>
                      <a:pt x="1547" y="1"/>
                      <a:pt x="1375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3" name="Google Shape;4653;p75"/>
              <p:cNvSpPr/>
              <p:nvPr/>
            </p:nvSpPr>
            <p:spPr>
              <a:xfrm>
                <a:off x="1803375" y="3162375"/>
                <a:ext cx="47000" cy="20225"/>
              </a:xfrm>
              <a:custGeom>
                <a:rect b="b" l="l" r="r" t="t"/>
                <a:pathLst>
                  <a:path extrusionOk="0" h="809" w="1880">
                    <a:moveTo>
                      <a:pt x="99" y="1"/>
                    </a:moveTo>
                    <a:cubicBezTo>
                      <a:pt x="48" y="1"/>
                      <a:pt x="0" y="33"/>
                      <a:pt x="5" y="98"/>
                    </a:cubicBezTo>
                    <a:cubicBezTo>
                      <a:pt x="28" y="353"/>
                      <a:pt x="96" y="622"/>
                      <a:pt x="392" y="654"/>
                    </a:cubicBezTo>
                    <a:cubicBezTo>
                      <a:pt x="407" y="655"/>
                      <a:pt x="423" y="656"/>
                      <a:pt x="438" y="656"/>
                    </a:cubicBezTo>
                    <a:cubicBezTo>
                      <a:pt x="550" y="656"/>
                      <a:pt x="660" y="616"/>
                      <a:pt x="756" y="567"/>
                    </a:cubicBezTo>
                    <a:cubicBezTo>
                      <a:pt x="917" y="488"/>
                      <a:pt x="1078" y="426"/>
                      <a:pt x="1225" y="426"/>
                    </a:cubicBezTo>
                    <a:cubicBezTo>
                      <a:pt x="1399" y="426"/>
                      <a:pt x="1552" y="512"/>
                      <a:pt x="1663" y="754"/>
                    </a:cubicBezTo>
                    <a:cubicBezTo>
                      <a:pt x="1680" y="793"/>
                      <a:pt x="1709" y="808"/>
                      <a:pt x="1739" y="808"/>
                    </a:cubicBezTo>
                    <a:cubicBezTo>
                      <a:pt x="1806" y="808"/>
                      <a:pt x="1879" y="731"/>
                      <a:pt x="1842" y="649"/>
                    </a:cubicBezTo>
                    <a:cubicBezTo>
                      <a:pt x="1728" y="403"/>
                      <a:pt x="1522" y="229"/>
                      <a:pt x="1244" y="202"/>
                    </a:cubicBezTo>
                    <a:cubicBezTo>
                      <a:pt x="1226" y="201"/>
                      <a:pt x="1207" y="200"/>
                      <a:pt x="1188" y="200"/>
                    </a:cubicBezTo>
                    <a:cubicBezTo>
                      <a:pt x="1092" y="200"/>
                      <a:pt x="995" y="219"/>
                      <a:pt x="903" y="252"/>
                    </a:cubicBezTo>
                    <a:cubicBezTo>
                      <a:pt x="825" y="284"/>
                      <a:pt x="766" y="334"/>
                      <a:pt x="693" y="366"/>
                    </a:cubicBezTo>
                    <a:cubicBezTo>
                      <a:pt x="634" y="396"/>
                      <a:pt x="575" y="410"/>
                      <a:pt x="520" y="410"/>
                    </a:cubicBezTo>
                    <a:cubicBezTo>
                      <a:pt x="361" y="410"/>
                      <a:pt x="231" y="294"/>
                      <a:pt x="214" y="98"/>
                    </a:cubicBezTo>
                    <a:cubicBezTo>
                      <a:pt x="207" y="34"/>
                      <a:pt x="152" y="1"/>
                      <a:pt x="99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4" name="Google Shape;4654;p75"/>
              <p:cNvSpPr/>
              <p:nvPr/>
            </p:nvSpPr>
            <p:spPr>
              <a:xfrm>
                <a:off x="1870900" y="3230800"/>
                <a:ext cx="47575" cy="23250"/>
              </a:xfrm>
              <a:custGeom>
                <a:rect b="b" l="l" r="r" t="t"/>
                <a:pathLst>
                  <a:path extrusionOk="0" h="930" w="1903">
                    <a:moveTo>
                      <a:pt x="1312" y="0"/>
                    </a:moveTo>
                    <a:cubicBezTo>
                      <a:pt x="1246" y="0"/>
                      <a:pt x="1183" y="20"/>
                      <a:pt x="1128" y="68"/>
                    </a:cubicBezTo>
                    <a:cubicBezTo>
                      <a:pt x="1041" y="145"/>
                      <a:pt x="1036" y="260"/>
                      <a:pt x="996" y="359"/>
                    </a:cubicBezTo>
                    <a:cubicBezTo>
                      <a:pt x="902" y="588"/>
                      <a:pt x="704" y="717"/>
                      <a:pt x="486" y="717"/>
                    </a:cubicBezTo>
                    <a:cubicBezTo>
                      <a:pt x="394" y="717"/>
                      <a:pt x="299" y="694"/>
                      <a:pt x="207" y="647"/>
                    </a:cubicBezTo>
                    <a:cubicBezTo>
                      <a:pt x="191" y="639"/>
                      <a:pt x="174" y="635"/>
                      <a:pt x="159" y="635"/>
                    </a:cubicBezTo>
                    <a:cubicBezTo>
                      <a:pt x="64" y="635"/>
                      <a:pt x="0" y="774"/>
                      <a:pt x="102" y="829"/>
                    </a:cubicBezTo>
                    <a:cubicBezTo>
                      <a:pt x="231" y="893"/>
                      <a:pt x="368" y="929"/>
                      <a:pt x="503" y="929"/>
                    </a:cubicBezTo>
                    <a:cubicBezTo>
                      <a:pt x="647" y="929"/>
                      <a:pt x="789" y="889"/>
                      <a:pt x="918" y="797"/>
                    </a:cubicBezTo>
                    <a:cubicBezTo>
                      <a:pt x="1023" y="719"/>
                      <a:pt x="1105" y="620"/>
                      <a:pt x="1160" y="506"/>
                    </a:cubicBezTo>
                    <a:cubicBezTo>
                      <a:pt x="1205" y="405"/>
                      <a:pt x="1196" y="342"/>
                      <a:pt x="1292" y="273"/>
                    </a:cubicBezTo>
                    <a:cubicBezTo>
                      <a:pt x="1326" y="249"/>
                      <a:pt x="1360" y="239"/>
                      <a:pt x="1394" y="239"/>
                    </a:cubicBezTo>
                    <a:cubicBezTo>
                      <a:pt x="1503" y="239"/>
                      <a:pt x="1613" y="340"/>
                      <a:pt x="1707" y="405"/>
                    </a:cubicBezTo>
                    <a:cubicBezTo>
                      <a:pt x="1726" y="419"/>
                      <a:pt x="1744" y="425"/>
                      <a:pt x="1762" y="425"/>
                    </a:cubicBezTo>
                    <a:cubicBezTo>
                      <a:pt x="1846" y="425"/>
                      <a:pt x="1902" y="291"/>
                      <a:pt x="1812" y="227"/>
                    </a:cubicBezTo>
                    <a:cubicBezTo>
                      <a:pt x="1688" y="138"/>
                      <a:pt x="1489" y="0"/>
                      <a:pt x="1312" y="0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5" name="Google Shape;4655;p75"/>
              <p:cNvSpPr/>
              <p:nvPr/>
            </p:nvSpPr>
            <p:spPr>
              <a:xfrm>
                <a:off x="1806275" y="3225750"/>
                <a:ext cx="46400" cy="16025"/>
              </a:xfrm>
              <a:custGeom>
                <a:rect b="b" l="l" r="r" t="t"/>
                <a:pathLst>
                  <a:path extrusionOk="0" h="641" w="1856">
                    <a:moveTo>
                      <a:pt x="1339" y="0"/>
                    </a:moveTo>
                    <a:cubicBezTo>
                      <a:pt x="1309" y="0"/>
                      <a:pt x="1278" y="3"/>
                      <a:pt x="1246" y="10"/>
                    </a:cubicBezTo>
                    <a:cubicBezTo>
                      <a:pt x="1137" y="33"/>
                      <a:pt x="1078" y="88"/>
                      <a:pt x="1006" y="165"/>
                    </a:cubicBezTo>
                    <a:cubicBezTo>
                      <a:pt x="905" y="270"/>
                      <a:pt x="842" y="393"/>
                      <a:pt x="682" y="425"/>
                    </a:cubicBezTo>
                    <a:cubicBezTo>
                      <a:pt x="654" y="431"/>
                      <a:pt x="627" y="434"/>
                      <a:pt x="600" y="434"/>
                    </a:cubicBezTo>
                    <a:cubicBezTo>
                      <a:pt x="446" y="434"/>
                      <a:pt x="312" y="337"/>
                      <a:pt x="226" y="202"/>
                    </a:cubicBezTo>
                    <a:cubicBezTo>
                      <a:pt x="205" y="168"/>
                      <a:pt x="174" y="154"/>
                      <a:pt x="144" y="154"/>
                    </a:cubicBezTo>
                    <a:cubicBezTo>
                      <a:pt x="73" y="154"/>
                      <a:pt x="1" y="227"/>
                      <a:pt x="49" y="307"/>
                    </a:cubicBezTo>
                    <a:cubicBezTo>
                      <a:pt x="172" y="504"/>
                      <a:pt x="361" y="641"/>
                      <a:pt x="596" y="641"/>
                    </a:cubicBezTo>
                    <a:cubicBezTo>
                      <a:pt x="610" y="641"/>
                      <a:pt x="625" y="640"/>
                      <a:pt x="640" y="639"/>
                    </a:cubicBezTo>
                    <a:cubicBezTo>
                      <a:pt x="768" y="630"/>
                      <a:pt x="891" y="580"/>
                      <a:pt x="987" y="502"/>
                    </a:cubicBezTo>
                    <a:cubicBezTo>
                      <a:pt x="1023" y="471"/>
                      <a:pt x="1051" y="435"/>
                      <a:pt x="1088" y="402"/>
                    </a:cubicBezTo>
                    <a:cubicBezTo>
                      <a:pt x="1163" y="335"/>
                      <a:pt x="1266" y="295"/>
                      <a:pt x="1365" y="295"/>
                    </a:cubicBezTo>
                    <a:cubicBezTo>
                      <a:pt x="1470" y="295"/>
                      <a:pt x="1571" y="340"/>
                      <a:pt x="1629" y="448"/>
                    </a:cubicBezTo>
                    <a:cubicBezTo>
                      <a:pt x="1651" y="483"/>
                      <a:pt x="1682" y="498"/>
                      <a:pt x="1714" y="498"/>
                    </a:cubicBezTo>
                    <a:cubicBezTo>
                      <a:pt x="1785" y="498"/>
                      <a:pt x="1856" y="425"/>
                      <a:pt x="1812" y="343"/>
                    </a:cubicBezTo>
                    <a:cubicBezTo>
                      <a:pt x="1708" y="160"/>
                      <a:pt x="1549" y="0"/>
                      <a:pt x="1339" y="0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6" name="Google Shape;4656;p75"/>
              <p:cNvSpPr/>
              <p:nvPr/>
            </p:nvSpPr>
            <p:spPr>
              <a:xfrm>
                <a:off x="1805225" y="3274975"/>
                <a:ext cx="41750" cy="19650"/>
              </a:xfrm>
              <a:custGeom>
                <a:rect b="b" l="l" r="r" t="t"/>
                <a:pathLst>
                  <a:path extrusionOk="0" h="786" w="1670">
                    <a:moveTo>
                      <a:pt x="101" y="0"/>
                    </a:moveTo>
                    <a:cubicBezTo>
                      <a:pt x="50" y="0"/>
                      <a:pt x="1" y="33"/>
                      <a:pt x="3" y="101"/>
                    </a:cubicBezTo>
                    <a:cubicBezTo>
                      <a:pt x="13" y="320"/>
                      <a:pt x="154" y="493"/>
                      <a:pt x="377" y="534"/>
                    </a:cubicBezTo>
                    <a:cubicBezTo>
                      <a:pt x="413" y="541"/>
                      <a:pt x="450" y="544"/>
                      <a:pt x="487" y="544"/>
                    </a:cubicBezTo>
                    <a:cubicBezTo>
                      <a:pt x="593" y="544"/>
                      <a:pt x="699" y="518"/>
                      <a:pt x="796" y="484"/>
                    </a:cubicBezTo>
                    <a:cubicBezTo>
                      <a:pt x="899" y="447"/>
                      <a:pt x="1009" y="378"/>
                      <a:pt x="1122" y="378"/>
                    </a:cubicBezTo>
                    <a:cubicBezTo>
                      <a:pt x="1176" y="378"/>
                      <a:pt x="1230" y="393"/>
                      <a:pt x="1284" y="434"/>
                    </a:cubicBezTo>
                    <a:cubicBezTo>
                      <a:pt x="1370" y="498"/>
                      <a:pt x="1416" y="635"/>
                      <a:pt x="1458" y="730"/>
                    </a:cubicBezTo>
                    <a:cubicBezTo>
                      <a:pt x="1474" y="769"/>
                      <a:pt x="1502" y="785"/>
                      <a:pt x="1532" y="785"/>
                    </a:cubicBezTo>
                    <a:cubicBezTo>
                      <a:pt x="1597" y="785"/>
                      <a:pt x="1670" y="710"/>
                      <a:pt x="1635" y="626"/>
                    </a:cubicBezTo>
                    <a:cubicBezTo>
                      <a:pt x="1553" y="434"/>
                      <a:pt x="1444" y="220"/>
                      <a:pt x="1221" y="174"/>
                    </a:cubicBezTo>
                    <a:cubicBezTo>
                      <a:pt x="1207" y="171"/>
                      <a:pt x="1192" y="170"/>
                      <a:pt x="1176" y="170"/>
                    </a:cubicBezTo>
                    <a:cubicBezTo>
                      <a:pt x="1002" y="170"/>
                      <a:pt x="670" y="327"/>
                      <a:pt x="444" y="327"/>
                    </a:cubicBezTo>
                    <a:cubicBezTo>
                      <a:pt x="312" y="327"/>
                      <a:pt x="215" y="273"/>
                      <a:pt x="209" y="101"/>
                    </a:cubicBezTo>
                    <a:cubicBezTo>
                      <a:pt x="207" y="35"/>
                      <a:pt x="153" y="0"/>
                      <a:pt x="101" y="0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7" name="Google Shape;4657;p75"/>
              <p:cNvSpPr/>
              <p:nvPr/>
            </p:nvSpPr>
            <p:spPr>
              <a:xfrm>
                <a:off x="1852250" y="3281250"/>
                <a:ext cx="45600" cy="31475"/>
              </a:xfrm>
              <a:custGeom>
                <a:rect b="b" l="l" r="r" t="t"/>
                <a:pathLst>
                  <a:path extrusionOk="0" h="1259" w="1824">
                    <a:moveTo>
                      <a:pt x="1696" y="1"/>
                    </a:moveTo>
                    <a:cubicBezTo>
                      <a:pt x="1694" y="1"/>
                      <a:pt x="1693" y="1"/>
                      <a:pt x="1691" y="1"/>
                    </a:cubicBezTo>
                    <a:cubicBezTo>
                      <a:pt x="1427" y="10"/>
                      <a:pt x="1231" y="129"/>
                      <a:pt x="1108" y="361"/>
                    </a:cubicBezTo>
                    <a:cubicBezTo>
                      <a:pt x="1035" y="497"/>
                      <a:pt x="1008" y="661"/>
                      <a:pt x="921" y="794"/>
                    </a:cubicBezTo>
                    <a:cubicBezTo>
                      <a:pt x="782" y="1005"/>
                      <a:pt x="556" y="1053"/>
                      <a:pt x="326" y="1053"/>
                    </a:cubicBezTo>
                    <a:cubicBezTo>
                      <a:pt x="263" y="1053"/>
                      <a:pt x="199" y="1049"/>
                      <a:pt x="137" y="1044"/>
                    </a:cubicBezTo>
                    <a:cubicBezTo>
                      <a:pt x="133" y="1044"/>
                      <a:pt x="129" y="1044"/>
                      <a:pt x="125" y="1044"/>
                    </a:cubicBezTo>
                    <a:cubicBezTo>
                      <a:pt x="1" y="1044"/>
                      <a:pt x="9" y="1240"/>
                      <a:pt x="137" y="1250"/>
                    </a:cubicBezTo>
                    <a:cubicBezTo>
                      <a:pt x="201" y="1255"/>
                      <a:pt x="267" y="1258"/>
                      <a:pt x="333" y="1258"/>
                    </a:cubicBezTo>
                    <a:cubicBezTo>
                      <a:pt x="562" y="1258"/>
                      <a:pt x="794" y="1217"/>
                      <a:pt x="972" y="1059"/>
                    </a:cubicBezTo>
                    <a:cubicBezTo>
                      <a:pt x="1263" y="794"/>
                      <a:pt x="1203" y="224"/>
                      <a:pt x="1691" y="205"/>
                    </a:cubicBezTo>
                    <a:cubicBezTo>
                      <a:pt x="1822" y="201"/>
                      <a:pt x="1824" y="1"/>
                      <a:pt x="1696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8" name="Google Shape;4658;p75"/>
              <p:cNvSpPr/>
              <p:nvPr/>
            </p:nvSpPr>
            <p:spPr>
              <a:xfrm>
                <a:off x="1817475" y="2916325"/>
                <a:ext cx="60775" cy="143150"/>
              </a:xfrm>
              <a:custGeom>
                <a:rect b="b" l="l" r="r" t="t"/>
                <a:pathLst>
                  <a:path extrusionOk="0" h="5726" w="2431">
                    <a:moveTo>
                      <a:pt x="1340" y="1"/>
                    </a:moveTo>
                    <a:cubicBezTo>
                      <a:pt x="448" y="1"/>
                      <a:pt x="325" y="1107"/>
                      <a:pt x="325" y="1107"/>
                    </a:cubicBezTo>
                    <a:lnTo>
                      <a:pt x="1" y="5373"/>
                    </a:lnTo>
                    <a:cubicBezTo>
                      <a:pt x="1" y="5373"/>
                      <a:pt x="425" y="5726"/>
                      <a:pt x="1009" y="5726"/>
                    </a:cubicBezTo>
                    <a:cubicBezTo>
                      <a:pt x="1085" y="5726"/>
                      <a:pt x="1164" y="5720"/>
                      <a:pt x="1246" y="5706"/>
                    </a:cubicBezTo>
                    <a:cubicBezTo>
                      <a:pt x="1947" y="5592"/>
                      <a:pt x="2430" y="5090"/>
                      <a:pt x="2430" y="5090"/>
                    </a:cubicBezTo>
                    <a:lnTo>
                      <a:pt x="1652" y="41"/>
                    </a:lnTo>
                    <a:cubicBezTo>
                      <a:pt x="1539" y="13"/>
                      <a:pt x="1435" y="1"/>
                      <a:pt x="1340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9" name="Google Shape;4659;p75"/>
              <p:cNvSpPr/>
              <p:nvPr/>
            </p:nvSpPr>
            <p:spPr>
              <a:xfrm>
                <a:off x="1823750" y="2914425"/>
                <a:ext cx="32175" cy="52700"/>
              </a:xfrm>
              <a:custGeom>
                <a:rect b="b" l="l" r="r" t="t"/>
                <a:pathLst>
                  <a:path extrusionOk="0" h="2108" w="1287">
                    <a:moveTo>
                      <a:pt x="843" y="1"/>
                    </a:moveTo>
                    <a:cubicBezTo>
                      <a:pt x="808" y="1"/>
                      <a:pt x="771" y="3"/>
                      <a:pt x="730" y="7"/>
                    </a:cubicBezTo>
                    <a:cubicBezTo>
                      <a:pt x="165" y="71"/>
                      <a:pt x="61" y="973"/>
                      <a:pt x="61" y="973"/>
                    </a:cubicBezTo>
                    <a:lnTo>
                      <a:pt x="0" y="2108"/>
                    </a:lnTo>
                    <a:cubicBezTo>
                      <a:pt x="516" y="1998"/>
                      <a:pt x="1254" y="358"/>
                      <a:pt x="1254" y="358"/>
                    </a:cubicBezTo>
                    <a:cubicBezTo>
                      <a:pt x="1254" y="358"/>
                      <a:pt x="1286" y="1"/>
                      <a:pt x="843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0" name="Google Shape;4660;p75"/>
              <p:cNvSpPr/>
              <p:nvPr/>
            </p:nvSpPr>
            <p:spPr>
              <a:xfrm>
                <a:off x="1799700" y="2933950"/>
                <a:ext cx="25575" cy="38100"/>
              </a:xfrm>
              <a:custGeom>
                <a:rect b="b" l="l" r="r" t="t"/>
                <a:pathLst>
                  <a:path extrusionOk="0" h="1524" w="1023">
                    <a:moveTo>
                      <a:pt x="156" y="1"/>
                    </a:moveTo>
                    <a:lnTo>
                      <a:pt x="1" y="1524"/>
                    </a:lnTo>
                    <a:lnTo>
                      <a:pt x="1" y="1524"/>
                    </a:lnTo>
                    <a:lnTo>
                      <a:pt x="954" y="1455"/>
                    </a:lnTo>
                    <a:lnTo>
                      <a:pt x="1023" y="142"/>
                    </a:lnTo>
                    <a:lnTo>
                      <a:pt x="156" y="1"/>
                    </a:lnTo>
                    <a:close/>
                  </a:path>
                </a:pathLst>
              </a:custGeom>
              <a:solidFill>
                <a:srgbClr val="4918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1" name="Google Shape;4661;p75"/>
              <p:cNvSpPr/>
              <p:nvPr/>
            </p:nvSpPr>
            <p:spPr>
              <a:xfrm>
                <a:off x="1765300" y="2830850"/>
                <a:ext cx="112050" cy="120625"/>
              </a:xfrm>
              <a:custGeom>
                <a:rect b="b" l="l" r="r" t="t"/>
                <a:pathLst>
                  <a:path extrusionOk="0" h="4825" w="4482">
                    <a:moveTo>
                      <a:pt x="2282" y="1"/>
                    </a:moveTo>
                    <a:cubicBezTo>
                      <a:pt x="1913" y="1"/>
                      <a:pt x="1501" y="73"/>
                      <a:pt x="1099" y="178"/>
                    </a:cubicBezTo>
                    <a:cubicBezTo>
                      <a:pt x="1" y="465"/>
                      <a:pt x="174" y="2343"/>
                      <a:pt x="96" y="3200"/>
                    </a:cubicBezTo>
                    <a:cubicBezTo>
                      <a:pt x="20" y="4061"/>
                      <a:pt x="87" y="4653"/>
                      <a:pt x="543" y="4794"/>
                    </a:cubicBezTo>
                    <a:cubicBezTo>
                      <a:pt x="612" y="4815"/>
                      <a:pt x="700" y="4824"/>
                      <a:pt x="802" y="4824"/>
                    </a:cubicBezTo>
                    <a:cubicBezTo>
                      <a:pt x="1389" y="4824"/>
                      <a:pt x="2412" y="4526"/>
                      <a:pt x="2412" y="4526"/>
                    </a:cubicBezTo>
                    <a:cubicBezTo>
                      <a:pt x="3383" y="4211"/>
                      <a:pt x="3739" y="3460"/>
                      <a:pt x="3739" y="3460"/>
                    </a:cubicBezTo>
                    <a:cubicBezTo>
                      <a:pt x="3739" y="3460"/>
                      <a:pt x="3830" y="3551"/>
                      <a:pt x="3973" y="3551"/>
                    </a:cubicBezTo>
                    <a:cubicBezTo>
                      <a:pt x="4041" y="3551"/>
                      <a:pt x="4121" y="3531"/>
                      <a:pt x="4208" y="3469"/>
                    </a:cubicBezTo>
                    <a:cubicBezTo>
                      <a:pt x="4481" y="3277"/>
                      <a:pt x="4412" y="2452"/>
                      <a:pt x="4135" y="2288"/>
                    </a:cubicBezTo>
                    <a:cubicBezTo>
                      <a:pt x="4076" y="2254"/>
                      <a:pt x="4022" y="2241"/>
                      <a:pt x="3974" y="2241"/>
                    </a:cubicBezTo>
                    <a:cubicBezTo>
                      <a:pt x="3798" y="2241"/>
                      <a:pt x="3697" y="2421"/>
                      <a:pt x="3697" y="2421"/>
                    </a:cubicBezTo>
                    <a:cubicBezTo>
                      <a:pt x="3697" y="2421"/>
                      <a:pt x="3657" y="1919"/>
                      <a:pt x="3520" y="879"/>
                    </a:cubicBezTo>
                    <a:cubicBezTo>
                      <a:pt x="3433" y="222"/>
                      <a:pt x="2924" y="1"/>
                      <a:pt x="2282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2" name="Google Shape;4662;p75"/>
              <p:cNvSpPr/>
              <p:nvPr/>
            </p:nvSpPr>
            <p:spPr>
              <a:xfrm>
                <a:off x="1811450" y="2876075"/>
                <a:ext cx="22725" cy="13125"/>
              </a:xfrm>
              <a:custGeom>
                <a:rect b="b" l="l" r="r" t="t"/>
                <a:pathLst>
                  <a:path extrusionOk="0" h="525" w="909">
                    <a:moveTo>
                      <a:pt x="488" y="0"/>
                    </a:moveTo>
                    <a:cubicBezTo>
                      <a:pt x="95" y="0"/>
                      <a:pt x="0" y="488"/>
                      <a:pt x="0" y="488"/>
                    </a:cubicBezTo>
                    <a:cubicBezTo>
                      <a:pt x="88" y="514"/>
                      <a:pt x="176" y="525"/>
                      <a:pt x="260" y="525"/>
                    </a:cubicBezTo>
                    <a:cubicBezTo>
                      <a:pt x="617" y="525"/>
                      <a:pt x="908" y="333"/>
                      <a:pt x="908" y="333"/>
                    </a:cubicBezTo>
                    <a:cubicBezTo>
                      <a:pt x="908" y="333"/>
                      <a:pt x="898" y="14"/>
                      <a:pt x="498" y="0"/>
                    </a:cubicBezTo>
                    <a:cubicBezTo>
                      <a:pt x="494" y="0"/>
                      <a:pt x="491" y="0"/>
                      <a:pt x="4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3" name="Google Shape;4663;p75"/>
              <p:cNvSpPr/>
              <p:nvPr/>
            </p:nvSpPr>
            <p:spPr>
              <a:xfrm>
                <a:off x="1774875" y="2874275"/>
                <a:ext cx="15975" cy="14025"/>
              </a:xfrm>
              <a:custGeom>
                <a:rect b="b" l="l" r="r" t="t"/>
                <a:pathLst>
                  <a:path extrusionOk="0" h="561" w="639">
                    <a:moveTo>
                      <a:pt x="226" y="1"/>
                    </a:moveTo>
                    <a:cubicBezTo>
                      <a:pt x="8" y="1"/>
                      <a:pt x="1" y="295"/>
                      <a:pt x="1" y="295"/>
                    </a:cubicBezTo>
                    <a:cubicBezTo>
                      <a:pt x="83" y="514"/>
                      <a:pt x="539" y="560"/>
                      <a:pt x="539" y="560"/>
                    </a:cubicBezTo>
                    <a:cubicBezTo>
                      <a:pt x="539" y="560"/>
                      <a:pt x="638" y="118"/>
                      <a:pt x="325" y="18"/>
                    </a:cubicBezTo>
                    <a:cubicBezTo>
                      <a:pt x="288" y="6"/>
                      <a:pt x="255" y="1"/>
                      <a:pt x="2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4" name="Google Shape;4664;p75"/>
              <p:cNvSpPr/>
              <p:nvPr/>
            </p:nvSpPr>
            <p:spPr>
              <a:xfrm>
                <a:off x="1811450" y="2875025"/>
                <a:ext cx="23250" cy="13275"/>
              </a:xfrm>
              <a:custGeom>
                <a:rect b="b" l="l" r="r" t="t"/>
                <a:pathLst>
                  <a:path extrusionOk="0" h="531" w="930">
                    <a:moveTo>
                      <a:pt x="500" y="0"/>
                    </a:moveTo>
                    <a:cubicBezTo>
                      <a:pt x="469" y="0"/>
                      <a:pt x="436" y="4"/>
                      <a:pt x="402" y="11"/>
                    </a:cubicBezTo>
                    <a:cubicBezTo>
                      <a:pt x="65" y="84"/>
                      <a:pt x="0" y="530"/>
                      <a:pt x="0" y="530"/>
                    </a:cubicBezTo>
                    <a:cubicBezTo>
                      <a:pt x="0" y="530"/>
                      <a:pt x="144" y="69"/>
                      <a:pt x="474" y="69"/>
                    </a:cubicBezTo>
                    <a:cubicBezTo>
                      <a:pt x="478" y="69"/>
                      <a:pt x="481" y="70"/>
                      <a:pt x="484" y="70"/>
                    </a:cubicBezTo>
                    <a:cubicBezTo>
                      <a:pt x="816" y="79"/>
                      <a:pt x="908" y="375"/>
                      <a:pt x="908" y="375"/>
                    </a:cubicBezTo>
                    <a:lnTo>
                      <a:pt x="926" y="380"/>
                    </a:lnTo>
                    <a:cubicBezTo>
                      <a:pt x="930" y="249"/>
                      <a:pt x="776" y="0"/>
                      <a:pt x="500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5" name="Google Shape;4665;p75"/>
              <p:cNvSpPr/>
              <p:nvPr/>
            </p:nvSpPr>
            <p:spPr>
              <a:xfrm>
                <a:off x="1774875" y="2873400"/>
                <a:ext cx="15075" cy="14900"/>
              </a:xfrm>
              <a:custGeom>
                <a:rect b="b" l="l" r="r" t="t"/>
                <a:pathLst>
                  <a:path extrusionOk="0" h="596" w="603">
                    <a:moveTo>
                      <a:pt x="238" y="0"/>
                    </a:moveTo>
                    <a:cubicBezTo>
                      <a:pt x="5" y="0"/>
                      <a:pt x="1" y="330"/>
                      <a:pt x="1" y="330"/>
                    </a:cubicBezTo>
                    <a:cubicBezTo>
                      <a:pt x="1" y="330"/>
                      <a:pt x="65" y="44"/>
                      <a:pt x="230" y="44"/>
                    </a:cubicBezTo>
                    <a:cubicBezTo>
                      <a:pt x="266" y="44"/>
                      <a:pt x="306" y="57"/>
                      <a:pt x="352" y="90"/>
                    </a:cubicBezTo>
                    <a:cubicBezTo>
                      <a:pt x="602" y="276"/>
                      <a:pt x="539" y="595"/>
                      <a:pt x="539" y="595"/>
                    </a:cubicBezTo>
                    <a:cubicBezTo>
                      <a:pt x="598" y="427"/>
                      <a:pt x="598" y="76"/>
                      <a:pt x="302" y="8"/>
                    </a:cubicBezTo>
                    <a:cubicBezTo>
                      <a:pt x="279" y="3"/>
                      <a:pt x="258" y="0"/>
                      <a:pt x="238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6" name="Google Shape;4666;p75"/>
              <p:cNvSpPr/>
              <p:nvPr/>
            </p:nvSpPr>
            <p:spPr>
              <a:xfrm>
                <a:off x="1818050" y="2876425"/>
                <a:ext cx="7225" cy="10275"/>
              </a:xfrm>
              <a:custGeom>
                <a:rect b="b" l="l" r="r" t="t"/>
                <a:pathLst>
                  <a:path extrusionOk="0" h="411" w="289">
                    <a:moveTo>
                      <a:pt x="155" y="0"/>
                    </a:moveTo>
                    <a:cubicBezTo>
                      <a:pt x="84" y="0"/>
                      <a:pt x="19" y="85"/>
                      <a:pt x="10" y="196"/>
                    </a:cubicBezTo>
                    <a:cubicBezTo>
                      <a:pt x="1" y="306"/>
                      <a:pt x="56" y="401"/>
                      <a:pt x="129" y="411"/>
                    </a:cubicBezTo>
                    <a:cubicBezTo>
                      <a:pt x="131" y="411"/>
                      <a:pt x="132" y="411"/>
                      <a:pt x="134" y="411"/>
                    </a:cubicBezTo>
                    <a:cubicBezTo>
                      <a:pt x="204" y="411"/>
                      <a:pt x="270" y="326"/>
                      <a:pt x="279" y="215"/>
                    </a:cubicBezTo>
                    <a:cubicBezTo>
                      <a:pt x="289" y="105"/>
                      <a:pt x="234" y="9"/>
                      <a:pt x="161" y="0"/>
                    </a:cubicBezTo>
                    <a:cubicBezTo>
                      <a:pt x="159" y="0"/>
                      <a:pt x="157" y="0"/>
                      <a:pt x="155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7" name="Google Shape;4667;p75"/>
              <p:cNvSpPr/>
              <p:nvPr/>
            </p:nvSpPr>
            <p:spPr>
              <a:xfrm>
                <a:off x="1779675" y="2875475"/>
                <a:ext cx="7175" cy="10200"/>
              </a:xfrm>
              <a:custGeom>
                <a:rect b="b" l="l" r="r" t="t"/>
                <a:pathLst>
                  <a:path extrusionOk="0" h="408" w="287">
                    <a:moveTo>
                      <a:pt x="150" y="1"/>
                    </a:moveTo>
                    <a:cubicBezTo>
                      <a:pt x="80" y="1"/>
                      <a:pt x="18" y="84"/>
                      <a:pt x="9" y="193"/>
                    </a:cubicBezTo>
                    <a:cubicBezTo>
                      <a:pt x="0" y="308"/>
                      <a:pt x="55" y="403"/>
                      <a:pt x="128" y="407"/>
                    </a:cubicBezTo>
                    <a:cubicBezTo>
                      <a:pt x="130" y="407"/>
                      <a:pt x="132" y="407"/>
                      <a:pt x="133" y="407"/>
                    </a:cubicBezTo>
                    <a:cubicBezTo>
                      <a:pt x="204" y="407"/>
                      <a:pt x="270" y="322"/>
                      <a:pt x="278" y="216"/>
                    </a:cubicBezTo>
                    <a:cubicBezTo>
                      <a:pt x="287" y="102"/>
                      <a:pt x="232" y="7"/>
                      <a:pt x="160" y="1"/>
                    </a:cubicBezTo>
                    <a:cubicBezTo>
                      <a:pt x="156" y="1"/>
                      <a:pt x="153" y="1"/>
                      <a:pt x="150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8" name="Google Shape;4668;p75"/>
              <p:cNvSpPr/>
              <p:nvPr/>
            </p:nvSpPr>
            <p:spPr>
              <a:xfrm>
                <a:off x="1787875" y="2882575"/>
                <a:ext cx="14150" cy="26150"/>
              </a:xfrm>
              <a:custGeom>
                <a:rect b="b" l="l" r="r" t="t"/>
                <a:pathLst>
                  <a:path extrusionOk="0" h="1046" w="566">
                    <a:moveTo>
                      <a:pt x="465" y="1"/>
                    </a:moveTo>
                    <a:lnTo>
                      <a:pt x="465" y="1"/>
                    </a:lnTo>
                    <a:cubicBezTo>
                      <a:pt x="438" y="18"/>
                      <a:pt x="461" y="493"/>
                      <a:pt x="429" y="561"/>
                    </a:cubicBezTo>
                    <a:cubicBezTo>
                      <a:pt x="392" y="630"/>
                      <a:pt x="5" y="670"/>
                      <a:pt x="0" y="684"/>
                    </a:cubicBezTo>
                    <a:cubicBezTo>
                      <a:pt x="0" y="693"/>
                      <a:pt x="396" y="1035"/>
                      <a:pt x="442" y="1044"/>
                    </a:cubicBezTo>
                    <a:cubicBezTo>
                      <a:pt x="447" y="1045"/>
                      <a:pt x="451" y="1045"/>
                      <a:pt x="454" y="1045"/>
                    </a:cubicBezTo>
                    <a:cubicBezTo>
                      <a:pt x="486" y="1045"/>
                      <a:pt x="474" y="1012"/>
                      <a:pt x="474" y="1012"/>
                    </a:cubicBezTo>
                    <a:lnTo>
                      <a:pt x="78" y="693"/>
                    </a:lnTo>
                    <a:cubicBezTo>
                      <a:pt x="78" y="693"/>
                      <a:pt x="329" y="689"/>
                      <a:pt x="447" y="625"/>
                    </a:cubicBezTo>
                    <a:cubicBezTo>
                      <a:pt x="566" y="565"/>
                      <a:pt x="465" y="1"/>
                      <a:pt x="465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9" name="Google Shape;4669;p75"/>
              <p:cNvSpPr/>
              <p:nvPr/>
            </p:nvSpPr>
            <p:spPr>
              <a:xfrm>
                <a:off x="1787525" y="2915700"/>
                <a:ext cx="23050" cy="6550"/>
              </a:xfrm>
              <a:custGeom>
                <a:rect b="b" l="l" r="r" t="t"/>
                <a:pathLst>
                  <a:path extrusionOk="0" h="262" w="922">
                    <a:moveTo>
                      <a:pt x="497" y="1"/>
                    </a:moveTo>
                    <a:cubicBezTo>
                      <a:pt x="363" y="1"/>
                      <a:pt x="198" y="17"/>
                      <a:pt x="0" y="66"/>
                    </a:cubicBezTo>
                    <a:cubicBezTo>
                      <a:pt x="0" y="66"/>
                      <a:pt x="120" y="261"/>
                      <a:pt x="404" y="261"/>
                    </a:cubicBezTo>
                    <a:cubicBezTo>
                      <a:pt x="439" y="261"/>
                      <a:pt x="476" y="258"/>
                      <a:pt x="515" y="252"/>
                    </a:cubicBezTo>
                    <a:cubicBezTo>
                      <a:pt x="875" y="193"/>
                      <a:pt x="921" y="75"/>
                      <a:pt x="921" y="75"/>
                    </a:cubicBezTo>
                    <a:cubicBezTo>
                      <a:pt x="921" y="75"/>
                      <a:pt x="780" y="1"/>
                      <a:pt x="497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0" name="Google Shape;4670;p75"/>
              <p:cNvSpPr/>
              <p:nvPr/>
            </p:nvSpPr>
            <p:spPr>
              <a:xfrm>
                <a:off x="1789575" y="2918800"/>
                <a:ext cx="21200" cy="7325"/>
              </a:xfrm>
              <a:custGeom>
                <a:rect b="b" l="l" r="r" t="t"/>
                <a:pathLst>
                  <a:path extrusionOk="0" h="293" w="848">
                    <a:moveTo>
                      <a:pt x="848" y="1"/>
                    </a:moveTo>
                    <a:cubicBezTo>
                      <a:pt x="848" y="1"/>
                      <a:pt x="671" y="146"/>
                      <a:pt x="438" y="161"/>
                    </a:cubicBezTo>
                    <a:cubicBezTo>
                      <a:pt x="431" y="161"/>
                      <a:pt x="424" y="161"/>
                      <a:pt x="417" y="161"/>
                    </a:cubicBezTo>
                    <a:cubicBezTo>
                      <a:pt x="197" y="161"/>
                      <a:pt x="0" y="33"/>
                      <a:pt x="0" y="33"/>
                    </a:cubicBezTo>
                    <a:lnTo>
                      <a:pt x="0" y="33"/>
                    </a:lnTo>
                    <a:cubicBezTo>
                      <a:pt x="0" y="33"/>
                      <a:pt x="28" y="279"/>
                      <a:pt x="383" y="292"/>
                    </a:cubicBezTo>
                    <a:cubicBezTo>
                      <a:pt x="391" y="292"/>
                      <a:pt x="399" y="292"/>
                      <a:pt x="407" y="292"/>
                    </a:cubicBezTo>
                    <a:cubicBezTo>
                      <a:pt x="749" y="292"/>
                      <a:pt x="848" y="1"/>
                      <a:pt x="848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1" name="Google Shape;4671;p75"/>
              <p:cNvSpPr/>
              <p:nvPr/>
            </p:nvSpPr>
            <p:spPr>
              <a:xfrm>
                <a:off x="1782975" y="2911625"/>
                <a:ext cx="33525" cy="11275"/>
              </a:xfrm>
              <a:custGeom>
                <a:rect b="b" l="l" r="r" t="t"/>
                <a:pathLst>
                  <a:path extrusionOk="0" h="451" w="1341">
                    <a:moveTo>
                      <a:pt x="1341" y="0"/>
                    </a:moveTo>
                    <a:cubicBezTo>
                      <a:pt x="1340" y="0"/>
                      <a:pt x="1094" y="374"/>
                      <a:pt x="693" y="397"/>
                    </a:cubicBezTo>
                    <a:cubicBezTo>
                      <a:pt x="681" y="398"/>
                      <a:pt x="668" y="398"/>
                      <a:pt x="656" y="398"/>
                    </a:cubicBezTo>
                    <a:cubicBezTo>
                      <a:pt x="274" y="398"/>
                      <a:pt x="1" y="60"/>
                      <a:pt x="1" y="59"/>
                    </a:cubicBezTo>
                    <a:lnTo>
                      <a:pt x="1" y="59"/>
                    </a:lnTo>
                    <a:cubicBezTo>
                      <a:pt x="1" y="60"/>
                      <a:pt x="235" y="451"/>
                      <a:pt x="638" y="451"/>
                    </a:cubicBezTo>
                    <a:cubicBezTo>
                      <a:pt x="659" y="451"/>
                      <a:pt x="680" y="450"/>
                      <a:pt x="702" y="448"/>
                    </a:cubicBezTo>
                    <a:cubicBezTo>
                      <a:pt x="1149" y="397"/>
                      <a:pt x="1331" y="51"/>
                      <a:pt x="134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2" name="Google Shape;4672;p75"/>
              <p:cNvSpPr/>
              <p:nvPr/>
            </p:nvSpPr>
            <p:spPr>
              <a:xfrm>
                <a:off x="1821475" y="2892000"/>
                <a:ext cx="12000" cy="11375"/>
              </a:xfrm>
              <a:custGeom>
                <a:rect b="b" l="l" r="r" t="t"/>
                <a:pathLst>
                  <a:path extrusionOk="0" h="455" w="480">
                    <a:moveTo>
                      <a:pt x="240" y="1"/>
                    </a:moveTo>
                    <a:cubicBezTo>
                      <a:pt x="232" y="1"/>
                      <a:pt x="224" y="1"/>
                      <a:pt x="215" y="2"/>
                    </a:cubicBezTo>
                    <a:cubicBezTo>
                      <a:pt x="91" y="20"/>
                      <a:pt x="1" y="129"/>
                      <a:pt x="19" y="253"/>
                    </a:cubicBezTo>
                    <a:cubicBezTo>
                      <a:pt x="32" y="367"/>
                      <a:pt x="127" y="454"/>
                      <a:pt x="240" y="454"/>
                    </a:cubicBezTo>
                    <a:cubicBezTo>
                      <a:pt x="248" y="454"/>
                      <a:pt x="257" y="454"/>
                      <a:pt x="265" y="453"/>
                    </a:cubicBezTo>
                    <a:cubicBezTo>
                      <a:pt x="388" y="434"/>
                      <a:pt x="480" y="325"/>
                      <a:pt x="466" y="202"/>
                    </a:cubicBezTo>
                    <a:cubicBezTo>
                      <a:pt x="448" y="87"/>
                      <a:pt x="352" y="1"/>
                      <a:pt x="240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3" name="Google Shape;4673;p75"/>
              <p:cNvSpPr/>
              <p:nvPr/>
            </p:nvSpPr>
            <p:spPr>
              <a:xfrm>
                <a:off x="1773525" y="2891525"/>
                <a:ext cx="11975" cy="11275"/>
              </a:xfrm>
              <a:custGeom>
                <a:rect b="b" l="l" r="r" t="t"/>
                <a:pathLst>
                  <a:path extrusionOk="0" h="451" w="479">
                    <a:moveTo>
                      <a:pt x="241" y="1"/>
                    </a:moveTo>
                    <a:cubicBezTo>
                      <a:pt x="232" y="1"/>
                      <a:pt x="223" y="1"/>
                      <a:pt x="214" y="2"/>
                    </a:cubicBezTo>
                    <a:cubicBezTo>
                      <a:pt x="91" y="16"/>
                      <a:pt x="0" y="125"/>
                      <a:pt x="19" y="253"/>
                    </a:cubicBezTo>
                    <a:cubicBezTo>
                      <a:pt x="31" y="368"/>
                      <a:pt x="126" y="450"/>
                      <a:pt x="238" y="450"/>
                    </a:cubicBezTo>
                    <a:cubicBezTo>
                      <a:pt x="247" y="450"/>
                      <a:pt x="256" y="450"/>
                      <a:pt x="265" y="449"/>
                    </a:cubicBezTo>
                    <a:cubicBezTo>
                      <a:pt x="387" y="436"/>
                      <a:pt x="478" y="322"/>
                      <a:pt x="465" y="198"/>
                    </a:cubicBezTo>
                    <a:cubicBezTo>
                      <a:pt x="452" y="85"/>
                      <a:pt x="353" y="1"/>
                      <a:pt x="241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4" name="Google Shape;4674;p75"/>
              <p:cNvSpPr/>
              <p:nvPr/>
            </p:nvSpPr>
            <p:spPr>
              <a:xfrm>
                <a:off x="1859550" y="2895400"/>
                <a:ext cx="9600" cy="20700"/>
              </a:xfrm>
              <a:custGeom>
                <a:rect b="b" l="l" r="r" t="t"/>
                <a:pathLst>
                  <a:path extrusionOk="0" h="828" w="384">
                    <a:moveTo>
                      <a:pt x="197" y="0"/>
                    </a:moveTo>
                    <a:cubicBezTo>
                      <a:pt x="183" y="0"/>
                      <a:pt x="169" y="2"/>
                      <a:pt x="155" y="7"/>
                    </a:cubicBezTo>
                    <a:cubicBezTo>
                      <a:pt x="82" y="35"/>
                      <a:pt x="41" y="125"/>
                      <a:pt x="32" y="285"/>
                    </a:cubicBezTo>
                    <a:cubicBezTo>
                      <a:pt x="0" y="759"/>
                      <a:pt x="205" y="828"/>
                      <a:pt x="215" y="828"/>
                    </a:cubicBezTo>
                    <a:lnTo>
                      <a:pt x="232" y="763"/>
                    </a:lnTo>
                    <a:cubicBezTo>
                      <a:pt x="232" y="763"/>
                      <a:pt x="73" y="704"/>
                      <a:pt x="100" y="289"/>
                    </a:cubicBezTo>
                    <a:cubicBezTo>
                      <a:pt x="110" y="121"/>
                      <a:pt x="155" y="79"/>
                      <a:pt x="178" y="71"/>
                    </a:cubicBezTo>
                    <a:cubicBezTo>
                      <a:pt x="183" y="69"/>
                      <a:pt x="189" y="68"/>
                      <a:pt x="195" y="68"/>
                    </a:cubicBezTo>
                    <a:cubicBezTo>
                      <a:pt x="245" y="68"/>
                      <a:pt x="312" y="128"/>
                      <a:pt x="333" y="153"/>
                    </a:cubicBezTo>
                    <a:lnTo>
                      <a:pt x="383" y="102"/>
                    </a:lnTo>
                    <a:cubicBezTo>
                      <a:pt x="371" y="91"/>
                      <a:pt x="287" y="0"/>
                      <a:pt x="197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5" name="Google Shape;4675;p75"/>
              <p:cNvSpPr/>
              <p:nvPr/>
            </p:nvSpPr>
            <p:spPr>
              <a:xfrm>
                <a:off x="1773525" y="2863900"/>
                <a:ext cx="18250" cy="10150"/>
              </a:xfrm>
              <a:custGeom>
                <a:rect b="b" l="l" r="r" t="t"/>
                <a:pathLst>
                  <a:path extrusionOk="0" h="406" w="730">
                    <a:moveTo>
                      <a:pt x="296" y="0"/>
                    </a:moveTo>
                    <a:cubicBezTo>
                      <a:pt x="75" y="0"/>
                      <a:pt x="0" y="218"/>
                      <a:pt x="0" y="218"/>
                    </a:cubicBezTo>
                    <a:cubicBezTo>
                      <a:pt x="105" y="112"/>
                      <a:pt x="204" y="72"/>
                      <a:pt x="294" y="72"/>
                    </a:cubicBezTo>
                    <a:cubicBezTo>
                      <a:pt x="553" y="72"/>
                      <a:pt x="730" y="405"/>
                      <a:pt x="730" y="405"/>
                    </a:cubicBezTo>
                    <a:cubicBezTo>
                      <a:pt x="730" y="405"/>
                      <a:pt x="724" y="114"/>
                      <a:pt x="410" y="18"/>
                    </a:cubicBezTo>
                    <a:cubicBezTo>
                      <a:pt x="369" y="6"/>
                      <a:pt x="331" y="0"/>
                      <a:pt x="296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6" name="Google Shape;4676;p75"/>
              <p:cNvSpPr/>
              <p:nvPr/>
            </p:nvSpPr>
            <p:spPr>
              <a:xfrm>
                <a:off x="1810550" y="2866700"/>
                <a:ext cx="28275" cy="7600"/>
              </a:xfrm>
              <a:custGeom>
                <a:rect b="b" l="l" r="r" t="t"/>
                <a:pathLst>
                  <a:path extrusionOk="0" h="304" w="1131">
                    <a:moveTo>
                      <a:pt x="567" y="1"/>
                    </a:moveTo>
                    <a:cubicBezTo>
                      <a:pt x="196" y="1"/>
                      <a:pt x="0" y="303"/>
                      <a:pt x="0" y="303"/>
                    </a:cubicBezTo>
                    <a:cubicBezTo>
                      <a:pt x="231" y="147"/>
                      <a:pt x="440" y="97"/>
                      <a:pt x="614" y="97"/>
                    </a:cubicBezTo>
                    <a:cubicBezTo>
                      <a:pt x="930" y="97"/>
                      <a:pt x="1130" y="262"/>
                      <a:pt x="1130" y="262"/>
                    </a:cubicBezTo>
                    <a:cubicBezTo>
                      <a:pt x="1130" y="262"/>
                      <a:pt x="1085" y="66"/>
                      <a:pt x="656" y="7"/>
                    </a:cubicBezTo>
                    <a:cubicBezTo>
                      <a:pt x="625" y="3"/>
                      <a:pt x="596" y="1"/>
                      <a:pt x="567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7" name="Google Shape;4677;p75"/>
              <p:cNvSpPr/>
              <p:nvPr/>
            </p:nvSpPr>
            <p:spPr>
              <a:xfrm>
                <a:off x="1785925" y="2823825"/>
                <a:ext cx="116025" cy="140350"/>
              </a:xfrm>
              <a:custGeom>
                <a:rect b="b" l="l" r="r" t="t"/>
                <a:pathLst>
                  <a:path extrusionOk="0" h="5614" w="4641">
                    <a:moveTo>
                      <a:pt x="2049" y="0"/>
                    </a:moveTo>
                    <a:cubicBezTo>
                      <a:pt x="1055" y="0"/>
                      <a:pt x="42" y="277"/>
                      <a:pt x="1" y="577"/>
                    </a:cubicBezTo>
                    <a:cubicBezTo>
                      <a:pt x="1" y="577"/>
                      <a:pt x="302" y="2405"/>
                      <a:pt x="2872" y="2702"/>
                    </a:cubicBezTo>
                    <a:lnTo>
                      <a:pt x="2672" y="5540"/>
                    </a:lnTo>
                    <a:lnTo>
                      <a:pt x="2977" y="5518"/>
                    </a:lnTo>
                    <a:lnTo>
                      <a:pt x="2973" y="2797"/>
                    </a:lnTo>
                    <a:cubicBezTo>
                      <a:pt x="2973" y="2797"/>
                      <a:pt x="3026" y="2638"/>
                      <a:pt x="3201" y="2638"/>
                    </a:cubicBezTo>
                    <a:cubicBezTo>
                      <a:pt x="3242" y="2638"/>
                      <a:pt x="3290" y="2647"/>
                      <a:pt x="3346" y="2669"/>
                    </a:cubicBezTo>
                    <a:cubicBezTo>
                      <a:pt x="3638" y="2784"/>
                      <a:pt x="3602" y="3571"/>
                      <a:pt x="3383" y="3750"/>
                    </a:cubicBezTo>
                    <a:cubicBezTo>
                      <a:pt x="3306" y="3813"/>
                      <a:pt x="3240" y="3834"/>
                      <a:pt x="3188" y="3834"/>
                    </a:cubicBezTo>
                    <a:cubicBezTo>
                      <a:pt x="3093" y="3834"/>
                      <a:pt x="3041" y="3768"/>
                      <a:pt x="3040" y="3768"/>
                    </a:cubicBezTo>
                    <a:lnTo>
                      <a:pt x="3040" y="3768"/>
                    </a:lnTo>
                    <a:lnTo>
                      <a:pt x="3200" y="5614"/>
                    </a:lnTo>
                    <a:lnTo>
                      <a:pt x="4641" y="5272"/>
                    </a:lnTo>
                    <a:cubicBezTo>
                      <a:pt x="4641" y="5272"/>
                      <a:pt x="4595" y="1307"/>
                      <a:pt x="3743" y="468"/>
                    </a:cubicBezTo>
                    <a:cubicBezTo>
                      <a:pt x="3399" y="129"/>
                      <a:pt x="2728" y="0"/>
                      <a:pt x="2049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8" name="Google Shape;4678;p75"/>
              <p:cNvSpPr/>
              <p:nvPr/>
            </p:nvSpPr>
            <p:spPr>
              <a:xfrm>
                <a:off x="1795850" y="2830050"/>
                <a:ext cx="96300" cy="31800"/>
              </a:xfrm>
              <a:custGeom>
                <a:rect b="b" l="l" r="r" t="t"/>
                <a:pathLst>
                  <a:path extrusionOk="0" h="1272" w="3852">
                    <a:moveTo>
                      <a:pt x="23" y="0"/>
                    </a:moveTo>
                    <a:lnTo>
                      <a:pt x="1" y="28"/>
                    </a:lnTo>
                    <a:cubicBezTo>
                      <a:pt x="962" y="926"/>
                      <a:pt x="3819" y="1267"/>
                      <a:pt x="3847" y="1271"/>
                    </a:cubicBezTo>
                    <a:lnTo>
                      <a:pt x="3851" y="1235"/>
                    </a:lnTo>
                    <a:cubicBezTo>
                      <a:pt x="3824" y="1231"/>
                      <a:pt x="980" y="894"/>
                      <a:pt x="23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9" name="Google Shape;4679;p75"/>
              <p:cNvSpPr/>
              <p:nvPr/>
            </p:nvSpPr>
            <p:spPr>
              <a:xfrm>
                <a:off x="1789350" y="2833350"/>
                <a:ext cx="106350" cy="48100"/>
              </a:xfrm>
              <a:custGeom>
                <a:rect b="b" l="l" r="r" t="t"/>
                <a:pathLst>
                  <a:path extrusionOk="0" h="1924" w="4254">
                    <a:moveTo>
                      <a:pt x="32" y="1"/>
                    </a:moveTo>
                    <a:lnTo>
                      <a:pt x="0" y="18"/>
                    </a:lnTo>
                    <a:cubicBezTo>
                      <a:pt x="5" y="24"/>
                      <a:pt x="306" y="561"/>
                      <a:pt x="981" y="1057"/>
                    </a:cubicBezTo>
                    <a:cubicBezTo>
                      <a:pt x="1532" y="1468"/>
                      <a:pt x="2443" y="1924"/>
                      <a:pt x="3756" y="1924"/>
                    </a:cubicBezTo>
                    <a:cubicBezTo>
                      <a:pt x="3915" y="1924"/>
                      <a:pt x="4079" y="1919"/>
                      <a:pt x="4253" y="1905"/>
                    </a:cubicBezTo>
                    <a:lnTo>
                      <a:pt x="4248" y="1869"/>
                    </a:lnTo>
                    <a:cubicBezTo>
                      <a:pt x="4078" y="1883"/>
                      <a:pt x="3913" y="1890"/>
                      <a:pt x="3755" y="1890"/>
                    </a:cubicBezTo>
                    <a:cubicBezTo>
                      <a:pt x="2455" y="1890"/>
                      <a:pt x="1551" y="1437"/>
                      <a:pt x="1003" y="1030"/>
                    </a:cubicBezTo>
                    <a:cubicBezTo>
                      <a:pt x="333" y="538"/>
                      <a:pt x="32" y="5"/>
                      <a:pt x="32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0" name="Google Shape;4680;p75"/>
              <p:cNvSpPr/>
              <p:nvPr/>
            </p:nvSpPr>
            <p:spPr>
              <a:xfrm>
                <a:off x="1873425" y="2895675"/>
                <a:ext cx="17250" cy="62825"/>
              </a:xfrm>
              <a:custGeom>
                <a:rect b="b" l="l" r="r" t="t"/>
                <a:pathLst>
                  <a:path extrusionOk="0" h="2513" w="690">
                    <a:moveTo>
                      <a:pt x="28" y="1"/>
                    </a:moveTo>
                    <a:lnTo>
                      <a:pt x="1" y="28"/>
                    </a:lnTo>
                    <a:cubicBezTo>
                      <a:pt x="5" y="28"/>
                      <a:pt x="402" y="406"/>
                      <a:pt x="516" y="1381"/>
                    </a:cubicBezTo>
                    <a:cubicBezTo>
                      <a:pt x="634" y="2361"/>
                      <a:pt x="657" y="2508"/>
                      <a:pt x="657" y="2512"/>
                    </a:cubicBezTo>
                    <a:lnTo>
                      <a:pt x="689" y="2502"/>
                    </a:lnTo>
                    <a:cubicBezTo>
                      <a:pt x="689" y="2502"/>
                      <a:pt x="666" y="2357"/>
                      <a:pt x="552" y="1377"/>
                    </a:cubicBezTo>
                    <a:cubicBezTo>
                      <a:pt x="434" y="388"/>
                      <a:pt x="43" y="14"/>
                      <a:pt x="28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1" name="Google Shape;4681;p75"/>
              <p:cNvSpPr/>
              <p:nvPr/>
            </p:nvSpPr>
            <p:spPr>
              <a:xfrm>
                <a:off x="1868750" y="2918450"/>
                <a:ext cx="6975" cy="43575"/>
              </a:xfrm>
              <a:custGeom>
                <a:rect b="b" l="l" r="r" t="t"/>
                <a:pathLst>
                  <a:path extrusionOk="0" h="1743" w="279">
                    <a:moveTo>
                      <a:pt x="33" y="1"/>
                    </a:moveTo>
                    <a:lnTo>
                      <a:pt x="1" y="5"/>
                    </a:lnTo>
                    <a:lnTo>
                      <a:pt x="247" y="1742"/>
                    </a:lnTo>
                    <a:lnTo>
                      <a:pt x="279" y="1738"/>
                    </a:lnTo>
                    <a:lnTo>
                      <a:pt x="33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2" name="Google Shape;4682;p75"/>
              <p:cNvSpPr/>
              <p:nvPr/>
            </p:nvSpPr>
            <p:spPr>
              <a:xfrm>
                <a:off x="1745700" y="3306550"/>
                <a:ext cx="268925" cy="242025"/>
              </a:xfrm>
              <a:custGeom>
                <a:rect b="b" l="l" r="r" t="t"/>
                <a:pathLst>
                  <a:path extrusionOk="0" h="9681" w="10757">
                    <a:moveTo>
                      <a:pt x="7052" y="1"/>
                    </a:moveTo>
                    <a:lnTo>
                      <a:pt x="2247" y="347"/>
                    </a:lnTo>
                    <a:cubicBezTo>
                      <a:pt x="2247" y="347"/>
                      <a:pt x="1505" y="1359"/>
                      <a:pt x="1191" y="3137"/>
                    </a:cubicBezTo>
                    <a:cubicBezTo>
                      <a:pt x="840" y="5078"/>
                      <a:pt x="1" y="6892"/>
                      <a:pt x="2840" y="8979"/>
                    </a:cubicBezTo>
                    <a:cubicBezTo>
                      <a:pt x="3502" y="9466"/>
                      <a:pt x="4390" y="9680"/>
                      <a:pt x="5324" y="9680"/>
                    </a:cubicBezTo>
                    <a:cubicBezTo>
                      <a:pt x="7872" y="9680"/>
                      <a:pt x="10756" y="8081"/>
                      <a:pt x="10270" y="6040"/>
                    </a:cubicBezTo>
                    <a:cubicBezTo>
                      <a:pt x="9604" y="3250"/>
                      <a:pt x="7052" y="1"/>
                      <a:pt x="7052" y="1"/>
                    </a:cubicBezTo>
                    <a:close/>
                  </a:path>
                </a:pathLst>
              </a:custGeom>
              <a:solidFill>
                <a:srgbClr val="581D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3" name="Google Shape;4683;p75"/>
              <p:cNvSpPr/>
              <p:nvPr/>
            </p:nvSpPr>
            <p:spPr>
              <a:xfrm>
                <a:off x="1889150" y="3322950"/>
                <a:ext cx="64075" cy="32750"/>
              </a:xfrm>
              <a:custGeom>
                <a:rect b="b" l="l" r="r" t="t"/>
                <a:pathLst>
                  <a:path extrusionOk="0" h="1310" w="2563">
                    <a:moveTo>
                      <a:pt x="70" y="1"/>
                    </a:moveTo>
                    <a:lnTo>
                      <a:pt x="1" y="10"/>
                    </a:lnTo>
                    <a:cubicBezTo>
                      <a:pt x="1" y="28"/>
                      <a:pt x="70" y="479"/>
                      <a:pt x="890" y="1026"/>
                    </a:cubicBezTo>
                    <a:cubicBezTo>
                      <a:pt x="1218" y="1245"/>
                      <a:pt x="1541" y="1309"/>
                      <a:pt x="1820" y="1309"/>
                    </a:cubicBezTo>
                    <a:cubicBezTo>
                      <a:pt x="2248" y="1309"/>
                      <a:pt x="2558" y="1154"/>
                      <a:pt x="2563" y="1154"/>
                    </a:cubicBezTo>
                    <a:lnTo>
                      <a:pt x="2531" y="1090"/>
                    </a:lnTo>
                    <a:cubicBezTo>
                      <a:pt x="2528" y="1093"/>
                      <a:pt x="2231" y="1241"/>
                      <a:pt x="1821" y="1241"/>
                    </a:cubicBezTo>
                    <a:cubicBezTo>
                      <a:pt x="1554" y="1241"/>
                      <a:pt x="1239" y="1178"/>
                      <a:pt x="926" y="971"/>
                    </a:cubicBezTo>
                    <a:cubicBezTo>
                      <a:pt x="138" y="443"/>
                      <a:pt x="70" y="5"/>
                      <a:pt x="70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4" name="Google Shape;4684;p75"/>
              <p:cNvSpPr/>
              <p:nvPr/>
            </p:nvSpPr>
            <p:spPr>
              <a:xfrm>
                <a:off x="1790500" y="3319175"/>
                <a:ext cx="141525" cy="12025"/>
              </a:xfrm>
              <a:custGeom>
                <a:rect b="b" l="l" r="r" t="t"/>
                <a:pathLst>
                  <a:path extrusionOk="0" h="481" w="5661">
                    <a:moveTo>
                      <a:pt x="5657" y="1"/>
                    </a:moveTo>
                    <a:lnTo>
                      <a:pt x="0" y="407"/>
                    </a:lnTo>
                    <a:lnTo>
                      <a:pt x="5" y="480"/>
                    </a:lnTo>
                    <a:lnTo>
                      <a:pt x="5661" y="70"/>
                    </a:lnTo>
                    <a:lnTo>
                      <a:pt x="5657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5" name="Google Shape;4685;p75"/>
              <p:cNvSpPr/>
              <p:nvPr/>
            </p:nvSpPr>
            <p:spPr>
              <a:xfrm>
                <a:off x="1836200" y="3324550"/>
                <a:ext cx="390700" cy="309075"/>
              </a:xfrm>
              <a:custGeom>
                <a:rect b="b" l="l" r="r" t="t"/>
                <a:pathLst>
                  <a:path extrusionOk="0" h="12363" w="15628">
                    <a:moveTo>
                      <a:pt x="3596" y="0"/>
                    </a:moveTo>
                    <a:cubicBezTo>
                      <a:pt x="642" y="465"/>
                      <a:pt x="0" y="2630"/>
                      <a:pt x="619" y="3801"/>
                    </a:cubicBezTo>
                    <a:cubicBezTo>
                      <a:pt x="1235" y="4977"/>
                      <a:pt x="10167" y="10848"/>
                      <a:pt x="12060" y="11786"/>
                    </a:cubicBezTo>
                    <a:cubicBezTo>
                      <a:pt x="12829" y="12170"/>
                      <a:pt x="13449" y="12363"/>
                      <a:pt x="13938" y="12363"/>
                    </a:cubicBezTo>
                    <a:cubicBezTo>
                      <a:pt x="14651" y="12363"/>
                      <a:pt x="15083" y="11953"/>
                      <a:pt x="15287" y="11130"/>
                    </a:cubicBezTo>
                    <a:cubicBezTo>
                      <a:pt x="15628" y="9745"/>
                      <a:pt x="12538" y="7908"/>
                      <a:pt x="9029" y="4321"/>
                    </a:cubicBezTo>
                    <a:cubicBezTo>
                      <a:pt x="5519" y="734"/>
                      <a:pt x="3596" y="0"/>
                      <a:pt x="3596" y="0"/>
                    </a:cubicBezTo>
                    <a:close/>
                  </a:path>
                </a:pathLst>
              </a:custGeom>
              <a:solidFill>
                <a:srgbClr val="581D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6" name="Google Shape;4686;p75"/>
              <p:cNvSpPr/>
              <p:nvPr/>
            </p:nvSpPr>
            <p:spPr>
              <a:xfrm>
                <a:off x="1570925" y="3534325"/>
                <a:ext cx="183925" cy="68275"/>
              </a:xfrm>
              <a:custGeom>
                <a:rect b="b" l="l" r="r" t="t"/>
                <a:pathLst>
                  <a:path extrusionOk="0" h="2731" w="7357">
                    <a:moveTo>
                      <a:pt x="7051" y="0"/>
                    </a:moveTo>
                    <a:cubicBezTo>
                      <a:pt x="4166" y="328"/>
                      <a:pt x="1732" y="730"/>
                      <a:pt x="1190" y="953"/>
                    </a:cubicBezTo>
                    <a:cubicBezTo>
                      <a:pt x="620" y="1190"/>
                      <a:pt x="1" y="2005"/>
                      <a:pt x="1281" y="2202"/>
                    </a:cubicBezTo>
                    <a:cubicBezTo>
                      <a:pt x="1696" y="2270"/>
                      <a:pt x="4171" y="2480"/>
                      <a:pt x="7357" y="2730"/>
                    </a:cubicBezTo>
                    <a:lnTo>
                      <a:pt x="7051" y="0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7" name="Google Shape;4687;p75"/>
              <p:cNvSpPr/>
              <p:nvPr/>
            </p:nvSpPr>
            <p:spPr>
              <a:xfrm>
                <a:off x="1747175" y="3520975"/>
                <a:ext cx="489425" cy="111600"/>
              </a:xfrm>
              <a:custGeom>
                <a:rect b="b" l="l" r="r" t="t"/>
                <a:pathLst>
                  <a:path extrusionOk="0" h="4464" w="19577">
                    <a:moveTo>
                      <a:pt x="7821" y="1"/>
                    </a:moveTo>
                    <a:cubicBezTo>
                      <a:pt x="5546" y="1"/>
                      <a:pt x="2593" y="237"/>
                      <a:pt x="1" y="534"/>
                    </a:cubicBezTo>
                    <a:lnTo>
                      <a:pt x="307" y="3264"/>
                    </a:lnTo>
                    <a:cubicBezTo>
                      <a:pt x="6755" y="3780"/>
                      <a:pt x="16138" y="4464"/>
                      <a:pt x="17380" y="4464"/>
                    </a:cubicBezTo>
                    <a:cubicBezTo>
                      <a:pt x="17400" y="4464"/>
                      <a:pt x="17418" y="4464"/>
                      <a:pt x="17434" y="4463"/>
                    </a:cubicBezTo>
                    <a:cubicBezTo>
                      <a:pt x="18902" y="4422"/>
                      <a:pt x="19576" y="1961"/>
                      <a:pt x="17266" y="1432"/>
                    </a:cubicBezTo>
                    <a:cubicBezTo>
                      <a:pt x="17266" y="1432"/>
                      <a:pt x="14039" y="570"/>
                      <a:pt x="9927" y="97"/>
                    </a:cubicBezTo>
                    <a:cubicBezTo>
                      <a:pt x="9340" y="30"/>
                      <a:pt x="8622" y="1"/>
                      <a:pt x="7821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8" name="Google Shape;4688;p75"/>
              <p:cNvSpPr/>
              <p:nvPr/>
            </p:nvSpPr>
            <p:spPr>
              <a:xfrm>
                <a:off x="1501300" y="3526000"/>
                <a:ext cx="59725" cy="225850"/>
              </a:xfrm>
              <a:custGeom>
                <a:rect b="b" l="l" r="r" t="t"/>
                <a:pathLst>
                  <a:path extrusionOk="0" h="9034" w="2389">
                    <a:moveTo>
                      <a:pt x="1236" y="1"/>
                    </a:moveTo>
                    <a:lnTo>
                      <a:pt x="1" y="9034"/>
                    </a:lnTo>
                    <a:cubicBezTo>
                      <a:pt x="1" y="9034"/>
                      <a:pt x="123" y="9021"/>
                      <a:pt x="1186" y="8979"/>
                    </a:cubicBezTo>
                    <a:lnTo>
                      <a:pt x="2389" y="156"/>
                    </a:lnTo>
                    <a:lnTo>
                      <a:pt x="1236" y="1"/>
                    </a:ln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9" name="Google Shape;4689;p75"/>
              <p:cNvSpPr/>
              <p:nvPr/>
            </p:nvSpPr>
            <p:spPr>
              <a:xfrm>
                <a:off x="1530925" y="3529875"/>
                <a:ext cx="134700" cy="220600"/>
              </a:xfrm>
              <a:custGeom>
                <a:rect b="b" l="l" r="r" t="t"/>
                <a:pathLst>
                  <a:path extrusionOk="0" h="8824" w="5388">
                    <a:moveTo>
                      <a:pt x="1204" y="1"/>
                    </a:moveTo>
                    <a:lnTo>
                      <a:pt x="1" y="8824"/>
                    </a:lnTo>
                    <a:lnTo>
                      <a:pt x="64" y="8824"/>
                    </a:lnTo>
                    <a:cubicBezTo>
                      <a:pt x="1191" y="8783"/>
                      <a:pt x="1842" y="5820"/>
                      <a:pt x="2270" y="4015"/>
                    </a:cubicBezTo>
                    <a:cubicBezTo>
                      <a:pt x="2527" y="2919"/>
                      <a:pt x="3507" y="2703"/>
                      <a:pt x="4239" y="2703"/>
                    </a:cubicBezTo>
                    <a:cubicBezTo>
                      <a:pt x="4715" y="2703"/>
                      <a:pt x="5087" y="2795"/>
                      <a:pt x="5087" y="2795"/>
                    </a:cubicBezTo>
                    <a:lnTo>
                      <a:pt x="5388" y="575"/>
                    </a:lnTo>
                    <a:lnTo>
                      <a:pt x="1204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0" name="Google Shape;4690;p75"/>
              <p:cNvSpPr/>
              <p:nvPr/>
            </p:nvSpPr>
            <p:spPr>
              <a:xfrm>
                <a:off x="1546550" y="3632550"/>
                <a:ext cx="20750" cy="104050"/>
              </a:xfrm>
              <a:custGeom>
                <a:rect b="b" l="l" r="r" t="t"/>
                <a:pathLst>
                  <a:path extrusionOk="0" h="4162" w="830">
                    <a:moveTo>
                      <a:pt x="32" y="0"/>
                    </a:moveTo>
                    <a:lnTo>
                      <a:pt x="0" y="51"/>
                    </a:lnTo>
                    <a:cubicBezTo>
                      <a:pt x="9" y="55"/>
                      <a:pt x="770" y="515"/>
                      <a:pt x="679" y="1563"/>
                    </a:cubicBezTo>
                    <a:cubicBezTo>
                      <a:pt x="588" y="2634"/>
                      <a:pt x="328" y="4138"/>
                      <a:pt x="324" y="4153"/>
                    </a:cubicBezTo>
                    <a:lnTo>
                      <a:pt x="383" y="4161"/>
                    </a:lnTo>
                    <a:cubicBezTo>
                      <a:pt x="387" y="4147"/>
                      <a:pt x="648" y="2639"/>
                      <a:pt x="739" y="1572"/>
                    </a:cubicBezTo>
                    <a:cubicBezTo>
                      <a:pt x="829" y="483"/>
                      <a:pt x="41" y="5"/>
                      <a:pt x="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1" name="Google Shape;4691;p75"/>
              <p:cNvSpPr/>
              <p:nvPr/>
            </p:nvSpPr>
            <p:spPr>
              <a:xfrm>
                <a:off x="1577300" y="3569650"/>
                <a:ext cx="84700" cy="69075"/>
              </a:xfrm>
              <a:custGeom>
                <a:rect b="b" l="l" r="r" t="t"/>
                <a:pathLst>
                  <a:path extrusionOk="0" h="2763" w="3388">
                    <a:moveTo>
                      <a:pt x="2266" y="1"/>
                    </a:moveTo>
                    <a:cubicBezTo>
                      <a:pt x="1545" y="1"/>
                      <a:pt x="698" y="112"/>
                      <a:pt x="447" y="598"/>
                    </a:cubicBezTo>
                    <a:cubicBezTo>
                      <a:pt x="1" y="1463"/>
                      <a:pt x="306" y="2748"/>
                      <a:pt x="306" y="2762"/>
                    </a:cubicBezTo>
                    <a:lnTo>
                      <a:pt x="365" y="2748"/>
                    </a:lnTo>
                    <a:cubicBezTo>
                      <a:pt x="361" y="2735"/>
                      <a:pt x="60" y="1473"/>
                      <a:pt x="497" y="625"/>
                    </a:cubicBezTo>
                    <a:cubicBezTo>
                      <a:pt x="734" y="167"/>
                      <a:pt x="1561" y="63"/>
                      <a:pt x="2269" y="63"/>
                    </a:cubicBezTo>
                    <a:cubicBezTo>
                      <a:pt x="2859" y="63"/>
                      <a:pt x="3365" y="135"/>
                      <a:pt x="3377" y="137"/>
                    </a:cubicBezTo>
                    <a:lnTo>
                      <a:pt x="3387" y="78"/>
                    </a:lnTo>
                    <a:cubicBezTo>
                      <a:pt x="3341" y="72"/>
                      <a:pt x="2844" y="1"/>
                      <a:pt x="22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2" name="Google Shape;4692;p75"/>
              <p:cNvSpPr/>
              <p:nvPr/>
            </p:nvSpPr>
            <p:spPr>
              <a:xfrm>
                <a:off x="1630050" y="3570775"/>
                <a:ext cx="24425" cy="27500"/>
              </a:xfrm>
              <a:custGeom>
                <a:rect b="b" l="l" r="r" t="t"/>
                <a:pathLst>
                  <a:path extrusionOk="0" h="1100" w="977">
                    <a:moveTo>
                      <a:pt x="931" y="0"/>
                    </a:moveTo>
                    <a:lnTo>
                      <a:pt x="1" y="1058"/>
                    </a:lnTo>
                    <a:lnTo>
                      <a:pt x="47" y="1100"/>
                    </a:lnTo>
                    <a:lnTo>
                      <a:pt x="976" y="37"/>
                    </a:lnTo>
                    <a:lnTo>
                      <a:pt x="9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3" name="Google Shape;4693;p75"/>
              <p:cNvSpPr/>
              <p:nvPr/>
            </p:nvSpPr>
            <p:spPr>
              <a:xfrm>
                <a:off x="1633700" y="3570225"/>
                <a:ext cx="11775" cy="27800"/>
              </a:xfrm>
              <a:custGeom>
                <a:rect b="b" l="l" r="r" t="t"/>
                <a:pathLst>
                  <a:path extrusionOk="0" h="1112" w="471">
                    <a:moveTo>
                      <a:pt x="55" y="0"/>
                    </a:moveTo>
                    <a:lnTo>
                      <a:pt x="0" y="18"/>
                    </a:lnTo>
                    <a:lnTo>
                      <a:pt x="416" y="1112"/>
                    </a:lnTo>
                    <a:lnTo>
                      <a:pt x="471" y="1094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4" name="Google Shape;4694;p75"/>
              <p:cNvSpPr/>
              <p:nvPr/>
            </p:nvSpPr>
            <p:spPr>
              <a:xfrm>
                <a:off x="1607725" y="3570325"/>
                <a:ext cx="18025" cy="33275"/>
              </a:xfrm>
              <a:custGeom>
                <a:rect b="b" l="l" r="r" t="t"/>
                <a:pathLst>
                  <a:path extrusionOk="0" h="1331" w="721">
                    <a:moveTo>
                      <a:pt x="671" y="1"/>
                    </a:moveTo>
                    <a:lnTo>
                      <a:pt x="0" y="1309"/>
                    </a:lnTo>
                    <a:lnTo>
                      <a:pt x="50" y="1331"/>
                    </a:lnTo>
                    <a:lnTo>
                      <a:pt x="721" y="28"/>
                    </a:lnTo>
                    <a:lnTo>
                      <a:pt x="6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5" name="Google Shape;4695;p75"/>
              <p:cNvSpPr/>
              <p:nvPr/>
            </p:nvSpPr>
            <p:spPr>
              <a:xfrm>
                <a:off x="1607850" y="3572600"/>
                <a:ext cx="14025" cy="26700"/>
              </a:xfrm>
              <a:custGeom>
                <a:rect b="b" l="l" r="r" t="t"/>
                <a:pathLst>
                  <a:path extrusionOk="0" h="1068" w="561">
                    <a:moveTo>
                      <a:pt x="50" y="1"/>
                    </a:moveTo>
                    <a:lnTo>
                      <a:pt x="1" y="28"/>
                    </a:lnTo>
                    <a:lnTo>
                      <a:pt x="510" y="1067"/>
                    </a:lnTo>
                    <a:lnTo>
                      <a:pt x="561" y="1044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6" name="Google Shape;4696;p75"/>
              <p:cNvSpPr/>
              <p:nvPr/>
            </p:nvSpPr>
            <p:spPr>
              <a:xfrm>
                <a:off x="1918350" y="3073625"/>
                <a:ext cx="230650" cy="265650"/>
              </a:xfrm>
              <a:custGeom>
                <a:rect b="b" l="l" r="r" t="t"/>
                <a:pathLst>
                  <a:path extrusionOk="0" h="10626" w="9226">
                    <a:moveTo>
                      <a:pt x="1711" y="1"/>
                    </a:moveTo>
                    <a:cubicBezTo>
                      <a:pt x="1535" y="1"/>
                      <a:pt x="1349" y="30"/>
                      <a:pt x="1153" y="98"/>
                    </a:cubicBezTo>
                    <a:cubicBezTo>
                      <a:pt x="0" y="498"/>
                      <a:pt x="528" y="2098"/>
                      <a:pt x="775" y="2439"/>
                    </a:cubicBezTo>
                    <a:cubicBezTo>
                      <a:pt x="775" y="2439"/>
                      <a:pt x="5947" y="9650"/>
                      <a:pt x="7301" y="10430"/>
                    </a:cubicBezTo>
                    <a:cubicBezTo>
                      <a:pt x="7538" y="10566"/>
                      <a:pt x="7753" y="10626"/>
                      <a:pt x="7945" y="10626"/>
                    </a:cubicBezTo>
                    <a:cubicBezTo>
                      <a:pt x="8850" y="10626"/>
                      <a:pt x="9225" y="9295"/>
                      <a:pt x="8801" y="8415"/>
                    </a:cubicBezTo>
                    <a:cubicBezTo>
                      <a:pt x="8286" y="7344"/>
                      <a:pt x="3947" y="1269"/>
                      <a:pt x="3518" y="950"/>
                    </a:cubicBezTo>
                    <a:cubicBezTo>
                      <a:pt x="3163" y="685"/>
                      <a:pt x="2561" y="1"/>
                      <a:pt x="1711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7" name="Google Shape;4697;p75"/>
              <p:cNvSpPr/>
              <p:nvPr/>
            </p:nvSpPr>
            <p:spPr>
              <a:xfrm>
                <a:off x="1933500" y="3082375"/>
                <a:ext cx="108500" cy="94625"/>
              </a:xfrm>
              <a:custGeom>
                <a:rect b="b" l="l" r="r" t="t"/>
                <a:pathLst>
                  <a:path extrusionOk="0" h="3785" w="4340">
                    <a:moveTo>
                      <a:pt x="1829" y="1"/>
                    </a:moveTo>
                    <a:cubicBezTo>
                      <a:pt x="1724" y="1"/>
                      <a:pt x="1614" y="10"/>
                      <a:pt x="1500" y="30"/>
                    </a:cubicBezTo>
                    <a:cubicBezTo>
                      <a:pt x="101" y="271"/>
                      <a:pt x="0" y="1543"/>
                      <a:pt x="410" y="2254"/>
                    </a:cubicBezTo>
                    <a:cubicBezTo>
                      <a:pt x="816" y="2965"/>
                      <a:pt x="1605" y="3785"/>
                      <a:pt x="1605" y="3785"/>
                    </a:cubicBezTo>
                    <a:lnTo>
                      <a:pt x="4339" y="2418"/>
                    </a:lnTo>
                    <a:lnTo>
                      <a:pt x="3574" y="1142"/>
                    </a:lnTo>
                    <a:cubicBezTo>
                      <a:pt x="3574" y="1142"/>
                      <a:pt x="3005" y="1"/>
                      <a:pt x="1829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8" name="Google Shape;4698;p75"/>
              <p:cNvSpPr/>
              <p:nvPr/>
            </p:nvSpPr>
            <p:spPr>
              <a:xfrm>
                <a:off x="1888375" y="3039575"/>
                <a:ext cx="131500" cy="181775"/>
              </a:xfrm>
              <a:custGeom>
                <a:rect b="b" l="l" r="r" t="t"/>
                <a:pathLst>
                  <a:path extrusionOk="0" h="7271" w="5260">
                    <a:moveTo>
                      <a:pt x="2493" y="0"/>
                    </a:moveTo>
                    <a:cubicBezTo>
                      <a:pt x="2115" y="0"/>
                      <a:pt x="1675" y="109"/>
                      <a:pt x="1135" y="366"/>
                    </a:cubicBezTo>
                    <a:cubicBezTo>
                      <a:pt x="1135" y="366"/>
                      <a:pt x="0" y="1847"/>
                      <a:pt x="675" y="3178"/>
                    </a:cubicBezTo>
                    <a:cubicBezTo>
                      <a:pt x="1345" y="4508"/>
                      <a:pt x="3223" y="7270"/>
                      <a:pt x="3223" y="7270"/>
                    </a:cubicBezTo>
                    <a:lnTo>
                      <a:pt x="5259" y="2116"/>
                    </a:lnTo>
                    <a:cubicBezTo>
                      <a:pt x="5259" y="2116"/>
                      <a:pt x="4973" y="1582"/>
                      <a:pt x="4170" y="831"/>
                    </a:cubicBezTo>
                    <a:cubicBezTo>
                      <a:pt x="3653" y="350"/>
                      <a:pt x="3171" y="0"/>
                      <a:pt x="2493" y="0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9" name="Google Shape;4699;p75"/>
              <p:cNvSpPr/>
              <p:nvPr/>
            </p:nvSpPr>
            <p:spPr>
              <a:xfrm>
                <a:off x="2075750" y="3262975"/>
                <a:ext cx="163950" cy="301775"/>
              </a:xfrm>
              <a:custGeom>
                <a:rect b="b" l="l" r="r" t="t"/>
                <a:pathLst>
                  <a:path extrusionOk="0" h="12071" w="6558">
                    <a:moveTo>
                      <a:pt x="1166" y="1"/>
                    </a:moveTo>
                    <a:cubicBezTo>
                      <a:pt x="247" y="1"/>
                      <a:pt x="0" y="1179"/>
                      <a:pt x="198" y="2063"/>
                    </a:cubicBezTo>
                    <a:cubicBezTo>
                      <a:pt x="440" y="3161"/>
                      <a:pt x="5640" y="11711"/>
                      <a:pt x="5640" y="11711"/>
                    </a:cubicBezTo>
                    <a:cubicBezTo>
                      <a:pt x="5769" y="11921"/>
                      <a:pt x="5973" y="12071"/>
                      <a:pt x="6149" y="12071"/>
                    </a:cubicBezTo>
                    <a:cubicBezTo>
                      <a:pt x="6376" y="12071"/>
                      <a:pt x="6557" y="11821"/>
                      <a:pt x="6470" y="11132"/>
                    </a:cubicBezTo>
                    <a:cubicBezTo>
                      <a:pt x="6315" y="9911"/>
                      <a:pt x="3521" y="1051"/>
                      <a:pt x="1958" y="231"/>
                    </a:cubicBezTo>
                    <a:cubicBezTo>
                      <a:pt x="1652" y="70"/>
                      <a:pt x="1389" y="1"/>
                      <a:pt x="1166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0" name="Google Shape;4700;p75"/>
              <p:cNvSpPr/>
              <p:nvPr/>
            </p:nvSpPr>
            <p:spPr>
              <a:xfrm>
                <a:off x="2205200" y="3519600"/>
                <a:ext cx="48375" cy="145125"/>
              </a:xfrm>
              <a:custGeom>
                <a:rect b="b" l="l" r="r" t="t"/>
                <a:pathLst>
                  <a:path extrusionOk="0" h="5805" w="1935">
                    <a:moveTo>
                      <a:pt x="706" y="0"/>
                    </a:moveTo>
                    <a:cubicBezTo>
                      <a:pt x="160" y="0"/>
                      <a:pt x="251" y="1749"/>
                      <a:pt x="125" y="2367"/>
                    </a:cubicBezTo>
                    <a:cubicBezTo>
                      <a:pt x="0" y="2985"/>
                      <a:pt x="241" y="4608"/>
                      <a:pt x="520" y="4608"/>
                    </a:cubicBezTo>
                    <a:cubicBezTo>
                      <a:pt x="526" y="4608"/>
                      <a:pt x="533" y="4607"/>
                      <a:pt x="540" y="4605"/>
                    </a:cubicBezTo>
                    <a:cubicBezTo>
                      <a:pt x="827" y="4523"/>
                      <a:pt x="521" y="3465"/>
                      <a:pt x="609" y="3196"/>
                    </a:cubicBezTo>
                    <a:cubicBezTo>
                      <a:pt x="665" y="3018"/>
                      <a:pt x="750" y="2943"/>
                      <a:pt x="817" y="2943"/>
                    </a:cubicBezTo>
                    <a:cubicBezTo>
                      <a:pt x="853" y="2943"/>
                      <a:pt x="885" y="2965"/>
                      <a:pt x="904" y="3004"/>
                    </a:cubicBezTo>
                    <a:cubicBezTo>
                      <a:pt x="904" y="3004"/>
                      <a:pt x="1169" y="3461"/>
                      <a:pt x="1164" y="3934"/>
                    </a:cubicBezTo>
                    <a:cubicBezTo>
                      <a:pt x="1164" y="4393"/>
                      <a:pt x="1066" y="5804"/>
                      <a:pt x="1290" y="5804"/>
                    </a:cubicBezTo>
                    <a:cubicBezTo>
                      <a:pt x="1298" y="5804"/>
                      <a:pt x="1306" y="5803"/>
                      <a:pt x="1314" y="5799"/>
                    </a:cubicBezTo>
                    <a:cubicBezTo>
                      <a:pt x="1575" y="5694"/>
                      <a:pt x="1857" y="4144"/>
                      <a:pt x="1898" y="3174"/>
                    </a:cubicBezTo>
                    <a:cubicBezTo>
                      <a:pt x="1934" y="2203"/>
                      <a:pt x="1310" y="61"/>
                      <a:pt x="736" y="2"/>
                    </a:cubicBezTo>
                    <a:cubicBezTo>
                      <a:pt x="725" y="1"/>
                      <a:pt x="715" y="0"/>
                      <a:pt x="706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1" name="Google Shape;4701;p75"/>
              <p:cNvSpPr/>
              <p:nvPr/>
            </p:nvSpPr>
            <p:spPr>
              <a:xfrm>
                <a:off x="1936900" y="3061825"/>
                <a:ext cx="45725" cy="35075"/>
              </a:xfrm>
              <a:custGeom>
                <a:rect b="b" l="l" r="r" t="t"/>
                <a:pathLst>
                  <a:path extrusionOk="0" h="1403" w="1829">
                    <a:moveTo>
                      <a:pt x="1345" y="1"/>
                    </a:moveTo>
                    <a:cubicBezTo>
                      <a:pt x="1173" y="1"/>
                      <a:pt x="1005" y="45"/>
                      <a:pt x="922" y="195"/>
                    </a:cubicBezTo>
                    <a:cubicBezTo>
                      <a:pt x="830" y="374"/>
                      <a:pt x="903" y="614"/>
                      <a:pt x="840" y="801"/>
                    </a:cubicBezTo>
                    <a:cubicBezTo>
                      <a:pt x="721" y="1161"/>
                      <a:pt x="388" y="1089"/>
                      <a:pt x="110" y="1194"/>
                    </a:cubicBezTo>
                    <a:cubicBezTo>
                      <a:pt x="0" y="1238"/>
                      <a:pt x="28" y="1402"/>
                      <a:pt x="126" y="1402"/>
                    </a:cubicBezTo>
                    <a:cubicBezTo>
                      <a:pt x="138" y="1402"/>
                      <a:pt x="151" y="1400"/>
                      <a:pt x="165" y="1394"/>
                    </a:cubicBezTo>
                    <a:cubicBezTo>
                      <a:pt x="457" y="1281"/>
                      <a:pt x="771" y="1335"/>
                      <a:pt x="962" y="1034"/>
                    </a:cubicBezTo>
                    <a:cubicBezTo>
                      <a:pt x="1036" y="915"/>
                      <a:pt x="1067" y="770"/>
                      <a:pt x="1080" y="629"/>
                    </a:cubicBezTo>
                    <a:cubicBezTo>
                      <a:pt x="1095" y="501"/>
                      <a:pt x="1076" y="428"/>
                      <a:pt x="1158" y="319"/>
                    </a:cubicBezTo>
                    <a:cubicBezTo>
                      <a:pt x="1225" y="233"/>
                      <a:pt x="1305" y="206"/>
                      <a:pt x="1393" y="206"/>
                    </a:cubicBezTo>
                    <a:cubicBezTo>
                      <a:pt x="1474" y="206"/>
                      <a:pt x="1562" y="228"/>
                      <a:pt x="1655" y="250"/>
                    </a:cubicBezTo>
                    <a:cubicBezTo>
                      <a:pt x="1664" y="252"/>
                      <a:pt x="1673" y="254"/>
                      <a:pt x="1682" y="254"/>
                    </a:cubicBezTo>
                    <a:cubicBezTo>
                      <a:pt x="1790" y="254"/>
                      <a:pt x="1828" y="79"/>
                      <a:pt x="1709" y="50"/>
                    </a:cubicBezTo>
                    <a:cubicBezTo>
                      <a:pt x="1609" y="26"/>
                      <a:pt x="1476" y="1"/>
                      <a:pt x="1345" y="1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2" name="Google Shape;4702;p75"/>
              <p:cNvSpPr/>
              <p:nvPr/>
            </p:nvSpPr>
            <p:spPr>
              <a:xfrm>
                <a:off x="1928075" y="3125075"/>
                <a:ext cx="33625" cy="27900"/>
              </a:xfrm>
              <a:custGeom>
                <a:rect b="b" l="l" r="r" t="t"/>
                <a:pathLst>
                  <a:path extrusionOk="0" h="1116" w="1345">
                    <a:moveTo>
                      <a:pt x="1041" y="0"/>
                    </a:moveTo>
                    <a:cubicBezTo>
                      <a:pt x="900" y="0"/>
                      <a:pt x="761" y="39"/>
                      <a:pt x="701" y="181"/>
                    </a:cubicBezTo>
                    <a:cubicBezTo>
                      <a:pt x="650" y="305"/>
                      <a:pt x="705" y="432"/>
                      <a:pt x="686" y="555"/>
                    </a:cubicBezTo>
                    <a:cubicBezTo>
                      <a:pt x="651" y="774"/>
                      <a:pt x="475" y="910"/>
                      <a:pt x="271" y="910"/>
                    </a:cubicBezTo>
                    <a:cubicBezTo>
                      <a:pt x="241" y="910"/>
                      <a:pt x="211" y="907"/>
                      <a:pt x="181" y="901"/>
                    </a:cubicBezTo>
                    <a:cubicBezTo>
                      <a:pt x="174" y="900"/>
                      <a:pt x="168" y="899"/>
                      <a:pt x="161" y="899"/>
                    </a:cubicBezTo>
                    <a:cubicBezTo>
                      <a:pt x="43" y="899"/>
                      <a:pt x="1" y="1081"/>
                      <a:pt x="126" y="1102"/>
                    </a:cubicBezTo>
                    <a:cubicBezTo>
                      <a:pt x="173" y="1111"/>
                      <a:pt x="220" y="1115"/>
                      <a:pt x="267" y="1115"/>
                    </a:cubicBezTo>
                    <a:cubicBezTo>
                      <a:pt x="468" y="1115"/>
                      <a:pt x="656" y="1035"/>
                      <a:pt x="783" y="861"/>
                    </a:cubicBezTo>
                    <a:cubicBezTo>
                      <a:pt x="850" y="770"/>
                      <a:pt x="892" y="655"/>
                      <a:pt x="901" y="541"/>
                    </a:cubicBezTo>
                    <a:cubicBezTo>
                      <a:pt x="905" y="478"/>
                      <a:pt x="873" y="396"/>
                      <a:pt x="887" y="332"/>
                    </a:cubicBezTo>
                    <a:cubicBezTo>
                      <a:pt x="908" y="229"/>
                      <a:pt x="970" y="204"/>
                      <a:pt x="1043" y="204"/>
                    </a:cubicBezTo>
                    <a:cubicBezTo>
                      <a:pt x="1082" y="204"/>
                      <a:pt x="1125" y="211"/>
                      <a:pt x="1165" y="217"/>
                    </a:cubicBezTo>
                    <a:cubicBezTo>
                      <a:pt x="1173" y="219"/>
                      <a:pt x="1179" y="219"/>
                      <a:pt x="1186" y="219"/>
                    </a:cubicBezTo>
                    <a:cubicBezTo>
                      <a:pt x="1302" y="219"/>
                      <a:pt x="1344" y="39"/>
                      <a:pt x="1220" y="17"/>
                    </a:cubicBezTo>
                    <a:cubicBezTo>
                      <a:pt x="1164" y="8"/>
                      <a:pt x="1102" y="0"/>
                      <a:pt x="1041" y="0"/>
                    </a:cubicBezTo>
                    <a:close/>
                  </a:path>
                </a:pathLst>
              </a:custGeom>
              <a:solidFill>
                <a:srgbClr val="372B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3" name="Google Shape;4703;p75"/>
              <p:cNvSpPr/>
              <p:nvPr/>
            </p:nvSpPr>
            <p:spPr>
              <a:xfrm>
                <a:off x="3124875" y="2599550"/>
                <a:ext cx="284075" cy="208425"/>
              </a:xfrm>
              <a:custGeom>
                <a:rect b="b" l="l" r="r" t="t"/>
                <a:pathLst>
                  <a:path extrusionOk="0" h="8337" w="11363">
                    <a:moveTo>
                      <a:pt x="5683" y="0"/>
                    </a:moveTo>
                    <a:cubicBezTo>
                      <a:pt x="2544" y="0"/>
                      <a:pt x="1" y="1864"/>
                      <a:pt x="1" y="4170"/>
                    </a:cubicBezTo>
                    <a:cubicBezTo>
                      <a:pt x="1" y="6471"/>
                      <a:pt x="2544" y="8336"/>
                      <a:pt x="5683" y="8336"/>
                    </a:cubicBezTo>
                    <a:cubicBezTo>
                      <a:pt x="8819" y="8336"/>
                      <a:pt x="11362" y="6471"/>
                      <a:pt x="11362" y="4170"/>
                    </a:cubicBezTo>
                    <a:cubicBezTo>
                      <a:pt x="11362" y="1864"/>
                      <a:pt x="8819" y="0"/>
                      <a:pt x="5683" y="0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4" name="Google Shape;4704;p75"/>
              <p:cNvSpPr/>
              <p:nvPr/>
            </p:nvSpPr>
            <p:spPr>
              <a:xfrm>
                <a:off x="2833850" y="2284025"/>
                <a:ext cx="367275" cy="170975"/>
              </a:xfrm>
              <a:custGeom>
                <a:rect b="b" l="l" r="r" t="t"/>
                <a:pathLst>
                  <a:path extrusionOk="0" h="6839" w="14691">
                    <a:moveTo>
                      <a:pt x="2809" y="1"/>
                    </a:moveTo>
                    <a:cubicBezTo>
                      <a:pt x="1675" y="1"/>
                      <a:pt x="852" y="149"/>
                      <a:pt x="648" y="507"/>
                    </a:cubicBezTo>
                    <a:cubicBezTo>
                      <a:pt x="1" y="1641"/>
                      <a:pt x="971" y="2485"/>
                      <a:pt x="3392" y="3770"/>
                    </a:cubicBezTo>
                    <a:cubicBezTo>
                      <a:pt x="5086" y="4671"/>
                      <a:pt x="9144" y="6839"/>
                      <a:pt x="11953" y="6839"/>
                    </a:cubicBezTo>
                    <a:cubicBezTo>
                      <a:pt x="13164" y="6839"/>
                      <a:pt x="14142" y="6436"/>
                      <a:pt x="14599" y="5356"/>
                    </a:cubicBezTo>
                    <a:cubicBezTo>
                      <a:pt x="14599" y="5356"/>
                      <a:pt x="14690" y="2558"/>
                      <a:pt x="11423" y="1454"/>
                    </a:cubicBezTo>
                    <a:cubicBezTo>
                      <a:pt x="9186" y="697"/>
                      <a:pt x="5267" y="1"/>
                      <a:pt x="2809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5" name="Google Shape;4705;p75"/>
              <p:cNvSpPr/>
              <p:nvPr/>
            </p:nvSpPr>
            <p:spPr>
              <a:xfrm>
                <a:off x="2816425" y="2047150"/>
                <a:ext cx="97725" cy="311125"/>
              </a:xfrm>
              <a:custGeom>
                <a:rect b="b" l="l" r="r" t="t"/>
                <a:pathLst>
                  <a:path extrusionOk="0" h="12445" w="3909">
                    <a:moveTo>
                      <a:pt x="2175" y="1"/>
                    </a:moveTo>
                    <a:lnTo>
                      <a:pt x="124" y="83"/>
                    </a:lnTo>
                    <a:cubicBezTo>
                      <a:pt x="92" y="2502"/>
                      <a:pt x="46" y="5893"/>
                      <a:pt x="27" y="7626"/>
                    </a:cubicBezTo>
                    <a:cubicBezTo>
                      <a:pt x="0" y="10492"/>
                      <a:pt x="1258" y="11230"/>
                      <a:pt x="1258" y="11230"/>
                    </a:cubicBezTo>
                    <a:cubicBezTo>
                      <a:pt x="2242" y="12254"/>
                      <a:pt x="3520" y="12445"/>
                      <a:pt x="3834" y="12445"/>
                    </a:cubicBezTo>
                    <a:cubicBezTo>
                      <a:pt x="3882" y="12445"/>
                      <a:pt x="3908" y="12440"/>
                      <a:pt x="3906" y="12433"/>
                    </a:cubicBezTo>
                    <a:cubicBezTo>
                      <a:pt x="3897" y="12397"/>
                      <a:pt x="2781" y="4362"/>
                      <a:pt x="2175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6" name="Google Shape;4706;p75"/>
              <p:cNvSpPr/>
              <p:nvPr/>
            </p:nvSpPr>
            <p:spPr>
              <a:xfrm>
                <a:off x="2819500" y="1978550"/>
                <a:ext cx="51300" cy="70675"/>
              </a:xfrm>
              <a:custGeom>
                <a:rect b="b" l="l" r="r" t="t"/>
                <a:pathLst>
                  <a:path extrusionOk="0" h="2827" w="2052">
                    <a:moveTo>
                      <a:pt x="1673" y="0"/>
                    </a:moveTo>
                    <a:lnTo>
                      <a:pt x="37" y="65"/>
                    </a:lnTo>
                    <a:cubicBezTo>
                      <a:pt x="37" y="65"/>
                      <a:pt x="24" y="1236"/>
                      <a:pt x="1" y="2827"/>
                    </a:cubicBezTo>
                    <a:lnTo>
                      <a:pt x="2052" y="2745"/>
                    </a:lnTo>
                    <a:cubicBezTo>
                      <a:pt x="1828" y="1117"/>
                      <a:pt x="1673" y="0"/>
                      <a:pt x="1673" y="0"/>
                    </a:cubicBezTo>
                    <a:close/>
                  </a:path>
                </a:pathLst>
              </a:custGeom>
              <a:solidFill>
                <a:srgbClr val="B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7" name="Google Shape;4707;p75"/>
              <p:cNvSpPr/>
              <p:nvPr/>
            </p:nvSpPr>
            <p:spPr>
              <a:xfrm>
                <a:off x="2786350" y="1884000"/>
                <a:ext cx="75000" cy="96725"/>
              </a:xfrm>
              <a:custGeom>
                <a:rect b="b" l="l" r="r" t="t"/>
                <a:pathLst>
                  <a:path extrusionOk="0" h="3869" w="3000">
                    <a:moveTo>
                      <a:pt x="1101" y="1"/>
                    </a:moveTo>
                    <a:cubicBezTo>
                      <a:pt x="1089" y="1"/>
                      <a:pt x="1077" y="2"/>
                      <a:pt x="1066" y="4"/>
                    </a:cubicBezTo>
                    <a:cubicBezTo>
                      <a:pt x="848" y="50"/>
                      <a:pt x="1140" y="2575"/>
                      <a:pt x="971" y="2657"/>
                    </a:cubicBezTo>
                    <a:cubicBezTo>
                      <a:pt x="962" y="2661"/>
                      <a:pt x="953" y="2663"/>
                      <a:pt x="943" y="2663"/>
                    </a:cubicBezTo>
                    <a:cubicBezTo>
                      <a:pt x="764" y="2663"/>
                      <a:pt x="425" y="2006"/>
                      <a:pt x="292" y="1864"/>
                    </a:cubicBezTo>
                    <a:cubicBezTo>
                      <a:pt x="280" y="1852"/>
                      <a:pt x="268" y="1846"/>
                      <a:pt x="257" y="1846"/>
                    </a:cubicBezTo>
                    <a:cubicBezTo>
                      <a:pt x="126" y="1846"/>
                      <a:pt x="0" y="2552"/>
                      <a:pt x="100" y="3263"/>
                    </a:cubicBezTo>
                    <a:cubicBezTo>
                      <a:pt x="170" y="3782"/>
                      <a:pt x="707" y="3869"/>
                      <a:pt x="1057" y="3869"/>
                    </a:cubicBezTo>
                    <a:cubicBezTo>
                      <a:pt x="1233" y="3869"/>
                      <a:pt x="1363" y="3847"/>
                      <a:pt x="1363" y="3847"/>
                    </a:cubicBezTo>
                    <a:lnTo>
                      <a:pt x="2999" y="3782"/>
                    </a:lnTo>
                    <a:cubicBezTo>
                      <a:pt x="2999" y="3782"/>
                      <a:pt x="2416" y="1609"/>
                      <a:pt x="2133" y="993"/>
                    </a:cubicBezTo>
                    <a:cubicBezTo>
                      <a:pt x="1865" y="404"/>
                      <a:pt x="1340" y="1"/>
                      <a:pt x="1101" y="1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8" name="Google Shape;4708;p75"/>
              <p:cNvSpPr/>
              <p:nvPr/>
            </p:nvSpPr>
            <p:spPr>
              <a:xfrm>
                <a:off x="3198825" y="2163375"/>
                <a:ext cx="200775" cy="193425"/>
              </a:xfrm>
              <a:custGeom>
                <a:rect b="b" l="l" r="r" t="t"/>
                <a:pathLst>
                  <a:path extrusionOk="0" h="7737" w="8031">
                    <a:moveTo>
                      <a:pt x="5118" y="0"/>
                    </a:moveTo>
                    <a:lnTo>
                      <a:pt x="3278" y="1427"/>
                    </a:lnTo>
                    <a:cubicBezTo>
                      <a:pt x="3278" y="1427"/>
                      <a:pt x="3227" y="4909"/>
                      <a:pt x="0" y="6112"/>
                    </a:cubicBezTo>
                    <a:cubicBezTo>
                      <a:pt x="0" y="6112"/>
                      <a:pt x="1708" y="7737"/>
                      <a:pt x="3908" y="7737"/>
                    </a:cubicBezTo>
                    <a:cubicBezTo>
                      <a:pt x="4119" y="7737"/>
                      <a:pt x="4334" y="7722"/>
                      <a:pt x="4553" y="7689"/>
                    </a:cubicBezTo>
                    <a:cubicBezTo>
                      <a:pt x="7056" y="7311"/>
                      <a:pt x="8030" y="6463"/>
                      <a:pt x="8030" y="6463"/>
                    </a:cubicBezTo>
                    <a:cubicBezTo>
                      <a:pt x="8030" y="6463"/>
                      <a:pt x="6690" y="6436"/>
                      <a:pt x="5962" y="4685"/>
                    </a:cubicBezTo>
                    <a:cubicBezTo>
                      <a:pt x="5228" y="2931"/>
                      <a:pt x="5118" y="0"/>
                      <a:pt x="5118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9" name="Google Shape;4709;p75"/>
              <p:cNvSpPr/>
              <p:nvPr/>
            </p:nvSpPr>
            <p:spPr>
              <a:xfrm>
                <a:off x="3275150" y="2173275"/>
                <a:ext cx="37875" cy="58250"/>
              </a:xfrm>
              <a:custGeom>
                <a:rect b="b" l="l" r="r" t="t"/>
                <a:pathLst>
                  <a:path extrusionOk="0" h="2330" w="1515">
                    <a:moveTo>
                      <a:pt x="1514" y="0"/>
                    </a:moveTo>
                    <a:lnTo>
                      <a:pt x="225" y="1031"/>
                    </a:lnTo>
                    <a:lnTo>
                      <a:pt x="215" y="1086"/>
                    </a:lnTo>
                    <a:lnTo>
                      <a:pt x="0" y="2329"/>
                    </a:lnTo>
                    <a:cubicBezTo>
                      <a:pt x="0" y="2329"/>
                      <a:pt x="885" y="1673"/>
                      <a:pt x="1172" y="1031"/>
                    </a:cubicBezTo>
                    <a:cubicBezTo>
                      <a:pt x="1459" y="383"/>
                      <a:pt x="1514" y="1"/>
                      <a:pt x="1514" y="0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0" name="Google Shape;4710;p75"/>
              <p:cNvSpPr/>
              <p:nvPr/>
            </p:nvSpPr>
            <p:spPr>
              <a:xfrm>
                <a:off x="3231175" y="2078400"/>
                <a:ext cx="119875" cy="125525"/>
              </a:xfrm>
              <a:custGeom>
                <a:rect b="b" l="l" r="r" t="t"/>
                <a:pathLst>
                  <a:path extrusionOk="0" h="5021" w="4795">
                    <a:moveTo>
                      <a:pt x="2134" y="0"/>
                    </a:moveTo>
                    <a:cubicBezTo>
                      <a:pt x="1729" y="0"/>
                      <a:pt x="1353" y="86"/>
                      <a:pt x="1126" y="268"/>
                    </a:cubicBezTo>
                    <a:cubicBezTo>
                      <a:pt x="457" y="806"/>
                      <a:pt x="0" y="4424"/>
                      <a:pt x="128" y="4830"/>
                    </a:cubicBezTo>
                    <a:cubicBezTo>
                      <a:pt x="171" y="4962"/>
                      <a:pt x="406" y="5021"/>
                      <a:pt x="729" y="5021"/>
                    </a:cubicBezTo>
                    <a:cubicBezTo>
                      <a:pt x="1398" y="5021"/>
                      <a:pt x="2445" y="4769"/>
                      <a:pt x="2949" y="4397"/>
                    </a:cubicBezTo>
                    <a:cubicBezTo>
                      <a:pt x="3696" y="3846"/>
                      <a:pt x="3824" y="3399"/>
                      <a:pt x="3824" y="3399"/>
                    </a:cubicBezTo>
                    <a:cubicBezTo>
                      <a:pt x="3824" y="3399"/>
                      <a:pt x="3949" y="3476"/>
                      <a:pt x="4117" y="3476"/>
                    </a:cubicBezTo>
                    <a:cubicBezTo>
                      <a:pt x="4227" y="3476"/>
                      <a:pt x="4356" y="3443"/>
                      <a:pt x="4481" y="3335"/>
                    </a:cubicBezTo>
                    <a:cubicBezTo>
                      <a:pt x="4795" y="3061"/>
                      <a:pt x="4663" y="2405"/>
                      <a:pt x="4417" y="2260"/>
                    </a:cubicBezTo>
                    <a:cubicBezTo>
                      <a:pt x="4347" y="2220"/>
                      <a:pt x="4286" y="2206"/>
                      <a:pt x="4235" y="2206"/>
                    </a:cubicBezTo>
                    <a:cubicBezTo>
                      <a:pt x="4103" y="2206"/>
                      <a:pt x="4034" y="2301"/>
                      <a:pt x="4034" y="2301"/>
                    </a:cubicBezTo>
                    <a:cubicBezTo>
                      <a:pt x="4034" y="2301"/>
                      <a:pt x="4117" y="1790"/>
                      <a:pt x="3943" y="911"/>
                    </a:cubicBezTo>
                    <a:cubicBezTo>
                      <a:pt x="3831" y="329"/>
                      <a:pt x="2927" y="0"/>
                      <a:pt x="2134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1" name="Google Shape;4711;p75"/>
              <p:cNvSpPr/>
              <p:nvPr/>
            </p:nvSpPr>
            <p:spPr>
              <a:xfrm>
                <a:off x="3285525" y="2121750"/>
                <a:ext cx="21900" cy="8875"/>
              </a:xfrm>
              <a:custGeom>
                <a:rect b="b" l="l" r="r" t="t"/>
                <a:pathLst>
                  <a:path extrusionOk="0" h="355" w="876">
                    <a:moveTo>
                      <a:pt x="423" y="0"/>
                    </a:moveTo>
                    <a:cubicBezTo>
                      <a:pt x="323" y="0"/>
                      <a:pt x="235" y="6"/>
                      <a:pt x="197" y="25"/>
                    </a:cubicBezTo>
                    <a:cubicBezTo>
                      <a:pt x="83" y="75"/>
                      <a:pt x="1" y="311"/>
                      <a:pt x="1" y="311"/>
                    </a:cubicBezTo>
                    <a:cubicBezTo>
                      <a:pt x="1" y="311"/>
                      <a:pt x="213" y="354"/>
                      <a:pt x="398" y="354"/>
                    </a:cubicBezTo>
                    <a:cubicBezTo>
                      <a:pt x="490" y="354"/>
                      <a:pt x="576" y="343"/>
                      <a:pt x="624" y="311"/>
                    </a:cubicBezTo>
                    <a:cubicBezTo>
                      <a:pt x="767" y="221"/>
                      <a:pt x="876" y="25"/>
                      <a:pt x="876" y="25"/>
                    </a:cubicBezTo>
                    <a:cubicBezTo>
                      <a:pt x="876" y="25"/>
                      <a:pt x="625" y="0"/>
                      <a:pt x="4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2" name="Google Shape;4712;p75"/>
              <p:cNvSpPr/>
              <p:nvPr/>
            </p:nvSpPr>
            <p:spPr>
              <a:xfrm>
                <a:off x="3249625" y="2114050"/>
                <a:ext cx="14375" cy="14125"/>
              </a:xfrm>
              <a:custGeom>
                <a:rect b="b" l="l" r="r" t="t"/>
                <a:pathLst>
                  <a:path extrusionOk="0" h="565" w="575">
                    <a:moveTo>
                      <a:pt x="32" y="0"/>
                    </a:moveTo>
                    <a:cubicBezTo>
                      <a:pt x="32" y="0"/>
                      <a:pt x="1" y="49"/>
                      <a:pt x="106" y="232"/>
                    </a:cubicBezTo>
                    <a:cubicBezTo>
                      <a:pt x="211" y="415"/>
                      <a:pt x="552" y="565"/>
                      <a:pt x="552" y="565"/>
                    </a:cubicBezTo>
                    <a:cubicBezTo>
                      <a:pt x="552" y="565"/>
                      <a:pt x="575" y="301"/>
                      <a:pt x="466" y="182"/>
                    </a:cubicBezTo>
                    <a:cubicBezTo>
                      <a:pt x="356" y="64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3" name="Google Shape;4713;p75"/>
              <p:cNvSpPr/>
              <p:nvPr/>
            </p:nvSpPr>
            <p:spPr>
              <a:xfrm>
                <a:off x="3250425" y="2114000"/>
                <a:ext cx="14725" cy="14175"/>
              </a:xfrm>
              <a:custGeom>
                <a:rect b="b" l="l" r="r" t="t"/>
                <a:pathLst>
                  <a:path extrusionOk="0" h="567" w="589">
                    <a:moveTo>
                      <a:pt x="51" y="1"/>
                    </a:moveTo>
                    <a:cubicBezTo>
                      <a:pt x="20" y="1"/>
                      <a:pt x="0" y="2"/>
                      <a:pt x="0" y="2"/>
                    </a:cubicBezTo>
                    <a:cubicBezTo>
                      <a:pt x="0" y="2"/>
                      <a:pt x="347" y="74"/>
                      <a:pt x="434" y="211"/>
                    </a:cubicBezTo>
                    <a:cubicBezTo>
                      <a:pt x="520" y="352"/>
                      <a:pt x="520" y="567"/>
                      <a:pt x="520" y="567"/>
                    </a:cubicBezTo>
                    <a:cubicBezTo>
                      <a:pt x="520" y="567"/>
                      <a:pt x="589" y="316"/>
                      <a:pt x="457" y="143"/>
                    </a:cubicBezTo>
                    <a:cubicBezTo>
                      <a:pt x="357" y="16"/>
                      <a:pt x="148" y="1"/>
                      <a:pt x="51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4" name="Google Shape;4714;p75"/>
              <p:cNvSpPr/>
              <p:nvPr/>
            </p:nvSpPr>
            <p:spPr>
              <a:xfrm>
                <a:off x="3252025" y="2103850"/>
                <a:ext cx="15300" cy="8500"/>
              </a:xfrm>
              <a:custGeom>
                <a:rect b="b" l="l" r="r" t="t"/>
                <a:pathLst>
                  <a:path extrusionOk="0" h="340" w="612">
                    <a:moveTo>
                      <a:pt x="246" y="1"/>
                    </a:moveTo>
                    <a:cubicBezTo>
                      <a:pt x="114" y="1"/>
                      <a:pt x="1" y="57"/>
                      <a:pt x="1" y="57"/>
                    </a:cubicBezTo>
                    <a:cubicBezTo>
                      <a:pt x="1" y="57"/>
                      <a:pt x="37" y="52"/>
                      <a:pt x="93" y="52"/>
                    </a:cubicBezTo>
                    <a:cubicBezTo>
                      <a:pt x="155" y="52"/>
                      <a:pt x="240" y="58"/>
                      <a:pt x="329" y="84"/>
                    </a:cubicBezTo>
                    <a:cubicBezTo>
                      <a:pt x="502" y="129"/>
                      <a:pt x="611" y="339"/>
                      <a:pt x="611" y="339"/>
                    </a:cubicBezTo>
                    <a:cubicBezTo>
                      <a:pt x="611" y="339"/>
                      <a:pt x="607" y="135"/>
                      <a:pt x="416" y="38"/>
                    </a:cubicBezTo>
                    <a:cubicBezTo>
                      <a:pt x="360" y="10"/>
                      <a:pt x="302" y="1"/>
                      <a:pt x="24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5" name="Google Shape;4715;p75"/>
              <p:cNvSpPr/>
              <p:nvPr/>
            </p:nvSpPr>
            <p:spPr>
              <a:xfrm>
                <a:off x="3285525" y="2120925"/>
                <a:ext cx="21900" cy="8625"/>
              </a:xfrm>
              <a:custGeom>
                <a:rect b="b" l="l" r="r" t="t"/>
                <a:pathLst>
                  <a:path extrusionOk="0" h="345" w="876">
                    <a:moveTo>
                      <a:pt x="438" y="1"/>
                    </a:moveTo>
                    <a:cubicBezTo>
                      <a:pt x="337" y="1"/>
                      <a:pt x="246" y="9"/>
                      <a:pt x="197" y="30"/>
                    </a:cubicBezTo>
                    <a:cubicBezTo>
                      <a:pt x="60" y="94"/>
                      <a:pt x="1" y="344"/>
                      <a:pt x="1" y="344"/>
                    </a:cubicBezTo>
                    <a:cubicBezTo>
                      <a:pt x="1" y="344"/>
                      <a:pt x="119" y="121"/>
                      <a:pt x="269" y="81"/>
                    </a:cubicBezTo>
                    <a:cubicBezTo>
                      <a:pt x="349" y="59"/>
                      <a:pt x="513" y="54"/>
                      <a:pt x="651" y="54"/>
                    </a:cubicBezTo>
                    <a:cubicBezTo>
                      <a:pt x="774" y="54"/>
                      <a:pt x="876" y="58"/>
                      <a:pt x="876" y="58"/>
                    </a:cubicBezTo>
                    <a:cubicBezTo>
                      <a:pt x="832" y="28"/>
                      <a:pt x="620" y="1"/>
                      <a:pt x="438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6" name="Google Shape;4716;p75"/>
              <p:cNvSpPr/>
              <p:nvPr/>
            </p:nvSpPr>
            <p:spPr>
              <a:xfrm>
                <a:off x="3286450" y="2110600"/>
                <a:ext cx="23575" cy="5725"/>
              </a:xfrm>
              <a:custGeom>
                <a:rect b="b" l="l" r="r" t="t"/>
                <a:pathLst>
                  <a:path extrusionOk="0" h="229" w="943">
                    <a:moveTo>
                      <a:pt x="451" y="1"/>
                    </a:moveTo>
                    <a:cubicBezTo>
                      <a:pt x="406" y="1"/>
                      <a:pt x="361" y="4"/>
                      <a:pt x="319" y="10"/>
                    </a:cubicBezTo>
                    <a:cubicBezTo>
                      <a:pt x="82" y="46"/>
                      <a:pt x="0" y="229"/>
                      <a:pt x="0" y="229"/>
                    </a:cubicBezTo>
                    <a:cubicBezTo>
                      <a:pt x="0" y="229"/>
                      <a:pt x="105" y="88"/>
                      <a:pt x="401" y="69"/>
                    </a:cubicBezTo>
                    <a:cubicBezTo>
                      <a:pt x="419" y="68"/>
                      <a:pt x="437" y="68"/>
                      <a:pt x="455" y="68"/>
                    </a:cubicBezTo>
                    <a:cubicBezTo>
                      <a:pt x="730" y="68"/>
                      <a:pt x="943" y="197"/>
                      <a:pt x="943" y="197"/>
                    </a:cubicBezTo>
                    <a:cubicBezTo>
                      <a:pt x="894" y="69"/>
                      <a:pt x="663" y="1"/>
                      <a:pt x="451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7" name="Google Shape;4717;p75"/>
              <p:cNvSpPr/>
              <p:nvPr/>
            </p:nvSpPr>
            <p:spPr>
              <a:xfrm>
                <a:off x="3291900" y="2122575"/>
                <a:ext cx="5600" cy="7225"/>
              </a:xfrm>
              <a:custGeom>
                <a:rect b="b" l="l" r="r" t="t"/>
                <a:pathLst>
                  <a:path extrusionOk="0" h="289" w="224">
                    <a:moveTo>
                      <a:pt x="110" y="0"/>
                    </a:moveTo>
                    <a:cubicBezTo>
                      <a:pt x="51" y="0"/>
                      <a:pt x="1" y="64"/>
                      <a:pt x="1" y="142"/>
                    </a:cubicBezTo>
                    <a:cubicBezTo>
                      <a:pt x="1" y="224"/>
                      <a:pt x="51" y="288"/>
                      <a:pt x="110" y="288"/>
                    </a:cubicBezTo>
                    <a:cubicBezTo>
                      <a:pt x="174" y="288"/>
                      <a:pt x="224" y="224"/>
                      <a:pt x="224" y="142"/>
                    </a:cubicBezTo>
                    <a:cubicBezTo>
                      <a:pt x="224" y="64"/>
                      <a:pt x="174" y="0"/>
                      <a:pt x="110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8" name="Google Shape;4718;p75"/>
              <p:cNvSpPr/>
              <p:nvPr/>
            </p:nvSpPr>
            <p:spPr>
              <a:xfrm>
                <a:off x="3255450" y="2117300"/>
                <a:ext cx="6175" cy="7250"/>
              </a:xfrm>
              <a:custGeom>
                <a:rect b="b" l="l" r="r" t="t"/>
                <a:pathLst>
                  <a:path extrusionOk="0" h="290" w="247">
                    <a:moveTo>
                      <a:pt x="129" y="1"/>
                    </a:moveTo>
                    <a:cubicBezTo>
                      <a:pt x="70" y="1"/>
                      <a:pt x="22" y="57"/>
                      <a:pt x="9" y="129"/>
                    </a:cubicBezTo>
                    <a:cubicBezTo>
                      <a:pt x="1" y="207"/>
                      <a:pt x="41" y="280"/>
                      <a:pt x="100" y="289"/>
                    </a:cubicBezTo>
                    <a:cubicBezTo>
                      <a:pt x="105" y="290"/>
                      <a:pt x="109" y="290"/>
                      <a:pt x="113" y="290"/>
                    </a:cubicBezTo>
                    <a:cubicBezTo>
                      <a:pt x="172" y="290"/>
                      <a:pt x="224" y="234"/>
                      <a:pt x="233" y="161"/>
                    </a:cubicBezTo>
                    <a:cubicBezTo>
                      <a:pt x="247" y="79"/>
                      <a:pt x="205" y="11"/>
                      <a:pt x="142" y="1"/>
                    </a:cubicBezTo>
                    <a:cubicBezTo>
                      <a:pt x="138" y="1"/>
                      <a:pt x="133" y="1"/>
                      <a:pt x="129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9" name="Google Shape;4719;p75"/>
              <p:cNvSpPr/>
              <p:nvPr/>
            </p:nvSpPr>
            <p:spPr>
              <a:xfrm>
                <a:off x="3262500" y="2118575"/>
                <a:ext cx="13825" cy="30900"/>
              </a:xfrm>
              <a:custGeom>
                <a:rect b="b" l="l" r="r" t="t"/>
                <a:pathLst>
                  <a:path extrusionOk="0" h="1236" w="553">
                    <a:moveTo>
                      <a:pt x="498" y="1"/>
                    </a:moveTo>
                    <a:lnTo>
                      <a:pt x="1" y="1236"/>
                    </a:lnTo>
                    <a:lnTo>
                      <a:pt x="534" y="1044"/>
                    </a:lnTo>
                    <a:lnTo>
                      <a:pt x="516" y="990"/>
                    </a:lnTo>
                    <a:lnTo>
                      <a:pt x="106" y="1136"/>
                    </a:lnTo>
                    <a:lnTo>
                      <a:pt x="552" y="24"/>
                    </a:lnTo>
                    <a:lnTo>
                      <a:pt x="498" y="1"/>
                    </a:ln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0" name="Google Shape;4720;p75"/>
              <p:cNvSpPr/>
              <p:nvPr/>
            </p:nvSpPr>
            <p:spPr>
              <a:xfrm>
                <a:off x="3328475" y="2142075"/>
                <a:ext cx="10275" cy="7750"/>
              </a:xfrm>
              <a:custGeom>
                <a:rect b="b" l="l" r="r" t="t"/>
                <a:pathLst>
                  <a:path extrusionOk="0" h="310" w="411">
                    <a:moveTo>
                      <a:pt x="410" y="0"/>
                    </a:moveTo>
                    <a:cubicBezTo>
                      <a:pt x="374" y="0"/>
                      <a:pt x="88" y="9"/>
                      <a:pt x="0" y="291"/>
                    </a:cubicBezTo>
                    <a:lnTo>
                      <a:pt x="55" y="310"/>
                    </a:lnTo>
                    <a:cubicBezTo>
                      <a:pt x="134" y="64"/>
                      <a:pt x="384" y="59"/>
                      <a:pt x="409" y="59"/>
                    </a:cubicBezTo>
                    <a:cubicBezTo>
                      <a:pt x="410" y="59"/>
                      <a:pt x="410" y="59"/>
                      <a:pt x="410" y="59"/>
                    </a:cubicBezTo>
                    <a:lnTo>
                      <a:pt x="410" y="0"/>
                    </a:ln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1" name="Google Shape;4721;p75"/>
              <p:cNvSpPr/>
              <p:nvPr/>
            </p:nvSpPr>
            <p:spPr>
              <a:xfrm>
                <a:off x="3259300" y="2077000"/>
                <a:ext cx="76600" cy="22375"/>
              </a:xfrm>
              <a:custGeom>
                <a:rect b="b" l="l" r="r" t="t"/>
                <a:pathLst>
                  <a:path extrusionOk="0" h="895" w="3064">
                    <a:moveTo>
                      <a:pt x="995" y="1"/>
                    </a:moveTo>
                    <a:cubicBezTo>
                      <a:pt x="396" y="1"/>
                      <a:pt x="33" y="182"/>
                      <a:pt x="1" y="324"/>
                    </a:cubicBezTo>
                    <a:cubicBezTo>
                      <a:pt x="1" y="324"/>
                      <a:pt x="461" y="894"/>
                      <a:pt x="1186" y="894"/>
                    </a:cubicBezTo>
                    <a:cubicBezTo>
                      <a:pt x="1225" y="894"/>
                      <a:pt x="1264" y="893"/>
                      <a:pt x="1305" y="889"/>
                    </a:cubicBezTo>
                    <a:cubicBezTo>
                      <a:pt x="2093" y="820"/>
                      <a:pt x="2795" y="807"/>
                      <a:pt x="2795" y="807"/>
                    </a:cubicBezTo>
                    <a:cubicBezTo>
                      <a:pt x="2795" y="807"/>
                      <a:pt x="3064" y="420"/>
                      <a:pt x="1925" y="128"/>
                    </a:cubicBezTo>
                    <a:cubicBezTo>
                      <a:pt x="1574" y="37"/>
                      <a:pt x="1261" y="1"/>
                      <a:pt x="995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2" name="Google Shape;4722;p75"/>
              <p:cNvSpPr/>
              <p:nvPr/>
            </p:nvSpPr>
            <p:spPr>
              <a:xfrm>
                <a:off x="3328475" y="2097175"/>
                <a:ext cx="9600" cy="38775"/>
              </a:xfrm>
              <a:custGeom>
                <a:rect b="b" l="l" r="r" t="t"/>
                <a:pathLst>
                  <a:path extrusionOk="0" h="1551" w="384">
                    <a:moveTo>
                      <a:pt x="0" y="0"/>
                    </a:moveTo>
                    <a:cubicBezTo>
                      <a:pt x="23" y="51"/>
                      <a:pt x="42" y="105"/>
                      <a:pt x="51" y="160"/>
                    </a:cubicBezTo>
                    <a:cubicBezTo>
                      <a:pt x="225" y="1039"/>
                      <a:pt x="142" y="1550"/>
                      <a:pt x="142" y="1550"/>
                    </a:cubicBezTo>
                    <a:cubicBezTo>
                      <a:pt x="142" y="1550"/>
                      <a:pt x="383" y="615"/>
                      <a:pt x="28" y="0"/>
                    </a:cubicBezTo>
                    <a:close/>
                  </a:path>
                </a:pathLst>
              </a:custGeom>
              <a:solidFill>
                <a:srgbClr val="68688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3" name="Google Shape;4723;p75"/>
              <p:cNvSpPr/>
              <p:nvPr/>
            </p:nvSpPr>
            <p:spPr>
              <a:xfrm>
                <a:off x="3311275" y="2097175"/>
                <a:ext cx="22825" cy="44000"/>
              </a:xfrm>
              <a:custGeom>
                <a:rect b="b" l="l" r="r" t="t"/>
                <a:pathLst>
                  <a:path extrusionOk="0" h="1760" w="913">
                    <a:moveTo>
                      <a:pt x="688" y="0"/>
                    </a:moveTo>
                    <a:lnTo>
                      <a:pt x="0" y="28"/>
                    </a:lnTo>
                    <a:lnTo>
                      <a:pt x="174" y="1016"/>
                    </a:lnTo>
                    <a:cubicBezTo>
                      <a:pt x="174" y="1016"/>
                      <a:pt x="402" y="1039"/>
                      <a:pt x="497" y="1304"/>
                    </a:cubicBezTo>
                    <a:cubicBezTo>
                      <a:pt x="589" y="1563"/>
                      <a:pt x="616" y="1759"/>
                      <a:pt x="616" y="1759"/>
                    </a:cubicBezTo>
                    <a:lnTo>
                      <a:pt x="830" y="1550"/>
                    </a:lnTo>
                    <a:cubicBezTo>
                      <a:pt x="830" y="1550"/>
                      <a:pt x="913" y="1039"/>
                      <a:pt x="739" y="160"/>
                    </a:cubicBezTo>
                    <a:cubicBezTo>
                      <a:pt x="730" y="105"/>
                      <a:pt x="711" y="51"/>
                      <a:pt x="688" y="0"/>
                    </a:cubicBezTo>
                    <a:close/>
                  </a:path>
                </a:pathLst>
              </a:custGeom>
              <a:solidFill>
                <a:srgbClr val="682C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4" name="Google Shape;4724;p75"/>
              <p:cNvSpPr/>
              <p:nvPr/>
            </p:nvSpPr>
            <p:spPr>
              <a:xfrm>
                <a:off x="3224125" y="2136525"/>
                <a:ext cx="105425" cy="76925"/>
              </a:xfrm>
              <a:custGeom>
                <a:rect b="b" l="l" r="r" t="t"/>
                <a:pathLst>
                  <a:path extrusionOk="0" h="3077" w="4217">
                    <a:moveTo>
                      <a:pt x="4122" y="1"/>
                    </a:moveTo>
                    <a:cubicBezTo>
                      <a:pt x="4107" y="1"/>
                      <a:pt x="4089" y="4"/>
                      <a:pt x="4065" y="12"/>
                    </a:cubicBezTo>
                    <a:cubicBezTo>
                      <a:pt x="4065" y="12"/>
                      <a:pt x="3696" y="1179"/>
                      <a:pt x="3486" y="1371"/>
                    </a:cubicBezTo>
                    <a:cubicBezTo>
                      <a:pt x="3282" y="1557"/>
                      <a:pt x="2287" y="1672"/>
                      <a:pt x="2119" y="1890"/>
                    </a:cubicBezTo>
                    <a:cubicBezTo>
                      <a:pt x="1950" y="2114"/>
                      <a:pt x="1814" y="2291"/>
                      <a:pt x="1591" y="2341"/>
                    </a:cubicBezTo>
                    <a:cubicBezTo>
                      <a:pt x="1577" y="2344"/>
                      <a:pt x="1565" y="2346"/>
                      <a:pt x="1553" y="2346"/>
                    </a:cubicBezTo>
                    <a:cubicBezTo>
                      <a:pt x="1362" y="2346"/>
                      <a:pt x="1310" y="1954"/>
                      <a:pt x="1048" y="1817"/>
                    </a:cubicBezTo>
                    <a:cubicBezTo>
                      <a:pt x="992" y="1788"/>
                      <a:pt x="945" y="1776"/>
                      <a:pt x="905" y="1776"/>
                    </a:cubicBezTo>
                    <a:cubicBezTo>
                      <a:pt x="757" y="1776"/>
                      <a:pt x="698" y="1933"/>
                      <a:pt x="581" y="1933"/>
                    </a:cubicBezTo>
                    <a:cubicBezTo>
                      <a:pt x="573" y="1933"/>
                      <a:pt x="565" y="1933"/>
                      <a:pt x="556" y="1931"/>
                    </a:cubicBezTo>
                    <a:cubicBezTo>
                      <a:pt x="387" y="1899"/>
                      <a:pt x="478" y="1649"/>
                      <a:pt x="428" y="1607"/>
                    </a:cubicBezTo>
                    <a:cubicBezTo>
                      <a:pt x="427" y="1606"/>
                      <a:pt x="426" y="1606"/>
                      <a:pt x="425" y="1606"/>
                    </a:cubicBezTo>
                    <a:cubicBezTo>
                      <a:pt x="360" y="1606"/>
                      <a:pt x="1" y="2692"/>
                      <a:pt x="287" y="2947"/>
                    </a:cubicBezTo>
                    <a:cubicBezTo>
                      <a:pt x="389" y="3038"/>
                      <a:pt x="672" y="3077"/>
                      <a:pt x="1018" y="3077"/>
                    </a:cubicBezTo>
                    <a:cubicBezTo>
                      <a:pt x="1680" y="3077"/>
                      <a:pt x="2574" y="2936"/>
                      <a:pt x="2894" y="2751"/>
                    </a:cubicBezTo>
                    <a:cubicBezTo>
                      <a:pt x="3387" y="2469"/>
                      <a:pt x="3696" y="1689"/>
                      <a:pt x="3783" y="1470"/>
                    </a:cubicBezTo>
                    <a:cubicBezTo>
                      <a:pt x="3865" y="1252"/>
                      <a:pt x="4152" y="140"/>
                      <a:pt x="4152" y="140"/>
                    </a:cubicBezTo>
                    <a:cubicBezTo>
                      <a:pt x="4152" y="140"/>
                      <a:pt x="4217" y="1"/>
                      <a:pt x="4122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5" name="Google Shape;4725;p75"/>
              <p:cNvSpPr/>
              <p:nvPr/>
            </p:nvSpPr>
            <p:spPr>
              <a:xfrm>
                <a:off x="3236325" y="2150225"/>
                <a:ext cx="57300" cy="28350"/>
              </a:xfrm>
              <a:custGeom>
                <a:rect b="b" l="l" r="r" t="t"/>
                <a:pathLst>
                  <a:path extrusionOk="0" h="1134" w="2292">
                    <a:moveTo>
                      <a:pt x="1138" y="0"/>
                    </a:moveTo>
                    <a:cubicBezTo>
                      <a:pt x="685" y="0"/>
                      <a:pt x="287" y="312"/>
                      <a:pt x="287" y="312"/>
                    </a:cubicBezTo>
                    <a:cubicBezTo>
                      <a:pt x="118" y="512"/>
                      <a:pt x="0" y="872"/>
                      <a:pt x="109" y="922"/>
                    </a:cubicBezTo>
                    <a:cubicBezTo>
                      <a:pt x="116" y="926"/>
                      <a:pt x="124" y="927"/>
                      <a:pt x="134" y="927"/>
                    </a:cubicBezTo>
                    <a:cubicBezTo>
                      <a:pt x="279" y="927"/>
                      <a:pt x="725" y="566"/>
                      <a:pt x="918" y="566"/>
                    </a:cubicBezTo>
                    <a:cubicBezTo>
                      <a:pt x="924" y="566"/>
                      <a:pt x="929" y="566"/>
                      <a:pt x="934" y="567"/>
                    </a:cubicBezTo>
                    <a:cubicBezTo>
                      <a:pt x="1126" y="589"/>
                      <a:pt x="1839" y="1133"/>
                      <a:pt x="2065" y="1133"/>
                    </a:cubicBezTo>
                    <a:cubicBezTo>
                      <a:pt x="2070" y="1133"/>
                      <a:pt x="2074" y="1133"/>
                      <a:pt x="2078" y="1132"/>
                    </a:cubicBezTo>
                    <a:cubicBezTo>
                      <a:pt x="2292" y="1110"/>
                      <a:pt x="2146" y="426"/>
                      <a:pt x="1553" y="102"/>
                    </a:cubicBezTo>
                    <a:cubicBezTo>
                      <a:pt x="1416" y="28"/>
                      <a:pt x="1275" y="0"/>
                      <a:pt x="1138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6" name="Google Shape;4726;p75"/>
              <p:cNvSpPr/>
              <p:nvPr/>
            </p:nvSpPr>
            <p:spPr>
              <a:xfrm>
                <a:off x="3171375" y="2730225"/>
                <a:ext cx="72225" cy="407700"/>
              </a:xfrm>
              <a:custGeom>
                <a:rect b="b" l="l" r="r" t="t"/>
                <a:pathLst>
                  <a:path extrusionOk="0" h="16308" w="2889">
                    <a:moveTo>
                      <a:pt x="72" y="1"/>
                    </a:moveTo>
                    <a:cubicBezTo>
                      <a:pt x="32" y="1"/>
                      <a:pt x="0" y="33"/>
                      <a:pt x="0" y="74"/>
                    </a:cubicBezTo>
                    <a:lnTo>
                      <a:pt x="0" y="16230"/>
                    </a:lnTo>
                    <a:cubicBezTo>
                      <a:pt x="0" y="16272"/>
                      <a:pt x="32" y="16308"/>
                      <a:pt x="72" y="16308"/>
                    </a:cubicBezTo>
                    <a:lnTo>
                      <a:pt x="2817" y="16308"/>
                    </a:lnTo>
                    <a:cubicBezTo>
                      <a:pt x="2857" y="16308"/>
                      <a:pt x="2889" y="16272"/>
                      <a:pt x="2889" y="16230"/>
                    </a:cubicBezTo>
                    <a:lnTo>
                      <a:pt x="2889" y="74"/>
                    </a:lnTo>
                    <a:cubicBezTo>
                      <a:pt x="2889" y="33"/>
                      <a:pt x="2857" y="1"/>
                      <a:pt x="2817" y="1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7" name="Google Shape;4727;p75"/>
              <p:cNvSpPr/>
              <p:nvPr/>
            </p:nvSpPr>
            <p:spPr>
              <a:xfrm>
                <a:off x="3184100" y="3145550"/>
                <a:ext cx="33900" cy="367375"/>
              </a:xfrm>
              <a:custGeom>
                <a:rect b="b" l="l" r="r" t="t"/>
                <a:pathLst>
                  <a:path extrusionOk="0" h="14695" w="1356">
                    <a:moveTo>
                      <a:pt x="1" y="0"/>
                    </a:moveTo>
                    <a:lnTo>
                      <a:pt x="1" y="14695"/>
                    </a:lnTo>
                    <a:lnTo>
                      <a:pt x="1355" y="14695"/>
                    </a:lnTo>
                    <a:lnTo>
                      <a:pt x="1355" y="0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8" name="Google Shape;4728;p75"/>
              <p:cNvSpPr/>
              <p:nvPr/>
            </p:nvSpPr>
            <p:spPr>
              <a:xfrm>
                <a:off x="3171375" y="3389050"/>
                <a:ext cx="72225" cy="48325"/>
              </a:xfrm>
              <a:custGeom>
                <a:rect b="b" l="l" r="r" t="t"/>
                <a:pathLst>
                  <a:path extrusionOk="0" h="1933" w="2889">
                    <a:moveTo>
                      <a:pt x="0" y="1"/>
                    </a:moveTo>
                    <a:lnTo>
                      <a:pt x="0" y="1932"/>
                    </a:lnTo>
                    <a:lnTo>
                      <a:pt x="2889" y="1932"/>
                    </a:lnTo>
                    <a:lnTo>
                      <a:pt x="2889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9" name="Google Shape;4729;p75"/>
              <p:cNvSpPr/>
              <p:nvPr/>
            </p:nvSpPr>
            <p:spPr>
              <a:xfrm>
                <a:off x="3171375" y="3076150"/>
                <a:ext cx="72225" cy="312925"/>
              </a:xfrm>
              <a:custGeom>
                <a:rect b="b" l="l" r="r" t="t"/>
                <a:pathLst>
                  <a:path extrusionOk="0" h="12517" w="2889">
                    <a:moveTo>
                      <a:pt x="1180" y="1"/>
                    </a:moveTo>
                    <a:cubicBezTo>
                      <a:pt x="528" y="1"/>
                      <a:pt x="0" y="534"/>
                      <a:pt x="0" y="1181"/>
                    </a:cubicBezTo>
                    <a:lnTo>
                      <a:pt x="0" y="12517"/>
                    </a:lnTo>
                    <a:lnTo>
                      <a:pt x="2889" y="12517"/>
                    </a:lnTo>
                    <a:lnTo>
                      <a:pt x="2889" y="1181"/>
                    </a:lnTo>
                    <a:cubicBezTo>
                      <a:pt x="2889" y="534"/>
                      <a:pt x="2361" y="1"/>
                      <a:pt x="1709" y="1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0" name="Google Shape;4730;p75"/>
              <p:cNvSpPr/>
              <p:nvPr/>
            </p:nvSpPr>
            <p:spPr>
              <a:xfrm>
                <a:off x="3023025" y="3588000"/>
                <a:ext cx="194975" cy="24850"/>
              </a:xfrm>
              <a:custGeom>
                <a:rect b="b" l="l" r="r" t="t"/>
                <a:pathLst>
                  <a:path extrusionOk="0" h="994" w="7799">
                    <a:moveTo>
                      <a:pt x="186" y="0"/>
                    </a:moveTo>
                    <a:cubicBezTo>
                      <a:pt x="32" y="893"/>
                      <a:pt x="0" y="994"/>
                      <a:pt x="0" y="994"/>
                    </a:cubicBezTo>
                    <a:lnTo>
                      <a:pt x="7798" y="994"/>
                    </a:lnTo>
                    <a:lnTo>
                      <a:pt x="7798" y="0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1" name="Google Shape;4731;p75"/>
              <p:cNvSpPr/>
              <p:nvPr/>
            </p:nvSpPr>
            <p:spPr>
              <a:xfrm>
                <a:off x="3027650" y="3497750"/>
                <a:ext cx="190350" cy="90275"/>
              </a:xfrm>
              <a:custGeom>
                <a:rect b="b" l="l" r="r" t="t"/>
                <a:pathLst>
                  <a:path extrusionOk="0" h="3611" w="7614">
                    <a:moveTo>
                      <a:pt x="5694" y="1"/>
                    </a:moveTo>
                    <a:cubicBezTo>
                      <a:pt x="5694" y="1"/>
                      <a:pt x="5918" y="2092"/>
                      <a:pt x="4336" y="2243"/>
                    </a:cubicBezTo>
                    <a:cubicBezTo>
                      <a:pt x="2759" y="2393"/>
                      <a:pt x="175" y="2607"/>
                      <a:pt x="11" y="3550"/>
                    </a:cubicBezTo>
                    <a:cubicBezTo>
                      <a:pt x="6" y="3573"/>
                      <a:pt x="1" y="3592"/>
                      <a:pt x="1" y="3610"/>
                    </a:cubicBezTo>
                    <a:lnTo>
                      <a:pt x="7613" y="3610"/>
                    </a:lnTo>
                    <a:lnTo>
                      <a:pt x="7613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2" name="Google Shape;4732;p75"/>
              <p:cNvSpPr/>
              <p:nvPr/>
            </p:nvSpPr>
            <p:spPr>
              <a:xfrm>
                <a:off x="3042375" y="3567650"/>
                <a:ext cx="87075" cy="20600"/>
              </a:xfrm>
              <a:custGeom>
                <a:rect b="b" l="l" r="r" t="t"/>
                <a:pathLst>
                  <a:path extrusionOk="0" h="824" w="3483">
                    <a:moveTo>
                      <a:pt x="1250" y="1"/>
                    </a:moveTo>
                    <a:cubicBezTo>
                      <a:pt x="590" y="1"/>
                      <a:pt x="6" y="21"/>
                      <a:pt x="0" y="21"/>
                    </a:cubicBezTo>
                    <a:lnTo>
                      <a:pt x="0" y="71"/>
                    </a:lnTo>
                    <a:cubicBezTo>
                      <a:pt x="9" y="71"/>
                      <a:pt x="592" y="51"/>
                      <a:pt x="1251" y="51"/>
                    </a:cubicBezTo>
                    <a:cubicBezTo>
                      <a:pt x="1580" y="51"/>
                      <a:pt x="1929" y="56"/>
                      <a:pt x="2234" y="71"/>
                    </a:cubicBezTo>
                    <a:cubicBezTo>
                      <a:pt x="3131" y="117"/>
                      <a:pt x="3432" y="814"/>
                      <a:pt x="3437" y="823"/>
                    </a:cubicBezTo>
                    <a:lnTo>
                      <a:pt x="3482" y="805"/>
                    </a:lnTo>
                    <a:cubicBezTo>
                      <a:pt x="3478" y="796"/>
                      <a:pt x="3168" y="71"/>
                      <a:pt x="2234" y="21"/>
                    </a:cubicBezTo>
                    <a:cubicBezTo>
                      <a:pt x="1929" y="6"/>
                      <a:pt x="1579" y="1"/>
                      <a:pt x="1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3" name="Google Shape;4733;p75"/>
              <p:cNvSpPr/>
              <p:nvPr/>
            </p:nvSpPr>
            <p:spPr>
              <a:xfrm>
                <a:off x="3128625" y="3497750"/>
                <a:ext cx="66125" cy="63150"/>
              </a:xfrm>
              <a:custGeom>
                <a:rect b="b" l="l" r="r" t="t"/>
                <a:pathLst>
                  <a:path extrusionOk="0" h="2526" w="2645">
                    <a:moveTo>
                      <a:pt x="2580" y="1"/>
                    </a:moveTo>
                    <a:cubicBezTo>
                      <a:pt x="2580" y="18"/>
                      <a:pt x="2594" y="2111"/>
                      <a:pt x="1833" y="2380"/>
                    </a:cubicBezTo>
                    <a:cubicBezTo>
                      <a:pt x="1638" y="2449"/>
                      <a:pt x="1427" y="2475"/>
                      <a:pt x="1218" y="2475"/>
                    </a:cubicBezTo>
                    <a:cubicBezTo>
                      <a:pt x="606" y="2475"/>
                      <a:pt x="26" y="2251"/>
                      <a:pt x="19" y="2247"/>
                    </a:cubicBezTo>
                    <a:lnTo>
                      <a:pt x="0" y="2292"/>
                    </a:lnTo>
                    <a:cubicBezTo>
                      <a:pt x="5" y="2298"/>
                      <a:pt x="593" y="2525"/>
                      <a:pt x="1218" y="2525"/>
                    </a:cubicBezTo>
                    <a:cubicBezTo>
                      <a:pt x="1431" y="2525"/>
                      <a:pt x="1650" y="2498"/>
                      <a:pt x="1851" y="2429"/>
                    </a:cubicBezTo>
                    <a:cubicBezTo>
                      <a:pt x="2644" y="2147"/>
                      <a:pt x="2630" y="87"/>
                      <a:pt x="26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4" name="Google Shape;4734;p75"/>
              <p:cNvSpPr/>
              <p:nvPr/>
            </p:nvSpPr>
            <p:spPr>
              <a:xfrm>
                <a:off x="3168275" y="3504025"/>
                <a:ext cx="25775" cy="17675"/>
              </a:xfrm>
              <a:custGeom>
                <a:rect b="b" l="l" r="r" t="t"/>
                <a:pathLst>
                  <a:path extrusionOk="0" h="707" w="1031">
                    <a:moveTo>
                      <a:pt x="1004" y="0"/>
                    </a:moveTo>
                    <a:lnTo>
                      <a:pt x="1" y="665"/>
                    </a:lnTo>
                    <a:lnTo>
                      <a:pt x="28" y="707"/>
                    </a:lnTo>
                    <a:lnTo>
                      <a:pt x="1031" y="41"/>
                    </a:lnTo>
                    <a:lnTo>
                      <a:pt x="10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5" name="Google Shape;4735;p75"/>
              <p:cNvSpPr/>
              <p:nvPr/>
            </p:nvSpPr>
            <p:spPr>
              <a:xfrm>
                <a:off x="3169850" y="3508700"/>
                <a:ext cx="22600" cy="13000"/>
              </a:xfrm>
              <a:custGeom>
                <a:rect b="b" l="l" r="r" t="t"/>
                <a:pathLst>
                  <a:path extrusionOk="0" h="520" w="904">
                    <a:moveTo>
                      <a:pt x="24" y="0"/>
                    </a:moveTo>
                    <a:lnTo>
                      <a:pt x="1" y="41"/>
                    </a:lnTo>
                    <a:lnTo>
                      <a:pt x="882" y="520"/>
                    </a:lnTo>
                    <a:lnTo>
                      <a:pt x="903" y="478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6" name="Google Shape;4736;p75"/>
              <p:cNvSpPr/>
              <p:nvPr/>
            </p:nvSpPr>
            <p:spPr>
              <a:xfrm>
                <a:off x="3161100" y="3528375"/>
                <a:ext cx="29975" cy="11650"/>
              </a:xfrm>
              <a:custGeom>
                <a:rect b="b" l="l" r="r" t="t"/>
                <a:pathLst>
                  <a:path extrusionOk="0" h="466" w="1199">
                    <a:moveTo>
                      <a:pt x="1181" y="1"/>
                    </a:moveTo>
                    <a:lnTo>
                      <a:pt x="1" y="416"/>
                    </a:lnTo>
                    <a:lnTo>
                      <a:pt x="14" y="466"/>
                    </a:lnTo>
                    <a:lnTo>
                      <a:pt x="1199" y="47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7" name="Google Shape;4737;p75"/>
              <p:cNvSpPr/>
              <p:nvPr/>
            </p:nvSpPr>
            <p:spPr>
              <a:xfrm>
                <a:off x="3166125" y="3528375"/>
                <a:ext cx="21200" cy="14975"/>
              </a:xfrm>
              <a:custGeom>
                <a:rect b="b" l="l" r="r" t="t"/>
                <a:pathLst>
                  <a:path extrusionOk="0" h="599" w="848">
                    <a:moveTo>
                      <a:pt x="27" y="1"/>
                    </a:moveTo>
                    <a:lnTo>
                      <a:pt x="0" y="47"/>
                    </a:lnTo>
                    <a:lnTo>
                      <a:pt x="820" y="598"/>
                    </a:lnTo>
                    <a:lnTo>
                      <a:pt x="848" y="558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8" name="Google Shape;4738;p75"/>
              <p:cNvSpPr/>
              <p:nvPr/>
            </p:nvSpPr>
            <p:spPr>
              <a:xfrm>
                <a:off x="3272550" y="2730225"/>
                <a:ext cx="72250" cy="407700"/>
              </a:xfrm>
              <a:custGeom>
                <a:rect b="b" l="l" r="r" t="t"/>
                <a:pathLst>
                  <a:path extrusionOk="0" h="16308" w="2890">
                    <a:moveTo>
                      <a:pt x="73" y="1"/>
                    </a:moveTo>
                    <a:cubicBezTo>
                      <a:pt x="32" y="1"/>
                      <a:pt x="0" y="33"/>
                      <a:pt x="0" y="74"/>
                    </a:cubicBezTo>
                    <a:lnTo>
                      <a:pt x="0" y="16230"/>
                    </a:lnTo>
                    <a:cubicBezTo>
                      <a:pt x="0" y="16272"/>
                      <a:pt x="32" y="16308"/>
                      <a:pt x="73" y="16308"/>
                    </a:cubicBezTo>
                    <a:lnTo>
                      <a:pt x="2817" y="16308"/>
                    </a:lnTo>
                    <a:cubicBezTo>
                      <a:pt x="2857" y="16308"/>
                      <a:pt x="2889" y="16272"/>
                      <a:pt x="2889" y="16230"/>
                    </a:cubicBezTo>
                    <a:lnTo>
                      <a:pt x="2889" y="74"/>
                    </a:lnTo>
                    <a:cubicBezTo>
                      <a:pt x="2889" y="33"/>
                      <a:pt x="2857" y="1"/>
                      <a:pt x="2817" y="1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9" name="Google Shape;4739;p75"/>
              <p:cNvSpPr/>
              <p:nvPr/>
            </p:nvSpPr>
            <p:spPr>
              <a:xfrm>
                <a:off x="3288375" y="3145550"/>
                <a:ext cx="33750" cy="367375"/>
              </a:xfrm>
              <a:custGeom>
                <a:rect b="b" l="l" r="r" t="t"/>
                <a:pathLst>
                  <a:path extrusionOk="0" h="14695" w="1350">
                    <a:moveTo>
                      <a:pt x="1" y="0"/>
                    </a:moveTo>
                    <a:lnTo>
                      <a:pt x="1" y="14695"/>
                    </a:lnTo>
                    <a:lnTo>
                      <a:pt x="1349" y="14695"/>
                    </a:lnTo>
                    <a:lnTo>
                      <a:pt x="1349" y="0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0" name="Google Shape;4740;p75"/>
              <p:cNvSpPr/>
              <p:nvPr/>
            </p:nvSpPr>
            <p:spPr>
              <a:xfrm>
                <a:off x="3272550" y="3076150"/>
                <a:ext cx="72250" cy="312925"/>
              </a:xfrm>
              <a:custGeom>
                <a:rect b="b" l="l" r="r" t="t"/>
                <a:pathLst>
                  <a:path extrusionOk="0" h="12517" w="2890">
                    <a:moveTo>
                      <a:pt x="1181" y="1"/>
                    </a:moveTo>
                    <a:cubicBezTo>
                      <a:pt x="529" y="1"/>
                      <a:pt x="0" y="534"/>
                      <a:pt x="0" y="1181"/>
                    </a:cubicBezTo>
                    <a:lnTo>
                      <a:pt x="0" y="12517"/>
                    </a:lnTo>
                    <a:lnTo>
                      <a:pt x="2889" y="12517"/>
                    </a:lnTo>
                    <a:lnTo>
                      <a:pt x="2889" y="1181"/>
                    </a:lnTo>
                    <a:cubicBezTo>
                      <a:pt x="2889" y="534"/>
                      <a:pt x="2356" y="1"/>
                      <a:pt x="1709" y="1"/>
                    </a:cubicBezTo>
                    <a:close/>
                  </a:path>
                </a:pathLst>
              </a:custGeom>
              <a:solidFill>
                <a:srgbClr val="1413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1" name="Google Shape;4741;p75"/>
              <p:cNvSpPr/>
              <p:nvPr/>
            </p:nvSpPr>
            <p:spPr>
              <a:xfrm>
                <a:off x="3272550" y="3389050"/>
                <a:ext cx="72250" cy="48325"/>
              </a:xfrm>
              <a:custGeom>
                <a:rect b="b" l="l" r="r" t="t"/>
                <a:pathLst>
                  <a:path extrusionOk="0" h="1933" w="2890">
                    <a:moveTo>
                      <a:pt x="0" y="1"/>
                    </a:moveTo>
                    <a:lnTo>
                      <a:pt x="0" y="1932"/>
                    </a:lnTo>
                    <a:lnTo>
                      <a:pt x="2889" y="1932"/>
                    </a:lnTo>
                    <a:lnTo>
                      <a:pt x="2889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2" name="Google Shape;4742;p75"/>
              <p:cNvSpPr/>
              <p:nvPr/>
            </p:nvSpPr>
            <p:spPr>
              <a:xfrm>
                <a:off x="3133075" y="3588000"/>
                <a:ext cx="194975" cy="24850"/>
              </a:xfrm>
              <a:custGeom>
                <a:rect b="b" l="l" r="r" t="t"/>
                <a:pathLst>
                  <a:path extrusionOk="0" h="994" w="7799">
                    <a:moveTo>
                      <a:pt x="182" y="0"/>
                    </a:moveTo>
                    <a:cubicBezTo>
                      <a:pt x="28" y="893"/>
                      <a:pt x="1" y="994"/>
                      <a:pt x="1" y="994"/>
                    </a:cubicBezTo>
                    <a:lnTo>
                      <a:pt x="7799" y="994"/>
                    </a:lnTo>
                    <a:lnTo>
                      <a:pt x="7799" y="0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3" name="Google Shape;4743;p75"/>
              <p:cNvSpPr/>
              <p:nvPr/>
            </p:nvSpPr>
            <p:spPr>
              <a:xfrm>
                <a:off x="3137625" y="3497750"/>
                <a:ext cx="190425" cy="90275"/>
              </a:xfrm>
              <a:custGeom>
                <a:rect b="b" l="l" r="r" t="t"/>
                <a:pathLst>
                  <a:path extrusionOk="0" h="3611" w="7617">
                    <a:moveTo>
                      <a:pt x="5698" y="1"/>
                    </a:moveTo>
                    <a:cubicBezTo>
                      <a:pt x="5698" y="1"/>
                      <a:pt x="5921" y="2092"/>
                      <a:pt x="4340" y="2243"/>
                    </a:cubicBezTo>
                    <a:cubicBezTo>
                      <a:pt x="2762" y="2393"/>
                      <a:pt x="174" y="2607"/>
                      <a:pt x="10" y="3550"/>
                    </a:cubicBezTo>
                    <a:cubicBezTo>
                      <a:pt x="10" y="3573"/>
                      <a:pt x="5" y="3592"/>
                      <a:pt x="0" y="3610"/>
                    </a:cubicBezTo>
                    <a:lnTo>
                      <a:pt x="7617" y="3610"/>
                    </a:lnTo>
                    <a:lnTo>
                      <a:pt x="7617" y="1"/>
                    </a:ln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4" name="Google Shape;4744;p75"/>
              <p:cNvSpPr/>
              <p:nvPr/>
            </p:nvSpPr>
            <p:spPr>
              <a:xfrm>
                <a:off x="3152325" y="3567650"/>
                <a:ext cx="87075" cy="20600"/>
              </a:xfrm>
              <a:custGeom>
                <a:rect b="b" l="l" r="r" t="t"/>
                <a:pathLst>
                  <a:path extrusionOk="0" h="824" w="3483">
                    <a:moveTo>
                      <a:pt x="1252" y="1"/>
                    </a:moveTo>
                    <a:cubicBezTo>
                      <a:pt x="592" y="1"/>
                      <a:pt x="10" y="21"/>
                      <a:pt x="1" y="21"/>
                    </a:cubicBezTo>
                    <a:lnTo>
                      <a:pt x="5" y="71"/>
                    </a:lnTo>
                    <a:cubicBezTo>
                      <a:pt x="11" y="71"/>
                      <a:pt x="592" y="51"/>
                      <a:pt x="1251" y="51"/>
                    </a:cubicBezTo>
                    <a:cubicBezTo>
                      <a:pt x="1580" y="51"/>
                      <a:pt x="1928" y="56"/>
                      <a:pt x="2233" y="71"/>
                    </a:cubicBezTo>
                    <a:cubicBezTo>
                      <a:pt x="3136" y="117"/>
                      <a:pt x="3437" y="814"/>
                      <a:pt x="3437" y="823"/>
                    </a:cubicBezTo>
                    <a:lnTo>
                      <a:pt x="3483" y="805"/>
                    </a:lnTo>
                    <a:cubicBezTo>
                      <a:pt x="3483" y="796"/>
                      <a:pt x="3169" y="71"/>
                      <a:pt x="2239" y="21"/>
                    </a:cubicBezTo>
                    <a:cubicBezTo>
                      <a:pt x="1932" y="6"/>
                      <a:pt x="1582" y="1"/>
                      <a:pt x="12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5" name="Google Shape;4745;p75"/>
              <p:cNvSpPr/>
              <p:nvPr/>
            </p:nvSpPr>
            <p:spPr>
              <a:xfrm>
                <a:off x="3238575" y="3497750"/>
                <a:ext cx="66125" cy="63150"/>
              </a:xfrm>
              <a:custGeom>
                <a:rect b="b" l="l" r="r" t="t"/>
                <a:pathLst>
                  <a:path extrusionOk="0" h="2526" w="2645">
                    <a:moveTo>
                      <a:pt x="2580" y="1"/>
                    </a:moveTo>
                    <a:cubicBezTo>
                      <a:pt x="2580" y="18"/>
                      <a:pt x="2594" y="2111"/>
                      <a:pt x="1833" y="2380"/>
                    </a:cubicBezTo>
                    <a:cubicBezTo>
                      <a:pt x="1639" y="2449"/>
                      <a:pt x="1427" y="2475"/>
                      <a:pt x="1219" y="2475"/>
                    </a:cubicBezTo>
                    <a:cubicBezTo>
                      <a:pt x="608" y="2475"/>
                      <a:pt x="29" y="2251"/>
                      <a:pt x="19" y="2247"/>
                    </a:cubicBezTo>
                    <a:lnTo>
                      <a:pt x="1" y="2292"/>
                    </a:lnTo>
                    <a:cubicBezTo>
                      <a:pt x="10" y="2298"/>
                      <a:pt x="598" y="2525"/>
                      <a:pt x="1223" y="2525"/>
                    </a:cubicBezTo>
                    <a:cubicBezTo>
                      <a:pt x="1436" y="2525"/>
                      <a:pt x="1650" y="2498"/>
                      <a:pt x="1852" y="2429"/>
                    </a:cubicBezTo>
                    <a:cubicBezTo>
                      <a:pt x="2645" y="2147"/>
                      <a:pt x="2630" y="87"/>
                      <a:pt x="26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6" name="Google Shape;4746;p75"/>
              <p:cNvSpPr/>
              <p:nvPr/>
            </p:nvSpPr>
            <p:spPr>
              <a:xfrm>
                <a:off x="3278225" y="3504025"/>
                <a:ext cx="25900" cy="17675"/>
              </a:xfrm>
              <a:custGeom>
                <a:rect b="b" l="l" r="r" t="t"/>
                <a:pathLst>
                  <a:path extrusionOk="0" h="707" w="1036">
                    <a:moveTo>
                      <a:pt x="1008" y="0"/>
                    </a:moveTo>
                    <a:lnTo>
                      <a:pt x="1" y="665"/>
                    </a:lnTo>
                    <a:lnTo>
                      <a:pt x="28" y="707"/>
                    </a:lnTo>
                    <a:lnTo>
                      <a:pt x="1036" y="41"/>
                    </a:lnTo>
                    <a:lnTo>
                      <a:pt x="10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7" name="Google Shape;4747;p75"/>
              <p:cNvSpPr/>
              <p:nvPr/>
            </p:nvSpPr>
            <p:spPr>
              <a:xfrm>
                <a:off x="3279825" y="3508700"/>
                <a:ext cx="22575" cy="13000"/>
              </a:xfrm>
              <a:custGeom>
                <a:rect b="b" l="l" r="r" t="t"/>
                <a:pathLst>
                  <a:path extrusionOk="0" h="520" w="903">
                    <a:moveTo>
                      <a:pt x="23" y="0"/>
                    </a:moveTo>
                    <a:lnTo>
                      <a:pt x="0" y="41"/>
                    </a:lnTo>
                    <a:lnTo>
                      <a:pt x="880" y="520"/>
                    </a:lnTo>
                    <a:lnTo>
                      <a:pt x="903" y="478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8" name="Google Shape;4748;p75"/>
              <p:cNvSpPr/>
              <p:nvPr/>
            </p:nvSpPr>
            <p:spPr>
              <a:xfrm>
                <a:off x="3271050" y="3528375"/>
                <a:ext cx="30000" cy="11650"/>
              </a:xfrm>
              <a:custGeom>
                <a:rect b="b" l="l" r="r" t="t"/>
                <a:pathLst>
                  <a:path extrusionOk="0" h="466" w="1200">
                    <a:moveTo>
                      <a:pt x="1186" y="1"/>
                    </a:moveTo>
                    <a:lnTo>
                      <a:pt x="0" y="416"/>
                    </a:lnTo>
                    <a:lnTo>
                      <a:pt x="19" y="466"/>
                    </a:lnTo>
                    <a:lnTo>
                      <a:pt x="1199" y="47"/>
                    </a:lnTo>
                    <a:lnTo>
                      <a:pt x="11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9" name="Google Shape;4749;p75"/>
              <p:cNvSpPr/>
              <p:nvPr/>
            </p:nvSpPr>
            <p:spPr>
              <a:xfrm>
                <a:off x="3276075" y="3528375"/>
                <a:ext cx="21325" cy="14975"/>
              </a:xfrm>
              <a:custGeom>
                <a:rect b="b" l="l" r="r" t="t"/>
                <a:pathLst>
                  <a:path extrusionOk="0" h="599" w="853">
                    <a:moveTo>
                      <a:pt x="28" y="1"/>
                    </a:moveTo>
                    <a:lnTo>
                      <a:pt x="0" y="47"/>
                    </a:lnTo>
                    <a:lnTo>
                      <a:pt x="825" y="598"/>
                    </a:lnTo>
                    <a:lnTo>
                      <a:pt x="853" y="558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0" name="Google Shape;4750;p75"/>
              <p:cNvSpPr/>
              <p:nvPr/>
            </p:nvSpPr>
            <p:spPr>
              <a:xfrm>
                <a:off x="3049325" y="2311050"/>
                <a:ext cx="463425" cy="420575"/>
              </a:xfrm>
              <a:custGeom>
                <a:rect b="b" l="l" r="r" t="t"/>
                <a:pathLst>
                  <a:path extrusionOk="0" h="16823" w="18537">
                    <a:moveTo>
                      <a:pt x="6368" y="0"/>
                    </a:moveTo>
                    <a:cubicBezTo>
                      <a:pt x="6368" y="0"/>
                      <a:pt x="1349" y="615"/>
                      <a:pt x="675" y="1404"/>
                    </a:cubicBezTo>
                    <a:cubicBezTo>
                      <a:pt x="0" y="2192"/>
                      <a:pt x="2175" y="15838"/>
                      <a:pt x="3149" y="16663"/>
                    </a:cubicBezTo>
                    <a:cubicBezTo>
                      <a:pt x="3214" y="16722"/>
                      <a:pt x="3318" y="16772"/>
                      <a:pt x="3455" y="16822"/>
                    </a:cubicBezTo>
                    <a:lnTo>
                      <a:pt x="14174" y="16822"/>
                    </a:lnTo>
                    <a:cubicBezTo>
                      <a:pt x="15082" y="15022"/>
                      <a:pt x="18463" y="4197"/>
                      <a:pt x="18500" y="2680"/>
                    </a:cubicBezTo>
                    <a:cubicBezTo>
                      <a:pt x="18537" y="1067"/>
                      <a:pt x="16723" y="724"/>
                      <a:pt x="14403" y="351"/>
                    </a:cubicBezTo>
                    <a:lnTo>
                      <a:pt x="6368" y="0"/>
                    </a:ln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1" name="Google Shape;4751;p75"/>
              <p:cNvSpPr/>
              <p:nvPr/>
            </p:nvSpPr>
            <p:spPr>
              <a:xfrm>
                <a:off x="3062200" y="2425100"/>
                <a:ext cx="64400" cy="303425"/>
              </a:xfrm>
              <a:custGeom>
                <a:rect b="b" l="l" r="r" t="t"/>
                <a:pathLst>
                  <a:path extrusionOk="0" h="12137" w="2576">
                    <a:moveTo>
                      <a:pt x="60" y="1"/>
                    </a:moveTo>
                    <a:lnTo>
                      <a:pt x="1" y="9"/>
                    </a:lnTo>
                    <a:cubicBezTo>
                      <a:pt x="5" y="46"/>
                      <a:pt x="402" y="3952"/>
                      <a:pt x="839" y="6135"/>
                    </a:cubicBezTo>
                    <a:cubicBezTo>
                      <a:pt x="1107" y="7471"/>
                      <a:pt x="1901" y="10136"/>
                      <a:pt x="2516" y="12137"/>
                    </a:cubicBezTo>
                    <a:lnTo>
                      <a:pt x="2575" y="12124"/>
                    </a:lnTo>
                    <a:cubicBezTo>
                      <a:pt x="1955" y="10123"/>
                      <a:pt x="1168" y="7456"/>
                      <a:pt x="899" y="6121"/>
                    </a:cubicBezTo>
                    <a:cubicBezTo>
                      <a:pt x="461" y="3943"/>
                      <a:pt x="64" y="41"/>
                      <a:pt x="60" y="1"/>
                    </a:cubicBezTo>
                    <a:close/>
                  </a:path>
                </a:pathLst>
              </a:custGeom>
              <a:solidFill>
                <a:srgbClr val="65A2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2" name="Google Shape;4752;p75"/>
              <p:cNvSpPr/>
              <p:nvPr/>
            </p:nvSpPr>
            <p:spPr>
              <a:xfrm>
                <a:off x="3208500" y="2294525"/>
                <a:ext cx="174925" cy="75100"/>
              </a:xfrm>
              <a:custGeom>
                <a:rect b="b" l="l" r="r" t="t"/>
                <a:pathLst>
                  <a:path extrusionOk="0" h="3004" w="6997">
                    <a:moveTo>
                      <a:pt x="3629" y="1"/>
                    </a:moveTo>
                    <a:lnTo>
                      <a:pt x="1" y="661"/>
                    </a:lnTo>
                    <a:lnTo>
                      <a:pt x="2197" y="3003"/>
                    </a:lnTo>
                    <a:lnTo>
                      <a:pt x="6997" y="966"/>
                    </a:lnTo>
                    <a:lnTo>
                      <a:pt x="3629" y="1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3" name="Google Shape;4753;p75"/>
              <p:cNvSpPr/>
              <p:nvPr/>
            </p:nvSpPr>
            <p:spPr>
              <a:xfrm>
                <a:off x="3189475" y="2311050"/>
                <a:ext cx="219925" cy="78750"/>
              </a:xfrm>
              <a:custGeom>
                <a:rect b="b" l="l" r="r" t="t"/>
                <a:pathLst>
                  <a:path extrusionOk="0" h="3150" w="8797">
                    <a:moveTo>
                      <a:pt x="762" y="0"/>
                    </a:moveTo>
                    <a:lnTo>
                      <a:pt x="0" y="105"/>
                    </a:lnTo>
                    <a:lnTo>
                      <a:pt x="2798" y="3149"/>
                    </a:lnTo>
                    <a:lnTo>
                      <a:pt x="8560" y="342"/>
                    </a:lnTo>
                    <a:lnTo>
                      <a:pt x="8797" y="351"/>
                    </a:lnTo>
                    <a:lnTo>
                      <a:pt x="8797" y="351"/>
                    </a:lnTo>
                    <a:lnTo>
                      <a:pt x="7758" y="305"/>
                    </a:lnTo>
                    <a:lnTo>
                      <a:pt x="2958" y="2342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rgbClr val="B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4" name="Google Shape;4754;p75"/>
              <p:cNvSpPr/>
              <p:nvPr/>
            </p:nvSpPr>
            <p:spPr>
              <a:xfrm>
                <a:off x="3387850" y="2338275"/>
                <a:ext cx="169125" cy="370000"/>
              </a:xfrm>
              <a:custGeom>
                <a:rect b="b" l="l" r="r" t="t"/>
                <a:pathLst>
                  <a:path extrusionOk="0" h="14800" w="6765">
                    <a:moveTo>
                      <a:pt x="3870" y="1"/>
                    </a:moveTo>
                    <a:cubicBezTo>
                      <a:pt x="0" y="392"/>
                      <a:pt x="1569" y="8478"/>
                      <a:pt x="2088" y="11171"/>
                    </a:cubicBezTo>
                    <a:cubicBezTo>
                      <a:pt x="2557" y="13607"/>
                      <a:pt x="3026" y="14799"/>
                      <a:pt x="4052" y="14799"/>
                    </a:cubicBezTo>
                    <a:cubicBezTo>
                      <a:pt x="4162" y="14799"/>
                      <a:pt x="4279" y="14785"/>
                      <a:pt x="4403" y="14758"/>
                    </a:cubicBezTo>
                    <a:cubicBezTo>
                      <a:pt x="5675" y="14476"/>
                      <a:pt x="6764" y="7630"/>
                      <a:pt x="6668" y="4179"/>
                    </a:cubicBezTo>
                    <a:cubicBezTo>
                      <a:pt x="6573" y="734"/>
                      <a:pt x="3870" y="1"/>
                      <a:pt x="3870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5" name="Google Shape;4755;p75"/>
              <p:cNvSpPr/>
              <p:nvPr/>
            </p:nvSpPr>
            <p:spPr>
              <a:xfrm>
                <a:off x="3443575" y="2603500"/>
                <a:ext cx="95650" cy="312500"/>
              </a:xfrm>
              <a:custGeom>
                <a:rect b="b" l="l" r="r" t="t"/>
                <a:pathLst>
                  <a:path extrusionOk="0" h="12500" w="3826">
                    <a:moveTo>
                      <a:pt x="3771" y="1"/>
                    </a:moveTo>
                    <a:cubicBezTo>
                      <a:pt x="3495" y="1"/>
                      <a:pt x="2190" y="229"/>
                      <a:pt x="1226" y="1315"/>
                    </a:cubicBezTo>
                    <a:cubicBezTo>
                      <a:pt x="1226" y="1315"/>
                      <a:pt x="0" y="2102"/>
                      <a:pt x="141" y="4965"/>
                    </a:cubicBezTo>
                    <a:cubicBezTo>
                      <a:pt x="228" y="6696"/>
                      <a:pt x="406" y="10083"/>
                      <a:pt x="533" y="12499"/>
                    </a:cubicBezTo>
                    <a:lnTo>
                      <a:pt x="2584" y="12499"/>
                    </a:lnTo>
                    <a:cubicBezTo>
                      <a:pt x="3021" y="8114"/>
                      <a:pt x="3819" y="47"/>
                      <a:pt x="3824" y="11"/>
                    </a:cubicBezTo>
                    <a:cubicBezTo>
                      <a:pt x="3826" y="4"/>
                      <a:pt x="3807" y="1"/>
                      <a:pt x="3771" y="1"/>
                    </a:cubicBezTo>
                    <a:close/>
                  </a:path>
                </a:pathLst>
              </a:custGeom>
              <a:solidFill>
                <a:srgbClr val="7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6" name="Google Shape;4756;p75"/>
              <p:cNvSpPr/>
              <p:nvPr/>
            </p:nvSpPr>
            <p:spPr>
              <a:xfrm>
                <a:off x="3456875" y="2915975"/>
                <a:ext cx="51300" cy="68925"/>
              </a:xfrm>
              <a:custGeom>
                <a:rect b="b" l="l" r="r" t="t"/>
                <a:pathLst>
                  <a:path extrusionOk="0" h="2757" w="2052">
                    <a:moveTo>
                      <a:pt x="1" y="0"/>
                    </a:moveTo>
                    <a:cubicBezTo>
                      <a:pt x="83" y="1586"/>
                      <a:pt x="148" y="2757"/>
                      <a:pt x="148" y="2757"/>
                    </a:cubicBezTo>
                    <a:lnTo>
                      <a:pt x="1783" y="2757"/>
                    </a:lnTo>
                    <a:cubicBezTo>
                      <a:pt x="1783" y="2757"/>
                      <a:pt x="1892" y="1635"/>
                      <a:pt x="2052" y="0"/>
                    </a:cubicBezTo>
                    <a:close/>
                  </a:path>
                </a:pathLst>
              </a:custGeom>
              <a:solidFill>
                <a:srgbClr val="B025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7" name="Google Shape;4757;p75"/>
              <p:cNvSpPr/>
              <p:nvPr/>
            </p:nvSpPr>
            <p:spPr>
              <a:xfrm>
                <a:off x="3427775" y="2984600"/>
                <a:ext cx="73675" cy="96650"/>
              </a:xfrm>
              <a:custGeom>
                <a:rect b="b" l="l" r="r" t="t"/>
                <a:pathLst>
                  <a:path extrusionOk="0" h="3866" w="2947">
                    <a:moveTo>
                      <a:pt x="1092" y="0"/>
                    </a:moveTo>
                    <a:cubicBezTo>
                      <a:pt x="750" y="0"/>
                      <a:pt x="124" y="79"/>
                      <a:pt x="71" y="646"/>
                    </a:cubicBezTo>
                    <a:cubicBezTo>
                      <a:pt x="0" y="1358"/>
                      <a:pt x="154" y="2055"/>
                      <a:pt x="282" y="2055"/>
                    </a:cubicBezTo>
                    <a:cubicBezTo>
                      <a:pt x="294" y="2055"/>
                      <a:pt x="306" y="2048"/>
                      <a:pt x="317" y="2035"/>
                    </a:cubicBezTo>
                    <a:cubicBezTo>
                      <a:pt x="443" y="1889"/>
                      <a:pt x="763" y="1209"/>
                      <a:pt x="939" y="1209"/>
                    </a:cubicBezTo>
                    <a:cubicBezTo>
                      <a:pt x="948" y="1209"/>
                      <a:pt x="957" y="1211"/>
                      <a:pt x="965" y="1215"/>
                    </a:cubicBezTo>
                    <a:cubicBezTo>
                      <a:pt x="1138" y="1293"/>
                      <a:pt x="946" y="3827"/>
                      <a:pt x="1165" y="3863"/>
                    </a:cubicBezTo>
                    <a:cubicBezTo>
                      <a:pt x="1174" y="3865"/>
                      <a:pt x="1183" y="3865"/>
                      <a:pt x="1192" y="3865"/>
                    </a:cubicBezTo>
                    <a:cubicBezTo>
                      <a:pt x="1427" y="3865"/>
                      <a:pt x="1941" y="3438"/>
                      <a:pt x="2191" y="2834"/>
                    </a:cubicBezTo>
                    <a:cubicBezTo>
                      <a:pt x="2450" y="2205"/>
                      <a:pt x="2947" y="12"/>
                      <a:pt x="2947" y="12"/>
                    </a:cubicBezTo>
                    <a:lnTo>
                      <a:pt x="1312" y="12"/>
                    </a:lnTo>
                    <a:cubicBezTo>
                      <a:pt x="1312" y="12"/>
                      <a:pt x="1222" y="0"/>
                      <a:pt x="1092" y="0"/>
                    </a:cubicBez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8" name="Google Shape;4758;p75"/>
              <p:cNvSpPr/>
              <p:nvPr/>
            </p:nvSpPr>
            <p:spPr>
              <a:xfrm>
                <a:off x="2956800" y="1744975"/>
                <a:ext cx="425850" cy="96850"/>
              </a:xfrm>
              <a:custGeom>
                <a:rect b="b" l="l" r="r" t="t"/>
                <a:pathLst>
                  <a:path extrusionOk="0" h="3874" w="17034">
                    <a:moveTo>
                      <a:pt x="6112" y="1"/>
                    </a:moveTo>
                    <a:cubicBezTo>
                      <a:pt x="3415" y="1"/>
                      <a:pt x="1085" y="1587"/>
                      <a:pt x="1" y="3874"/>
                    </a:cubicBezTo>
                    <a:lnTo>
                      <a:pt x="17033" y="3874"/>
                    </a:lnTo>
                    <a:cubicBezTo>
                      <a:pt x="16436" y="2622"/>
                      <a:pt x="15159" y="1751"/>
                      <a:pt x="13678" y="1751"/>
                    </a:cubicBezTo>
                    <a:cubicBezTo>
                      <a:pt x="13341" y="1751"/>
                      <a:pt x="13013" y="1796"/>
                      <a:pt x="12698" y="1883"/>
                    </a:cubicBezTo>
                    <a:cubicBezTo>
                      <a:pt x="12456" y="1950"/>
                      <a:pt x="12209" y="1982"/>
                      <a:pt x="11964" y="1982"/>
                    </a:cubicBezTo>
                    <a:cubicBezTo>
                      <a:pt x="11336" y="1982"/>
                      <a:pt x="10716" y="1771"/>
                      <a:pt x="10205" y="1381"/>
                    </a:cubicBezTo>
                    <a:cubicBezTo>
                      <a:pt x="9070" y="516"/>
                      <a:pt x="7653" y="1"/>
                      <a:pt x="6112" y="1"/>
                    </a:cubicBez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9" name="Google Shape;4759;p75"/>
              <p:cNvSpPr/>
              <p:nvPr/>
            </p:nvSpPr>
            <p:spPr>
              <a:xfrm>
                <a:off x="2727550" y="1972275"/>
                <a:ext cx="428450" cy="138800"/>
              </a:xfrm>
              <a:custGeom>
                <a:rect b="b" l="l" r="r" t="t"/>
                <a:pathLst>
                  <a:path extrusionOk="0" h="5552" w="17138">
                    <a:moveTo>
                      <a:pt x="5666" y="1"/>
                    </a:moveTo>
                    <a:cubicBezTo>
                      <a:pt x="2571" y="1"/>
                      <a:pt x="60" y="2476"/>
                      <a:pt x="0" y="5552"/>
                    </a:cubicBezTo>
                    <a:lnTo>
                      <a:pt x="17137" y="5552"/>
                    </a:lnTo>
                    <a:cubicBezTo>
                      <a:pt x="16718" y="3638"/>
                      <a:pt x="15009" y="2203"/>
                      <a:pt x="12968" y="2203"/>
                    </a:cubicBezTo>
                    <a:cubicBezTo>
                      <a:pt x="12534" y="2203"/>
                      <a:pt x="12114" y="2266"/>
                      <a:pt x="11718" y="2390"/>
                    </a:cubicBezTo>
                    <a:cubicBezTo>
                      <a:pt x="11546" y="2442"/>
                      <a:pt x="11371" y="2468"/>
                      <a:pt x="11196" y="2468"/>
                    </a:cubicBezTo>
                    <a:cubicBezTo>
                      <a:pt x="10705" y="2468"/>
                      <a:pt x="10226" y="2265"/>
                      <a:pt x="9886" y="1888"/>
                    </a:cubicBezTo>
                    <a:cubicBezTo>
                      <a:pt x="8851" y="730"/>
                      <a:pt x="7343" y="1"/>
                      <a:pt x="5666" y="1"/>
                    </a:cubicBezTo>
                    <a:close/>
                  </a:path>
                </a:pathLst>
              </a:custGeom>
              <a:solidFill>
                <a:srgbClr val="71B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60" name="Google Shape;4760;p75"/>
          <p:cNvSpPr txBox="1"/>
          <p:nvPr/>
        </p:nvSpPr>
        <p:spPr>
          <a:xfrm>
            <a:off x="5169301" y="2026325"/>
            <a:ext cx="11232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C259D"/>
                </a:solidFill>
                <a:latin typeface="Abel"/>
                <a:ea typeface="Abel"/>
                <a:cs typeface="Abel"/>
                <a:sym typeface="Abel"/>
              </a:rPr>
              <a:t> TREND</a:t>
            </a:r>
            <a:endParaRPr b="1" sz="2300">
              <a:solidFill>
                <a:srgbClr val="5C259D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4" name="Shape 4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p76"/>
          <p:cNvSpPr txBox="1"/>
          <p:nvPr>
            <p:ph idx="1" type="subTitle"/>
          </p:nvPr>
        </p:nvSpPr>
        <p:spPr>
          <a:xfrm>
            <a:off x="2642550" y="2801819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you have any questions?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chrizmonkey@gmail.com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+84  0937 566 561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66" name="Google Shape;4766;p76"/>
          <p:cNvSpPr txBox="1"/>
          <p:nvPr>
            <p:ph type="title"/>
          </p:nvPr>
        </p:nvSpPr>
        <p:spPr>
          <a:xfrm>
            <a:off x="2642550" y="1772900"/>
            <a:ext cx="3858900" cy="640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4767" name="Google Shape;4767;p76"/>
          <p:cNvPicPr preferRelativeResize="0"/>
          <p:nvPr/>
        </p:nvPicPr>
        <p:blipFill rotWithShape="1">
          <a:blip r:embed="rId3">
            <a:alphaModFix/>
          </a:blip>
          <a:srcRect b="48421" l="4136" r="46624" t="19664"/>
          <a:stretch/>
        </p:blipFill>
        <p:spPr>
          <a:xfrm>
            <a:off x="974575" y="974550"/>
            <a:ext cx="2227550" cy="10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8" name="Google Shape;4768;p76"/>
          <p:cNvPicPr preferRelativeResize="0"/>
          <p:nvPr/>
        </p:nvPicPr>
        <p:blipFill rotWithShape="1">
          <a:blip r:embed="rId4">
            <a:alphaModFix/>
          </a:blip>
          <a:srcRect b="24383" l="51265" r="4158" t="41817"/>
          <a:stretch/>
        </p:blipFill>
        <p:spPr>
          <a:xfrm>
            <a:off x="5731350" y="2219950"/>
            <a:ext cx="2026475" cy="115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9" name="Google Shape;4769;p76"/>
          <p:cNvPicPr preferRelativeResize="0"/>
          <p:nvPr/>
        </p:nvPicPr>
        <p:blipFill rotWithShape="1">
          <a:blip r:embed="rId5">
            <a:alphaModFix/>
          </a:blip>
          <a:srcRect b="30194" l="16779" r="16792" t="30186"/>
          <a:stretch/>
        </p:blipFill>
        <p:spPr>
          <a:xfrm>
            <a:off x="3932188" y="362300"/>
            <a:ext cx="1279626" cy="76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oomies Social Media by Slidesgo">
  <a:themeElements>
    <a:clrScheme name="Simple Light">
      <a:dk1>
        <a:srgbClr val="2E2E64"/>
      </a:dk1>
      <a:lt1>
        <a:srgbClr val="FFFFFF"/>
      </a:lt1>
      <a:dk2>
        <a:srgbClr val="F8F8F8"/>
      </a:dk2>
      <a:lt2>
        <a:srgbClr val="C9DAF8"/>
      </a:lt2>
      <a:accent1>
        <a:srgbClr val="921937"/>
      </a:accent1>
      <a:accent2>
        <a:srgbClr val="EFEFEF"/>
      </a:accent2>
      <a:accent3>
        <a:srgbClr val="A9FC4E"/>
      </a:accent3>
      <a:accent4>
        <a:srgbClr val="FFCF13"/>
      </a:accent4>
      <a:accent5>
        <a:srgbClr val="2177CF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