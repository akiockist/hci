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14" r:id="rId4"/>
    <p:sldMasterId id="214748371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5143500" cx="9144000"/>
  <p:notesSz cx="6858000" cy="9144000"/>
  <p:embeddedFontLst>
    <p:embeddedFont>
      <p:font typeface="Raleway"/>
      <p:regular r:id="rId58"/>
      <p:bold r:id="rId59"/>
      <p:italic r:id="rId60"/>
      <p:boldItalic r:id="rId61"/>
    </p:embeddedFont>
    <p:embeddedFont>
      <p:font typeface="Staatliches"/>
      <p:regular r:id="rId62"/>
    </p:embeddedFont>
    <p:embeddedFont>
      <p:font typeface="Saira SemiCondensed SemiBold"/>
      <p:regular r:id="rId63"/>
      <p:bold r:id="rId64"/>
    </p:embeddedFont>
    <p:embeddedFont>
      <p:font typeface="Fjalla One"/>
      <p:regular r:id="rId65"/>
    </p:embeddedFont>
    <p:embeddedFont>
      <p:font typeface="Roboto Condensed"/>
      <p:regular r:id="rId66"/>
      <p:bold r:id="rId67"/>
      <p:italic r:id="rId68"/>
      <p:boldItalic r:id="rId69"/>
    </p:embeddedFont>
    <p:embeddedFont>
      <p:font typeface="Pacifico"/>
      <p:regular r:id="rId70"/>
    </p:embeddedFont>
    <p:embeddedFont>
      <p:font typeface="Raleway Medium"/>
      <p:regular r:id="rId71"/>
      <p:bold r:id="rId72"/>
      <p:italic r:id="rId73"/>
      <p:boldItalic r:id="rId74"/>
    </p:embeddedFont>
    <p:embeddedFont>
      <p:font typeface="Comfortaa Medium"/>
      <p:regular r:id="rId75"/>
      <p:bold r:id="rId76"/>
    </p:embeddedFont>
    <p:embeddedFont>
      <p:font typeface="Raleway SemiBold"/>
      <p:regular r:id="rId77"/>
      <p:bold r:id="rId78"/>
      <p:italic r:id="rId79"/>
      <p:boldItalic r:id="rId80"/>
    </p:embeddedFont>
    <p:embeddedFont>
      <p:font typeface="Alef"/>
      <p:regular r:id="rId81"/>
      <p:bold r:id="rId82"/>
    </p:embeddedFont>
    <p:embeddedFont>
      <p:font typeface="Montserrat"/>
      <p:regular r:id="rId83"/>
      <p:bold r:id="rId84"/>
      <p:italic r:id="rId85"/>
      <p:boldItalic r:id="rId86"/>
    </p:embeddedFont>
    <p:embeddedFont>
      <p:font typeface="Abel"/>
      <p:regular r:id="rId87"/>
    </p:embeddedFont>
    <p:embeddedFont>
      <p:font typeface="Josefin Sans"/>
      <p:regular r:id="rId88"/>
      <p:bold r:id="rId89"/>
      <p:italic r:id="rId90"/>
      <p:boldItalic r:id="rId91"/>
    </p:embeddedFont>
    <p:embeddedFont>
      <p:font typeface="Open Sans ExtraBold"/>
      <p:bold r:id="rId92"/>
      <p:boldItalic r:id="rId93"/>
    </p:embeddedFont>
    <p:embeddedFont>
      <p:font typeface="Lexend Deca"/>
      <p:regular r:id="rId94"/>
      <p:bold r:id="rId95"/>
    </p:embeddedFont>
    <p:embeddedFont>
      <p:font typeface="Open Sans Light"/>
      <p:regular r:id="rId96"/>
      <p:bold r:id="rId97"/>
      <p:italic r:id="rId98"/>
      <p:boldItalic r:id="rId9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4989">
          <p15:clr>
            <a:srgbClr val="9AA0A6"/>
          </p15:clr>
        </p15:guide>
        <p15:guide id="2" orient="horz" pos="863">
          <p15:clr>
            <a:srgbClr val="9AA0A6"/>
          </p15:clr>
        </p15:guide>
        <p15:guide id="3" orient="horz" pos="2043">
          <p15:clr>
            <a:srgbClr val="9AA0A6"/>
          </p15:clr>
        </p15:guide>
        <p15:guide id="4" orient="horz" pos="2854">
          <p15:clr>
            <a:srgbClr val="9AA0A6"/>
          </p15:clr>
        </p15:guide>
        <p15:guide id="5" orient="horz" pos="1364">
          <p15:clr>
            <a:srgbClr val="9AA0A6"/>
          </p15:clr>
        </p15:guide>
        <p15:guide id="6" pos="219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989"/>
        <p:guide pos="863" orient="horz"/>
        <p:guide pos="2043" orient="horz"/>
        <p:guide pos="2854" orient="horz"/>
        <p:guide pos="1364" orient="horz"/>
        <p:guide pos="219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LexendDeca-bold.fntdata"/><Relationship Id="rId94" Type="http://schemas.openxmlformats.org/officeDocument/2006/relationships/font" Target="fonts/LexendDeca-regular.fntdata"/><Relationship Id="rId97" Type="http://schemas.openxmlformats.org/officeDocument/2006/relationships/font" Target="fonts/OpenSansLight-bold.fntdata"/><Relationship Id="rId96" Type="http://schemas.openxmlformats.org/officeDocument/2006/relationships/font" Target="fonts/OpenSansLight-regular.fntdata"/><Relationship Id="rId11" Type="http://schemas.openxmlformats.org/officeDocument/2006/relationships/slide" Target="slides/slide5.xml"/><Relationship Id="rId99" Type="http://schemas.openxmlformats.org/officeDocument/2006/relationships/font" Target="fonts/OpenSansLight-boldItalic.fntdata"/><Relationship Id="rId10" Type="http://schemas.openxmlformats.org/officeDocument/2006/relationships/slide" Target="slides/slide4.xml"/><Relationship Id="rId98" Type="http://schemas.openxmlformats.org/officeDocument/2006/relationships/font" Target="fonts/OpenSansLight-italic.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JosefinSans-boldItalic.fntdata"/><Relationship Id="rId90" Type="http://schemas.openxmlformats.org/officeDocument/2006/relationships/font" Target="fonts/JosefinSans-italic.fntdata"/><Relationship Id="rId93" Type="http://schemas.openxmlformats.org/officeDocument/2006/relationships/font" Target="fonts/OpenSansExtraBold-boldItalic.fntdata"/><Relationship Id="rId92" Type="http://schemas.openxmlformats.org/officeDocument/2006/relationships/font" Target="fonts/OpenSansExtraBold-bold.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font" Target="fonts/Montserrat-bold.fntdata"/><Relationship Id="rId83" Type="http://schemas.openxmlformats.org/officeDocument/2006/relationships/font" Target="fonts/Montserrat-regular.fntdata"/><Relationship Id="rId86" Type="http://schemas.openxmlformats.org/officeDocument/2006/relationships/font" Target="fonts/Montserrat-boldItalic.fntdata"/><Relationship Id="rId85" Type="http://schemas.openxmlformats.org/officeDocument/2006/relationships/font" Target="fonts/Montserrat-italic.fntdata"/><Relationship Id="rId88" Type="http://schemas.openxmlformats.org/officeDocument/2006/relationships/font" Target="fonts/JosefinSans-regular.fntdata"/><Relationship Id="rId87" Type="http://schemas.openxmlformats.org/officeDocument/2006/relationships/font" Target="fonts/Abel-regular.fntdata"/><Relationship Id="rId89" Type="http://schemas.openxmlformats.org/officeDocument/2006/relationships/font" Target="fonts/JosefinSans-bold.fntdata"/><Relationship Id="rId80" Type="http://schemas.openxmlformats.org/officeDocument/2006/relationships/font" Target="fonts/RalewaySemiBold-boldItalic.fntdata"/><Relationship Id="rId82" Type="http://schemas.openxmlformats.org/officeDocument/2006/relationships/font" Target="fonts/Alef-bold.fntdata"/><Relationship Id="rId81" Type="http://schemas.openxmlformats.org/officeDocument/2006/relationships/font" Target="fonts/Alef-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alewayMedium-italic.fntdata"/><Relationship Id="rId72" Type="http://schemas.openxmlformats.org/officeDocument/2006/relationships/font" Target="fonts/RalewayMedium-bold.fntdata"/><Relationship Id="rId75" Type="http://schemas.openxmlformats.org/officeDocument/2006/relationships/font" Target="fonts/ComfortaaMedium-regular.fntdata"/><Relationship Id="rId74" Type="http://schemas.openxmlformats.org/officeDocument/2006/relationships/font" Target="fonts/RalewayMedium-boldItalic.fntdata"/><Relationship Id="rId77" Type="http://schemas.openxmlformats.org/officeDocument/2006/relationships/font" Target="fonts/RalewaySemiBold-regular.fntdata"/><Relationship Id="rId76" Type="http://schemas.openxmlformats.org/officeDocument/2006/relationships/font" Target="fonts/ComfortaaMedium-bold.fntdata"/><Relationship Id="rId79" Type="http://schemas.openxmlformats.org/officeDocument/2006/relationships/font" Target="fonts/RalewaySemiBold-italic.fntdata"/><Relationship Id="rId78" Type="http://schemas.openxmlformats.org/officeDocument/2006/relationships/font" Target="fonts/RalewaySemiBold-bold.fntdata"/><Relationship Id="rId71" Type="http://schemas.openxmlformats.org/officeDocument/2006/relationships/font" Target="fonts/RalewayMedium-regular.fntdata"/><Relationship Id="rId70" Type="http://schemas.openxmlformats.org/officeDocument/2006/relationships/font" Target="fonts/Pacifico-regular.fntdata"/><Relationship Id="rId62" Type="http://schemas.openxmlformats.org/officeDocument/2006/relationships/font" Target="fonts/Staatliches-regular.fntdata"/><Relationship Id="rId61" Type="http://schemas.openxmlformats.org/officeDocument/2006/relationships/font" Target="fonts/Raleway-boldItalic.fntdata"/><Relationship Id="rId64" Type="http://schemas.openxmlformats.org/officeDocument/2006/relationships/font" Target="fonts/SairaSemiCondensedSemiBold-bold.fntdata"/><Relationship Id="rId63" Type="http://schemas.openxmlformats.org/officeDocument/2006/relationships/font" Target="fonts/SairaSemiCondensedSemiBold-regular.fntdata"/><Relationship Id="rId66" Type="http://schemas.openxmlformats.org/officeDocument/2006/relationships/font" Target="fonts/RobotoCondensed-regular.fntdata"/><Relationship Id="rId65" Type="http://schemas.openxmlformats.org/officeDocument/2006/relationships/font" Target="fonts/FjallaOne-regular.fntdata"/><Relationship Id="rId68" Type="http://schemas.openxmlformats.org/officeDocument/2006/relationships/font" Target="fonts/RobotoCondensed-italic.fntdata"/><Relationship Id="rId67" Type="http://schemas.openxmlformats.org/officeDocument/2006/relationships/font" Target="fonts/RobotoCondensed-bold.fntdata"/><Relationship Id="rId60" Type="http://schemas.openxmlformats.org/officeDocument/2006/relationships/font" Target="fonts/Raleway-italic.fntdata"/><Relationship Id="rId69" Type="http://schemas.openxmlformats.org/officeDocument/2006/relationships/font" Target="fonts/RobotoCondensed-boldItalic.fntdata"/><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font" Target="fonts/Raleway-bold.fntdata"/><Relationship Id="rId58" Type="http://schemas.openxmlformats.org/officeDocument/2006/relationships/font" Target="fonts/Raleway-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1" name="Shape 3061"/>
        <p:cNvGrpSpPr/>
        <p:nvPr/>
      </p:nvGrpSpPr>
      <p:grpSpPr>
        <a:xfrm>
          <a:off x="0" y="0"/>
          <a:ext cx="0" cy="0"/>
          <a:chOff x="0" y="0"/>
          <a:chExt cx="0" cy="0"/>
        </a:xfrm>
      </p:grpSpPr>
      <p:sp>
        <p:nvSpPr>
          <p:cNvPr id="3062" name="Google Shape;3062;gf02cec478b_0_30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3" name="Google Shape;3063;gf02cec478b_0_30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0" name="Shape 3070"/>
        <p:cNvGrpSpPr/>
        <p:nvPr/>
      </p:nvGrpSpPr>
      <p:grpSpPr>
        <a:xfrm>
          <a:off x="0" y="0"/>
          <a:ext cx="0" cy="0"/>
          <a:chOff x="0" y="0"/>
          <a:chExt cx="0" cy="0"/>
        </a:xfrm>
      </p:grpSpPr>
      <p:sp>
        <p:nvSpPr>
          <p:cNvPr id="3071" name="Google Shape;3071;gefa24fa7be_0_30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2" name="Google Shape;3072;gefa24fa7be_0_30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6" name="Shape 3076"/>
        <p:cNvGrpSpPr/>
        <p:nvPr/>
      </p:nvGrpSpPr>
      <p:grpSpPr>
        <a:xfrm>
          <a:off x="0" y="0"/>
          <a:ext cx="0" cy="0"/>
          <a:chOff x="0" y="0"/>
          <a:chExt cx="0" cy="0"/>
        </a:xfrm>
      </p:grpSpPr>
      <p:sp>
        <p:nvSpPr>
          <p:cNvPr id="3077" name="Google Shape;3077;g9832fea933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78" name="Google Shape;3078;g9832fea933_0_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9" name="Google Shape;3079;g9832fea933_0_5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2" name="Shape 3082"/>
        <p:cNvGrpSpPr/>
        <p:nvPr/>
      </p:nvGrpSpPr>
      <p:grpSpPr>
        <a:xfrm>
          <a:off x="0" y="0"/>
          <a:ext cx="0" cy="0"/>
          <a:chOff x="0" y="0"/>
          <a:chExt cx="0" cy="0"/>
        </a:xfrm>
      </p:grpSpPr>
      <p:sp>
        <p:nvSpPr>
          <p:cNvPr id="3083" name="Google Shape;3083;g99aa77a7f1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84" name="Google Shape;3084;g99aa77a7f1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5" name="Google Shape;3085;g99aa77a7f1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9" name="Shape 3119"/>
        <p:cNvGrpSpPr/>
        <p:nvPr/>
      </p:nvGrpSpPr>
      <p:grpSpPr>
        <a:xfrm>
          <a:off x="0" y="0"/>
          <a:ext cx="0" cy="0"/>
          <a:chOff x="0" y="0"/>
          <a:chExt cx="0" cy="0"/>
        </a:xfrm>
      </p:grpSpPr>
      <p:sp>
        <p:nvSpPr>
          <p:cNvPr id="3120" name="Google Shape;3120;g99aa77a7f1_0_167:notes"/>
          <p:cNvSpPr/>
          <p:nvPr>
            <p:ph idx="2" type="sldImg"/>
          </p:nvPr>
        </p:nvSpPr>
        <p:spPr>
          <a:xfrm>
            <a:off x="685085" y="1143000"/>
            <a:ext cx="54879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1" name="Google Shape;3121;g99aa77a7f1_0_1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000"/>
              <a:t>Vậy NLP là gì? Có ai biết về đề tài này chưa ạ? (để mọi người tương tác trả lời. Nếu mọi người im lìm mình tiếp tục thuyết trình)</a:t>
            </a:r>
            <a:endParaRPr sz="1000"/>
          </a:p>
          <a:p>
            <a:pPr indent="0" lvl="0" marL="0" marR="0" rtl="0" algn="l">
              <a:spcBef>
                <a:spcPts val="0"/>
              </a:spcBef>
              <a:spcAft>
                <a:spcPts val="0"/>
              </a:spcAft>
              <a:buNone/>
            </a:pPr>
            <a:r>
              <a:rPr lang="en" sz="1000"/>
              <a:t>Vậy em xin giới thiệu với mọi người về NLP là gì nhé!</a:t>
            </a:r>
            <a:endParaRPr sz="1000"/>
          </a:p>
          <a:p>
            <a:pPr indent="0" lvl="0" marL="0" marR="0" rtl="0" algn="l">
              <a:spcBef>
                <a:spcPts val="0"/>
              </a:spcBef>
              <a:spcAft>
                <a:spcPts val="0"/>
              </a:spcAft>
              <a:buNone/>
            </a:pPr>
            <a:r>
              <a:t/>
            </a:r>
            <a:endParaRPr sz="1000"/>
          </a:p>
          <a:p>
            <a:pPr indent="0" lvl="0" marL="0" marR="0" rtl="0" algn="l">
              <a:spcBef>
                <a:spcPts val="0"/>
              </a:spcBef>
              <a:spcAft>
                <a:spcPts val="0"/>
              </a:spcAft>
              <a:buNone/>
            </a:pPr>
            <a:r>
              <a:rPr lang="en" sz="1000"/>
              <a:t>NLP là viết tắt của Neuro Linguistic Programming</a:t>
            </a:r>
            <a:br>
              <a:rPr lang="en" sz="1000"/>
            </a:br>
            <a:endParaRPr sz="1000"/>
          </a:p>
          <a:p>
            <a:pPr indent="0" lvl="0" marL="0" marR="0" rtl="0" algn="l">
              <a:spcBef>
                <a:spcPts val="0"/>
              </a:spcBef>
              <a:spcAft>
                <a:spcPts val="0"/>
              </a:spcAft>
              <a:buNone/>
            </a:pPr>
            <a:r>
              <a:rPr lang="en" sz="1000"/>
              <a:t>thế giới ngoài kia</a:t>
            </a:r>
            <a:endParaRPr sz="1000"/>
          </a:p>
          <a:p>
            <a:pPr indent="0" lvl="0" marL="0" marR="0" rtl="0" algn="l">
              <a:spcBef>
                <a:spcPts val="0"/>
              </a:spcBef>
              <a:spcAft>
                <a:spcPts val="0"/>
              </a:spcAft>
              <a:buNone/>
            </a:pPr>
            <a:r>
              <a:rPr lang="en" sz="1000"/>
              <a:t>được tạo thành từ các hạt hạ nguyên tử</a:t>
            </a:r>
            <a:endParaRPr sz="1000"/>
          </a:p>
          <a:p>
            <a:pPr indent="0" lvl="0" marL="0" marR="0" rtl="0" algn="l">
              <a:spcBef>
                <a:spcPts val="0"/>
              </a:spcBef>
              <a:spcAft>
                <a:spcPts val="0"/>
              </a:spcAft>
              <a:buNone/>
            </a:pPr>
            <a:r>
              <a:t/>
            </a:r>
            <a:endParaRPr sz="1000"/>
          </a:p>
          <a:p>
            <a:pPr indent="0" lvl="0" marL="0" marR="0" rtl="0" algn="l">
              <a:spcBef>
                <a:spcPts val="0"/>
              </a:spcBef>
              <a:spcAft>
                <a:spcPts val="0"/>
              </a:spcAft>
              <a:buNone/>
            </a:pPr>
            <a:r>
              <a:rPr lang="en" sz="1000"/>
              <a:t>Thần kinh</a:t>
            </a:r>
            <a:endParaRPr sz="1000"/>
          </a:p>
          <a:p>
            <a:pPr indent="0" lvl="0" marL="0" marR="0" rtl="0" algn="l">
              <a:spcBef>
                <a:spcPts val="0"/>
              </a:spcBef>
              <a:spcAft>
                <a:spcPts val="0"/>
              </a:spcAft>
              <a:buNone/>
            </a:pPr>
            <a:r>
              <a:rPr lang="en" sz="1000"/>
              <a:t>truy cập đầu tiên</a:t>
            </a:r>
            <a:endParaRPr sz="1000"/>
          </a:p>
          <a:p>
            <a:pPr indent="0" lvl="0" marL="0" marR="0" rtl="0" algn="l">
              <a:spcBef>
                <a:spcPts val="0"/>
              </a:spcBef>
              <a:spcAft>
                <a:spcPts val="0"/>
              </a:spcAft>
              <a:buNone/>
            </a:pPr>
            <a:r>
              <a:rPr lang="en" sz="1000"/>
              <a:t>hình ảnh nội bộ</a:t>
            </a:r>
            <a:endParaRPr sz="1000"/>
          </a:p>
          <a:p>
            <a:pPr indent="0" lvl="0" marL="0" marR="0" rtl="0" algn="l">
              <a:spcBef>
                <a:spcPts val="0"/>
              </a:spcBef>
              <a:spcAft>
                <a:spcPts val="0"/>
              </a:spcAft>
              <a:buNone/>
            </a:pPr>
            <a:r>
              <a:rPr lang="en" sz="1000"/>
              <a:t>âm thanh và cảm xúc</a:t>
            </a:r>
            <a:endParaRPr sz="1000"/>
          </a:p>
          <a:p>
            <a:pPr indent="0" lvl="0" marL="0" marR="0" rtl="0" algn="l">
              <a:spcBef>
                <a:spcPts val="0"/>
              </a:spcBef>
              <a:spcAft>
                <a:spcPts val="0"/>
              </a:spcAft>
              <a:buNone/>
            </a:pPr>
            <a:r>
              <a:t/>
            </a:r>
            <a:endParaRPr sz="1000"/>
          </a:p>
          <a:p>
            <a:pPr indent="0" lvl="0" marL="0" marR="0" rtl="0" algn="l">
              <a:spcBef>
                <a:spcPts val="0"/>
              </a:spcBef>
              <a:spcAft>
                <a:spcPts val="0"/>
              </a:spcAft>
              <a:buNone/>
            </a:pPr>
            <a:r>
              <a:rPr lang="en" sz="1000"/>
              <a:t>Ngôn ngữ học</a:t>
            </a:r>
            <a:endParaRPr sz="1000"/>
          </a:p>
          <a:p>
            <a:pPr indent="0" lvl="0" marL="0" marR="0" rtl="0" algn="l">
              <a:spcBef>
                <a:spcPts val="0"/>
              </a:spcBef>
              <a:spcAft>
                <a:spcPts val="0"/>
              </a:spcAft>
              <a:buNone/>
            </a:pPr>
            <a:r>
              <a:rPr lang="en" sz="1000"/>
              <a:t>Bản đồ ngôn ngữ</a:t>
            </a:r>
            <a:endParaRPr sz="1000"/>
          </a:p>
          <a:p>
            <a:pPr indent="0" lvl="0" marL="0" marR="0" rtl="0" algn="l">
              <a:spcBef>
                <a:spcPts val="0"/>
              </a:spcBef>
              <a:spcAft>
                <a:spcPts val="0"/>
              </a:spcAft>
              <a:buNone/>
            </a:pPr>
            <a:r>
              <a:rPr lang="en" sz="1000"/>
              <a:t>tâm trí có ý thức</a:t>
            </a:r>
            <a:endParaRPr sz="1000"/>
          </a:p>
          <a:p>
            <a:pPr indent="0" lvl="0" marL="0" marR="0" rtl="0" algn="l">
              <a:spcBef>
                <a:spcPts val="0"/>
              </a:spcBef>
              <a:spcAft>
                <a:spcPts val="0"/>
              </a:spcAft>
              <a:buNone/>
            </a:pPr>
            <a:r>
              <a:rPr lang="en" sz="1000"/>
              <a:t>sự miêu tả</a:t>
            </a:r>
            <a:endParaRPr sz="1000"/>
          </a:p>
          <a:p>
            <a:pPr indent="0" lvl="0" marL="0" marR="0" rtl="0" algn="l">
              <a:spcBef>
                <a:spcPts val="0"/>
              </a:spcBef>
              <a:spcAft>
                <a:spcPts val="0"/>
              </a:spcAft>
              <a:buNone/>
            </a:pPr>
            <a:r>
              <a:t/>
            </a:r>
            <a:endParaRPr sz="1000"/>
          </a:p>
          <a:p>
            <a:pPr indent="0" lvl="0" marL="0" marR="0" rtl="0" algn="l">
              <a:spcBef>
                <a:spcPts val="0"/>
              </a:spcBef>
              <a:spcAft>
                <a:spcPts val="0"/>
              </a:spcAft>
              <a:buNone/>
            </a:pPr>
            <a:r>
              <a:rPr lang="en" sz="1000"/>
              <a:t>Lập trình</a:t>
            </a:r>
            <a:endParaRPr sz="1000"/>
          </a:p>
          <a:p>
            <a:pPr indent="0" lvl="0" marL="0" marR="0" rtl="0" algn="l">
              <a:spcBef>
                <a:spcPts val="0"/>
              </a:spcBef>
              <a:spcAft>
                <a:spcPts val="0"/>
              </a:spcAft>
              <a:buNone/>
            </a:pPr>
            <a:r>
              <a:rPr lang="en" sz="1000"/>
              <a:t>Phản ứng hành vi</a:t>
            </a:r>
            <a:endParaRPr sz="1000"/>
          </a:p>
          <a:p>
            <a:pPr indent="0" lvl="0" marL="0" marR="0" rtl="0" algn="l">
              <a:spcBef>
                <a:spcPts val="0"/>
              </a:spcBef>
              <a:spcAft>
                <a:spcPts val="0"/>
              </a:spcAft>
              <a:buNone/>
            </a:pPr>
            <a:r>
              <a:rPr lang="en" sz="1000"/>
              <a:t>quá trình lọc thần kinh</a:t>
            </a:r>
            <a:endParaRPr sz="1000"/>
          </a:p>
        </p:txBody>
      </p:sp>
      <p:sp>
        <p:nvSpPr>
          <p:cNvPr id="3122" name="Google Shape;3122;g99aa77a7f1_0_1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7" name="Shape 3127"/>
        <p:cNvGrpSpPr/>
        <p:nvPr/>
      </p:nvGrpSpPr>
      <p:grpSpPr>
        <a:xfrm>
          <a:off x="0" y="0"/>
          <a:ext cx="0" cy="0"/>
          <a:chOff x="0" y="0"/>
          <a:chExt cx="0" cy="0"/>
        </a:xfrm>
      </p:grpSpPr>
      <p:sp>
        <p:nvSpPr>
          <p:cNvPr id="3128" name="Google Shape;3128;gf02cec478b_0_8977:notes"/>
          <p:cNvSpPr/>
          <p:nvPr>
            <p:ph idx="2" type="sldImg"/>
          </p:nvPr>
        </p:nvSpPr>
        <p:spPr>
          <a:xfrm>
            <a:off x="685085" y="1143000"/>
            <a:ext cx="5487900" cy="3086100"/>
          </a:xfrm>
          <a:custGeom>
            <a:rect b="b" l="l" r="r" t="t"/>
            <a:pathLst>
              <a:path extrusionOk="0" h="120000" w="120000">
                <a:moveTo>
                  <a:pt x="0" y="0"/>
                </a:moveTo>
                <a:lnTo>
                  <a:pt x="120000" y="0"/>
                </a:lnTo>
                <a:lnTo>
                  <a:pt x="120000" y="120000"/>
                </a:lnTo>
                <a:lnTo>
                  <a:pt x="0" y="120000"/>
                </a:lnTo>
                <a:close/>
              </a:path>
            </a:pathLst>
          </a:custGeom>
        </p:spPr>
      </p:sp>
      <p:sp>
        <p:nvSpPr>
          <p:cNvPr id="3129" name="Google Shape;3129;gf02cec478b_0_8977: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gf02cec478b_0_897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5" name="Shape 3155"/>
        <p:cNvGrpSpPr/>
        <p:nvPr/>
      </p:nvGrpSpPr>
      <p:grpSpPr>
        <a:xfrm>
          <a:off x="0" y="0"/>
          <a:ext cx="0" cy="0"/>
          <a:chOff x="0" y="0"/>
          <a:chExt cx="0" cy="0"/>
        </a:xfrm>
      </p:grpSpPr>
      <p:sp>
        <p:nvSpPr>
          <p:cNvPr id="3156" name="Google Shape;3156;gf02cec478b_0_120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57" name="Google Shape;3157;gf02cec478b_0_1200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8" name="Google Shape;3158;gf02cec478b_0_1200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3" name="Shape 3163"/>
        <p:cNvGrpSpPr/>
        <p:nvPr/>
      </p:nvGrpSpPr>
      <p:grpSpPr>
        <a:xfrm>
          <a:off x="0" y="0"/>
          <a:ext cx="0" cy="0"/>
          <a:chOff x="0" y="0"/>
          <a:chExt cx="0" cy="0"/>
        </a:xfrm>
      </p:grpSpPr>
      <p:sp>
        <p:nvSpPr>
          <p:cNvPr id="3164" name="Google Shape;3164;gf02cec478b_0_120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65" name="Google Shape;3165;gf02cec478b_0_120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6" name="Google Shape;3166;gf02cec478b_0_120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1" name="Shape 3171"/>
        <p:cNvGrpSpPr/>
        <p:nvPr/>
      </p:nvGrpSpPr>
      <p:grpSpPr>
        <a:xfrm>
          <a:off x="0" y="0"/>
          <a:ext cx="0" cy="0"/>
          <a:chOff x="0" y="0"/>
          <a:chExt cx="0" cy="0"/>
        </a:xfrm>
      </p:grpSpPr>
      <p:sp>
        <p:nvSpPr>
          <p:cNvPr id="3172" name="Google Shape;3172;gf7c1820c95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73" name="Google Shape;3173;gf7c1820c95_1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23850" lvl="0" marL="457200" rtl="0" algn="l">
              <a:lnSpc>
                <a:spcPct val="150000"/>
              </a:lnSpc>
              <a:spcBef>
                <a:spcPts val="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PHYSICAL RECEPTION - THE EYE</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Mechanism for receiving light and transforming it into electrical energy</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Light reflects from objects</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Images are focused upside-down on retina</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Retina contains rods for low light vision and comes for colour vision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Ganglion cells (brain!) detact pattern and movement</a:t>
            </a:r>
            <a:endParaRPr sz="1300">
              <a:solidFill>
                <a:srgbClr val="49476E"/>
              </a:solidFill>
              <a:latin typeface="Abel"/>
              <a:ea typeface="Abel"/>
              <a:cs typeface="Abel"/>
              <a:sym typeface="Abel"/>
            </a:endParaRPr>
          </a:p>
          <a:p>
            <a:pPr indent="-323850" lvl="0" marL="457200" rtl="0" algn="l">
              <a:lnSpc>
                <a:spcPct val="150000"/>
              </a:lnSpc>
              <a:spcBef>
                <a:spcPts val="100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PROCESSING AND INTERPRETATION</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Interpreting the signal</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Size and depth</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angle indicates how much of view object occupies</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(relates to size and distance from eye)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is ability to perceive detail (limited)</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Familiar object perceived as constant size</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(in spite of changes in visual angle when far away)</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Cues like overlapping help perception of size and depth</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Brightness</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Subjective reaction to levels of light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Affected by just noticeable difference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increases with luminance as does flicker</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Colour</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Made up of hue, intensity, saturation</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Cones sensitive to colour wave lengths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Blue acuity is lowest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8% males and 1% females colour blind</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The visual system compensates for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Movement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Changes in luminances</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Context is used to resolve ambiguity</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Optical illusions sometimes occur due to over compensation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Optical illusions</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Reading </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t/>
            </a:r>
            <a:endParaRPr sz="1300">
              <a:solidFill>
                <a:srgbClr val="49476E"/>
              </a:solidFill>
              <a:latin typeface="Abel"/>
              <a:ea typeface="Abel"/>
              <a:cs typeface="Abel"/>
              <a:sym typeface="Abel"/>
            </a:endParaRPr>
          </a:p>
          <a:p>
            <a:pPr indent="0" lvl="0" marL="0" rtl="0" algn="l">
              <a:spcBef>
                <a:spcPts val="0"/>
              </a:spcBef>
              <a:spcAft>
                <a:spcPts val="0"/>
              </a:spcAft>
              <a:buNone/>
            </a:pPr>
            <a:r>
              <a:t/>
            </a:r>
            <a:endParaRPr/>
          </a:p>
        </p:txBody>
      </p:sp>
      <p:sp>
        <p:nvSpPr>
          <p:cNvPr id="3174" name="Google Shape;3174;gf7c1820c95_1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0" name="Shape 3180"/>
        <p:cNvGrpSpPr/>
        <p:nvPr/>
      </p:nvGrpSpPr>
      <p:grpSpPr>
        <a:xfrm>
          <a:off x="0" y="0"/>
          <a:ext cx="0" cy="0"/>
          <a:chOff x="0" y="0"/>
          <a:chExt cx="0" cy="0"/>
        </a:xfrm>
      </p:grpSpPr>
      <p:sp>
        <p:nvSpPr>
          <p:cNvPr id="3181" name="Google Shape;3181;gf7c1820dbc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82" name="Google Shape;3182;gf7c1820dbc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23850" lvl="0" marL="457200" rtl="0" algn="l">
              <a:lnSpc>
                <a:spcPct val="150000"/>
              </a:lnSpc>
              <a:spcBef>
                <a:spcPts val="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PHYSICAL RECEPTION - THE EYE</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Mechanism for receiving light and transforming it into electrical energy</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Light reflects from objects</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Images are focused upside-down on retina</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Retina contains rods for low light vision and comes for colour vision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Ganglion cells (brain!) detact pattern and movement</a:t>
            </a:r>
            <a:endParaRPr sz="1300">
              <a:solidFill>
                <a:srgbClr val="49476E"/>
              </a:solidFill>
              <a:latin typeface="Abel"/>
              <a:ea typeface="Abel"/>
              <a:cs typeface="Abel"/>
              <a:sym typeface="Abel"/>
            </a:endParaRPr>
          </a:p>
          <a:p>
            <a:pPr indent="-323850" lvl="0" marL="457200" rtl="0" algn="l">
              <a:lnSpc>
                <a:spcPct val="150000"/>
              </a:lnSpc>
              <a:spcBef>
                <a:spcPts val="100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PROCESSING AND INTERPRETATION</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Interpreting the signal</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Size and depth</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angle indicates how much of view object occupies</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(relates to size and distance from eye)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is ability to perceive detail (limited)</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Familiar object perceived as constant size</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(in spite of changes in visual angle when far away)</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Cues like overlapping help perception of size and depth</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Brightness</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Subjective reaction to levels of light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Affected by just noticeable difference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increases with luminance as does flicker</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Colour</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Made up of hue, intensity, saturation</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Cones sensitive to colour wave lengths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Blue acuity is lowest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8% males and 1% females colour blind</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The visual system compensates for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Movement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Changes in luminances</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Context is used to resolve ambiguity</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Optical illusions sometimes occur due to over compensation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Optical illusions</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Reading </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t/>
            </a:r>
            <a:endParaRPr sz="1300">
              <a:solidFill>
                <a:srgbClr val="49476E"/>
              </a:solidFill>
              <a:latin typeface="Abel"/>
              <a:ea typeface="Abel"/>
              <a:cs typeface="Abel"/>
              <a:sym typeface="Abel"/>
            </a:endParaRPr>
          </a:p>
          <a:p>
            <a:pPr indent="0" lvl="0" marL="0" rtl="0" algn="l">
              <a:spcBef>
                <a:spcPts val="0"/>
              </a:spcBef>
              <a:spcAft>
                <a:spcPts val="0"/>
              </a:spcAft>
              <a:buNone/>
            </a:pPr>
            <a:r>
              <a:t/>
            </a:r>
            <a:endParaRPr/>
          </a:p>
        </p:txBody>
      </p:sp>
      <p:sp>
        <p:nvSpPr>
          <p:cNvPr id="3183" name="Google Shape;3183;gf7c1820dbc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9" name="Shape 3189"/>
        <p:cNvGrpSpPr/>
        <p:nvPr/>
      </p:nvGrpSpPr>
      <p:grpSpPr>
        <a:xfrm>
          <a:off x="0" y="0"/>
          <a:ext cx="0" cy="0"/>
          <a:chOff x="0" y="0"/>
          <a:chExt cx="0" cy="0"/>
        </a:xfrm>
      </p:grpSpPr>
      <p:sp>
        <p:nvSpPr>
          <p:cNvPr id="3190" name="Google Shape;3190;gf7c1820dbc_1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91" name="Google Shape;3191;gf7c1820dbc_1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23850" lvl="0" marL="457200" rtl="0" algn="l">
              <a:lnSpc>
                <a:spcPct val="150000"/>
              </a:lnSpc>
              <a:spcBef>
                <a:spcPts val="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PHYSICAL RECEPTION - THE EYE</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Mechanism for receiving light and transforming it into electrical energy</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Light reflects from objects</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Images are focused upside-down on retina</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Retina contains rods for low light vision and comes for colour vision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Ganglion cells (brain!) detact pattern and movement</a:t>
            </a:r>
            <a:endParaRPr sz="1300">
              <a:solidFill>
                <a:srgbClr val="49476E"/>
              </a:solidFill>
              <a:latin typeface="Abel"/>
              <a:ea typeface="Abel"/>
              <a:cs typeface="Abel"/>
              <a:sym typeface="Abel"/>
            </a:endParaRPr>
          </a:p>
          <a:p>
            <a:pPr indent="-323850" lvl="0" marL="457200" rtl="0" algn="l">
              <a:lnSpc>
                <a:spcPct val="150000"/>
              </a:lnSpc>
              <a:spcBef>
                <a:spcPts val="100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PROCESSING AND INTERPRETATION</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Interpreting the signal</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Size and depth</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angle indicates how much of view object occupies</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(relates to size and distance from eye)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is ability to perceive detail (limited)</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Familiar object perceived as constant size</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(in spite of changes in visual angle when far away)</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Cues like overlapping help perception of size and depth</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Brightness</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Subjective reaction to levels of light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Affected by just noticeable difference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increases with luminance as does flicker</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Colour</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Made up of hue, intensity, saturation</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Cones sensitive to colour wave lengths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Blue acuity is lowest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8% males and 1% females colour blind</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The visual system compensates for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Movement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Changes in luminances</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Context is used to resolve ambiguity</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Optical illusions sometimes occur due to over compensation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Optical illusions</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Reading </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t/>
            </a:r>
            <a:endParaRPr sz="1300">
              <a:solidFill>
                <a:srgbClr val="49476E"/>
              </a:solidFill>
              <a:latin typeface="Abel"/>
              <a:ea typeface="Abel"/>
              <a:cs typeface="Abel"/>
              <a:sym typeface="Abel"/>
            </a:endParaRPr>
          </a:p>
          <a:p>
            <a:pPr indent="0" lvl="0" marL="0" rtl="0" algn="l">
              <a:spcBef>
                <a:spcPts val="0"/>
              </a:spcBef>
              <a:spcAft>
                <a:spcPts val="0"/>
              </a:spcAft>
              <a:buNone/>
            </a:pPr>
            <a:r>
              <a:t/>
            </a:r>
            <a:endParaRPr/>
          </a:p>
        </p:txBody>
      </p:sp>
      <p:sp>
        <p:nvSpPr>
          <p:cNvPr id="3192" name="Google Shape;3192;gf7c1820dbc_1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8" name="Shape 3198"/>
        <p:cNvGrpSpPr/>
        <p:nvPr/>
      </p:nvGrpSpPr>
      <p:grpSpPr>
        <a:xfrm>
          <a:off x="0" y="0"/>
          <a:ext cx="0" cy="0"/>
          <a:chOff x="0" y="0"/>
          <a:chExt cx="0" cy="0"/>
        </a:xfrm>
      </p:grpSpPr>
      <p:sp>
        <p:nvSpPr>
          <p:cNvPr id="3199" name="Google Shape;3199;gf7c1820dbc_1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00" name="Google Shape;3200;gf7c1820dbc_1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23850" lvl="0" marL="457200" rtl="0" algn="l">
              <a:lnSpc>
                <a:spcPct val="150000"/>
              </a:lnSpc>
              <a:spcBef>
                <a:spcPts val="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PHYSICAL RECEPTION - THE EYE</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Mechanism for receiving light and transforming it into electrical energy</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Light reflects from objects</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Images are focused upside-down on retina</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Retina contains rods for low light vision and comes for colour vision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Ganglion cells (brain!) detact pattern and movement</a:t>
            </a:r>
            <a:endParaRPr sz="1300">
              <a:solidFill>
                <a:srgbClr val="49476E"/>
              </a:solidFill>
              <a:latin typeface="Abel"/>
              <a:ea typeface="Abel"/>
              <a:cs typeface="Abel"/>
              <a:sym typeface="Abel"/>
            </a:endParaRPr>
          </a:p>
          <a:p>
            <a:pPr indent="-323850" lvl="0" marL="457200" rtl="0" algn="l">
              <a:lnSpc>
                <a:spcPct val="150000"/>
              </a:lnSpc>
              <a:spcBef>
                <a:spcPts val="100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PROCESSING AND INTERPRETATION</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Interpreting the signal</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Size and depth</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angle indicates how much of view object occupies</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(relates to size and distance from eye)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is ability to perceive detail (limited)</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Familiar object perceived as constant size</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(in spite of changes in visual angle when far away)</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Cues like overlapping help perception of size and depth</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Brightness</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Subjective reaction to levels of light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Affected by just noticeable difference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increases with luminance as does flicker</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Colour</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Made up of hue, intensity, saturation</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Cones sensitive to colour wave lengths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Blue acuity is lowest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8% males and 1% females colour blind</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The visual system compensates for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Movement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Changes in luminances</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Context is used to resolve ambiguity</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Optical illusions sometimes occur due to over compensation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Optical illusions</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Reading </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t/>
            </a:r>
            <a:endParaRPr sz="1300">
              <a:solidFill>
                <a:srgbClr val="49476E"/>
              </a:solidFill>
              <a:latin typeface="Abel"/>
              <a:ea typeface="Abel"/>
              <a:cs typeface="Abel"/>
              <a:sym typeface="Abel"/>
            </a:endParaRPr>
          </a:p>
          <a:p>
            <a:pPr indent="0" lvl="0" marL="0" rtl="0" algn="l">
              <a:spcBef>
                <a:spcPts val="0"/>
              </a:spcBef>
              <a:spcAft>
                <a:spcPts val="0"/>
              </a:spcAft>
              <a:buNone/>
            </a:pPr>
            <a:r>
              <a:t/>
            </a:r>
            <a:endParaRPr/>
          </a:p>
        </p:txBody>
      </p:sp>
      <p:sp>
        <p:nvSpPr>
          <p:cNvPr id="3201" name="Google Shape;3201;gf7c1820dbc_1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7" name="Shape 3207"/>
        <p:cNvGrpSpPr/>
        <p:nvPr/>
      </p:nvGrpSpPr>
      <p:grpSpPr>
        <a:xfrm>
          <a:off x="0" y="0"/>
          <a:ext cx="0" cy="0"/>
          <a:chOff x="0" y="0"/>
          <a:chExt cx="0" cy="0"/>
        </a:xfrm>
      </p:grpSpPr>
      <p:sp>
        <p:nvSpPr>
          <p:cNvPr id="3208" name="Google Shape;3208;g99aa77a7f1_0_4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09" name="Google Shape;3209;g99aa77a7f1_0_4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23850" lvl="0" marL="457200" rtl="0" algn="l">
              <a:lnSpc>
                <a:spcPct val="150000"/>
              </a:lnSpc>
              <a:spcBef>
                <a:spcPts val="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PHYSICAL RECEPTION - THE EYE</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Mechanism for receiving light and transforming it into electrical energy</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Light reflects from objects</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Images are focused upside-down on retina</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Retina contains rods for low light vision and comes for colour vision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Ganglion cells (brain!) detact pattern and movement</a:t>
            </a:r>
            <a:endParaRPr sz="1300">
              <a:solidFill>
                <a:srgbClr val="49476E"/>
              </a:solidFill>
              <a:latin typeface="Abel"/>
              <a:ea typeface="Abel"/>
              <a:cs typeface="Abel"/>
              <a:sym typeface="Abel"/>
            </a:endParaRPr>
          </a:p>
          <a:p>
            <a:pPr indent="-323850" lvl="0" marL="457200" rtl="0" algn="l">
              <a:lnSpc>
                <a:spcPct val="150000"/>
              </a:lnSpc>
              <a:spcBef>
                <a:spcPts val="100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PROCESSING AND INTERPRETATION</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Interpreting the signal</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Size and depth</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angle indicates how much of view object occupies</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(relates to size and distance from eye)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is ability to perceive detail (limited)</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Familiar object perceived as constant size</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(in spite of changes in visual angle when far away)</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Cues like overlapping help perception of size and depth</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Brightness</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Subjective reaction to levels of light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Affected by just noticeable difference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increases with luminance as does flicker</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Colour</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Made up of hue, intensity, saturation</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Cones sensitive to colour wave lengths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Blue acuity is lowest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8% males and 1% females colour blind</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The visual system compensates for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Movement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Changes in luminances</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Context is used to resolve ambiguity</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Optical illusions sometimes occur due to over compensation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Optical illusions</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Reading </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t/>
            </a:r>
            <a:endParaRPr sz="1300">
              <a:solidFill>
                <a:srgbClr val="49476E"/>
              </a:solidFill>
              <a:latin typeface="Abel"/>
              <a:ea typeface="Abel"/>
              <a:cs typeface="Abel"/>
              <a:sym typeface="Abel"/>
            </a:endParaRPr>
          </a:p>
          <a:p>
            <a:pPr indent="0" lvl="0" marL="0" rtl="0" algn="l">
              <a:spcBef>
                <a:spcPts val="0"/>
              </a:spcBef>
              <a:spcAft>
                <a:spcPts val="0"/>
              </a:spcAft>
              <a:buNone/>
            </a:pPr>
            <a:r>
              <a:t/>
            </a:r>
            <a:endParaRPr/>
          </a:p>
        </p:txBody>
      </p:sp>
      <p:sp>
        <p:nvSpPr>
          <p:cNvPr id="3210" name="Google Shape;3210;g99aa77a7f1_0_4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5" name="Shape 3215"/>
        <p:cNvGrpSpPr/>
        <p:nvPr/>
      </p:nvGrpSpPr>
      <p:grpSpPr>
        <a:xfrm>
          <a:off x="0" y="0"/>
          <a:ext cx="0" cy="0"/>
          <a:chOff x="0" y="0"/>
          <a:chExt cx="0" cy="0"/>
        </a:xfrm>
      </p:grpSpPr>
      <p:sp>
        <p:nvSpPr>
          <p:cNvPr id="3216" name="Google Shape;3216;g99aa77a7f1_0_4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17" name="Google Shape;3217;g99aa77a7f1_0_4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23850" lvl="0" marL="457200" rtl="0" algn="l">
              <a:lnSpc>
                <a:spcPct val="150000"/>
              </a:lnSpc>
              <a:spcBef>
                <a:spcPts val="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PHYSICAL RECEPTION - THE EYE</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Mechanism for receiving light and transforming it into electrical energy</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Light reflects from objects</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Images are focused upside-down on retina</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Retina contains rods for low light vision and comes for colour vision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Ganglion cells (brain!) detact pattern and movement</a:t>
            </a:r>
            <a:endParaRPr sz="1300">
              <a:solidFill>
                <a:srgbClr val="49476E"/>
              </a:solidFill>
              <a:latin typeface="Abel"/>
              <a:ea typeface="Abel"/>
              <a:cs typeface="Abel"/>
              <a:sym typeface="Abel"/>
            </a:endParaRPr>
          </a:p>
          <a:p>
            <a:pPr indent="-323850" lvl="0" marL="457200" rtl="0" algn="l">
              <a:lnSpc>
                <a:spcPct val="150000"/>
              </a:lnSpc>
              <a:spcBef>
                <a:spcPts val="100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PROCESSING AND INTERPRETATION</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Interpreting the signal</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Size and depth</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angle indicates how much of view object occupies</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(relates to size and distance from eye)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is ability to perceive detail (limited)</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Familiar object perceived as constant size</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(in spite of changes in visual angle when far away)</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Cues like overlapping help perception of size and depth</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Brightness</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Subjective reaction to levels of light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Affected by just noticeable difference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increases with luminance as does flicker</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Colour</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Made up of hue, intensity, saturation</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Cones sensitive to colour wave lengths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Blue acuity is lowest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8% males and 1% females colour blind</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The visual system compensates for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Movement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Changes in luminances</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Context is used to resolve ambiguity</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Optical illusions sometimes occur due to over compensation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Reading </a:t>
            </a:r>
            <a:endParaRPr sz="1300">
              <a:solidFill>
                <a:srgbClr val="49476E"/>
              </a:solidFill>
              <a:latin typeface="Abel"/>
              <a:ea typeface="Abel"/>
              <a:cs typeface="Abel"/>
              <a:sym typeface="Abel"/>
            </a:endParaRPr>
          </a:p>
          <a:p>
            <a:pPr indent="0" lvl="0" marL="0" rtl="0" algn="l">
              <a:spcBef>
                <a:spcPts val="0"/>
              </a:spcBef>
              <a:spcAft>
                <a:spcPts val="0"/>
              </a:spcAft>
              <a:buNone/>
            </a:pPr>
            <a:r>
              <a:t/>
            </a:r>
            <a:endParaRPr/>
          </a:p>
        </p:txBody>
      </p:sp>
      <p:sp>
        <p:nvSpPr>
          <p:cNvPr id="3218" name="Google Shape;3218;g99aa77a7f1_0_44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3" name="Shape 3223"/>
        <p:cNvGrpSpPr/>
        <p:nvPr/>
      </p:nvGrpSpPr>
      <p:grpSpPr>
        <a:xfrm>
          <a:off x="0" y="0"/>
          <a:ext cx="0" cy="0"/>
          <a:chOff x="0" y="0"/>
          <a:chExt cx="0" cy="0"/>
        </a:xfrm>
      </p:grpSpPr>
      <p:sp>
        <p:nvSpPr>
          <p:cNvPr id="3224" name="Google Shape;3224;gf7c1820dbc_1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25" name="Google Shape;3225;gf7c1820dbc_1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23850" lvl="0" marL="457200" rtl="0" algn="l">
              <a:lnSpc>
                <a:spcPct val="150000"/>
              </a:lnSpc>
              <a:spcBef>
                <a:spcPts val="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PHYSICAL RECEPTION - THE EYE</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Mechanism for receiving light and transforming it into electrical energy</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Light reflects from objects</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Images are focused upside-down on retina</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Retina contains rods for low light vision and comes for colour vision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Ganglion cells (brain!) detact pattern and movement</a:t>
            </a:r>
            <a:endParaRPr sz="1300">
              <a:solidFill>
                <a:srgbClr val="49476E"/>
              </a:solidFill>
              <a:latin typeface="Abel"/>
              <a:ea typeface="Abel"/>
              <a:cs typeface="Abel"/>
              <a:sym typeface="Abel"/>
            </a:endParaRPr>
          </a:p>
          <a:p>
            <a:pPr indent="-323850" lvl="0" marL="457200" rtl="0" algn="l">
              <a:lnSpc>
                <a:spcPct val="150000"/>
              </a:lnSpc>
              <a:spcBef>
                <a:spcPts val="100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PROCESSING AND INTERPRETATION</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Interpreting the signal</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Size and depth</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angle indicates how much of view object occupies</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(relates to size and distance from eye)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is ability to perceive detail (limited)</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Familiar object perceived as constant size</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(in spite of changes in visual angle when far away)</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Cues like overlapping help perception of size and depth</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Brightness</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Subjective reaction to levels of light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Affected by just noticeable difference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increases with luminance as does flicker</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Colour</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Made up of hue, intensity, saturation</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Cones sensitive to colour wave lengths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Blue acuity is lowest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8% males and 1% females colour blind</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The visual system compensates for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Movement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Changes in luminances</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Context is used to resolve ambiguity</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Optical illusions sometimes occur due to over compensation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Reading </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Several stages:</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pattern perceived</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Decoded using internal represenation of language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Interpreted using knowledge of syntax, semantics, pragmatics</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Reading involves saccades and fixations</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Perception occurs during fixations</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Word shape is important to recognition</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Negative contrast improves reading from computer screen</a:t>
            </a:r>
            <a:endParaRPr sz="1300">
              <a:solidFill>
                <a:srgbClr val="49476E"/>
              </a:solidFill>
              <a:latin typeface="Abel"/>
              <a:ea typeface="Abel"/>
              <a:cs typeface="Abel"/>
              <a:sym typeface="Abel"/>
            </a:endParaRPr>
          </a:p>
          <a:p>
            <a:pPr indent="0" lvl="0" marL="0" rtl="0" algn="l">
              <a:spcBef>
                <a:spcPts val="0"/>
              </a:spcBef>
              <a:spcAft>
                <a:spcPts val="0"/>
              </a:spcAft>
              <a:buNone/>
            </a:pPr>
            <a:r>
              <a:t/>
            </a:r>
            <a:endParaRPr/>
          </a:p>
        </p:txBody>
      </p:sp>
      <p:sp>
        <p:nvSpPr>
          <p:cNvPr id="3226" name="Google Shape;3226;gf7c1820dbc_1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5" name="Shape 3235"/>
        <p:cNvGrpSpPr/>
        <p:nvPr/>
      </p:nvGrpSpPr>
      <p:grpSpPr>
        <a:xfrm>
          <a:off x="0" y="0"/>
          <a:ext cx="0" cy="0"/>
          <a:chOff x="0" y="0"/>
          <a:chExt cx="0" cy="0"/>
        </a:xfrm>
      </p:grpSpPr>
      <p:sp>
        <p:nvSpPr>
          <p:cNvPr id="3236" name="Google Shape;3236;gf7c1820dbc_1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37" name="Google Shape;3237;gf7c1820dbc_1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23850" lvl="0" marL="457200" rtl="0" algn="l">
              <a:lnSpc>
                <a:spcPct val="150000"/>
              </a:lnSpc>
              <a:spcBef>
                <a:spcPts val="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PHYSICAL RECEPTION - THE EYE</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Mechanism for receiving light and transforming it into electrical energy</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Light reflects from objects</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Images are focused upside-down on retina</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Retina contains rods for low light vision and comes for colour vision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Ganglion cells (brain!) detact pattern and movement</a:t>
            </a:r>
            <a:endParaRPr sz="1300">
              <a:solidFill>
                <a:srgbClr val="49476E"/>
              </a:solidFill>
              <a:latin typeface="Abel"/>
              <a:ea typeface="Abel"/>
              <a:cs typeface="Abel"/>
              <a:sym typeface="Abel"/>
            </a:endParaRPr>
          </a:p>
          <a:p>
            <a:pPr indent="-323850" lvl="0" marL="457200" rtl="0" algn="l">
              <a:lnSpc>
                <a:spcPct val="150000"/>
              </a:lnSpc>
              <a:spcBef>
                <a:spcPts val="100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PROCESSING AND INTERPRETATION</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Interpreting the signal</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Size and depth</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angle indicates how much of view object occupies</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(relates to size and distance from eye)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is ability to perceive detail (limited)</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Familiar object perceived as constant size</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(in spite of changes in visual angle when far away)</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Cues like overlapping help perception of size and depth</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Brightness</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Subjective reaction to levels of light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Affected by just noticeable difference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increases with luminance as does flicker</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Colour</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Made up of hue, intensity, saturation</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Cones sensitive to colour wave lengths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Blue acuity is lowest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8% males and 1% females colour blind</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The visual system compensates for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Movement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Changes in luminances</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Context is used to resolve ambiguity</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Optical illusions sometimes occur due to over compensation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Reading </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Several stages:</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pattern perceived</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Decoded using internal represenation of language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Interpreted using knowledge of syntax, semantics, pragmatics</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Reading involves saccades and fixations</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Perception occurs during fixations</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Word shape is important to recognition</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Negative contrast improves reading from computer screen</a:t>
            </a:r>
            <a:endParaRPr sz="1300">
              <a:solidFill>
                <a:srgbClr val="49476E"/>
              </a:solidFill>
              <a:latin typeface="Abel"/>
              <a:ea typeface="Abel"/>
              <a:cs typeface="Abel"/>
              <a:sym typeface="Abel"/>
            </a:endParaRPr>
          </a:p>
          <a:p>
            <a:pPr indent="0" lvl="0" marL="0" rtl="0" algn="l">
              <a:spcBef>
                <a:spcPts val="0"/>
              </a:spcBef>
              <a:spcAft>
                <a:spcPts val="0"/>
              </a:spcAft>
              <a:buNone/>
            </a:pPr>
            <a:r>
              <a:t/>
            </a:r>
            <a:endParaRPr/>
          </a:p>
        </p:txBody>
      </p:sp>
      <p:sp>
        <p:nvSpPr>
          <p:cNvPr id="3238" name="Google Shape;3238;gf7c1820dbc_1_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4" name="Shape 3244"/>
        <p:cNvGrpSpPr/>
        <p:nvPr/>
      </p:nvGrpSpPr>
      <p:grpSpPr>
        <a:xfrm>
          <a:off x="0" y="0"/>
          <a:ext cx="0" cy="0"/>
          <a:chOff x="0" y="0"/>
          <a:chExt cx="0" cy="0"/>
        </a:xfrm>
      </p:grpSpPr>
      <p:sp>
        <p:nvSpPr>
          <p:cNvPr id="3245" name="Google Shape;3245;gf7e3f22e16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46" name="Google Shape;3246;gf7e3f22e16_1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23850" lvl="0" marL="457200" rtl="0" algn="l">
              <a:lnSpc>
                <a:spcPct val="150000"/>
              </a:lnSpc>
              <a:spcBef>
                <a:spcPts val="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PHYSICAL RECEPTION - THE EYE</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Mechanism for receiving light and transforming it into electrical energy</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Light reflects from objects</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Images are focused upside-down on retina</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Retina contains rods for low light vision and comes for colour vision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Ganglion cells (brain!) detact pattern and movement</a:t>
            </a:r>
            <a:endParaRPr sz="1300">
              <a:solidFill>
                <a:srgbClr val="49476E"/>
              </a:solidFill>
              <a:latin typeface="Abel"/>
              <a:ea typeface="Abel"/>
              <a:cs typeface="Abel"/>
              <a:sym typeface="Abel"/>
            </a:endParaRPr>
          </a:p>
          <a:p>
            <a:pPr indent="-323850" lvl="0" marL="457200" rtl="0" algn="l">
              <a:lnSpc>
                <a:spcPct val="150000"/>
              </a:lnSpc>
              <a:spcBef>
                <a:spcPts val="100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PROCESSING AND INTERPRETATION</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Interpreting the signal</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Size and depth</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angle indicates how much of view object occupies</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(relates to size and distance from eye)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is ability to perceive detail (limited)</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Familiar object perceived as constant size</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(in spite of changes in visual angle when far away)</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Cues like overlapping help perception of size and depth</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Brightness</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Subjective reaction to levels of light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Affected by just noticeable difference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increases with luminance as does flicker</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Colour</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Made up of hue, intensity, saturation</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Cones sensitive to colour wave lengths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Blue acuity is lowest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8% males and 1% females colour blind</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The visual system compensates for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Movement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Changes in luminances</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Context is used to resolve ambiguity</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Optical illusions sometimes occur due to over compensation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Reading </a:t>
            </a:r>
            <a:endParaRPr sz="1300">
              <a:solidFill>
                <a:srgbClr val="49476E"/>
              </a:solidFill>
              <a:latin typeface="Abel"/>
              <a:ea typeface="Abel"/>
              <a:cs typeface="Abel"/>
              <a:sym typeface="Abel"/>
            </a:endParaRPr>
          </a:p>
          <a:p>
            <a:pPr indent="0" lvl="0" marL="0" rtl="0" algn="l">
              <a:spcBef>
                <a:spcPts val="0"/>
              </a:spcBef>
              <a:spcAft>
                <a:spcPts val="0"/>
              </a:spcAft>
              <a:buNone/>
            </a:pPr>
            <a:r>
              <a:t/>
            </a:r>
            <a:endParaRPr/>
          </a:p>
        </p:txBody>
      </p:sp>
      <p:sp>
        <p:nvSpPr>
          <p:cNvPr id="3247" name="Google Shape;3247;gf7e3f22e16_1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2" name="Shape 3252"/>
        <p:cNvGrpSpPr/>
        <p:nvPr/>
      </p:nvGrpSpPr>
      <p:grpSpPr>
        <a:xfrm>
          <a:off x="0" y="0"/>
          <a:ext cx="0" cy="0"/>
          <a:chOff x="0" y="0"/>
          <a:chExt cx="0" cy="0"/>
        </a:xfrm>
      </p:grpSpPr>
      <p:sp>
        <p:nvSpPr>
          <p:cNvPr id="3253" name="Google Shape;3253;g9832fea933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54" name="Google Shape;3254;g9832fea933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solidFill>
                  <a:srgbClr val="222222"/>
                </a:solidFill>
                <a:latin typeface="Arial"/>
                <a:ea typeface="Arial"/>
                <a:cs typeface="Arial"/>
                <a:sym typeface="Arial"/>
              </a:rPr>
              <a:t>The Ponzo illusion is a geometrical-optical illusion that was first demonstrated by the Italian psychologist </a:t>
            </a:r>
            <a:r>
              <a:rPr b="1" lang="en">
                <a:solidFill>
                  <a:srgbClr val="222222"/>
                </a:solidFill>
                <a:latin typeface="Arial"/>
                <a:ea typeface="Arial"/>
                <a:cs typeface="Arial"/>
                <a:sym typeface="Arial"/>
              </a:rPr>
              <a:t>Mario Ponzo</a:t>
            </a:r>
            <a:r>
              <a:rPr lang="en">
                <a:solidFill>
                  <a:srgbClr val="222222"/>
                </a:solidFill>
                <a:latin typeface="Arial"/>
                <a:ea typeface="Arial"/>
                <a:cs typeface="Arial"/>
                <a:sym typeface="Arial"/>
              </a:rPr>
              <a:t> (1882–1960) in 1911. He suggested that the human mind judges an object's size based on its background.</a:t>
            </a:r>
            <a:endParaRPr>
              <a:solidFill>
                <a:srgbClr val="222222"/>
              </a:solidFill>
              <a:latin typeface="Arial"/>
              <a:ea typeface="Arial"/>
              <a:cs typeface="Arial"/>
              <a:sym typeface="Arial"/>
            </a:endParaRPr>
          </a:p>
          <a:p>
            <a:pPr indent="0" lvl="0" marL="0" rtl="0" algn="l">
              <a:spcBef>
                <a:spcPts val="0"/>
              </a:spcBef>
              <a:spcAft>
                <a:spcPts val="0"/>
              </a:spcAft>
              <a:buNone/>
            </a:pPr>
            <a:r>
              <a:t/>
            </a:r>
            <a:endParaRPr>
              <a:solidFill>
                <a:srgbClr val="222222"/>
              </a:solidFill>
              <a:latin typeface="Arial"/>
              <a:ea typeface="Arial"/>
              <a:cs typeface="Arial"/>
              <a:sym typeface="Arial"/>
            </a:endParaRPr>
          </a:p>
          <a:p>
            <a:pPr indent="0" lvl="0" marL="0" rtl="0" algn="l">
              <a:spcBef>
                <a:spcPts val="0"/>
              </a:spcBef>
              <a:spcAft>
                <a:spcPts val="0"/>
              </a:spcAft>
              <a:buNone/>
            </a:pPr>
            <a:r>
              <a:rPr lang="en">
                <a:solidFill>
                  <a:srgbClr val="222222"/>
                </a:solidFill>
                <a:latin typeface="Arial"/>
                <a:ea typeface="Arial"/>
                <a:cs typeface="Arial"/>
                <a:sym typeface="Arial"/>
              </a:rPr>
              <a:t>The </a:t>
            </a:r>
            <a:r>
              <a:rPr b="1" lang="en">
                <a:solidFill>
                  <a:srgbClr val="222222"/>
                </a:solidFill>
                <a:latin typeface="Arial"/>
                <a:ea typeface="Arial"/>
                <a:cs typeface="Arial"/>
                <a:sym typeface="Arial"/>
              </a:rPr>
              <a:t>Müller</a:t>
            </a:r>
            <a:r>
              <a:rPr lang="en">
                <a:solidFill>
                  <a:srgbClr val="222222"/>
                </a:solidFill>
                <a:latin typeface="Arial"/>
                <a:ea typeface="Arial"/>
                <a:cs typeface="Arial"/>
                <a:sym typeface="Arial"/>
              </a:rPr>
              <a:t>-</a:t>
            </a:r>
            <a:r>
              <a:rPr b="1" lang="en">
                <a:solidFill>
                  <a:srgbClr val="222222"/>
                </a:solidFill>
                <a:latin typeface="Arial"/>
                <a:ea typeface="Arial"/>
                <a:cs typeface="Arial"/>
                <a:sym typeface="Arial"/>
              </a:rPr>
              <a:t>Lyer illusion</a:t>
            </a:r>
            <a:r>
              <a:rPr lang="en">
                <a:solidFill>
                  <a:srgbClr val="222222"/>
                </a:solidFill>
                <a:latin typeface="Arial"/>
                <a:ea typeface="Arial"/>
                <a:cs typeface="Arial"/>
                <a:sym typeface="Arial"/>
              </a:rPr>
              <a:t> is an optical </a:t>
            </a:r>
            <a:r>
              <a:rPr b="1" lang="en">
                <a:solidFill>
                  <a:srgbClr val="222222"/>
                </a:solidFill>
                <a:latin typeface="Arial"/>
                <a:ea typeface="Arial"/>
                <a:cs typeface="Arial"/>
                <a:sym typeface="Arial"/>
              </a:rPr>
              <a:t>illusion</a:t>
            </a:r>
            <a:r>
              <a:rPr lang="en">
                <a:solidFill>
                  <a:srgbClr val="222222"/>
                </a:solidFill>
                <a:latin typeface="Arial"/>
                <a:ea typeface="Arial"/>
                <a:cs typeface="Arial"/>
                <a:sym typeface="Arial"/>
              </a:rPr>
              <a:t> consisting of three stylized arrows. When viewers are asked to place a mark on the figure at the midpoint, they invariably place it more towards the "tail" end. The </a:t>
            </a:r>
            <a:r>
              <a:rPr b="1" lang="en">
                <a:solidFill>
                  <a:srgbClr val="222222"/>
                </a:solidFill>
                <a:latin typeface="Arial"/>
                <a:ea typeface="Arial"/>
                <a:cs typeface="Arial"/>
                <a:sym typeface="Arial"/>
              </a:rPr>
              <a:t>illusion</a:t>
            </a:r>
            <a:r>
              <a:rPr lang="en">
                <a:solidFill>
                  <a:srgbClr val="222222"/>
                </a:solidFill>
                <a:latin typeface="Arial"/>
                <a:ea typeface="Arial"/>
                <a:cs typeface="Arial"/>
                <a:sym typeface="Arial"/>
              </a:rPr>
              <a:t> was devised by Franz Carl </a:t>
            </a:r>
            <a:r>
              <a:rPr b="1" lang="en">
                <a:solidFill>
                  <a:srgbClr val="222222"/>
                </a:solidFill>
                <a:latin typeface="Arial"/>
                <a:ea typeface="Arial"/>
                <a:cs typeface="Arial"/>
                <a:sym typeface="Arial"/>
              </a:rPr>
              <a:t>Müller</a:t>
            </a:r>
            <a:r>
              <a:rPr lang="en">
                <a:solidFill>
                  <a:srgbClr val="222222"/>
                </a:solidFill>
                <a:latin typeface="Arial"/>
                <a:ea typeface="Arial"/>
                <a:cs typeface="Arial"/>
                <a:sym typeface="Arial"/>
              </a:rPr>
              <a:t>-</a:t>
            </a:r>
            <a:r>
              <a:rPr b="1" lang="en">
                <a:solidFill>
                  <a:srgbClr val="222222"/>
                </a:solidFill>
                <a:latin typeface="Arial"/>
                <a:ea typeface="Arial"/>
                <a:cs typeface="Arial"/>
                <a:sym typeface="Arial"/>
              </a:rPr>
              <a:t>Lyer</a:t>
            </a:r>
            <a:r>
              <a:rPr lang="en">
                <a:solidFill>
                  <a:srgbClr val="222222"/>
                </a:solidFill>
                <a:latin typeface="Arial"/>
                <a:ea typeface="Arial"/>
                <a:cs typeface="Arial"/>
                <a:sym typeface="Arial"/>
              </a:rPr>
              <a:t> (1857–1916), a German sociologist, in 1889.</a:t>
            </a:r>
            <a:endParaRPr>
              <a:solidFill>
                <a:srgbClr val="222222"/>
              </a:solidFill>
              <a:latin typeface="Arial"/>
              <a:ea typeface="Arial"/>
              <a:cs typeface="Arial"/>
              <a:sym typeface="Arial"/>
            </a:endParaRPr>
          </a:p>
        </p:txBody>
      </p:sp>
      <p:sp>
        <p:nvSpPr>
          <p:cNvPr id="3255" name="Google Shape;3255;g9832fea933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9" name="Shape 3259"/>
        <p:cNvGrpSpPr/>
        <p:nvPr/>
      </p:nvGrpSpPr>
      <p:grpSpPr>
        <a:xfrm>
          <a:off x="0" y="0"/>
          <a:ext cx="0" cy="0"/>
          <a:chOff x="0" y="0"/>
          <a:chExt cx="0" cy="0"/>
        </a:xfrm>
      </p:grpSpPr>
      <p:sp>
        <p:nvSpPr>
          <p:cNvPr id="3260" name="Google Shape;3260;gf7e3f22e16_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61" name="Google Shape;3261;gf7e3f22e16_1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solidFill>
                  <a:srgbClr val="222222"/>
                </a:solidFill>
                <a:latin typeface="Arial"/>
                <a:ea typeface="Arial"/>
                <a:cs typeface="Arial"/>
                <a:sym typeface="Arial"/>
              </a:rPr>
              <a:t>The Ponzo illusion is a geometrical-optical illusion that was first demonstrated by the Italian psychologist </a:t>
            </a:r>
            <a:r>
              <a:rPr b="1" lang="en">
                <a:solidFill>
                  <a:srgbClr val="222222"/>
                </a:solidFill>
                <a:latin typeface="Arial"/>
                <a:ea typeface="Arial"/>
                <a:cs typeface="Arial"/>
                <a:sym typeface="Arial"/>
              </a:rPr>
              <a:t>Mario Ponzo</a:t>
            </a:r>
            <a:r>
              <a:rPr lang="en">
                <a:solidFill>
                  <a:srgbClr val="222222"/>
                </a:solidFill>
                <a:latin typeface="Arial"/>
                <a:ea typeface="Arial"/>
                <a:cs typeface="Arial"/>
                <a:sym typeface="Arial"/>
              </a:rPr>
              <a:t> (1882–1960) in 1911. He suggested that the human mind judges an object's size based on its background.</a:t>
            </a:r>
            <a:endParaRPr>
              <a:solidFill>
                <a:srgbClr val="222222"/>
              </a:solidFill>
              <a:latin typeface="Arial"/>
              <a:ea typeface="Arial"/>
              <a:cs typeface="Arial"/>
              <a:sym typeface="Arial"/>
            </a:endParaRPr>
          </a:p>
          <a:p>
            <a:pPr indent="0" lvl="0" marL="0" rtl="0" algn="l">
              <a:spcBef>
                <a:spcPts val="0"/>
              </a:spcBef>
              <a:spcAft>
                <a:spcPts val="0"/>
              </a:spcAft>
              <a:buNone/>
            </a:pPr>
            <a:r>
              <a:t/>
            </a:r>
            <a:endParaRPr>
              <a:solidFill>
                <a:srgbClr val="222222"/>
              </a:solidFill>
              <a:latin typeface="Arial"/>
              <a:ea typeface="Arial"/>
              <a:cs typeface="Arial"/>
              <a:sym typeface="Arial"/>
            </a:endParaRPr>
          </a:p>
          <a:p>
            <a:pPr indent="0" lvl="0" marL="0" rtl="0" algn="l">
              <a:spcBef>
                <a:spcPts val="0"/>
              </a:spcBef>
              <a:spcAft>
                <a:spcPts val="0"/>
              </a:spcAft>
              <a:buNone/>
            </a:pPr>
            <a:r>
              <a:rPr lang="en">
                <a:solidFill>
                  <a:srgbClr val="222222"/>
                </a:solidFill>
                <a:latin typeface="Arial"/>
                <a:ea typeface="Arial"/>
                <a:cs typeface="Arial"/>
                <a:sym typeface="Arial"/>
              </a:rPr>
              <a:t>The </a:t>
            </a:r>
            <a:r>
              <a:rPr b="1" lang="en">
                <a:solidFill>
                  <a:srgbClr val="222222"/>
                </a:solidFill>
                <a:latin typeface="Arial"/>
                <a:ea typeface="Arial"/>
                <a:cs typeface="Arial"/>
                <a:sym typeface="Arial"/>
              </a:rPr>
              <a:t>Müller</a:t>
            </a:r>
            <a:r>
              <a:rPr lang="en">
                <a:solidFill>
                  <a:srgbClr val="222222"/>
                </a:solidFill>
                <a:latin typeface="Arial"/>
                <a:ea typeface="Arial"/>
                <a:cs typeface="Arial"/>
                <a:sym typeface="Arial"/>
              </a:rPr>
              <a:t>-</a:t>
            </a:r>
            <a:r>
              <a:rPr b="1" lang="en">
                <a:solidFill>
                  <a:srgbClr val="222222"/>
                </a:solidFill>
                <a:latin typeface="Arial"/>
                <a:ea typeface="Arial"/>
                <a:cs typeface="Arial"/>
                <a:sym typeface="Arial"/>
              </a:rPr>
              <a:t>Lyer illusion</a:t>
            </a:r>
            <a:r>
              <a:rPr lang="en">
                <a:solidFill>
                  <a:srgbClr val="222222"/>
                </a:solidFill>
                <a:latin typeface="Arial"/>
                <a:ea typeface="Arial"/>
                <a:cs typeface="Arial"/>
                <a:sym typeface="Arial"/>
              </a:rPr>
              <a:t> is an optical </a:t>
            </a:r>
            <a:r>
              <a:rPr b="1" lang="en">
                <a:solidFill>
                  <a:srgbClr val="222222"/>
                </a:solidFill>
                <a:latin typeface="Arial"/>
                <a:ea typeface="Arial"/>
                <a:cs typeface="Arial"/>
                <a:sym typeface="Arial"/>
              </a:rPr>
              <a:t>illusion</a:t>
            </a:r>
            <a:r>
              <a:rPr lang="en">
                <a:solidFill>
                  <a:srgbClr val="222222"/>
                </a:solidFill>
                <a:latin typeface="Arial"/>
                <a:ea typeface="Arial"/>
                <a:cs typeface="Arial"/>
                <a:sym typeface="Arial"/>
              </a:rPr>
              <a:t> consisting of three stylized arrows. When viewers are asked to place a mark on the figure at the midpoint, they invariably place it more towards the "tail" end. The </a:t>
            </a:r>
            <a:r>
              <a:rPr b="1" lang="en">
                <a:solidFill>
                  <a:srgbClr val="222222"/>
                </a:solidFill>
                <a:latin typeface="Arial"/>
                <a:ea typeface="Arial"/>
                <a:cs typeface="Arial"/>
                <a:sym typeface="Arial"/>
              </a:rPr>
              <a:t>illusion</a:t>
            </a:r>
            <a:r>
              <a:rPr lang="en">
                <a:solidFill>
                  <a:srgbClr val="222222"/>
                </a:solidFill>
                <a:latin typeface="Arial"/>
                <a:ea typeface="Arial"/>
                <a:cs typeface="Arial"/>
                <a:sym typeface="Arial"/>
              </a:rPr>
              <a:t> was devised by Franz Carl </a:t>
            </a:r>
            <a:r>
              <a:rPr b="1" lang="en">
                <a:solidFill>
                  <a:srgbClr val="222222"/>
                </a:solidFill>
                <a:latin typeface="Arial"/>
                <a:ea typeface="Arial"/>
                <a:cs typeface="Arial"/>
                <a:sym typeface="Arial"/>
              </a:rPr>
              <a:t>Müller</a:t>
            </a:r>
            <a:r>
              <a:rPr lang="en">
                <a:solidFill>
                  <a:srgbClr val="222222"/>
                </a:solidFill>
                <a:latin typeface="Arial"/>
                <a:ea typeface="Arial"/>
                <a:cs typeface="Arial"/>
                <a:sym typeface="Arial"/>
              </a:rPr>
              <a:t>-</a:t>
            </a:r>
            <a:r>
              <a:rPr b="1" lang="en">
                <a:solidFill>
                  <a:srgbClr val="222222"/>
                </a:solidFill>
                <a:latin typeface="Arial"/>
                <a:ea typeface="Arial"/>
                <a:cs typeface="Arial"/>
                <a:sym typeface="Arial"/>
              </a:rPr>
              <a:t>Lyer</a:t>
            </a:r>
            <a:r>
              <a:rPr lang="en">
                <a:solidFill>
                  <a:srgbClr val="222222"/>
                </a:solidFill>
                <a:latin typeface="Arial"/>
                <a:ea typeface="Arial"/>
                <a:cs typeface="Arial"/>
                <a:sym typeface="Arial"/>
              </a:rPr>
              <a:t> (1857–1916), a German sociologist, in 1889.</a:t>
            </a:r>
            <a:endParaRPr>
              <a:solidFill>
                <a:srgbClr val="222222"/>
              </a:solidFill>
              <a:latin typeface="Arial"/>
              <a:ea typeface="Arial"/>
              <a:cs typeface="Arial"/>
              <a:sym typeface="Arial"/>
            </a:endParaRPr>
          </a:p>
        </p:txBody>
      </p:sp>
      <p:sp>
        <p:nvSpPr>
          <p:cNvPr id="3262" name="Google Shape;3262;gf7e3f22e16_1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6" name="Shape 3266"/>
        <p:cNvGrpSpPr/>
        <p:nvPr/>
      </p:nvGrpSpPr>
      <p:grpSpPr>
        <a:xfrm>
          <a:off x="0" y="0"/>
          <a:ext cx="0" cy="0"/>
          <a:chOff x="0" y="0"/>
          <a:chExt cx="0" cy="0"/>
        </a:xfrm>
      </p:grpSpPr>
      <p:sp>
        <p:nvSpPr>
          <p:cNvPr id="3267" name="Google Shape;3267;g99aa77a7f1_0_4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68" name="Google Shape;3268;g99aa77a7f1_0_4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23850" lvl="0" marL="457200" rtl="0" algn="l">
              <a:lnSpc>
                <a:spcPct val="150000"/>
              </a:lnSpc>
              <a:spcBef>
                <a:spcPts val="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PHYSICAL RECEPTION - THE EYE</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Mechanism for receiving light and transforming it into electrical energy</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Light reflects from objects</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Images are focused upside-down on retina</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Retina contains rods for low light vision and comes for colour vision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Ganglion cells (brain!) detact pattern and movement</a:t>
            </a:r>
            <a:endParaRPr sz="1300">
              <a:solidFill>
                <a:srgbClr val="49476E"/>
              </a:solidFill>
              <a:latin typeface="Abel"/>
              <a:ea typeface="Abel"/>
              <a:cs typeface="Abel"/>
              <a:sym typeface="Abel"/>
            </a:endParaRPr>
          </a:p>
          <a:p>
            <a:pPr indent="-323850" lvl="0" marL="457200" rtl="0" algn="l">
              <a:lnSpc>
                <a:spcPct val="150000"/>
              </a:lnSpc>
              <a:spcBef>
                <a:spcPts val="100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PROCESSING AND INTERPRETATION</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Interpreting the signal</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Size and depth</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angle indicates how much of view object occupies</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(relates to size and distance from eye)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is ability to perceive detail (limited)</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Familiar object perceived as constant size</a:t>
            </a:r>
            <a:br>
              <a:rPr lang="en" sz="1300">
                <a:solidFill>
                  <a:srgbClr val="49476E"/>
                </a:solidFill>
                <a:latin typeface="Abel"/>
                <a:ea typeface="Abel"/>
                <a:cs typeface="Abel"/>
                <a:sym typeface="Abel"/>
              </a:rPr>
            </a:br>
            <a:r>
              <a:rPr lang="en" sz="1300">
                <a:solidFill>
                  <a:srgbClr val="49476E"/>
                </a:solidFill>
                <a:latin typeface="Abel"/>
                <a:ea typeface="Abel"/>
                <a:cs typeface="Abel"/>
                <a:sym typeface="Abel"/>
              </a:rPr>
              <a:t>(in spite of changes in visual angle when far away)</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Cues like overlapping help perception of size and depth</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Brightness</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Subjective reaction to levels of light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Affected by just noticeable difference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acuity increases with luminance as does flicker</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Colour</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Made up of hue, intensity, saturation</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Cones sensitive to colour wave lengths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Blue acuity is lowest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8% males and 1% females colour blind</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The visual system compensates for </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Movement</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Changes in luminances</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Context is used to resolve ambiguity</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Optical illusions sometimes occur due to over compensation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AutoNum type="alphaLcPeriod"/>
            </a:pPr>
            <a:r>
              <a:rPr lang="en" sz="1300">
                <a:solidFill>
                  <a:srgbClr val="49476E"/>
                </a:solidFill>
                <a:latin typeface="Abel"/>
                <a:ea typeface="Abel"/>
                <a:cs typeface="Abel"/>
                <a:sym typeface="Abel"/>
              </a:rPr>
              <a:t>Reading </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Several stages:</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Visual pattern perceived</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Decoded using internal represenation of language</a:t>
            </a:r>
            <a:endParaRPr sz="1300">
              <a:solidFill>
                <a:srgbClr val="49476E"/>
              </a:solidFill>
              <a:latin typeface="Abel"/>
              <a:ea typeface="Abel"/>
              <a:cs typeface="Abel"/>
              <a:sym typeface="Abel"/>
            </a:endParaRPr>
          </a:p>
          <a:p>
            <a:pPr indent="-311150" lvl="3" marL="18288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Interpreted using knowledge of syntax, semantics, pragmatics</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Reading involves saccades and fixations</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Perception occurs during fixations</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Word shape is important to recognition</a:t>
            </a:r>
            <a:endParaRPr sz="1300">
              <a:solidFill>
                <a:srgbClr val="49476E"/>
              </a:solidFill>
              <a:latin typeface="Abel"/>
              <a:ea typeface="Abel"/>
              <a:cs typeface="Abel"/>
              <a:sym typeface="Abel"/>
            </a:endParaRPr>
          </a:p>
          <a:p>
            <a:pPr indent="-311150" lvl="2" marL="13716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Negative contrast improves reading from computer screen</a:t>
            </a:r>
            <a:endParaRPr sz="1300">
              <a:solidFill>
                <a:srgbClr val="49476E"/>
              </a:solidFill>
              <a:latin typeface="Abel"/>
              <a:ea typeface="Abel"/>
              <a:cs typeface="Abel"/>
              <a:sym typeface="Abel"/>
            </a:endParaRPr>
          </a:p>
          <a:p>
            <a:pPr indent="0" lvl="0" marL="0" rtl="0" algn="l">
              <a:spcBef>
                <a:spcPts val="0"/>
              </a:spcBef>
              <a:spcAft>
                <a:spcPts val="0"/>
              </a:spcAft>
              <a:buNone/>
            </a:pPr>
            <a:r>
              <a:t/>
            </a:r>
            <a:endParaRPr/>
          </a:p>
        </p:txBody>
      </p:sp>
      <p:sp>
        <p:nvSpPr>
          <p:cNvPr id="3269" name="Google Shape;3269;g99aa77a7f1_0_4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4" name="Shape 3274"/>
        <p:cNvGrpSpPr/>
        <p:nvPr/>
      </p:nvGrpSpPr>
      <p:grpSpPr>
        <a:xfrm>
          <a:off x="0" y="0"/>
          <a:ext cx="0" cy="0"/>
          <a:chOff x="0" y="0"/>
          <a:chExt cx="0" cy="0"/>
        </a:xfrm>
      </p:grpSpPr>
      <p:sp>
        <p:nvSpPr>
          <p:cNvPr id="3275" name="Google Shape;3275;g99aa77a7f1_0_4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76" name="Google Shape;3276;g99aa77a7f1_0_4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23850" lvl="0" marL="457200" rtl="0" algn="l">
              <a:lnSpc>
                <a:spcPct val="150000"/>
              </a:lnSpc>
              <a:spcBef>
                <a:spcPts val="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PROVIDES INFORMATION ABOUT ENVIRONMENT</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Distances, directions, objects...</a:t>
            </a:r>
            <a:endParaRPr b="1" sz="1500">
              <a:solidFill>
                <a:srgbClr val="49476E"/>
              </a:solidFill>
              <a:latin typeface="Abel"/>
              <a:ea typeface="Abel"/>
              <a:cs typeface="Abel"/>
              <a:sym typeface="Abel"/>
            </a:endParaRPr>
          </a:p>
          <a:p>
            <a:pPr indent="-323850" lvl="0" marL="457200" rtl="0" algn="l">
              <a:lnSpc>
                <a:spcPct val="150000"/>
              </a:lnSpc>
              <a:spcBef>
                <a:spcPts val="100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PHYSICAL APPARATUS</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Outer ear: protects inner and amplifies sound</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Middle ear: transmits sound waves as vibration to inner ear</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Inner ear: chemical transmitters are released and couse impulses in auditory nerve</a:t>
            </a:r>
            <a:endParaRPr sz="1300">
              <a:solidFill>
                <a:srgbClr val="49476E"/>
              </a:solidFill>
              <a:latin typeface="Abel"/>
              <a:ea typeface="Abel"/>
              <a:cs typeface="Abel"/>
              <a:sym typeface="Abel"/>
            </a:endParaRPr>
          </a:p>
          <a:p>
            <a:pPr indent="-323850" lvl="0" marL="457200" rtl="0" algn="l">
              <a:lnSpc>
                <a:spcPct val="150000"/>
              </a:lnSpc>
              <a:spcBef>
                <a:spcPts val="100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SOUND</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Pitch: sound frequency</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Loudness: amplitude</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Timbre: type or quality</a:t>
            </a:r>
            <a:endParaRPr sz="1300">
              <a:solidFill>
                <a:srgbClr val="49476E"/>
              </a:solidFill>
              <a:latin typeface="Abel"/>
              <a:ea typeface="Abel"/>
              <a:cs typeface="Abel"/>
              <a:sym typeface="Abel"/>
            </a:endParaRPr>
          </a:p>
          <a:p>
            <a:pPr indent="-311150" lvl="0" marL="457200" rtl="0" algn="l">
              <a:lnSpc>
                <a:spcPct val="150000"/>
              </a:lnSpc>
              <a:spcBef>
                <a:spcPts val="1000"/>
              </a:spcBef>
              <a:spcAft>
                <a:spcPts val="0"/>
              </a:spcAft>
              <a:buClr>
                <a:srgbClr val="49476E"/>
              </a:buClr>
              <a:buSzPts val="1300"/>
              <a:buFont typeface="Abel"/>
              <a:buAutoNum type="arabicPeriod"/>
            </a:pPr>
            <a:r>
              <a:rPr b="1" lang="en" sz="1500">
                <a:solidFill>
                  <a:srgbClr val="49476E"/>
                </a:solidFill>
                <a:latin typeface="Abel"/>
                <a:ea typeface="Abel"/>
                <a:cs typeface="Abel"/>
                <a:sym typeface="Abel"/>
              </a:rPr>
              <a:t>HUMAN CAN HEAR FREQUENCIES 20Hz - 15kHz</a:t>
            </a:r>
            <a:endParaRPr b="1" sz="1500">
              <a:solidFill>
                <a:srgbClr val="49476E"/>
              </a:solidFill>
              <a:latin typeface="Abel"/>
              <a:ea typeface="Abel"/>
              <a:cs typeface="Abel"/>
              <a:sym typeface="Abel"/>
            </a:endParaRPr>
          </a:p>
          <a:p>
            <a:pPr indent="0" lvl="0" marL="914400" rtl="0" algn="l">
              <a:spcBef>
                <a:spcPts val="0"/>
              </a:spcBef>
              <a:spcAft>
                <a:spcPts val="0"/>
              </a:spcAft>
              <a:buNone/>
            </a:pPr>
            <a:r>
              <a:rPr lang="en" sz="1300">
                <a:solidFill>
                  <a:srgbClr val="49476E"/>
                </a:solidFill>
                <a:latin typeface="Abel"/>
                <a:ea typeface="Abel"/>
                <a:cs typeface="Abel"/>
                <a:sym typeface="Abel"/>
              </a:rPr>
              <a:t>Less accurate distinguishing high frequencies than low</a:t>
            </a:r>
            <a:endParaRPr b="1" sz="1500">
              <a:solidFill>
                <a:srgbClr val="49476E"/>
              </a:solidFill>
              <a:latin typeface="Abel"/>
              <a:ea typeface="Abel"/>
              <a:cs typeface="Abel"/>
              <a:sym typeface="Abel"/>
            </a:endParaRPr>
          </a:p>
          <a:p>
            <a:pPr indent="-323850" lvl="0" marL="457200" rtl="0" algn="l">
              <a:lnSpc>
                <a:spcPct val="150000"/>
              </a:lnSpc>
              <a:spcBef>
                <a:spcPts val="100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AUDITORY SYSTEM FILTERS SOUNDS</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Can attend to sounds over background noise</a:t>
            </a:r>
            <a:endParaRPr sz="1300">
              <a:solidFill>
                <a:srgbClr val="49476E"/>
              </a:solidFill>
              <a:latin typeface="Abel"/>
              <a:ea typeface="Abel"/>
              <a:cs typeface="Abel"/>
              <a:sym typeface="Abel"/>
            </a:endParaRPr>
          </a:p>
          <a:p>
            <a:pPr indent="0" lvl="0" marL="914400" rtl="0" algn="l">
              <a:spcBef>
                <a:spcPts val="0"/>
              </a:spcBef>
              <a:spcAft>
                <a:spcPts val="0"/>
              </a:spcAft>
              <a:buNone/>
            </a:pPr>
            <a:r>
              <a:rPr lang="en" sz="1300">
                <a:solidFill>
                  <a:srgbClr val="49476E"/>
                </a:solidFill>
                <a:latin typeface="Abel"/>
                <a:ea typeface="Abel"/>
                <a:cs typeface="Abel"/>
                <a:sym typeface="Abel"/>
              </a:rPr>
              <a:t>Ex: the cocktail party phenomeon</a:t>
            </a:r>
            <a:endParaRPr sz="1300">
              <a:solidFill>
                <a:srgbClr val="49476E"/>
              </a:solidFill>
              <a:latin typeface="Abel"/>
              <a:ea typeface="Abel"/>
              <a:cs typeface="Abel"/>
              <a:sym typeface="Abel"/>
            </a:endParaRPr>
          </a:p>
          <a:p>
            <a:pPr indent="0" lvl="0" marL="914400" rtl="0" algn="l">
              <a:spcBef>
                <a:spcPts val="0"/>
              </a:spcBef>
              <a:spcAft>
                <a:spcPts val="0"/>
              </a:spcAft>
              <a:buNone/>
            </a:pPr>
            <a:r>
              <a:t/>
            </a:r>
            <a:endParaRPr sz="1300">
              <a:solidFill>
                <a:srgbClr val="49476E"/>
              </a:solidFill>
              <a:latin typeface="Abel"/>
              <a:ea typeface="Abel"/>
              <a:cs typeface="Abel"/>
              <a:sym typeface="Abel"/>
            </a:endParaRPr>
          </a:p>
          <a:p>
            <a:pPr indent="0" lvl="0" marL="914400" rtl="0" algn="l">
              <a:spcBef>
                <a:spcPts val="0"/>
              </a:spcBef>
              <a:spcAft>
                <a:spcPts val="0"/>
              </a:spcAft>
              <a:buNone/>
            </a:pPr>
            <a:r>
              <a:t/>
            </a:r>
            <a:endParaRPr sz="1300">
              <a:solidFill>
                <a:srgbClr val="49476E"/>
              </a:solidFill>
              <a:latin typeface="Abel"/>
              <a:ea typeface="Abel"/>
              <a:cs typeface="Abel"/>
              <a:sym typeface="Abel"/>
            </a:endParaRPr>
          </a:p>
          <a:p>
            <a:pPr indent="0" lvl="0" marL="0" rtl="0" algn="l">
              <a:spcBef>
                <a:spcPts val="0"/>
              </a:spcBef>
              <a:spcAft>
                <a:spcPts val="0"/>
              </a:spcAft>
              <a:buNone/>
            </a:pPr>
            <a:r>
              <a:rPr b="1" lang="en" sz="1500">
                <a:solidFill>
                  <a:srgbClr val="49476E"/>
                </a:solidFill>
                <a:latin typeface="Abel"/>
                <a:ea typeface="Abel"/>
                <a:cs typeface="Abel"/>
                <a:sym typeface="Abel"/>
              </a:rPr>
              <a:t>--------------------</a:t>
            </a:r>
            <a:endParaRPr b="1" sz="1500">
              <a:solidFill>
                <a:srgbClr val="49476E"/>
              </a:solidFill>
              <a:latin typeface="Abel"/>
              <a:ea typeface="Abel"/>
              <a:cs typeface="Abel"/>
              <a:sym typeface="Abel"/>
            </a:endParaRPr>
          </a:p>
          <a:p>
            <a:pPr indent="0" lvl="0" marL="0" rtl="0" algn="l">
              <a:spcBef>
                <a:spcPts val="0"/>
              </a:spcBef>
              <a:spcAft>
                <a:spcPts val="0"/>
              </a:spcAft>
              <a:buClr>
                <a:schemeClr val="dk1"/>
              </a:buClr>
              <a:buSzPts val="1100"/>
              <a:buFont typeface="Arial"/>
              <a:buNone/>
            </a:pPr>
            <a:r>
              <a:rPr b="1" lang="en" sz="1500">
                <a:solidFill>
                  <a:srgbClr val="49476E"/>
                </a:solidFill>
                <a:latin typeface="Abel"/>
                <a:ea typeface="Abel"/>
                <a:cs typeface="Abel"/>
                <a:sym typeface="Abel"/>
              </a:rPr>
              <a:t>CUNG CẤP THÔNG TIN VỀ MÔI TRƯỜNG</a:t>
            </a:r>
            <a:endParaRPr b="1" sz="1500">
              <a:solidFill>
                <a:srgbClr val="49476E"/>
              </a:solidFill>
              <a:latin typeface="Abel"/>
              <a:ea typeface="Abel"/>
              <a:cs typeface="Abel"/>
              <a:sym typeface="Abel"/>
            </a:endParaRPr>
          </a:p>
          <a:p>
            <a:pPr indent="0" lvl="0" marL="0" rtl="0" algn="l">
              <a:spcBef>
                <a:spcPts val="0"/>
              </a:spcBef>
              <a:spcAft>
                <a:spcPts val="0"/>
              </a:spcAft>
              <a:buClr>
                <a:schemeClr val="dk1"/>
              </a:buClr>
              <a:buSzPts val="1100"/>
              <a:buFont typeface="Arial"/>
              <a:buNone/>
            </a:pPr>
            <a:r>
              <a:rPr b="1" lang="en" sz="1500">
                <a:solidFill>
                  <a:srgbClr val="49476E"/>
                </a:solidFill>
                <a:latin typeface="Abel"/>
                <a:ea typeface="Abel"/>
                <a:cs typeface="Abel"/>
                <a:sym typeface="Abel"/>
              </a:rPr>
              <a:t>Khoảng cách, hướng, đối tượng ...</a:t>
            </a:r>
            <a:endParaRPr b="1" sz="1500">
              <a:solidFill>
                <a:srgbClr val="49476E"/>
              </a:solidFill>
              <a:latin typeface="Abel"/>
              <a:ea typeface="Abel"/>
              <a:cs typeface="Abel"/>
              <a:sym typeface="Abel"/>
            </a:endParaRPr>
          </a:p>
          <a:p>
            <a:pPr indent="0" lvl="0" marL="0" rtl="0" algn="l">
              <a:spcBef>
                <a:spcPts val="0"/>
              </a:spcBef>
              <a:spcAft>
                <a:spcPts val="0"/>
              </a:spcAft>
              <a:buClr>
                <a:schemeClr val="dk1"/>
              </a:buClr>
              <a:buSzPts val="1100"/>
              <a:buFont typeface="Arial"/>
              <a:buNone/>
            </a:pPr>
            <a:r>
              <a:rPr b="1" lang="en" sz="1500">
                <a:solidFill>
                  <a:srgbClr val="49476E"/>
                </a:solidFill>
                <a:latin typeface="Abel"/>
                <a:ea typeface="Abel"/>
                <a:cs typeface="Abel"/>
                <a:sym typeface="Abel"/>
              </a:rPr>
              <a:t>THIẾT BỊ VẬT LÝ</a:t>
            </a:r>
            <a:endParaRPr b="1" sz="1500">
              <a:solidFill>
                <a:srgbClr val="49476E"/>
              </a:solidFill>
              <a:latin typeface="Abel"/>
              <a:ea typeface="Abel"/>
              <a:cs typeface="Abel"/>
              <a:sym typeface="Abel"/>
            </a:endParaRPr>
          </a:p>
          <a:p>
            <a:pPr indent="0" lvl="0" marL="0" rtl="0" algn="l">
              <a:spcBef>
                <a:spcPts val="0"/>
              </a:spcBef>
              <a:spcAft>
                <a:spcPts val="0"/>
              </a:spcAft>
              <a:buClr>
                <a:schemeClr val="dk1"/>
              </a:buClr>
              <a:buSzPts val="1100"/>
              <a:buFont typeface="Arial"/>
              <a:buNone/>
            </a:pPr>
            <a:r>
              <a:rPr b="1" lang="en" sz="1500">
                <a:solidFill>
                  <a:srgbClr val="49476E"/>
                </a:solidFill>
                <a:latin typeface="Abel"/>
                <a:ea typeface="Abel"/>
                <a:cs typeface="Abel"/>
                <a:sym typeface="Abel"/>
              </a:rPr>
              <a:t>Tai ngoài: bảo vệ bên trong và khuếch đại âm thanh</a:t>
            </a:r>
            <a:endParaRPr b="1" sz="1500">
              <a:solidFill>
                <a:srgbClr val="49476E"/>
              </a:solidFill>
              <a:latin typeface="Abel"/>
              <a:ea typeface="Abel"/>
              <a:cs typeface="Abel"/>
              <a:sym typeface="Abel"/>
            </a:endParaRPr>
          </a:p>
          <a:p>
            <a:pPr indent="0" lvl="0" marL="0" rtl="0" algn="l">
              <a:spcBef>
                <a:spcPts val="0"/>
              </a:spcBef>
              <a:spcAft>
                <a:spcPts val="0"/>
              </a:spcAft>
              <a:buClr>
                <a:schemeClr val="dk1"/>
              </a:buClr>
              <a:buSzPts val="1100"/>
              <a:buFont typeface="Arial"/>
              <a:buNone/>
            </a:pPr>
            <a:r>
              <a:rPr b="1" lang="en" sz="1500">
                <a:solidFill>
                  <a:srgbClr val="49476E"/>
                </a:solidFill>
                <a:latin typeface="Abel"/>
                <a:ea typeface="Abel"/>
                <a:cs typeface="Abel"/>
                <a:sym typeface="Abel"/>
              </a:rPr>
              <a:t>Tai giữa: truyền sóng âm thanh dưới dạng rung đến tai trong</a:t>
            </a:r>
            <a:endParaRPr b="1" sz="1500">
              <a:solidFill>
                <a:srgbClr val="49476E"/>
              </a:solidFill>
              <a:latin typeface="Abel"/>
              <a:ea typeface="Abel"/>
              <a:cs typeface="Abel"/>
              <a:sym typeface="Abel"/>
            </a:endParaRPr>
          </a:p>
          <a:p>
            <a:pPr indent="0" lvl="0" marL="0" rtl="0" algn="l">
              <a:spcBef>
                <a:spcPts val="0"/>
              </a:spcBef>
              <a:spcAft>
                <a:spcPts val="0"/>
              </a:spcAft>
              <a:buClr>
                <a:schemeClr val="dk1"/>
              </a:buClr>
              <a:buSzPts val="1100"/>
              <a:buFont typeface="Arial"/>
              <a:buNone/>
            </a:pPr>
            <a:r>
              <a:rPr b="1" lang="en" sz="1500">
                <a:solidFill>
                  <a:srgbClr val="49476E"/>
                </a:solidFill>
                <a:latin typeface="Abel"/>
                <a:ea typeface="Abel"/>
                <a:cs typeface="Abel"/>
                <a:sym typeface="Abel"/>
              </a:rPr>
              <a:t>Tai trong: chất dẫn truyền hóa học được giải phóng và kết hợp các xung động trong dây thần kinh thính giác</a:t>
            </a:r>
            <a:endParaRPr b="1" sz="1500">
              <a:solidFill>
                <a:srgbClr val="49476E"/>
              </a:solidFill>
              <a:latin typeface="Abel"/>
              <a:ea typeface="Abel"/>
              <a:cs typeface="Abel"/>
              <a:sym typeface="Abel"/>
            </a:endParaRPr>
          </a:p>
          <a:p>
            <a:pPr indent="0" lvl="0" marL="0" rtl="0" algn="l">
              <a:spcBef>
                <a:spcPts val="0"/>
              </a:spcBef>
              <a:spcAft>
                <a:spcPts val="0"/>
              </a:spcAft>
              <a:buClr>
                <a:schemeClr val="dk1"/>
              </a:buClr>
              <a:buSzPts val="1100"/>
              <a:buFont typeface="Arial"/>
              <a:buNone/>
            </a:pPr>
            <a:r>
              <a:rPr b="1" lang="en" sz="1500">
                <a:solidFill>
                  <a:srgbClr val="49476E"/>
                </a:solidFill>
                <a:latin typeface="Abel"/>
                <a:ea typeface="Abel"/>
                <a:cs typeface="Abel"/>
                <a:sym typeface="Abel"/>
              </a:rPr>
              <a:t>ÂM THANH</a:t>
            </a:r>
            <a:endParaRPr b="1" sz="1500">
              <a:solidFill>
                <a:srgbClr val="49476E"/>
              </a:solidFill>
              <a:latin typeface="Abel"/>
              <a:ea typeface="Abel"/>
              <a:cs typeface="Abel"/>
              <a:sym typeface="Abel"/>
            </a:endParaRPr>
          </a:p>
          <a:p>
            <a:pPr indent="0" lvl="0" marL="0" rtl="0" algn="l">
              <a:spcBef>
                <a:spcPts val="0"/>
              </a:spcBef>
              <a:spcAft>
                <a:spcPts val="0"/>
              </a:spcAft>
              <a:buClr>
                <a:schemeClr val="dk1"/>
              </a:buClr>
              <a:buSzPts val="1100"/>
              <a:buFont typeface="Arial"/>
              <a:buNone/>
            </a:pPr>
            <a:r>
              <a:rPr b="1" lang="en" sz="1500">
                <a:solidFill>
                  <a:srgbClr val="49476E"/>
                </a:solidFill>
                <a:latin typeface="Abel"/>
                <a:ea typeface="Abel"/>
                <a:cs typeface="Abel"/>
                <a:sym typeface="Abel"/>
              </a:rPr>
              <a:t>Pitch: tần số âm thanh</a:t>
            </a:r>
            <a:endParaRPr b="1" sz="1500">
              <a:solidFill>
                <a:srgbClr val="49476E"/>
              </a:solidFill>
              <a:latin typeface="Abel"/>
              <a:ea typeface="Abel"/>
              <a:cs typeface="Abel"/>
              <a:sym typeface="Abel"/>
            </a:endParaRPr>
          </a:p>
          <a:p>
            <a:pPr indent="0" lvl="0" marL="0" rtl="0" algn="l">
              <a:spcBef>
                <a:spcPts val="0"/>
              </a:spcBef>
              <a:spcAft>
                <a:spcPts val="0"/>
              </a:spcAft>
              <a:buClr>
                <a:schemeClr val="dk1"/>
              </a:buClr>
              <a:buSzPts val="1100"/>
              <a:buFont typeface="Arial"/>
              <a:buNone/>
            </a:pPr>
            <a:r>
              <a:rPr b="1" lang="en" sz="1500">
                <a:solidFill>
                  <a:srgbClr val="49476E"/>
                </a:solidFill>
                <a:latin typeface="Abel"/>
                <a:ea typeface="Abel"/>
                <a:cs typeface="Abel"/>
                <a:sym typeface="Abel"/>
              </a:rPr>
              <a:t>Độ ồn: biên độ</a:t>
            </a:r>
            <a:endParaRPr b="1" sz="1500">
              <a:solidFill>
                <a:srgbClr val="49476E"/>
              </a:solidFill>
              <a:latin typeface="Abel"/>
              <a:ea typeface="Abel"/>
              <a:cs typeface="Abel"/>
              <a:sym typeface="Abel"/>
            </a:endParaRPr>
          </a:p>
          <a:p>
            <a:pPr indent="0" lvl="0" marL="0" rtl="0" algn="l">
              <a:spcBef>
                <a:spcPts val="0"/>
              </a:spcBef>
              <a:spcAft>
                <a:spcPts val="0"/>
              </a:spcAft>
              <a:buClr>
                <a:schemeClr val="dk1"/>
              </a:buClr>
              <a:buSzPts val="1100"/>
              <a:buFont typeface="Arial"/>
              <a:buNone/>
            </a:pPr>
            <a:r>
              <a:rPr b="1" lang="en" sz="1500">
                <a:solidFill>
                  <a:srgbClr val="49476E"/>
                </a:solidFill>
                <a:latin typeface="Abel"/>
                <a:ea typeface="Abel"/>
                <a:cs typeface="Abel"/>
                <a:sym typeface="Abel"/>
              </a:rPr>
              <a:t>Âm sắc: loại hoặc chất lượng</a:t>
            </a:r>
            <a:endParaRPr b="1" sz="1500">
              <a:solidFill>
                <a:srgbClr val="49476E"/>
              </a:solidFill>
              <a:latin typeface="Abel"/>
              <a:ea typeface="Abel"/>
              <a:cs typeface="Abel"/>
              <a:sym typeface="Abel"/>
            </a:endParaRPr>
          </a:p>
          <a:p>
            <a:pPr indent="0" lvl="0" marL="0" rtl="0" algn="l">
              <a:spcBef>
                <a:spcPts val="0"/>
              </a:spcBef>
              <a:spcAft>
                <a:spcPts val="0"/>
              </a:spcAft>
              <a:buNone/>
            </a:pPr>
            <a:r>
              <a:t/>
            </a:r>
            <a:endParaRPr b="1" sz="1500">
              <a:solidFill>
                <a:srgbClr val="49476E"/>
              </a:solidFill>
              <a:latin typeface="Abel"/>
              <a:ea typeface="Abel"/>
              <a:cs typeface="Abel"/>
              <a:sym typeface="Abel"/>
            </a:endParaRPr>
          </a:p>
        </p:txBody>
      </p:sp>
      <p:sp>
        <p:nvSpPr>
          <p:cNvPr id="3277" name="Google Shape;3277;g99aa77a7f1_0_45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3" name="Shape 3283"/>
        <p:cNvGrpSpPr/>
        <p:nvPr/>
      </p:nvGrpSpPr>
      <p:grpSpPr>
        <a:xfrm>
          <a:off x="0" y="0"/>
          <a:ext cx="0" cy="0"/>
          <a:chOff x="0" y="0"/>
          <a:chExt cx="0" cy="0"/>
        </a:xfrm>
      </p:grpSpPr>
      <p:sp>
        <p:nvSpPr>
          <p:cNvPr id="3284" name="Google Shape;3284;g99aa77a7f1_0_4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85" name="Google Shape;3285;g99aa77a7f1_0_4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23850" lvl="0" marL="457200" rtl="0" algn="l">
              <a:lnSpc>
                <a:spcPct val="150000"/>
              </a:lnSpc>
              <a:spcBef>
                <a:spcPts val="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PROVIDES IMPORTANT FEEDBACK ABOUT ENVIRONMENT</a:t>
            </a:r>
            <a:endParaRPr b="1" sz="1500">
              <a:solidFill>
                <a:srgbClr val="49476E"/>
              </a:solidFill>
              <a:latin typeface="Abel"/>
              <a:ea typeface="Abel"/>
              <a:cs typeface="Abel"/>
              <a:sym typeface="Abel"/>
            </a:endParaRPr>
          </a:p>
          <a:p>
            <a:pPr indent="-323850" lvl="0" marL="457200" rtl="0" algn="l">
              <a:lnSpc>
                <a:spcPct val="150000"/>
              </a:lnSpc>
              <a:spcBef>
                <a:spcPts val="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MAYBE KEY SENSE FOR SOMEONE WHO IS VISUALLY IMPAIRED</a:t>
            </a:r>
            <a:endParaRPr sz="1300">
              <a:solidFill>
                <a:srgbClr val="49476E"/>
              </a:solidFill>
              <a:latin typeface="Abel"/>
              <a:ea typeface="Abel"/>
              <a:cs typeface="Abel"/>
              <a:sym typeface="Abel"/>
            </a:endParaRPr>
          </a:p>
          <a:p>
            <a:pPr indent="-323850" lvl="0" marL="457200" rtl="0" algn="l">
              <a:lnSpc>
                <a:spcPct val="150000"/>
              </a:lnSpc>
              <a:spcBef>
                <a:spcPts val="100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STIMULUS RECEIVED VIA RECEPTORS IN THE SKIN</a:t>
            </a:r>
            <a:endParaRPr b="1" sz="15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Thermoreceptors</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Nociceptors</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Mechanoreceptors</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Heat and cold</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Pain</a:t>
            </a:r>
            <a:endParaRPr sz="1300">
              <a:solidFill>
                <a:srgbClr val="49476E"/>
              </a:solidFill>
              <a:latin typeface="Abel"/>
              <a:ea typeface="Abel"/>
              <a:cs typeface="Abel"/>
              <a:sym typeface="Abel"/>
            </a:endParaRPr>
          </a:p>
          <a:p>
            <a:pPr indent="-311150" lvl="1" marL="914400" rtl="0" algn="l">
              <a:spcBef>
                <a:spcPts val="0"/>
              </a:spcBef>
              <a:spcAft>
                <a:spcPts val="0"/>
              </a:spcAft>
              <a:buClr>
                <a:srgbClr val="49476E"/>
              </a:buClr>
              <a:buSzPts val="1300"/>
              <a:buFont typeface="Abel"/>
              <a:buChar char="•"/>
            </a:pPr>
            <a:r>
              <a:rPr lang="en" sz="1300">
                <a:solidFill>
                  <a:srgbClr val="49476E"/>
                </a:solidFill>
                <a:latin typeface="Abel"/>
                <a:ea typeface="Abel"/>
                <a:cs typeface="Abel"/>
                <a:sym typeface="Abel"/>
              </a:rPr>
              <a:t>Pressure (some instant, some continuous)</a:t>
            </a:r>
            <a:endParaRPr sz="1300">
              <a:solidFill>
                <a:srgbClr val="49476E"/>
              </a:solidFill>
              <a:latin typeface="Abel"/>
              <a:ea typeface="Abel"/>
              <a:cs typeface="Abel"/>
              <a:sym typeface="Abel"/>
            </a:endParaRPr>
          </a:p>
          <a:p>
            <a:pPr indent="-311150" lvl="0" marL="457200" rtl="0" algn="l">
              <a:lnSpc>
                <a:spcPct val="150000"/>
              </a:lnSpc>
              <a:spcBef>
                <a:spcPts val="1000"/>
              </a:spcBef>
              <a:spcAft>
                <a:spcPts val="0"/>
              </a:spcAft>
              <a:buClr>
                <a:srgbClr val="49476E"/>
              </a:buClr>
              <a:buSzPts val="1300"/>
              <a:buFont typeface="Abel"/>
              <a:buAutoNum type="arabicPeriod"/>
            </a:pPr>
            <a:r>
              <a:rPr b="1" lang="en" sz="1500">
                <a:solidFill>
                  <a:srgbClr val="49476E"/>
                </a:solidFill>
                <a:latin typeface="Abel"/>
                <a:ea typeface="Abel"/>
                <a:cs typeface="Abel"/>
                <a:sym typeface="Abel"/>
              </a:rPr>
              <a:t>SOME AREAS MORE SENSITIVE THAN OTHERS (FINGERS)</a:t>
            </a:r>
            <a:endParaRPr b="1" sz="1500">
              <a:solidFill>
                <a:srgbClr val="49476E"/>
              </a:solidFill>
              <a:latin typeface="Abel"/>
              <a:ea typeface="Abel"/>
              <a:cs typeface="Abel"/>
              <a:sym typeface="Abel"/>
            </a:endParaRPr>
          </a:p>
          <a:p>
            <a:pPr indent="-323850" lvl="0" marL="457200" rtl="0" algn="l">
              <a:lnSpc>
                <a:spcPct val="150000"/>
              </a:lnSpc>
              <a:spcBef>
                <a:spcPts val="1000"/>
              </a:spcBef>
              <a:spcAft>
                <a:spcPts val="0"/>
              </a:spcAft>
              <a:buClr>
                <a:srgbClr val="49476E"/>
              </a:buClr>
              <a:buSzPts val="1500"/>
              <a:buFont typeface="Abel"/>
              <a:buAutoNum type="arabicPeriod"/>
            </a:pPr>
            <a:r>
              <a:rPr b="1" lang="en" sz="1500">
                <a:solidFill>
                  <a:srgbClr val="49476E"/>
                </a:solidFill>
                <a:latin typeface="Abel"/>
                <a:ea typeface="Abel"/>
                <a:cs typeface="Abel"/>
                <a:sym typeface="Abel"/>
              </a:rPr>
              <a:t>KINETHESIS </a:t>
            </a:r>
            <a:endParaRPr b="1" sz="1500">
              <a:solidFill>
                <a:srgbClr val="49476E"/>
              </a:solidFill>
              <a:latin typeface="Abel"/>
              <a:ea typeface="Abel"/>
              <a:cs typeface="Abel"/>
              <a:sym typeface="Abel"/>
            </a:endParaRPr>
          </a:p>
          <a:p>
            <a:pPr indent="0" lvl="0" marL="0" rtl="0" algn="l">
              <a:lnSpc>
                <a:spcPct val="150000"/>
              </a:lnSpc>
              <a:spcBef>
                <a:spcPts val="1000"/>
              </a:spcBef>
              <a:spcAft>
                <a:spcPts val="0"/>
              </a:spcAft>
              <a:buNone/>
            </a:pPr>
            <a:r>
              <a:t/>
            </a:r>
            <a:endParaRPr b="1" sz="1500">
              <a:solidFill>
                <a:srgbClr val="49476E"/>
              </a:solidFill>
              <a:latin typeface="Abel"/>
              <a:ea typeface="Abel"/>
              <a:cs typeface="Abel"/>
              <a:sym typeface="Abel"/>
            </a:endParaRPr>
          </a:p>
          <a:p>
            <a:pPr indent="0" lvl="0" marL="0" rtl="0" algn="l">
              <a:lnSpc>
                <a:spcPct val="150000"/>
              </a:lnSpc>
              <a:spcBef>
                <a:spcPts val="1000"/>
              </a:spcBef>
              <a:spcAft>
                <a:spcPts val="0"/>
              </a:spcAft>
              <a:buNone/>
            </a:pPr>
            <a:r>
              <a:t/>
            </a:r>
            <a:endParaRPr b="1" sz="1500">
              <a:solidFill>
                <a:srgbClr val="49476E"/>
              </a:solidFill>
              <a:latin typeface="Abel"/>
              <a:ea typeface="Abel"/>
              <a:cs typeface="Abel"/>
              <a:sym typeface="Abel"/>
            </a:endParaRPr>
          </a:p>
          <a:p>
            <a:pPr indent="0" lvl="0" marL="0" rtl="0" algn="l">
              <a:lnSpc>
                <a:spcPct val="150000"/>
              </a:lnSpc>
              <a:spcBef>
                <a:spcPts val="1000"/>
              </a:spcBef>
              <a:spcAft>
                <a:spcPts val="0"/>
              </a:spcAft>
              <a:buClr>
                <a:schemeClr val="dk1"/>
              </a:buClr>
              <a:buSzPts val="1100"/>
              <a:buFont typeface="Arial"/>
              <a:buNone/>
            </a:pPr>
            <a:r>
              <a:rPr b="1" lang="en" sz="1500">
                <a:solidFill>
                  <a:srgbClr val="49476E"/>
                </a:solidFill>
                <a:latin typeface="Abel"/>
                <a:ea typeface="Abel"/>
                <a:cs typeface="Abel"/>
                <a:sym typeface="Abel"/>
              </a:rPr>
              <a:t>CUNG CẤP PHẢN HỒI QUAN TRỌNG VỀ MÔI TRƯỜNG</a:t>
            </a:r>
            <a:endParaRPr b="1" sz="1500">
              <a:solidFill>
                <a:srgbClr val="49476E"/>
              </a:solidFill>
              <a:latin typeface="Abel"/>
              <a:ea typeface="Abel"/>
              <a:cs typeface="Abel"/>
              <a:sym typeface="Abel"/>
            </a:endParaRPr>
          </a:p>
          <a:p>
            <a:pPr indent="0" lvl="0" marL="0" rtl="0" algn="l">
              <a:lnSpc>
                <a:spcPct val="150000"/>
              </a:lnSpc>
              <a:spcBef>
                <a:spcPts val="1000"/>
              </a:spcBef>
              <a:spcAft>
                <a:spcPts val="0"/>
              </a:spcAft>
              <a:buClr>
                <a:schemeClr val="dk1"/>
              </a:buClr>
              <a:buSzPts val="1100"/>
              <a:buFont typeface="Arial"/>
              <a:buNone/>
            </a:pPr>
            <a:r>
              <a:rPr b="1" lang="en" sz="1500">
                <a:solidFill>
                  <a:srgbClr val="49476E"/>
                </a:solidFill>
                <a:latin typeface="Abel"/>
                <a:ea typeface="Abel"/>
                <a:cs typeface="Abel"/>
                <a:sym typeface="Abel"/>
              </a:rPr>
              <a:t>CÓ THỂ SENSE KEY CHO MỘT SỐ NGƯỜI ĐƯỢC ẢNH HƯỞNG THỰC SỰ</a:t>
            </a:r>
            <a:endParaRPr b="1" sz="1500">
              <a:solidFill>
                <a:srgbClr val="49476E"/>
              </a:solidFill>
              <a:latin typeface="Abel"/>
              <a:ea typeface="Abel"/>
              <a:cs typeface="Abel"/>
              <a:sym typeface="Abel"/>
            </a:endParaRPr>
          </a:p>
          <a:p>
            <a:pPr indent="0" lvl="0" marL="0" rtl="0" algn="l">
              <a:lnSpc>
                <a:spcPct val="150000"/>
              </a:lnSpc>
              <a:spcBef>
                <a:spcPts val="1000"/>
              </a:spcBef>
              <a:spcAft>
                <a:spcPts val="0"/>
              </a:spcAft>
              <a:buClr>
                <a:schemeClr val="dk1"/>
              </a:buClr>
              <a:buSzPts val="1100"/>
              <a:buFont typeface="Arial"/>
              <a:buNone/>
            </a:pPr>
            <a:r>
              <a:rPr b="1" lang="en" sz="1500">
                <a:solidFill>
                  <a:srgbClr val="49476E"/>
                </a:solidFill>
                <a:latin typeface="Abel"/>
                <a:ea typeface="Abel"/>
                <a:cs typeface="Abel"/>
                <a:sym typeface="Abel"/>
              </a:rPr>
              <a:t>KÍCH THƯỚC NHẬN BIẾT VIA TRONG DA</a:t>
            </a:r>
            <a:endParaRPr b="1" sz="1500">
              <a:solidFill>
                <a:srgbClr val="49476E"/>
              </a:solidFill>
              <a:latin typeface="Abel"/>
              <a:ea typeface="Abel"/>
              <a:cs typeface="Abel"/>
              <a:sym typeface="Abel"/>
            </a:endParaRPr>
          </a:p>
          <a:p>
            <a:pPr indent="0" lvl="0" marL="0" rtl="0" algn="l">
              <a:lnSpc>
                <a:spcPct val="150000"/>
              </a:lnSpc>
              <a:spcBef>
                <a:spcPts val="1000"/>
              </a:spcBef>
              <a:spcAft>
                <a:spcPts val="0"/>
              </a:spcAft>
              <a:buClr>
                <a:schemeClr val="dk1"/>
              </a:buClr>
              <a:buSzPts val="1100"/>
              <a:buFont typeface="Arial"/>
              <a:buNone/>
            </a:pPr>
            <a:r>
              <a:rPr b="1" lang="en" sz="1500">
                <a:solidFill>
                  <a:srgbClr val="49476E"/>
                </a:solidFill>
                <a:latin typeface="Abel"/>
                <a:ea typeface="Abel"/>
                <a:cs typeface="Abel"/>
                <a:sym typeface="Abel"/>
              </a:rPr>
              <a:t>Cơ quan thụ cảm nhiệt</a:t>
            </a:r>
            <a:endParaRPr b="1" sz="1500">
              <a:solidFill>
                <a:srgbClr val="49476E"/>
              </a:solidFill>
              <a:latin typeface="Abel"/>
              <a:ea typeface="Abel"/>
              <a:cs typeface="Abel"/>
              <a:sym typeface="Abel"/>
            </a:endParaRPr>
          </a:p>
          <a:p>
            <a:pPr indent="0" lvl="0" marL="0" rtl="0" algn="l">
              <a:lnSpc>
                <a:spcPct val="150000"/>
              </a:lnSpc>
              <a:spcBef>
                <a:spcPts val="1000"/>
              </a:spcBef>
              <a:spcAft>
                <a:spcPts val="0"/>
              </a:spcAft>
              <a:buClr>
                <a:schemeClr val="dk1"/>
              </a:buClr>
              <a:buSzPts val="1100"/>
              <a:buFont typeface="Arial"/>
              <a:buNone/>
            </a:pPr>
            <a:r>
              <a:rPr b="1" lang="en" sz="1500">
                <a:solidFill>
                  <a:srgbClr val="49476E"/>
                </a:solidFill>
                <a:latin typeface="Abel"/>
                <a:ea typeface="Abel"/>
                <a:cs typeface="Abel"/>
                <a:sym typeface="Abel"/>
              </a:rPr>
              <a:t>Thuốc thụ thai</a:t>
            </a:r>
            <a:endParaRPr b="1" sz="1500">
              <a:solidFill>
                <a:srgbClr val="49476E"/>
              </a:solidFill>
              <a:latin typeface="Abel"/>
              <a:ea typeface="Abel"/>
              <a:cs typeface="Abel"/>
              <a:sym typeface="Abel"/>
            </a:endParaRPr>
          </a:p>
          <a:p>
            <a:pPr indent="0" lvl="0" marL="0" rtl="0" algn="l">
              <a:lnSpc>
                <a:spcPct val="150000"/>
              </a:lnSpc>
              <a:spcBef>
                <a:spcPts val="1000"/>
              </a:spcBef>
              <a:spcAft>
                <a:spcPts val="0"/>
              </a:spcAft>
              <a:buClr>
                <a:schemeClr val="dk1"/>
              </a:buClr>
              <a:buSzPts val="1100"/>
              <a:buFont typeface="Arial"/>
              <a:buNone/>
            </a:pPr>
            <a:r>
              <a:rPr b="1" lang="en" sz="1500">
                <a:solidFill>
                  <a:srgbClr val="49476E"/>
                </a:solidFill>
                <a:latin typeface="Abel"/>
                <a:ea typeface="Abel"/>
                <a:cs typeface="Abel"/>
                <a:sym typeface="Abel"/>
              </a:rPr>
              <a:t>Cơ quan thụ cảm</a:t>
            </a:r>
            <a:endParaRPr b="1" sz="1500">
              <a:solidFill>
                <a:srgbClr val="49476E"/>
              </a:solidFill>
              <a:latin typeface="Abel"/>
              <a:ea typeface="Abel"/>
              <a:cs typeface="Abel"/>
              <a:sym typeface="Abel"/>
            </a:endParaRPr>
          </a:p>
          <a:p>
            <a:pPr indent="0" lvl="0" marL="0" rtl="0" algn="l">
              <a:lnSpc>
                <a:spcPct val="150000"/>
              </a:lnSpc>
              <a:spcBef>
                <a:spcPts val="1000"/>
              </a:spcBef>
              <a:spcAft>
                <a:spcPts val="0"/>
              </a:spcAft>
              <a:buClr>
                <a:schemeClr val="dk1"/>
              </a:buClr>
              <a:buSzPts val="1100"/>
              <a:buFont typeface="Arial"/>
              <a:buNone/>
            </a:pPr>
            <a:r>
              <a:rPr b="1" lang="en" sz="1500">
                <a:solidFill>
                  <a:srgbClr val="49476E"/>
                </a:solidFill>
                <a:latin typeface="Abel"/>
                <a:ea typeface="Abel"/>
                <a:cs typeface="Abel"/>
                <a:sym typeface="Abel"/>
              </a:rPr>
              <a:t>Nóng và lạnh</a:t>
            </a:r>
            <a:endParaRPr b="1" sz="1500">
              <a:solidFill>
                <a:srgbClr val="49476E"/>
              </a:solidFill>
              <a:latin typeface="Abel"/>
              <a:ea typeface="Abel"/>
              <a:cs typeface="Abel"/>
              <a:sym typeface="Abel"/>
            </a:endParaRPr>
          </a:p>
          <a:p>
            <a:pPr indent="0" lvl="0" marL="0" rtl="0" algn="l">
              <a:lnSpc>
                <a:spcPct val="150000"/>
              </a:lnSpc>
              <a:spcBef>
                <a:spcPts val="1000"/>
              </a:spcBef>
              <a:spcAft>
                <a:spcPts val="0"/>
              </a:spcAft>
              <a:buClr>
                <a:schemeClr val="dk1"/>
              </a:buClr>
              <a:buSzPts val="1100"/>
              <a:buFont typeface="Arial"/>
              <a:buNone/>
            </a:pPr>
            <a:r>
              <a:rPr b="1" lang="en" sz="1500">
                <a:solidFill>
                  <a:srgbClr val="49476E"/>
                </a:solidFill>
                <a:latin typeface="Abel"/>
                <a:ea typeface="Abel"/>
                <a:cs typeface="Abel"/>
                <a:sym typeface="Abel"/>
              </a:rPr>
              <a:t>Đau đớn</a:t>
            </a:r>
            <a:endParaRPr b="1" sz="1500">
              <a:solidFill>
                <a:srgbClr val="49476E"/>
              </a:solidFill>
              <a:latin typeface="Abel"/>
              <a:ea typeface="Abel"/>
              <a:cs typeface="Abel"/>
              <a:sym typeface="Abel"/>
            </a:endParaRPr>
          </a:p>
          <a:p>
            <a:pPr indent="0" lvl="0" marL="0" rtl="0" algn="l">
              <a:lnSpc>
                <a:spcPct val="150000"/>
              </a:lnSpc>
              <a:spcBef>
                <a:spcPts val="1000"/>
              </a:spcBef>
              <a:spcAft>
                <a:spcPts val="0"/>
              </a:spcAft>
              <a:buClr>
                <a:schemeClr val="dk1"/>
              </a:buClr>
              <a:buSzPts val="1100"/>
              <a:buFont typeface="Arial"/>
              <a:buNone/>
            </a:pPr>
            <a:r>
              <a:rPr b="1" lang="en" sz="1500">
                <a:solidFill>
                  <a:srgbClr val="49476E"/>
                </a:solidFill>
                <a:latin typeface="Abel"/>
                <a:ea typeface="Abel"/>
                <a:cs typeface="Abel"/>
                <a:sym typeface="Abel"/>
              </a:rPr>
              <a:t>Áp lực (một số tức thì, một số liên tục)</a:t>
            </a:r>
            <a:endParaRPr b="1" sz="1500">
              <a:solidFill>
                <a:srgbClr val="49476E"/>
              </a:solidFill>
              <a:latin typeface="Abel"/>
              <a:ea typeface="Abel"/>
              <a:cs typeface="Abel"/>
              <a:sym typeface="Abel"/>
            </a:endParaRPr>
          </a:p>
          <a:p>
            <a:pPr indent="0" lvl="0" marL="0" rtl="0" algn="l">
              <a:lnSpc>
                <a:spcPct val="150000"/>
              </a:lnSpc>
              <a:spcBef>
                <a:spcPts val="1000"/>
              </a:spcBef>
              <a:spcAft>
                <a:spcPts val="0"/>
              </a:spcAft>
              <a:buClr>
                <a:schemeClr val="dk1"/>
              </a:buClr>
              <a:buSzPts val="1100"/>
              <a:buFont typeface="Arial"/>
              <a:buNone/>
            </a:pPr>
            <a:r>
              <a:rPr b="1" lang="en" sz="1500">
                <a:solidFill>
                  <a:srgbClr val="49476E"/>
                </a:solidFill>
                <a:latin typeface="Abel"/>
                <a:ea typeface="Abel"/>
                <a:cs typeface="Abel"/>
                <a:sym typeface="Abel"/>
              </a:rPr>
              <a:t>MỘT SỐ KHU VỰC NHẠY CẢM HƠN CÁC KHU VỰC KHÁC (LÔNG TAY)</a:t>
            </a:r>
            <a:endParaRPr b="1" sz="1500">
              <a:solidFill>
                <a:srgbClr val="49476E"/>
              </a:solidFill>
              <a:latin typeface="Abel"/>
              <a:ea typeface="Abel"/>
              <a:cs typeface="Abel"/>
              <a:sym typeface="Abel"/>
            </a:endParaRPr>
          </a:p>
          <a:p>
            <a:pPr indent="0" lvl="0" marL="0" rtl="0" algn="l">
              <a:lnSpc>
                <a:spcPct val="150000"/>
              </a:lnSpc>
              <a:spcBef>
                <a:spcPts val="1000"/>
              </a:spcBef>
              <a:spcAft>
                <a:spcPts val="0"/>
              </a:spcAft>
              <a:buClr>
                <a:schemeClr val="dk1"/>
              </a:buClr>
              <a:buSzPts val="1100"/>
              <a:buFont typeface="Arial"/>
              <a:buNone/>
            </a:pPr>
            <a:r>
              <a:rPr b="1" lang="en" sz="1500">
                <a:solidFill>
                  <a:srgbClr val="49476E"/>
                </a:solidFill>
                <a:latin typeface="Abel"/>
                <a:ea typeface="Abel"/>
                <a:cs typeface="Abel"/>
                <a:sym typeface="Abel"/>
              </a:rPr>
              <a:t>KINETHESIS</a:t>
            </a:r>
            <a:endParaRPr b="1" sz="1500">
              <a:solidFill>
                <a:srgbClr val="49476E"/>
              </a:solidFill>
              <a:latin typeface="Abel"/>
              <a:ea typeface="Abel"/>
              <a:cs typeface="Abel"/>
              <a:sym typeface="Abel"/>
            </a:endParaRPr>
          </a:p>
          <a:p>
            <a:pPr indent="0" lvl="0" marL="0" rtl="0" algn="l">
              <a:lnSpc>
                <a:spcPct val="150000"/>
              </a:lnSpc>
              <a:spcBef>
                <a:spcPts val="1000"/>
              </a:spcBef>
              <a:spcAft>
                <a:spcPts val="0"/>
              </a:spcAft>
              <a:buNone/>
            </a:pPr>
            <a:r>
              <a:t/>
            </a:r>
            <a:endParaRPr b="1" sz="1500">
              <a:solidFill>
                <a:srgbClr val="49476E"/>
              </a:solidFill>
              <a:latin typeface="Abel"/>
              <a:ea typeface="Abel"/>
              <a:cs typeface="Abel"/>
              <a:sym typeface="Abel"/>
            </a:endParaRPr>
          </a:p>
        </p:txBody>
      </p:sp>
      <p:sp>
        <p:nvSpPr>
          <p:cNvPr id="3286" name="Google Shape;3286;g99aa77a7f1_0_46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1" name="Shape 3291"/>
        <p:cNvGrpSpPr/>
        <p:nvPr/>
      </p:nvGrpSpPr>
      <p:grpSpPr>
        <a:xfrm>
          <a:off x="0" y="0"/>
          <a:ext cx="0" cy="0"/>
          <a:chOff x="0" y="0"/>
          <a:chExt cx="0" cy="0"/>
        </a:xfrm>
      </p:grpSpPr>
      <p:sp>
        <p:nvSpPr>
          <p:cNvPr id="3292" name="Google Shape;3292;g99aa77a7f1_0_4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93" name="Google Shape;3293;g99aa77a7f1_0_4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50000"/>
              </a:lnSpc>
              <a:spcBef>
                <a:spcPts val="1000"/>
              </a:spcBef>
              <a:spcAft>
                <a:spcPts val="0"/>
              </a:spcAft>
              <a:buNone/>
            </a:pPr>
            <a:r>
              <a:t/>
            </a:r>
            <a:endParaRPr b="1" sz="1500">
              <a:solidFill>
                <a:srgbClr val="49476E"/>
              </a:solidFill>
              <a:latin typeface="Abel"/>
              <a:ea typeface="Abel"/>
              <a:cs typeface="Abel"/>
              <a:sym typeface="Abel"/>
            </a:endParaRPr>
          </a:p>
        </p:txBody>
      </p:sp>
      <p:sp>
        <p:nvSpPr>
          <p:cNvPr id="3294" name="Google Shape;3294;g99aa77a7f1_0_4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0" name="Shape 3300"/>
        <p:cNvGrpSpPr/>
        <p:nvPr/>
      </p:nvGrpSpPr>
      <p:grpSpPr>
        <a:xfrm>
          <a:off x="0" y="0"/>
          <a:ext cx="0" cy="0"/>
          <a:chOff x="0" y="0"/>
          <a:chExt cx="0" cy="0"/>
        </a:xfrm>
      </p:grpSpPr>
      <p:sp>
        <p:nvSpPr>
          <p:cNvPr id="3301" name="Google Shape;3301;gecf9e8d93f_0_28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02" name="Google Shape;3302;gecf9e8d93f_0_28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50000"/>
              </a:lnSpc>
              <a:spcBef>
                <a:spcPts val="1000"/>
              </a:spcBef>
              <a:spcAft>
                <a:spcPts val="0"/>
              </a:spcAft>
              <a:buNone/>
            </a:pPr>
            <a:r>
              <a:t/>
            </a:r>
            <a:endParaRPr b="1" sz="1500">
              <a:solidFill>
                <a:srgbClr val="49476E"/>
              </a:solidFill>
              <a:latin typeface="Abel"/>
              <a:ea typeface="Abel"/>
              <a:cs typeface="Abel"/>
              <a:sym typeface="Abel"/>
            </a:endParaRPr>
          </a:p>
        </p:txBody>
      </p:sp>
      <p:sp>
        <p:nvSpPr>
          <p:cNvPr id="3303" name="Google Shape;3303;gecf9e8d93f_0_288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9" name="Shape 3309"/>
        <p:cNvGrpSpPr/>
        <p:nvPr/>
      </p:nvGrpSpPr>
      <p:grpSpPr>
        <a:xfrm>
          <a:off x="0" y="0"/>
          <a:ext cx="0" cy="0"/>
          <a:chOff x="0" y="0"/>
          <a:chExt cx="0" cy="0"/>
        </a:xfrm>
      </p:grpSpPr>
      <p:sp>
        <p:nvSpPr>
          <p:cNvPr id="3310" name="Google Shape;3310;gecf9e8d93f_0_28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11" name="Google Shape;3311;gecf9e8d93f_0_289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50000"/>
              </a:lnSpc>
              <a:spcBef>
                <a:spcPts val="1000"/>
              </a:spcBef>
              <a:spcAft>
                <a:spcPts val="0"/>
              </a:spcAft>
              <a:buNone/>
            </a:pPr>
            <a:r>
              <a:t/>
            </a:r>
            <a:endParaRPr b="1" sz="1500">
              <a:solidFill>
                <a:srgbClr val="49476E"/>
              </a:solidFill>
              <a:latin typeface="Abel"/>
              <a:ea typeface="Abel"/>
              <a:cs typeface="Abel"/>
              <a:sym typeface="Abel"/>
            </a:endParaRPr>
          </a:p>
        </p:txBody>
      </p:sp>
      <p:sp>
        <p:nvSpPr>
          <p:cNvPr id="3312" name="Google Shape;3312;gecf9e8d93f_0_289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8" name="Shape 3318"/>
        <p:cNvGrpSpPr/>
        <p:nvPr/>
      </p:nvGrpSpPr>
      <p:grpSpPr>
        <a:xfrm>
          <a:off x="0" y="0"/>
          <a:ext cx="0" cy="0"/>
          <a:chOff x="0" y="0"/>
          <a:chExt cx="0" cy="0"/>
        </a:xfrm>
      </p:grpSpPr>
      <p:sp>
        <p:nvSpPr>
          <p:cNvPr id="3319" name="Google Shape;3319;gecf9e8d93f_0_29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20" name="Google Shape;3320;gecf9e8d93f_0_29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50000"/>
              </a:lnSpc>
              <a:spcBef>
                <a:spcPts val="1000"/>
              </a:spcBef>
              <a:spcAft>
                <a:spcPts val="0"/>
              </a:spcAft>
              <a:buNone/>
            </a:pPr>
            <a:r>
              <a:t/>
            </a:r>
            <a:endParaRPr b="1" sz="1500">
              <a:solidFill>
                <a:srgbClr val="49476E"/>
              </a:solidFill>
              <a:latin typeface="Abel"/>
              <a:ea typeface="Abel"/>
              <a:cs typeface="Abel"/>
              <a:sym typeface="Abel"/>
            </a:endParaRPr>
          </a:p>
        </p:txBody>
      </p:sp>
      <p:sp>
        <p:nvSpPr>
          <p:cNvPr id="3321" name="Google Shape;3321;gecf9e8d93f_0_290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7" name="Shape 3327"/>
        <p:cNvGrpSpPr/>
        <p:nvPr/>
      </p:nvGrpSpPr>
      <p:grpSpPr>
        <a:xfrm>
          <a:off x="0" y="0"/>
          <a:ext cx="0" cy="0"/>
          <a:chOff x="0" y="0"/>
          <a:chExt cx="0" cy="0"/>
        </a:xfrm>
      </p:grpSpPr>
      <p:sp>
        <p:nvSpPr>
          <p:cNvPr id="3328" name="Google Shape;3328;gecf9e8d93f_0_29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29" name="Google Shape;3329;gecf9e8d93f_0_290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50000"/>
              </a:lnSpc>
              <a:spcBef>
                <a:spcPts val="1000"/>
              </a:spcBef>
              <a:spcAft>
                <a:spcPts val="0"/>
              </a:spcAft>
              <a:buNone/>
            </a:pPr>
            <a:r>
              <a:t/>
            </a:r>
            <a:endParaRPr b="1" sz="1500">
              <a:solidFill>
                <a:srgbClr val="49476E"/>
              </a:solidFill>
              <a:latin typeface="Abel"/>
              <a:ea typeface="Abel"/>
              <a:cs typeface="Abel"/>
              <a:sym typeface="Abel"/>
            </a:endParaRPr>
          </a:p>
        </p:txBody>
      </p:sp>
      <p:sp>
        <p:nvSpPr>
          <p:cNvPr id="3330" name="Google Shape;3330;gecf9e8d93f_0_290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6" name="Shape 3336"/>
        <p:cNvGrpSpPr/>
        <p:nvPr/>
      </p:nvGrpSpPr>
      <p:grpSpPr>
        <a:xfrm>
          <a:off x="0" y="0"/>
          <a:ext cx="0" cy="0"/>
          <a:chOff x="0" y="0"/>
          <a:chExt cx="0" cy="0"/>
        </a:xfrm>
      </p:grpSpPr>
      <p:sp>
        <p:nvSpPr>
          <p:cNvPr id="3337" name="Google Shape;3337;gecf9e8d93f_0_29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38" name="Google Shape;3338;gecf9e8d93f_0_29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50000"/>
              </a:lnSpc>
              <a:spcBef>
                <a:spcPts val="1000"/>
              </a:spcBef>
              <a:spcAft>
                <a:spcPts val="0"/>
              </a:spcAft>
              <a:buNone/>
            </a:pPr>
            <a:r>
              <a:t/>
            </a:r>
            <a:endParaRPr b="1" sz="1500">
              <a:solidFill>
                <a:srgbClr val="49476E"/>
              </a:solidFill>
              <a:latin typeface="Abel"/>
              <a:ea typeface="Abel"/>
              <a:cs typeface="Abel"/>
              <a:sym typeface="Abel"/>
            </a:endParaRPr>
          </a:p>
        </p:txBody>
      </p:sp>
      <p:sp>
        <p:nvSpPr>
          <p:cNvPr id="3339" name="Google Shape;3339;gecf9e8d93f_0_29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5" name="Shape 3345"/>
        <p:cNvGrpSpPr/>
        <p:nvPr/>
      </p:nvGrpSpPr>
      <p:grpSpPr>
        <a:xfrm>
          <a:off x="0" y="0"/>
          <a:ext cx="0" cy="0"/>
          <a:chOff x="0" y="0"/>
          <a:chExt cx="0" cy="0"/>
        </a:xfrm>
      </p:grpSpPr>
      <p:sp>
        <p:nvSpPr>
          <p:cNvPr id="3346" name="Google Shape;3346;gecf9e8d93f_0_2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7" name="Google Shape;3347;gecf9e8d93f_0_29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9" name="Shape 3359"/>
        <p:cNvGrpSpPr/>
        <p:nvPr/>
      </p:nvGrpSpPr>
      <p:grpSpPr>
        <a:xfrm>
          <a:off x="0" y="0"/>
          <a:ext cx="0" cy="0"/>
          <a:chOff x="0" y="0"/>
          <a:chExt cx="0" cy="0"/>
        </a:xfrm>
      </p:grpSpPr>
      <p:sp>
        <p:nvSpPr>
          <p:cNvPr id="3360" name="Google Shape;3360;gecf9e8d93f_0_5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1" name="Google Shape;3361;gecf9e8d93f_0_58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4" name="Shape 3374"/>
        <p:cNvGrpSpPr/>
        <p:nvPr/>
      </p:nvGrpSpPr>
      <p:grpSpPr>
        <a:xfrm>
          <a:off x="0" y="0"/>
          <a:ext cx="0" cy="0"/>
          <a:chOff x="0" y="0"/>
          <a:chExt cx="0" cy="0"/>
        </a:xfrm>
      </p:grpSpPr>
      <p:sp>
        <p:nvSpPr>
          <p:cNvPr id="3375" name="Google Shape;3375;gecf9e8d93f_0_58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6" name="Google Shape;3376;gecf9e8d93f_0_58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9" name="Shape 3389"/>
        <p:cNvGrpSpPr/>
        <p:nvPr/>
      </p:nvGrpSpPr>
      <p:grpSpPr>
        <a:xfrm>
          <a:off x="0" y="0"/>
          <a:ext cx="0" cy="0"/>
          <a:chOff x="0" y="0"/>
          <a:chExt cx="0" cy="0"/>
        </a:xfrm>
      </p:grpSpPr>
      <p:sp>
        <p:nvSpPr>
          <p:cNvPr id="3390" name="Google Shape;3390;gf0d696535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1" name="Google Shape;3391;gf0d6965356_0_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4" name="Shape 3404"/>
        <p:cNvGrpSpPr/>
        <p:nvPr/>
      </p:nvGrpSpPr>
      <p:grpSpPr>
        <a:xfrm>
          <a:off x="0" y="0"/>
          <a:ext cx="0" cy="0"/>
          <a:chOff x="0" y="0"/>
          <a:chExt cx="0" cy="0"/>
        </a:xfrm>
      </p:grpSpPr>
      <p:sp>
        <p:nvSpPr>
          <p:cNvPr id="3405" name="Google Shape;3405;gefa24fa7be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06" name="Google Shape;3406;gefa24fa7be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50000"/>
              </a:lnSpc>
              <a:spcBef>
                <a:spcPts val="1000"/>
              </a:spcBef>
              <a:spcAft>
                <a:spcPts val="0"/>
              </a:spcAft>
              <a:buNone/>
            </a:pPr>
            <a:r>
              <a:t/>
            </a:r>
            <a:endParaRPr b="1" sz="1500">
              <a:solidFill>
                <a:srgbClr val="49476E"/>
              </a:solidFill>
              <a:latin typeface="Abel"/>
              <a:ea typeface="Abel"/>
              <a:cs typeface="Abel"/>
              <a:sym typeface="Abel"/>
            </a:endParaRPr>
          </a:p>
        </p:txBody>
      </p:sp>
      <p:sp>
        <p:nvSpPr>
          <p:cNvPr id="3407" name="Google Shape;3407;gefa24fa7be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3" name="Shape 3413"/>
        <p:cNvGrpSpPr/>
        <p:nvPr/>
      </p:nvGrpSpPr>
      <p:grpSpPr>
        <a:xfrm>
          <a:off x="0" y="0"/>
          <a:ext cx="0" cy="0"/>
          <a:chOff x="0" y="0"/>
          <a:chExt cx="0" cy="0"/>
        </a:xfrm>
      </p:grpSpPr>
      <p:sp>
        <p:nvSpPr>
          <p:cNvPr id="3414" name="Google Shape;3414;gefa24fa7be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15" name="Google Shape;3415;gefa24fa7be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50000"/>
              </a:lnSpc>
              <a:spcBef>
                <a:spcPts val="1000"/>
              </a:spcBef>
              <a:spcAft>
                <a:spcPts val="0"/>
              </a:spcAft>
              <a:buNone/>
            </a:pPr>
            <a:r>
              <a:t/>
            </a:r>
            <a:endParaRPr b="1" sz="1500">
              <a:solidFill>
                <a:srgbClr val="49476E"/>
              </a:solidFill>
              <a:latin typeface="Abel"/>
              <a:ea typeface="Abel"/>
              <a:cs typeface="Abel"/>
              <a:sym typeface="Abel"/>
            </a:endParaRPr>
          </a:p>
        </p:txBody>
      </p:sp>
      <p:sp>
        <p:nvSpPr>
          <p:cNvPr id="3416" name="Google Shape;3416;gefa24fa7be_0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2" name="Shape 3422"/>
        <p:cNvGrpSpPr/>
        <p:nvPr/>
      </p:nvGrpSpPr>
      <p:grpSpPr>
        <a:xfrm>
          <a:off x="0" y="0"/>
          <a:ext cx="0" cy="0"/>
          <a:chOff x="0" y="0"/>
          <a:chExt cx="0" cy="0"/>
        </a:xfrm>
      </p:grpSpPr>
      <p:sp>
        <p:nvSpPr>
          <p:cNvPr id="3423" name="Google Shape;3423;gefa24fa7be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24" name="Google Shape;3424;gefa24fa7be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50000"/>
              </a:lnSpc>
              <a:spcBef>
                <a:spcPts val="1000"/>
              </a:spcBef>
              <a:spcAft>
                <a:spcPts val="0"/>
              </a:spcAft>
              <a:buNone/>
            </a:pPr>
            <a:r>
              <a:t/>
            </a:r>
            <a:endParaRPr b="1" sz="1500">
              <a:solidFill>
                <a:srgbClr val="49476E"/>
              </a:solidFill>
              <a:latin typeface="Abel"/>
              <a:ea typeface="Abel"/>
              <a:cs typeface="Abel"/>
              <a:sym typeface="Abel"/>
            </a:endParaRPr>
          </a:p>
        </p:txBody>
      </p:sp>
      <p:sp>
        <p:nvSpPr>
          <p:cNvPr id="3425" name="Google Shape;3425;gefa24fa7be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1" name="Shape 3431"/>
        <p:cNvGrpSpPr/>
        <p:nvPr/>
      </p:nvGrpSpPr>
      <p:grpSpPr>
        <a:xfrm>
          <a:off x="0" y="0"/>
          <a:ext cx="0" cy="0"/>
          <a:chOff x="0" y="0"/>
          <a:chExt cx="0" cy="0"/>
        </a:xfrm>
      </p:grpSpPr>
      <p:sp>
        <p:nvSpPr>
          <p:cNvPr id="3432" name="Google Shape;3432;gefa24fa7be_0_88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33" name="Google Shape;3433;gefa24fa7be_0_88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4" name="Google Shape;3434;gefa24fa7be_0_887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7" name="Shape 3447"/>
        <p:cNvGrpSpPr/>
        <p:nvPr/>
      </p:nvGrpSpPr>
      <p:grpSpPr>
        <a:xfrm>
          <a:off x="0" y="0"/>
          <a:ext cx="0" cy="0"/>
          <a:chOff x="0" y="0"/>
          <a:chExt cx="0" cy="0"/>
        </a:xfrm>
      </p:grpSpPr>
      <p:sp>
        <p:nvSpPr>
          <p:cNvPr id="3448" name="Google Shape;3448;gefa24fa7be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49" name="Google Shape;3449;gefa24fa7be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50000"/>
              </a:lnSpc>
              <a:spcBef>
                <a:spcPts val="1000"/>
              </a:spcBef>
              <a:spcAft>
                <a:spcPts val="0"/>
              </a:spcAft>
              <a:buClr>
                <a:schemeClr val="dk1"/>
              </a:buClr>
              <a:buSzPts val="1100"/>
              <a:buFont typeface="Arial"/>
              <a:buNone/>
            </a:pPr>
            <a:r>
              <a:rPr b="1" lang="en">
                <a:solidFill>
                  <a:srgbClr val="49476E"/>
                </a:solidFill>
                <a:latin typeface="Montserrat"/>
                <a:ea typeface="Montserrat"/>
                <a:cs typeface="Montserrat"/>
                <a:sym typeface="Montserrat"/>
              </a:rPr>
              <a:t>Lý luận khấu trừ</a:t>
            </a:r>
            <a:endParaRPr b="1">
              <a:solidFill>
                <a:srgbClr val="49476E"/>
              </a:solidFill>
              <a:latin typeface="Montserrat"/>
              <a:ea typeface="Montserrat"/>
              <a:cs typeface="Montserrat"/>
              <a:sym typeface="Montserrat"/>
            </a:endParaRPr>
          </a:p>
          <a:p>
            <a:pPr indent="-317500" lvl="0" marL="457200" rtl="0" algn="l">
              <a:lnSpc>
                <a:spcPct val="150000"/>
              </a:lnSpc>
              <a:spcBef>
                <a:spcPts val="1000"/>
              </a:spcBef>
              <a:spcAft>
                <a:spcPts val="0"/>
              </a:spcAft>
              <a:buClr>
                <a:srgbClr val="49476E"/>
              </a:buClr>
              <a:buSzPts val="1400"/>
              <a:buFont typeface="Montserrat"/>
              <a:buChar char="-"/>
            </a:pPr>
            <a:r>
              <a:rPr lang="en">
                <a:solidFill>
                  <a:srgbClr val="49476E"/>
                </a:solidFill>
                <a:latin typeface="Montserrat"/>
                <a:ea typeface="Montserrat"/>
                <a:cs typeface="Montserrat"/>
                <a:sym typeface="Montserrat"/>
              </a:rPr>
              <a:t>rút ra kết luận cần thiết về mặt logic từ các tiền đề đã cho</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Kết luận logic không nhất thiết phải đúng</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Khi sự thật và giá trị hợp lý xung đột</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Con người mang kiến thức thế giới để mang</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None/>
            </a:pPr>
            <a:r>
              <a:t/>
            </a:r>
            <a:endParaRPr>
              <a:solidFill>
                <a:srgbClr val="49476E"/>
              </a:solidFill>
              <a:latin typeface="Montserrat"/>
              <a:ea typeface="Montserrat"/>
              <a:cs typeface="Montserrat"/>
              <a:sym typeface="Montserrat"/>
            </a:endParaRPr>
          </a:p>
        </p:txBody>
      </p:sp>
      <p:sp>
        <p:nvSpPr>
          <p:cNvPr id="3450" name="Google Shape;3450;gefa24fa7be_0_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5" name="Shape 3455"/>
        <p:cNvGrpSpPr/>
        <p:nvPr/>
      </p:nvGrpSpPr>
      <p:grpSpPr>
        <a:xfrm>
          <a:off x="0" y="0"/>
          <a:ext cx="0" cy="0"/>
          <a:chOff x="0" y="0"/>
          <a:chExt cx="0" cy="0"/>
        </a:xfrm>
      </p:grpSpPr>
      <p:sp>
        <p:nvSpPr>
          <p:cNvPr id="3456" name="Google Shape;3456;gefa24fa7be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57" name="Google Shape;3457;gefa24fa7be_0_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50000"/>
              </a:lnSpc>
              <a:spcBef>
                <a:spcPts val="1000"/>
              </a:spcBef>
              <a:spcAft>
                <a:spcPts val="0"/>
              </a:spcAft>
              <a:buClr>
                <a:schemeClr val="dk1"/>
              </a:buClr>
              <a:buSzPts val="1100"/>
              <a:buFont typeface="Arial"/>
              <a:buNone/>
            </a:pPr>
            <a:r>
              <a:rPr b="1" lang="en">
                <a:solidFill>
                  <a:srgbClr val="49476E"/>
                </a:solidFill>
                <a:latin typeface="Montserrat"/>
                <a:ea typeface="Montserrat"/>
                <a:cs typeface="Montserrat"/>
                <a:sym typeface="Montserrat"/>
              </a:rPr>
              <a:t>Lý luận quy nạp</a:t>
            </a:r>
            <a:endParaRPr b="1">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khái quát hóa từ các trường hợp đã nhìn thấy đến các trường hợp không nhìn thấy</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Không đáng tin cậy</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chỉ có thể chứng minh sai không đúng sự thật… NHƯNG HỮU ÍCH!</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Con người không giỏi sử dụng bằng chứng tiêu cực</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None/>
            </a:pPr>
            <a:r>
              <a:t/>
            </a:r>
            <a:endParaRPr>
              <a:solidFill>
                <a:srgbClr val="49476E"/>
              </a:solidFill>
              <a:latin typeface="Montserrat"/>
              <a:ea typeface="Montserrat"/>
              <a:cs typeface="Montserrat"/>
              <a:sym typeface="Montserrat"/>
            </a:endParaRPr>
          </a:p>
        </p:txBody>
      </p:sp>
      <p:sp>
        <p:nvSpPr>
          <p:cNvPr id="3458" name="Google Shape;3458;gefa24fa7be_0_4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3" name="Shape 3463"/>
        <p:cNvGrpSpPr/>
        <p:nvPr/>
      </p:nvGrpSpPr>
      <p:grpSpPr>
        <a:xfrm>
          <a:off x="0" y="0"/>
          <a:ext cx="0" cy="0"/>
          <a:chOff x="0" y="0"/>
          <a:chExt cx="0" cy="0"/>
        </a:xfrm>
      </p:grpSpPr>
      <p:sp>
        <p:nvSpPr>
          <p:cNvPr id="3464" name="Google Shape;3464;g99aa77a7f1_0_6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65" name="Google Shape;3465;g99aa77a7f1_0_60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6" name="Google Shape;3466;g99aa77a7f1_0_60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0" name="Shape 3470"/>
        <p:cNvGrpSpPr/>
        <p:nvPr/>
      </p:nvGrpSpPr>
      <p:grpSpPr>
        <a:xfrm>
          <a:off x="0" y="0"/>
          <a:ext cx="0" cy="0"/>
          <a:chOff x="0" y="0"/>
          <a:chExt cx="0" cy="0"/>
        </a:xfrm>
      </p:grpSpPr>
      <p:sp>
        <p:nvSpPr>
          <p:cNvPr id="3471" name="Google Shape;3471;g99335b3a3f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72" name="Google Shape;3472;g99335b3a3f_0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3" name="Google Shape;3473;g99335b3a3f_0_4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7" name="Shape 3477"/>
        <p:cNvGrpSpPr/>
        <p:nvPr/>
      </p:nvGrpSpPr>
      <p:grpSpPr>
        <a:xfrm>
          <a:off x="0" y="0"/>
          <a:ext cx="0" cy="0"/>
          <a:chOff x="0" y="0"/>
          <a:chExt cx="0" cy="0"/>
        </a:xfrm>
      </p:grpSpPr>
      <p:sp>
        <p:nvSpPr>
          <p:cNvPr id="3478" name="Google Shape;3478;g99335b3a3f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79" name="Google Shape;3479;g99335b3a3f_0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0" name="Google Shape;3480;g99335b3a3f_0_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3" name="Shape 3483"/>
        <p:cNvGrpSpPr/>
        <p:nvPr/>
      </p:nvGrpSpPr>
      <p:grpSpPr>
        <a:xfrm>
          <a:off x="0" y="0"/>
          <a:ext cx="0" cy="0"/>
          <a:chOff x="0" y="0"/>
          <a:chExt cx="0" cy="0"/>
        </a:xfrm>
      </p:grpSpPr>
      <p:sp>
        <p:nvSpPr>
          <p:cNvPr id="3484" name="Google Shape;3484;gefa24fa7be_0_29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85" name="Google Shape;3485;gefa24fa7be_0_29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50000"/>
              </a:lnSpc>
              <a:spcBef>
                <a:spcPts val="1000"/>
              </a:spcBef>
              <a:spcAft>
                <a:spcPts val="0"/>
              </a:spcAft>
              <a:buClr>
                <a:schemeClr val="dk1"/>
              </a:buClr>
              <a:buSzPts val="1100"/>
              <a:buFont typeface="Arial"/>
              <a:buNone/>
            </a:pPr>
            <a:r>
              <a:rPr b="1" lang="en">
                <a:solidFill>
                  <a:srgbClr val="49476E"/>
                </a:solidFill>
                <a:latin typeface="Montserrat"/>
                <a:ea typeface="Montserrat"/>
                <a:cs typeface="Montserrat"/>
                <a:sym typeface="Montserrat"/>
              </a:rPr>
              <a:t>Lý luận bắt cóc</a:t>
            </a:r>
            <a:endParaRPr b="1">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Suy luận từ sự kiện đến nguyên nhân</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Sam lái xe nhanh khi say rượu.</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Nếu tôi thấy Sam lái xe nhanh, hãy cho là say rượu.</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Không đáng tin cậy</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có thể dẫn đến giải thích sai</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None/>
            </a:pPr>
            <a:r>
              <a:t/>
            </a:r>
            <a:endParaRPr>
              <a:solidFill>
                <a:srgbClr val="49476E"/>
              </a:solidFill>
              <a:latin typeface="Montserrat"/>
              <a:ea typeface="Montserrat"/>
              <a:cs typeface="Montserrat"/>
              <a:sym typeface="Montserrat"/>
            </a:endParaRPr>
          </a:p>
        </p:txBody>
      </p:sp>
      <p:sp>
        <p:nvSpPr>
          <p:cNvPr id="3486" name="Google Shape;3486;gefa24fa7be_0_29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1" name="Shape 3491"/>
        <p:cNvGrpSpPr/>
        <p:nvPr/>
      </p:nvGrpSpPr>
      <p:grpSpPr>
        <a:xfrm>
          <a:off x="0" y="0"/>
          <a:ext cx="0" cy="0"/>
          <a:chOff x="0" y="0"/>
          <a:chExt cx="0" cy="0"/>
        </a:xfrm>
      </p:grpSpPr>
      <p:sp>
        <p:nvSpPr>
          <p:cNvPr id="3492" name="Google Shape;3492;gefa24fa7be_0_29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93" name="Google Shape;3493;gefa24fa7be_0_29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Quá trình tìm kiếm giải pháp cho nhiệm vụ không quen thuộc bằng cách sử dụng kiến thức.</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Một số lý thuyết.</a:t>
            </a:r>
            <a:endParaRPr>
              <a:solidFill>
                <a:srgbClr val="49476E"/>
              </a:solidFill>
              <a:latin typeface="Montserrat"/>
              <a:ea typeface="Montserrat"/>
              <a:cs typeface="Montserrat"/>
              <a:sym typeface="Montserrat"/>
            </a:endParaRPr>
          </a:p>
          <a:p>
            <a:pPr indent="-317500" lvl="0" marL="457200" rtl="0" algn="l">
              <a:lnSpc>
                <a:spcPct val="150000"/>
              </a:lnSpc>
              <a:spcBef>
                <a:spcPts val="1000"/>
              </a:spcBef>
              <a:spcAft>
                <a:spcPts val="0"/>
              </a:spcAft>
              <a:buClr>
                <a:srgbClr val="49476E"/>
              </a:buClr>
              <a:buSzPts val="1400"/>
              <a:buFont typeface="Montserrat"/>
              <a:buAutoNum type="arabicPeriod"/>
            </a:pPr>
            <a:r>
              <a:rPr lang="en">
                <a:solidFill>
                  <a:srgbClr val="49476E"/>
                </a:solidFill>
                <a:latin typeface="Montserrat"/>
                <a:ea typeface="Montserrat"/>
                <a:cs typeface="Montserrat"/>
                <a:sym typeface="Montserrat"/>
              </a:rPr>
              <a:t>Gestalt</a:t>
            </a:r>
            <a:endParaRPr>
              <a:solidFill>
                <a:srgbClr val="49476E"/>
              </a:solidFill>
              <a:latin typeface="Montserrat"/>
              <a:ea typeface="Montserrat"/>
              <a:cs typeface="Montserrat"/>
              <a:sym typeface="Montserrat"/>
            </a:endParaRPr>
          </a:p>
          <a:p>
            <a:pPr indent="-317500" lvl="0" marL="457200" rtl="0" algn="l">
              <a:lnSpc>
                <a:spcPct val="150000"/>
              </a:lnSpc>
              <a:spcBef>
                <a:spcPts val="0"/>
              </a:spcBef>
              <a:spcAft>
                <a:spcPts val="0"/>
              </a:spcAft>
              <a:buClr>
                <a:srgbClr val="49476E"/>
              </a:buClr>
              <a:buSzPts val="1400"/>
              <a:buFont typeface="Montserrat"/>
              <a:buAutoNum type="arabicPeriod"/>
            </a:pPr>
            <a:r>
              <a:rPr lang="en">
                <a:solidFill>
                  <a:srgbClr val="49476E"/>
                </a:solidFill>
                <a:latin typeface="Montserrat"/>
                <a:ea typeface="Montserrat"/>
                <a:cs typeface="Montserrat"/>
                <a:sym typeface="Montserrat"/>
              </a:rPr>
              <a:t>Vấn đề lý thuyết không gian</a:t>
            </a:r>
            <a:endParaRPr>
              <a:solidFill>
                <a:srgbClr val="49476E"/>
              </a:solidFill>
              <a:latin typeface="Montserrat"/>
              <a:ea typeface="Montserrat"/>
              <a:cs typeface="Montserrat"/>
              <a:sym typeface="Montserrat"/>
            </a:endParaRPr>
          </a:p>
          <a:p>
            <a:pPr indent="-317500" lvl="0" marL="457200" rtl="0" algn="l">
              <a:lnSpc>
                <a:spcPct val="150000"/>
              </a:lnSpc>
              <a:spcBef>
                <a:spcPts val="0"/>
              </a:spcBef>
              <a:spcAft>
                <a:spcPts val="0"/>
              </a:spcAft>
              <a:buClr>
                <a:srgbClr val="49476E"/>
              </a:buClr>
              <a:buSzPts val="1400"/>
              <a:buFont typeface="Montserrat"/>
              <a:buAutoNum type="arabicPeriod"/>
            </a:pPr>
            <a:r>
              <a:rPr lang="en">
                <a:solidFill>
                  <a:srgbClr val="49476E"/>
                </a:solidFill>
                <a:latin typeface="Montserrat"/>
                <a:ea typeface="Montserrat"/>
                <a:cs typeface="Montserrat"/>
                <a:sym typeface="Montserrat"/>
              </a:rPr>
              <a:t>Sự giống nhau</a:t>
            </a:r>
            <a:endParaRPr>
              <a:solidFill>
                <a:srgbClr val="49476E"/>
              </a:solidFill>
              <a:latin typeface="Montserrat"/>
              <a:ea typeface="Montserrat"/>
              <a:cs typeface="Montserrat"/>
              <a:sym typeface="Montserrat"/>
            </a:endParaRPr>
          </a:p>
          <a:p>
            <a:pPr indent="-317500" lvl="0" marL="457200" rtl="0" algn="l">
              <a:lnSpc>
                <a:spcPct val="150000"/>
              </a:lnSpc>
              <a:spcBef>
                <a:spcPts val="0"/>
              </a:spcBef>
              <a:spcAft>
                <a:spcPts val="0"/>
              </a:spcAft>
              <a:buClr>
                <a:srgbClr val="49476E"/>
              </a:buClr>
              <a:buSzPts val="1400"/>
              <a:buFont typeface="Montserrat"/>
              <a:buAutoNum type="arabicPeriod"/>
            </a:pPr>
            <a:r>
              <a:rPr lang="en">
                <a:solidFill>
                  <a:srgbClr val="49476E"/>
                </a:solidFill>
                <a:latin typeface="Montserrat"/>
                <a:ea typeface="Montserrat"/>
                <a:cs typeface="Montserrat"/>
                <a:sym typeface="Montserrat"/>
              </a:rPr>
              <a:t>Thu nhận kỹ năng</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None/>
            </a:pPr>
            <a:r>
              <a:t/>
            </a:r>
            <a:endParaRPr>
              <a:solidFill>
                <a:srgbClr val="49476E"/>
              </a:solidFill>
              <a:latin typeface="Montserrat"/>
              <a:ea typeface="Montserrat"/>
              <a:cs typeface="Montserrat"/>
              <a:sym typeface="Montserrat"/>
            </a:endParaRPr>
          </a:p>
        </p:txBody>
      </p:sp>
      <p:sp>
        <p:nvSpPr>
          <p:cNvPr id="3494" name="Google Shape;3494;gefa24fa7be_0_294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9" name="Shape 3499"/>
        <p:cNvGrpSpPr/>
        <p:nvPr/>
      </p:nvGrpSpPr>
      <p:grpSpPr>
        <a:xfrm>
          <a:off x="0" y="0"/>
          <a:ext cx="0" cy="0"/>
          <a:chOff x="0" y="0"/>
          <a:chExt cx="0" cy="0"/>
        </a:xfrm>
      </p:grpSpPr>
      <p:sp>
        <p:nvSpPr>
          <p:cNvPr id="3500" name="Google Shape;3500;g99335b3a3f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01" name="Google Shape;3501;g99335b3a3f_0_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2" name="Google Shape;3502;g99335b3a3f_0_7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5" name="Shape 3505"/>
        <p:cNvGrpSpPr/>
        <p:nvPr/>
      </p:nvGrpSpPr>
      <p:grpSpPr>
        <a:xfrm>
          <a:off x="0" y="0"/>
          <a:ext cx="0" cy="0"/>
          <a:chOff x="0" y="0"/>
          <a:chExt cx="0" cy="0"/>
        </a:xfrm>
      </p:grpSpPr>
      <p:sp>
        <p:nvSpPr>
          <p:cNvPr id="3506" name="Google Shape;3506;gefa24fa7be_0_29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07" name="Google Shape;3507;gefa24fa7be_0_29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2 LOẠI LỖI</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b="1" lang="en">
                <a:solidFill>
                  <a:srgbClr val="49476E"/>
                </a:solidFill>
                <a:latin typeface="Montserrat"/>
                <a:ea typeface="Montserrat"/>
                <a:cs typeface="Montserrat"/>
                <a:sym typeface="Montserrat"/>
              </a:rPr>
              <a:t>SLIPS</a:t>
            </a:r>
            <a:endParaRPr b="1">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Ý định đúng, nhưng không thực hiện được</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Nguyên nhân: kỹ năng thể chất kém, thiếu chú ý, v.v.</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Thay đổi khía cạnh của hành vi có kỹ năng có thể gây trượt</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b="1" lang="en">
                <a:solidFill>
                  <a:srgbClr val="49476E"/>
                </a:solidFill>
                <a:latin typeface="Montserrat"/>
                <a:ea typeface="Montserrat"/>
                <a:cs typeface="Montserrat"/>
                <a:sym typeface="Montserrat"/>
              </a:rPr>
              <a:t>MISTAKES</a:t>
            </a:r>
            <a:endParaRPr b="1">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Ý định sai</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Nguyên nhân: hiểu sai</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Con người tạo ra các mô hình tinh thần để giải thích hành vi.</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ts val="1100"/>
              <a:buFont typeface="Arial"/>
              <a:buNone/>
            </a:pPr>
            <a:r>
              <a:rPr lang="en">
                <a:solidFill>
                  <a:srgbClr val="49476E"/>
                </a:solidFill>
                <a:latin typeface="Montserrat"/>
                <a:ea typeface="Montserrat"/>
                <a:cs typeface="Montserrat"/>
                <a:sym typeface="Montserrat"/>
              </a:rPr>
              <a:t>Nếu sai (khác với hệ thống thực tế) có thể xảy ra lỗi</a:t>
            </a:r>
            <a:endParaRPr>
              <a:solidFill>
                <a:srgbClr val="49476E"/>
              </a:solidFill>
              <a:latin typeface="Montserrat"/>
              <a:ea typeface="Montserrat"/>
              <a:cs typeface="Montserrat"/>
              <a:sym typeface="Montserrat"/>
            </a:endParaRPr>
          </a:p>
          <a:p>
            <a:pPr indent="0" lvl="0" marL="0" rtl="0" algn="l">
              <a:lnSpc>
                <a:spcPct val="150000"/>
              </a:lnSpc>
              <a:spcBef>
                <a:spcPts val="1000"/>
              </a:spcBef>
              <a:spcAft>
                <a:spcPts val="0"/>
              </a:spcAft>
              <a:buNone/>
            </a:pPr>
            <a:r>
              <a:t/>
            </a:r>
            <a:endParaRPr>
              <a:solidFill>
                <a:srgbClr val="49476E"/>
              </a:solidFill>
              <a:latin typeface="Montserrat"/>
              <a:ea typeface="Montserrat"/>
              <a:cs typeface="Montserrat"/>
              <a:sym typeface="Montserrat"/>
            </a:endParaRPr>
          </a:p>
        </p:txBody>
      </p:sp>
      <p:sp>
        <p:nvSpPr>
          <p:cNvPr id="3508" name="Google Shape;3508;gefa24fa7be_0_296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3" name="Shape 3513"/>
        <p:cNvGrpSpPr/>
        <p:nvPr/>
      </p:nvGrpSpPr>
      <p:grpSpPr>
        <a:xfrm>
          <a:off x="0" y="0"/>
          <a:ext cx="0" cy="0"/>
          <a:chOff x="0" y="0"/>
          <a:chExt cx="0" cy="0"/>
        </a:xfrm>
      </p:grpSpPr>
      <p:sp>
        <p:nvSpPr>
          <p:cNvPr id="3514" name="Google Shape;3514;g99335b3a3f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15" name="Google Shape;3515;g99335b3a3f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a:solidFill>
                  <a:srgbClr val="49476E"/>
                </a:solidFill>
                <a:latin typeface="Roboto Condensed"/>
                <a:ea typeface="Roboto Condensed"/>
                <a:cs typeface="Roboto Condensed"/>
                <a:sym typeface="Roboto Condensed"/>
              </a:rPr>
              <a:t>CÁC LÝ THUYẾT KHÁC NHAU VỀ CÁCH CẢM XÚC HOẠT ĐỘNG</a:t>
            </a:r>
            <a:endParaRPr>
              <a:solidFill>
                <a:srgbClr val="49476E"/>
              </a:solidFill>
              <a:latin typeface="Roboto Condensed"/>
              <a:ea typeface="Roboto Condensed"/>
              <a:cs typeface="Roboto Condensed"/>
              <a:sym typeface="Roboto Condensed"/>
            </a:endParaRPr>
          </a:p>
          <a:p>
            <a:pPr indent="0" lvl="0" marL="0" rtl="0" algn="l">
              <a:lnSpc>
                <a:spcPct val="100000"/>
              </a:lnSpc>
              <a:spcBef>
                <a:spcPts val="0"/>
              </a:spcBef>
              <a:spcAft>
                <a:spcPts val="0"/>
              </a:spcAft>
              <a:buClr>
                <a:schemeClr val="dk1"/>
              </a:buClr>
              <a:buSzPts val="1100"/>
              <a:buFont typeface="Arial"/>
              <a:buNone/>
            </a:pPr>
            <a:r>
              <a:rPr lang="en">
                <a:solidFill>
                  <a:srgbClr val="49476E"/>
                </a:solidFill>
                <a:latin typeface="Roboto Condensed"/>
                <a:ea typeface="Roboto Condensed"/>
                <a:cs typeface="Roboto Condensed"/>
                <a:sym typeface="Roboto Condensed"/>
              </a:rPr>
              <a:t>James-Lange:</a:t>
            </a:r>
            <a:endParaRPr>
              <a:solidFill>
                <a:srgbClr val="49476E"/>
              </a:solidFill>
              <a:latin typeface="Roboto Condensed"/>
              <a:ea typeface="Roboto Condensed"/>
              <a:cs typeface="Roboto Condensed"/>
              <a:sym typeface="Roboto Condensed"/>
            </a:endParaRPr>
          </a:p>
          <a:p>
            <a:pPr indent="0" lvl="0" marL="0" rtl="0" algn="l">
              <a:lnSpc>
                <a:spcPct val="100000"/>
              </a:lnSpc>
              <a:spcBef>
                <a:spcPts val="0"/>
              </a:spcBef>
              <a:spcAft>
                <a:spcPts val="0"/>
              </a:spcAft>
              <a:buClr>
                <a:schemeClr val="dk1"/>
              </a:buClr>
              <a:buSzPts val="1100"/>
              <a:buFont typeface="Arial"/>
              <a:buNone/>
            </a:pPr>
            <a:r>
              <a:rPr b="1" lang="en">
                <a:solidFill>
                  <a:srgbClr val="49476E"/>
                </a:solidFill>
                <a:latin typeface="Roboto Condensed"/>
                <a:ea typeface="Roboto Condensed"/>
                <a:cs typeface="Roboto Condensed"/>
                <a:sym typeface="Roboto Condensed"/>
              </a:rPr>
              <a:t>"Cảm xúc là cách giải thích của chúng ta về một phản ứng sinh lý đối với các kích thích"</a:t>
            </a:r>
            <a:endParaRPr b="1">
              <a:solidFill>
                <a:srgbClr val="49476E"/>
              </a:solidFill>
              <a:latin typeface="Roboto Condensed"/>
              <a:ea typeface="Roboto Condensed"/>
              <a:cs typeface="Roboto Condensed"/>
              <a:sym typeface="Roboto Condensed"/>
            </a:endParaRPr>
          </a:p>
          <a:p>
            <a:pPr indent="0" lvl="0" marL="0" rtl="0" algn="l">
              <a:lnSpc>
                <a:spcPct val="100000"/>
              </a:lnSpc>
              <a:spcBef>
                <a:spcPts val="0"/>
              </a:spcBef>
              <a:spcAft>
                <a:spcPts val="0"/>
              </a:spcAft>
              <a:buClr>
                <a:schemeClr val="dk1"/>
              </a:buClr>
              <a:buSzPts val="1100"/>
              <a:buFont typeface="Arial"/>
              <a:buNone/>
            </a:pPr>
            <a:r>
              <a:rPr lang="en">
                <a:solidFill>
                  <a:srgbClr val="49476E"/>
                </a:solidFill>
                <a:latin typeface="Roboto Condensed"/>
                <a:ea typeface="Roboto Condensed"/>
                <a:cs typeface="Roboto Condensed"/>
                <a:sym typeface="Roboto Condensed"/>
              </a:rPr>
              <a:t>Cannon:</a:t>
            </a:r>
            <a:endParaRPr>
              <a:solidFill>
                <a:srgbClr val="49476E"/>
              </a:solidFill>
              <a:latin typeface="Roboto Condensed"/>
              <a:ea typeface="Roboto Condensed"/>
              <a:cs typeface="Roboto Condensed"/>
              <a:sym typeface="Roboto Condensed"/>
            </a:endParaRPr>
          </a:p>
          <a:p>
            <a:pPr indent="0" lvl="0" marL="0" rtl="0" algn="l">
              <a:lnSpc>
                <a:spcPct val="100000"/>
              </a:lnSpc>
              <a:spcBef>
                <a:spcPts val="0"/>
              </a:spcBef>
              <a:spcAft>
                <a:spcPts val="0"/>
              </a:spcAft>
              <a:buClr>
                <a:schemeClr val="dk1"/>
              </a:buClr>
              <a:buSzPts val="1100"/>
              <a:buFont typeface="Arial"/>
              <a:buNone/>
            </a:pPr>
            <a:r>
              <a:rPr b="1" lang="en">
                <a:solidFill>
                  <a:srgbClr val="49476E"/>
                </a:solidFill>
                <a:latin typeface="Roboto Condensed"/>
                <a:ea typeface="Roboto Condensed"/>
                <a:cs typeface="Roboto Condensed"/>
                <a:sym typeface="Roboto Condensed"/>
              </a:rPr>
              <a:t>"Cảm xúc là một phản ứng tâm lý đối với các kích thích"</a:t>
            </a:r>
            <a:endParaRPr b="1">
              <a:solidFill>
                <a:srgbClr val="49476E"/>
              </a:solidFill>
              <a:latin typeface="Roboto Condensed"/>
              <a:ea typeface="Roboto Condensed"/>
              <a:cs typeface="Roboto Condensed"/>
              <a:sym typeface="Roboto Condensed"/>
            </a:endParaRPr>
          </a:p>
          <a:p>
            <a:pPr indent="0" lvl="0" marL="0" rtl="0" algn="l">
              <a:lnSpc>
                <a:spcPct val="100000"/>
              </a:lnSpc>
              <a:spcBef>
                <a:spcPts val="0"/>
              </a:spcBef>
              <a:spcAft>
                <a:spcPts val="0"/>
              </a:spcAft>
              <a:buClr>
                <a:schemeClr val="dk1"/>
              </a:buClr>
              <a:buSzPts val="1100"/>
              <a:buFont typeface="Arial"/>
              <a:buNone/>
            </a:pPr>
            <a:r>
              <a:rPr lang="en">
                <a:solidFill>
                  <a:srgbClr val="49476E"/>
                </a:solidFill>
                <a:latin typeface="Roboto Condensed"/>
                <a:ea typeface="Roboto Condensed"/>
                <a:cs typeface="Roboto Condensed"/>
                <a:sym typeface="Roboto Condensed"/>
              </a:rPr>
              <a:t>Người ký Schacter:</a:t>
            </a:r>
            <a:endParaRPr>
              <a:solidFill>
                <a:srgbClr val="49476E"/>
              </a:solidFill>
              <a:latin typeface="Roboto Condensed"/>
              <a:ea typeface="Roboto Condensed"/>
              <a:cs typeface="Roboto Condensed"/>
              <a:sym typeface="Roboto Condensed"/>
            </a:endParaRPr>
          </a:p>
          <a:p>
            <a:pPr indent="0" lvl="0" marL="0" rtl="0" algn="l">
              <a:lnSpc>
                <a:spcPct val="100000"/>
              </a:lnSpc>
              <a:spcBef>
                <a:spcPts val="0"/>
              </a:spcBef>
              <a:spcAft>
                <a:spcPts val="0"/>
              </a:spcAft>
              <a:buClr>
                <a:schemeClr val="dk1"/>
              </a:buClr>
              <a:buSzPts val="1100"/>
              <a:buFont typeface="Arial"/>
              <a:buNone/>
            </a:pPr>
            <a:r>
              <a:rPr b="1" lang="en">
                <a:solidFill>
                  <a:srgbClr val="49476E"/>
                </a:solidFill>
                <a:latin typeface="Roboto Condensed"/>
                <a:ea typeface="Roboto Condensed"/>
                <a:cs typeface="Roboto Condensed"/>
                <a:sym typeface="Roboto Condensed"/>
              </a:rPr>
              <a:t>"Cảm xúc là kết quả của việc đánh giá các phản ứng sinh lý của chúng ta, dựa trên toàn bộ tình huống mà chúng ta đang gặp phải"</a:t>
            </a:r>
            <a:endParaRPr b="1">
              <a:solidFill>
                <a:srgbClr val="49476E"/>
              </a:solidFill>
              <a:latin typeface="Roboto Condensed"/>
              <a:ea typeface="Roboto Condensed"/>
              <a:cs typeface="Roboto Condensed"/>
              <a:sym typeface="Roboto Condensed"/>
            </a:endParaRPr>
          </a:p>
          <a:p>
            <a:pPr indent="0" lvl="0" marL="0" rtl="0" algn="l">
              <a:lnSpc>
                <a:spcPct val="100000"/>
              </a:lnSpc>
              <a:spcBef>
                <a:spcPts val="0"/>
              </a:spcBef>
              <a:spcAft>
                <a:spcPts val="0"/>
              </a:spcAft>
              <a:buClr>
                <a:schemeClr val="dk1"/>
              </a:buClr>
              <a:buSzPts val="1100"/>
              <a:buFont typeface="Arial"/>
              <a:buNone/>
            </a:pPr>
            <a:r>
              <a:rPr lang="en">
                <a:solidFill>
                  <a:srgbClr val="49476E"/>
                </a:solidFill>
                <a:latin typeface="Roboto Condensed"/>
                <a:ea typeface="Roboto Condensed"/>
                <a:cs typeface="Roboto Condensed"/>
                <a:sym typeface="Roboto Condensed"/>
              </a:rPr>
              <a:t>CẢM XÚC RÕ RÀNG LIÊN QUAN ĐẾN CẢ HAI CÂU LẠC BỘ VÀ VẬT LÝ ĐỐI VỚI KÍCH ỨNG</a:t>
            </a:r>
            <a:endParaRPr>
              <a:solidFill>
                <a:srgbClr val="49476E"/>
              </a:solidFill>
              <a:latin typeface="Roboto Condensed"/>
              <a:ea typeface="Roboto Condensed"/>
              <a:cs typeface="Roboto Condensed"/>
              <a:sym typeface="Roboto Condensed"/>
            </a:endParaRPr>
          </a:p>
          <a:p>
            <a:pPr indent="0" lvl="0" marL="0" rtl="0" algn="l">
              <a:lnSpc>
                <a:spcPct val="100000"/>
              </a:lnSpc>
              <a:spcBef>
                <a:spcPts val="0"/>
              </a:spcBef>
              <a:spcAft>
                <a:spcPts val="0"/>
              </a:spcAft>
              <a:buNone/>
            </a:pPr>
            <a:r>
              <a:t/>
            </a:r>
            <a:endParaRPr>
              <a:solidFill>
                <a:srgbClr val="49476E"/>
              </a:solidFill>
              <a:latin typeface="Roboto Condensed"/>
              <a:ea typeface="Roboto Condensed"/>
              <a:cs typeface="Roboto Condensed"/>
              <a:sym typeface="Roboto Condensed"/>
            </a:endParaRPr>
          </a:p>
        </p:txBody>
      </p:sp>
      <p:sp>
        <p:nvSpPr>
          <p:cNvPr id="3516" name="Google Shape;3516;g99335b3a3f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0" name="Shape 3520"/>
        <p:cNvGrpSpPr/>
        <p:nvPr/>
      </p:nvGrpSpPr>
      <p:grpSpPr>
        <a:xfrm>
          <a:off x="0" y="0"/>
          <a:ext cx="0" cy="0"/>
          <a:chOff x="0" y="0"/>
          <a:chExt cx="0" cy="0"/>
        </a:xfrm>
      </p:grpSpPr>
      <p:sp>
        <p:nvSpPr>
          <p:cNvPr id="3521" name="Google Shape;3521;gefa24fa7be_0_29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22" name="Google Shape;3522;gefa24fa7be_0_29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a:solidFill>
                  <a:srgbClr val="49476E"/>
                </a:solidFill>
                <a:latin typeface="Roboto Condensed"/>
                <a:ea typeface="Roboto Condensed"/>
                <a:cs typeface="Roboto Condensed"/>
                <a:sym typeface="Roboto Condensed"/>
              </a:rPr>
              <a:t>PHẢN ỨNG SINH HỌC ĐỐI VỚI STIMULI VẬT LÝ ĐƯỢC GỌI LÀ ẢNH HƯỞNG</a:t>
            </a:r>
            <a:endParaRPr>
              <a:solidFill>
                <a:srgbClr val="49476E"/>
              </a:solidFill>
              <a:latin typeface="Roboto Condensed"/>
              <a:ea typeface="Roboto Condensed"/>
              <a:cs typeface="Roboto Condensed"/>
              <a:sym typeface="Roboto Condensed"/>
            </a:endParaRPr>
          </a:p>
          <a:p>
            <a:pPr indent="0" lvl="0" marL="0" rtl="0" algn="l">
              <a:lnSpc>
                <a:spcPct val="100000"/>
              </a:lnSpc>
              <a:spcBef>
                <a:spcPts val="0"/>
              </a:spcBef>
              <a:spcAft>
                <a:spcPts val="0"/>
              </a:spcAft>
              <a:buClr>
                <a:schemeClr val="dk1"/>
              </a:buClr>
              <a:buSzPts val="1100"/>
              <a:buFont typeface="Arial"/>
              <a:buNone/>
            </a:pPr>
            <a:r>
              <a:rPr lang="en">
                <a:solidFill>
                  <a:srgbClr val="49476E"/>
                </a:solidFill>
                <a:latin typeface="Roboto Condensed"/>
                <a:ea typeface="Roboto Condensed"/>
                <a:cs typeface="Roboto Condensed"/>
                <a:sym typeface="Roboto Condensed"/>
              </a:rPr>
              <a:t>ẢNH HƯỞNG ẢNH HƯỞNG ĐẾN CÁCH CHÚNG TÔI ỨNG PHÓ CÁC TÌNH HUỐNG</a:t>
            </a:r>
            <a:endParaRPr>
              <a:solidFill>
                <a:srgbClr val="49476E"/>
              </a:solidFill>
              <a:latin typeface="Roboto Condensed"/>
              <a:ea typeface="Roboto Condensed"/>
              <a:cs typeface="Roboto Condensed"/>
              <a:sym typeface="Roboto Condensed"/>
            </a:endParaRPr>
          </a:p>
          <a:p>
            <a:pPr indent="0" lvl="0" marL="0" rtl="0" algn="l">
              <a:lnSpc>
                <a:spcPct val="100000"/>
              </a:lnSpc>
              <a:spcBef>
                <a:spcPts val="0"/>
              </a:spcBef>
              <a:spcAft>
                <a:spcPts val="0"/>
              </a:spcAft>
              <a:buClr>
                <a:schemeClr val="dk1"/>
              </a:buClr>
              <a:buSzPts val="1100"/>
              <a:buFont typeface="Arial"/>
              <a:buNone/>
            </a:pPr>
            <a:r>
              <a:rPr lang="en">
                <a:solidFill>
                  <a:srgbClr val="49476E"/>
                </a:solidFill>
                <a:latin typeface="Roboto Condensed"/>
                <a:ea typeface="Roboto Condensed"/>
                <a:cs typeface="Roboto Condensed"/>
                <a:sym typeface="Roboto Condensed"/>
              </a:rPr>
              <a:t>Tích cực → giải quyết vấn đề sáng tạo</a:t>
            </a:r>
            <a:endParaRPr>
              <a:solidFill>
                <a:srgbClr val="49476E"/>
              </a:solidFill>
              <a:latin typeface="Roboto Condensed"/>
              <a:ea typeface="Roboto Condensed"/>
              <a:cs typeface="Roboto Condensed"/>
              <a:sym typeface="Roboto Condensed"/>
            </a:endParaRPr>
          </a:p>
          <a:p>
            <a:pPr indent="0" lvl="0" marL="0" rtl="0" algn="l">
              <a:lnSpc>
                <a:spcPct val="100000"/>
              </a:lnSpc>
              <a:spcBef>
                <a:spcPts val="0"/>
              </a:spcBef>
              <a:spcAft>
                <a:spcPts val="0"/>
              </a:spcAft>
              <a:buClr>
                <a:schemeClr val="dk1"/>
              </a:buClr>
              <a:buSzPts val="1100"/>
              <a:buFont typeface="Arial"/>
              <a:buNone/>
            </a:pPr>
            <a:r>
              <a:rPr lang="en">
                <a:solidFill>
                  <a:srgbClr val="49476E"/>
                </a:solidFill>
                <a:latin typeface="Roboto Condensed"/>
                <a:ea typeface="Roboto Condensed"/>
                <a:cs typeface="Roboto Condensed"/>
                <a:sym typeface="Roboto Condensed"/>
              </a:rPr>
              <a:t>Tiêu cực → suy nghĩ hạn hẹp</a:t>
            </a:r>
            <a:endParaRPr>
              <a:solidFill>
                <a:srgbClr val="49476E"/>
              </a:solidFill>
              <a:latin typeface="Roboto Condensed"/>
              <a:ea typeface="Roboto Condensed"/>
              <a:cs typeface="Roboto Condensed"/>
              <a:sym typeface="Roboto Condensed"/>
            </a:endParaRPr>
          </a:p>
          <a:p>
            <a:pPr indent="0" lvl="0" marL="0" rtl="0" algn="l">
              <a:lnSpc>
                <a:spcPct val="100000"/>
              </a:lnSpc>
              <a:spcBef>
                <a:spcPts val="0"/>
              </a:spcBef>
              <a:spcAft>
                <a:spcPts val="0"/>
              </a:spcAft>
              <a:buClr>
                <a:schemeClr val="dk1"/>
              </a:buClr>
              <a:buSzPts val="1100"/>
              <a:buFont typeface="Arial"/>
              <a:buNone/>
            </a:pPr>
            <a:r>
              <a:rPr lang="en">
                <a:solidFill>
                  <a:srgbClr val="49476E"/>
                </a:solidFill>
                <a:latin typeface="Roboto Condensed"/>
                <a:ea typeface="Roboto Condensed"/>
                <a:cs typeface="Roboto Condensed"/>
                <a:sym typeface="Roboto Condensed"/>
              </a:rPr>
              <a:t>“Ảnh hưởng tiêu cực có thể khiến bạn khó thực hiện những nhiệm vụ thậm chí dễ dàng hơn;</a:t>
            </a:r>
            <a:endParaRPr>
              <a:solidFill>
                <a:srgbClr val="49476E"/>
              </a:solidFill>
              <a:latin typeface="Roboto Condensed"/>
              <a:ea typeface="Roboto Condensed"/>
              <a:cs typeface="Roboto Condensed"/>
              <a:sym typeface="Roboto Condensed"/>
            </a:endParaRPr>
          </a:p>
          <a:p>
            <a:pPr indent="0" lvl="0" marL="0" rtl="0" algn="l">
              <a:lnSpc>
                <a:spcPct val="100000"/>
              </a:lnSpc>
              <a:spcBef>
                <a:spcPts val="0"/>
              </a:spcBef>
              <a:spcAft>
                <a:spcPts val="0"/>
              </a:spcAft>
              <a:buClr>
                <a:schemeClr val="dk1"/>
              </a:buClr>
              <a:buSzPts val="1100"/>
              <a:buFont typeface="Arial"/>
              <a:buNone/>
            </a:pPr>
            <a:r>
              <a:rPr lang="en">
                <a:solidFill>
                  <a:srgbClr val="49476E"/>
                </a:solidFill>
                <a:latin typeface="Roboto Condensed"/>
                <a:ea typeface="Roboto Condensed"/>
                <a:cs typeface="Roboto Condensed"/>
                <a:sym typeface="Roboto Condensed"/>
              </a:rPr>
              <a:t>Tác động tích cực có thể giúp bạn thực hiện những nhiệm vụ khó khăn dễ dàng hơn ”</a:t>
            </a:r>
            <a:endParaRPr>
              <a:solidFill>
                <a:srgbClr val="49476E"/>
              </a:solidFill>
              <a:latin typeface="Roboto Condensed"/>
              <a:ea typeface="Roboto Condensed"/>
              <a:cs typeface="Roboto Condensed"/>
              <a:sym typeface="Roboto Condensed"/>
            </a:endParaRPr>
          </a:p>
          <a:p>
            <a:pPr indent="0" lvl="0" marL="0" rtl="0" algn="l">
              <a:lnSpc>
                <a:spcPct val="100000"/>
              </a:lnSpc>
              <a:spcBef>
                <a:spcPts val="0"/>
              </a:spcBef>
              <a:spcAft>
                <a:spcPts val="0"/>
              </a:spcAft>
              <a:buClr>
                <a:schemeClr val="dk1"/>
              </a:buClr>
              <a:buSzPts val="1100"/>
              <a:buFont typeface="Arial"/>
              <a:buNone/>
            </a:pPr>
            <a:r>
              <a:rPr lang="en">
                <a:solidFill>
                  <a:srgbClr val="49476E"/>
                </a:solidFill>
                <a:latin typeface="Roboto Condensed"/>
                <a:ea typeface="Roboto Condensed"/>
                <a:cs typeface="Roboto Condensed"/>
                <a:sym typeface="Roboto Condensed"/>
              </a:rPr>
              <a:t>(Donal Norman)</a:t>
            </a:r>
            <a:endParaRPr>
              <a:solidFill>
                <a:srgbClr val="49476E"/>
              </a:solidFill>
              <a:latin typeface="Roboto Condensed"/>
              <a:ea typeface="Roboto Condensed"/>
              <a:cs typeface="Roboto Condensed"/>
              <a:sym typeface="Roboto Condensed"/>
            </a:endParaRPr>
          </a:p>
          <a:p>
            <a:pPr indent="0" lvl="0" marL="0" rtl="0" algn="l">
              <a:lnSpc>
                <a:spcPct val="100000"/>
              </a:lnSpc>
              <a:spcBef>
                <a:spcPts val="0"/>
              </a:spcBef>
              <a:spcAft>
                <a:spcPts val="0"/>
              </a:spcAft>
              <a:buNone/>
            </a:pPr>
            <a:r>
              <a:t/>
            </a:r>
            <a:endParaRPr>
              <a:solidFill>
                <a:srgbClr val="49476E"/>
              </a:solidFill>
              <a:latin typeface="Roboto Condensed"/>
              <a:ea typeface="Roboto Condensed"/>
              <a:cs typeface="Roboto Condensed"/>
              <a:sym typeface="Roboto Condensed"/>
            </a:endParaRPr>
          </a:p>
        </p:txBody>
      </p:sp>
      <p:sp>
        <p:nvSpPr>
          <p:cNvPr id="3523" name="Google Shape;3523;gefa24fa7be_0_297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7" name="Shape 3527"/>
        <p:cNvGrpSpPr/>
        <p:nvPr/>
      </p:nvGrpSpPr>
      <p:grpSpPr>
        <a:xfrm>
          <a:off x="0" y="0"/>
          <a:ext cx="0" cy="0"/>
          <a:chOff x="0" y="0"/>
          <a:chExt cx="0" cy="0"/>
        </a:xfrm>
      </p:grpSpPr>
      <p:sp>
        <p:nvSpPr>
          <p:cNvPr id="3528" name="Google Shape;3528;gefa24fa7be_0_29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29" name="Google Shape;3529;gefa24fa7be_0_29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a:solidFill>
                  <a:srgbClr val="49476E"/>
                </a:solidFill>
                <a:latin typeface="Roboto Condensed"/>
                <a:ea typeface="Roboto Condensed"/>
                <a:cs typeface="Roboto Condensed"/>
                <a:sym typeface="Roboto Condensed"/>
              </a:rPr>
              <a:t>GỢI Ý THIẾT KẾ GIAO DIỆN</a:t>
            </a:r>
            <a:endParaRPr>
              <a:solidFill>
                <a:srgbClr val="49476E"/>
              </a:solidFill>
              <a:latin typeface="Roboto Condensed"/>
              <a:ea typeface="Roboto Condensed"/>
              <a:cs typeface="Roboto Condensed"/>
              <a:sym typeface="Roboto Condensed"/>
            </a:endParaRPr>
          </a:p>
          <a:p>
            <a:pPr indent="0" lvl="0" marL="0" rtl="0" algn="l">
              <a:lnSpc>
                <a:spcPct val="100000"/>
              </a:lnSpc>
              <a:spcBef>
                <a:spcPts val="0"/>
              </a:spcBef>
              <a:spcAft>
                <a:spcPts val="0"/>
              </a:spcAft>
              <a:buClr>
                <a:schemeClr val="dk1"/>
              </a:buClr>
              <a:buSzPts val="1100"/>
              <a:buFont typeface="Arial"/>
              <a:buNone/>
            </a:pPr>
            <a:r>
              <a:rPr lang="en">
                <a:solidFill>
                  <a:srgbClr val="49476E"/>
                </a:solidFill>
                <a:latin typeface="Roboto Condensed"/>
                <a:ea typeface="Roboto Condensed"/>
                <a:cs typeface="Roboto Condensed"/>
                <a:sym typeface="Roboto Condensed"/>
              </a:rPr>
              <a:t>Căng thẳng sẽ làm tăng khó khăn khi giải quyết vấn đề</a:t>
            </a:r>
            <a:endParaRPr>
              <a:solidFill>
                <a:srgbClr val="49476E"/>
              </a:solidFill>
              <a:latin typeface="Roboto Condensed"/>
              <a:ea typeface="Roboto Condensed"/>
              <a:cs typeface="Roboto Condensed"/>
              <a:sym typeface="Roboto Condensed"/>
            </a:endParaRPr>
          </a:p>
          <a:p>
            <a:pPr indent="0" lvl="0" marL="0" rtl="0" algn="l">
              <a:lnSpc>
                <a:spcPct val="100000"/>
              </a:lnSpc>
              <a:spcBef>
                <a:spcPts val="0"/>
              </a:spcBef>
              <a:spcAft>
                <a:spcPts val="0"/>
              </a:spcAft>
              <a:buClr>
                <a:schemeClr val="dk1"/>
              </a:buClr>
              <a:buSzPts val="1100"/>
              <a:buFont typeface="Arial"/>
              <a:buNone/>
            </a:pPr>
            <a:r>
              <a:rPr lang="en">
                <a:solidFill>
                  <a:srgbClr val="49476E"/>
                </a:solidFill>
                <a:latin typeface="Roboto Condensed"/>
                <a:ea typeface="Roboto Condensed"/>
                <a:cs typeface="Roboto Condensed"/>
                <a:sym typeface="Roboto Condensed"/>
              </a:rPr>
              <a:t>Người dùng thoải mái sẽ dễ dàng tha thứ hơn cho những thiếu sót trong thiết kế</a:t>
            </a:r>
            <a:endParaRPr>
              <a:solidFill>
                <a:srgbClr val="49476E"/>
              </a:solidFill>
              <a:latin typeface="Roboto Condensed"/>
              <a:ea typeface="Roboto Condensed"/>
              <a:cs typeface="Roboto Condensed"/>
              <a:sym typeface="Roboto Condensed"/>
            </a:endParaRPr>
          </a:p>
          <a:p>
            <a:pPr indent="0" lvl="0" marL="0" rtl="0" algn="l">
              <a:lnSpc>
                <a:spcPct val="100000"/>
              </a:lnSpc>
              <a:spcBef>
                <a:spcPts val="0"/>
              </a:spcBef>
              <a:spcAft>
                <a:spcPts val="0"/>
              </a:spcAft>
              <a:buClr>
                <a:schemeClr val="dk1"/>
              </a:buClr>
              <a:buSzPts val="1100"/>
              <a:buFont typeface="Arial"/>
              <a:buNone/>
            </a:pPr>
            <a:r>
              <a:rPr lang="en">
                <a:solidFill>
                  <a:srgbClr val="49476E"/>
                </a:solidFill>
                <a:latin typeface="Roboto Condensed"/>
                <a:ea typeface="Roboto Condensed"/>
                <a:cs typeface="Roboto Condensed"/>
                <a:sym typeface="Roboto Condensed"/>
              </a:rPr>
              <a:t>Các giao diện đẹp và bổ ích về mặt thẩm mỹ sẽ tăng ảnh hưởng tích cực</a:t>
            </a:r>
            <a:endParaRPr>
              <a:solidFill>
                <a:srgbClr val="49476E"/>
              </a:solidFill>
              <a:latin typeface="Roboto Condensed"/>
              <a:ea typeface="Roboto Condensed"/>
              <a:cs typeface="Roboto Condensed"/>
              <a:sym typeface="Roboto Condensed"/>
            </a:endParaRPr>
          </a:p>
          <a:p>
            <a:pPr indent="0" lvl="0" marL="0" rtl="0" algn="l">
              <a:lnSpc>
                <a:spcPct val="100000"/>
              </a:lnSpc>
              <a:spcBef>
                <a:spcPts val="0"/>
              </a:spcBef>
              <a:spcAft>
                <a:spcPts val="0"/>
              </a:spcAft>
              <a:buNone/>
            </a:pPr>
            <a:r>
              <a:t/>
            </a:r>
            <a:endParaRPr>
              <a:solidFill>
                <a:srgbClr val="49476E"/>
              </a:solidFill>
              <a:latin typeface="Roboto Condensed"/>
              <a:ea typeface="Roboto Condensed"/>
              <a:cs typeface="Roboto Condensed"/>
              <a:sym typeface="Roboto Condensed"/>
            </a:endParaRPr>
          </a:p>
        </p:txBody>
      </p:sp>
      <p:sp>
        <p:nvSpPr>
          <p:cNvPr id="3530" name="Google Shape;3530;gefa24fa7be_0_297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4" name="Shape 3534"/>
        <p:cNvGrpSpPr/>
        <p:nvPr/>
      </p:nvGrpSpPr>
      <p:grpSpPr>
        <a:xfrm>
          <a:off x="0" y="0"/>
          <a:ext cx="0" cy="0"/>
          <a:chOff x="0" y="0"/>
          <a:chExt cx="0" cy="0"/>
        </a:xfrm>
      </p:grpSpPr>
      <p:sp>
        <p:nvSpPr>
          <p:cNvPr id="3535" name="Google Shape;3535;gefa24fa7be_0_29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36" name="Google Shape;3536;gefa24fa7be_0_29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a:solidFill>
                <a:srgbClr val="49476E"/>
              </a:solidFill>
              <a:latin typeface="Roboto Condensed"/>
              <a:ea typeface="Roboto Condensed"/>
              <a:cs typeface="Roboto Condensed"/>
              <a:sym typeface="Roboto Condensed"/>
            </a:endParaRPr>
          </a:p>
        </p:txBody>
      </p:sp>
      <p:sp>
        <p:nvSpPr>
          <p:cNvPr id="3537" name="Google Shape;3537;gefa24fa7be_0_298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1" name="Shape 3541"/>
        <p:cNvGrpSpPr/>
        <p:nvPr/>
      </p:nvGrpSpPr>
      <p:grpSpPr>
        <a:xfrm>
          <a:off x="0" y="0"/>
          <a:ext cx="0" cy="0"/>
          <a:chOff x="0" y="0"/>
          <a:chExt cx="0" cy="0"/>
        </a:xfrm>
      </p:grpSpPr>
      <p:sp>
        <p:nvSpPr>
          <p:cNvPr id="3542" name="Google Shape;3542;gefa24fa7be_0_29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43" name="Google Shape;3543;gefa24fa7be_0_29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17500" lvl="0" marL="457200" rtl="0" algn="l">
              <a:lnSpc>
                <a:spcPct val="100000"/>
              </a:lnSpc>
              <a:spcBef>
                <a:spcPts val="0"/>
              </a:spcBef>
              <a:spcAft>
                <a:spcPts val="0"/>
              </a:spcAft>
              <a:buClr>
                <a:srgbClr val="49476E"/>
              </a:buClr>
              <a:buSzPts val="1400"/>
              <a:buFont typeface="Roboto Condensed"/>
              <a:buChar char="●"/>
            </a:pPr>
            <a:r>
              <a:rPr lang="en">
                <a:solidFill>
                  <a:srgbClr val="49476E"/>
                </a:solidFill>
                <a:latin typeface="Roboto Condensed"/>
                <a:ea typeface="Roboto Condensed"/>
                <a:cs typeface="Roboto Condensed"/>
                <a:sym typeface="Roboto Condensed"/>
              </a:rPr>
              <a:t>Một số ứng dụng trực tiếp</a:t>
            </a:r>
            <a:endParaRPr>
              <a:solidFill>
                <a:srgbClr val="49476E"/>
              </a:solidFill>
              <a:latin typeface="Roboto Condensed"/>
              <a:ea typeface="Roboto Condensed"/>
              <a:cs typeface="Roboto Condensed"/>
              <a:sym typeface="Roboto Condensed"/>
            </a:endParaRPr>
          </a:p>
          <a:p>
            <a:pPr indent="-317500" lvl="0" marL="457200" rtl="0" algn="l">
              <a:lnSpc>
                <a:spcPct val="100000"/>
              </a:lnSpc>
              <a:spcBef>
                <a:spcPts val="0"/>
              </a:spcBef>
              <a:spcAft>
                <a:spcPts val="0"/>
              </a:spcAft>
              <a:buClr>
                <a:srgbClr val="49476E"/>
              </a:buClr>
              <a:buSzPts val="1400"/>
              <a:buFont typeface="Roboto Condensed"/>
              <a:buChar char="●"/>
            </a:pPr>
            <a:r>
              <a:rPr lang="en">
                <a:solidFill>
                  <a:srgbClr val="49476E"/>
                </a:solidFill>
                <a:latin typeface="Roboto Condensed"/>
                <a:ea typeface="Roboto Condensed"/>
                <a:cs typeface="Roboto Condensed"/>
                <a:sym typeface="Roboto Condensed"/>
              </a:rPr>
              <a:t>Tuy nhiên, việc áp dụng đúng cách thường đòi hỏi sự hiểu biết về ngữ cảnh trong tâm lý học và sự hiểu biết về các điều kiện thực nghiệm cụ thể.</a:t>
            </a:r>
            <a:endParaRPr>
              <a:solidFill>
                <a:srgbClr val="49476E"/>
              </a:solidFill>
              <a:latin typeface="Roboto Condensed"/>
              <a:ea typeface="Roboto Condensed"/>
              <a:cs typeface="Roboto Condensed"/>
              <a:sym typeface="Roboto Condensed"/>
            </a:endParaRPr>
          </a:p>
          <a:p>
            <a:pPr indent="-317500" lvl="0" marL="457200" rtl="0" algn="l">
              <a:lnSpc>
                <a:spcPct val="100000"/>
              </a:lnSpc>
              <a:spcBef>
                <a:spcPts val="0"/>
              </a:spcBef>
              <a:spcAft>
                <a:spcPts val="0"/>
              </a:spcAft>
              <a:buClr>
                <a:srgbClr val="49476E"/>
              </a:buClr>
              <a:buSzPts val="1400"/>
              <a:buFont typeface="Roboto Condensed"/>
              <a:buChar char="●"/>
            </a:pPr>
            <a:r>
              <a:rPr lang="en">
                <a:solidFill>
                  <a:srgbClr val="49476E"/>
                </a:solidFill>
                <a:latin typeface="Roboto Condensed"/>
                <a:ea typeface="Roboto Condensed"/>
                <a:cs typeface="Roboto Condensed"/>
                <a:sym typeface="Roboto Condensed"/>
              </a:rPr>
              <a:t>Rất nhiều kiến thức đã được chắt lọc trong</a:t>
            </a:r>
            <a:endParaRPr>
              <a:solidFill>
                <a:srgbClr val="49476E"/>
              </a:solidFill>
              <a:latin typeface="Roboto Condensed"/>
              <a:ea typeface="Roboto Condensed"/>
              <a:cs typeface="Roboto Condensed"/>
              <a:sym typeface="Roboto Condensed"/>
            </a:endParaRPr>
          </a:p>
          <a:p>
            <a:pPr indent="-317500" lvl="1" marL="914400" rtl="0" algn="l">
              <a:lnSpc>
                <a:spcPct val="100000"/>
              </a:lnSpc>
              <a:spcBef>
                <a:spcPts val="0"/>
              </a:spcBef>
              <a:spcAft>
                <a:spcPts val="0"/>
              </a:spcAft>
              <a:buClr>
                <a:srgbClr val="49476E"/>
              </a:buClr>
              <a:buSzPts val="1400"/>
              <a:buFont typeface="Roboto Condensed"/>
              <a:buChar char="○"/>
            </a:pPr>
            <a:r>
              <a:rPr lang="en">
                <a:solidFill>
                  <a:srgbClr val="49476E"/>
                </a:solidFill>
                <a:latin typeface="Roboto Condensed"/>
                <a:ea typeface="Roboto Condensed"/>
                <a:cs typeface="Roboto Condensed"/>
                <a:sym typeface="Roboto Condensed"/>
              </a:rPr>
              <a:t>Nguyên tắc</a:t>
            </a:r>
            <a:endParaRPr>
              <a:solidFill>
                <a:srgbClr val="49476E"/>
              </a:solidFill>
              <a:latin typeface="Roboto Condensed"/>
              <a:ea typeface="Roboto Condensed"/>
              <a:cs typeface="Roboto Condensed"/>
              <a:sym typeface="Roboto Condensed"/>
            </a:endParaRPr>
          </a:p>
          <a:p>
            <a:pPr indent="-317500" lvl="1" marL="914400" rtl="0" algn="l">
              <a:lnSpc>
                <a:spcPct val="100000"/>
              </a:lnSpc>
              <a:spcBef>
                <a:spcPts val="0"/>
              </a:spcBef>
              <a:spcAft>
                <a:spcPts val="0"/>
              </a:spcAft>
              <a:buClr>
                <a:srgbClr val="49476E"/>
              </a:buClr>
              <a:buSzPts val="1400"/>
              <a:buFont typeface="Roboto Condensed"/>
              <a:buChar char="○"/>
            </a:pPr>
            <a:r>
              <a:rPr lang="en">
                <a:solidFill>
                  <a:srgbClr val="49476E"/>
                </a:solidFill>
                <a:latin typeface="Roboto Condensed"/>
                <a:ea typeface="Roboto Condensed"/>
                <a:cs typeface="Roboto Condensed"/>
                <a:sym typeface="Roboto Condensed"/>
              </a:rPr>
              <a:t>Mô hình nhận thức</a:t>
            </a:r>
            <a:endParaRPr>
              <a:solidFill>
                <a:srgbClr val="49476E"/>
              </a:solidFill>
              <a:latin typeface="Roboto Condensed"/>
              <a:ea typeface="Roboto Condensed"/>
              <a:cs typeface="Roboto Condensed"/>
              <a:sym typeface="Roboto Condensed"/>
            </a:endParaRPr>
          </a:p>
          <a:p>
            <a:pPr indent="-317500" lvl="1" marL="914400" rtl="0" algn="l">
              <a:lnSpc>
                <a:spcPct val="100000"/>
              </a:lnSpc>
              <a:spcBef>
                <a:spcPts val="0"/>
              </a:spcBef>
              <a:spcAft>
                <a:spcPts val="0"/>
              </a:spcAft>
              <a:buClr>
                <a:srgbClr val="49476E"/>
              </a:buClr>
              <a:buSzPts val="1400"/>
              <a:buFont typeface="Roboto Condensed"/>
              <a:buChar char="○"/>
            </a:pPr>
            <a:r>
              <a:rPr lang="en">
                <a:solidFill>
                  <a:srgbClr val="49476E"/>
                </a:solidFill>
                <a:latin typeface="Roboto Condensed"/>
                <a:ea typeface="Roboto Condensed"/>
                <a:cs typeface="Roboto Condensed"/>
                <a:sym typeface="Roboto Condensed"/>
              </a:rPr>
              <a:t>Kỹ thuật đánh giá thực nghiệm và phân tích</a:t>
            </a:r>
            <a:endParaRPr>
              <a:solidFill>
                <a:srgbClr val="49476E"/>
              </a:solidFill>
              <a:latin typeface="Roboto Condensed"/>
              <a:ea typeface="Roboto Condensed"/>
              <a:cs typeface="Roboto Condensed"/>
              <a:sym typeface="Roboto Condensed"/>
            </a:endParaRPr>
          </a:p>
          <a:p>
            <a:pPr indent="0" lvl="0" marL="457200" rtl="0" algn="l">
              <a:lnSpc>
                <a:spcPct val="100000"/>
              </a:lnSpc>
              <a:spcBef>
                <a:spcPts val="0"/>
              </a:spcBef>
              <a:spcAft>
                <a:spcPts val="0"/>
              </a:spcAft>
              <a:buNone/>
            </a:pPr>
            <a:r>
              <a:t/>
            </a:r>
            <a:endParaRPr>
              <a:solidFill>
                <a:srgbClr val="49476E"/>
              </a:solidFill>
              <a:latin typeface="Roboto Condensed"/>
              <a:ea typeface="Roboto Condensed"/>
              <a:cs typeface="Roboto Condensed"/>
              <a:sym typeface="Roboto Condensed"/>
            </a:endParaRPr>
          </a:p>
        </p:txBody>
      </p:sp>
      <p:sp>
        <p:nvSpPr>
          <p:cNvPr id="3544" name="Google Shape;3544;gefa24fa7be_0_299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8" name="Shape 3548"/>
        <p:cNvGrpSpPr/>
        <p:nvPr/>
      </p:nvGrpSpPr>
      <p:grpSpPr>
        <a:xfrm>
          <a:off x="0" y="0"/>
          <a:ext cx="0" cy="0"/>
          <a:chOff x="0" y="0"/>
          <a:chExt cx="0" cy="0"/>
        </a:xfrm>
      </p:grpSpPr>
      <p:sp>
        <p:nvSpPr>
          <p:cNvPr id="3549" name="Google Shape;3549;gf02cec478b_0_9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0" name="Google Shape;3550;gf02cec478b_0_91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
          <p:cNvSpPr/>
          <p:nvPr/>
        </p:nvSpPr>
        <p:spPr>
          <a:xfrm flipH="1">
            <a:off x="0" y="0"/>
            <a:ext cx="39234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543920" y="391883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1384585" y="-1156347"/>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3610297" y="447878"/>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 name="Google Shape;17;p2"/>
          <p:cNvGrpSpPr/>
          <p:nvPr/>
        </p:nvGrpSpPr>
        <p:grpSpPr>
          <a:xfrm>
            <a:off x="-2557002" y="-12"/>
            <a:ext cx="6861861" cy="5143530"/>
            <a:chOff x="-3799077" y="-5268675"/>
            <a:chExt cx="6861861" cy="5143530"/>
          </a:xfrm>
        </p:grpSpPr>
        <p:sp>
          <p:nvSpPr>
            <p:cNvPr id="18" name="Google Shape;18;p2"/>
            <p:cNvSpPr/>
            <p:nvPr/>
          </p:nvSpPr>
          <p:spPr>
            <a:xfrm flipH="1">
              <a:off x="-3052066" y="-2688483"/>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flipH="1">
              <a:off x="-3799077" y="-5170503"/>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flipH="1">
              <a:off x="-1055215" y="-526867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flipH="1">
              <a:off x="2060921" y="-34138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flipH="1">
              <a:off x="497192" y="-5154682"/>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flipH="1">
              <a:off x="1696475" y="-3953198"/>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flipH="1">
              <a:off x="39193" y="-3980256"/>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flipH="1">
              <a:off x="-3393920" y="-151176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flipH="1">
              <a:off x="-2932478" y="-2601605"/>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flipH="1">
              <a:off x="-3292388" y="-1404593"/>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flipH="1">
              <a:off x="2209809" y="-329093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flipH="1">
              <a:off x="624664" y="-5010276"/>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flipH="1">
              <a:off x="1840885" y="-3884377"/>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flipH="1">
              <a:off x="104606" y="-3909143"/>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flipH="1">
              <a:off x="-2832066" y="-2489904"/>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flipH="1">
              <a:off x="749899" y="-49493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flipH="1">
              <a:off x="1985352" y="-3774912"/>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flipH="1">
              <a:off x="-2673006" y="-2347734"/>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flipH="1">
              <a:off x="-3379293" y="-5020451"/>
              <a:ext cx="1990251" cy="2226013"/>
            </a:xfrm>
            <a:custGeom>
              <a:rect b="b" l="l" r="r" t="t"/>
              <a:pathLst>
                <a:path extrusionOk="0" h="39816" w="35599">
                  <a:moveTo>
                    <a:pt x="16346" y="81"/>
                  </a:moveTo>
                  <a:lnTo>
                    <a:pt x="18606" y="102"/>
                  </a:lnTo>
                  <a:lnTo>
                    <a:pt x="19737" y="122"/>
                  </a:lnTo>
                  <a:lnTo>
                    <a:pt x="20867" y="162"/>
                  </a:lnTo>
                  <a:lnTo>
                    <a:pt x="22017" y="223"/>
                  </a:lnTo>
                  <a:lnTo>
                    <a:pt x="23147" y="283"/>
                  </a:lnTo>
                  <a:lnTo>
                    <a:pt x="24277" y="364"/>
                  </a:lnTo>
                  <a:lnTo>
                    <a:pt x="25407" y="465"/>
                  </a:lnTo>
                  <a:lnTo>
                    <a:pt x="26537" y="586"/>
                  </a:lnTo>
                  <a:lnTo>
                    <a:pt x="27667" y="747"/>
                  </a:lnTo>
                  <a:lnTo>
                    <a:pt x="28555" y="868"/>
                  </a:lnTo>
                  <a:lnTo>
                    <a:pt x="29443" y="1050"/>
                  </a:lnTo>
                  <a:lnTo>
                    <a:pt x="29887" y="1151"/>
                  </a:lnTo>
                  <a:lnTo>
                    <a:pt x="30311" y="1272"/>
                  </a:lnTo>
                  <a:lnTo>
                    <a:pt x="30755" y="1413"/>
                  </a:lnTo>
                  <a:lnTo>
                    <a:pt x="31179" y="1554"/>
                  </a:lnTo>
                  <a:lnTo>
                    <a:pt x="31582" y="1736"/>
                  </a:lnTo>
                  <a:lnTo>
                    <a:pt x="31986" y="1918"/>
                  </a:lnTo>
                  <a:lnTo>
                    <a:pt x="32369" y="2140"/>
                  </a:lnTo>
                  <a:lnTo>
                    <a:pt x="32732" y="2382"/>
                  </a:lnTo>
                  <a:lnTo>
                    <a:pt x="33076" y="2644"/>
                  </a:lnTo>
                  <a:lnTo>
                    <a:pt x="33419" y="2927"/>
                  </a:lnTo>
                  <a:lnTo>
                    <a:pt x="33721" y="3250"/>
                  </a:lnTo>
                  <a:lnTo>
                    <a:pt x="34004" y="3593"/>
                  </a:lnTo>
                  <a:lnTo>
                    <a:pt x="34165" y="3815"/>
                  </a:lnTo>
                  <a:lnTo>
                    <a:pt x="34307" y="4057"/>
                  </a:lnTo>
                  <a:lnTo>
                    <a:pt x="34448" y="4299"/>
                  </a:lnTo>
                  <a:lnTo>
                    <a:pt x="34569" y="4561"/>
                  </a:lnTo>
                  <a:lnTo>
                    <a:pt x="34771" y="5066"/>
                  </a:lnTo>
                  <a:lnTo>
                    <a:pt x="34932" y="5611"/>
                  </a:lnTo>
                  <a:lnTo>
                    <a:pt x="35073" y="6135"/>
                  </a:lnTo>
                  <a:lnTo>
                    <a:pt x="35174" y="6680"/>
                  </a:lnTo>
                  <a:lnTo>
                    <a:pt x="35255" y="7205"/>
                  </a:lnTo>
                  <a:lnTo>
                    <a:pt x="35316" y="7730"/>
                  </a:lnTo>
                  <a:lnTo>
                    <a:pt x="35416" y="8577"/>
                  </a:lnTo>
                  <a:lnTo>
                    <a:pt x="35477" y="9445"/>
                  </a:lnTo>
                  <a:lnTo>
                    <a:pt x="35517" y="10333"/>
                  </a:lnTo>
                  <a:lnTo>
                    <a:pt x="35517" y="11261"/>
                  </a:lnTo>
                  <a:lnTo>
                    <a:pt x="35517" y="12230"/>
                  </a:lnTo>
                  <a:lnTo>
                    <a:pt x="35497" y="13219"/>
                  </a:lnTo>
                  <a:lnTo>
                    <a:pt x="35457" y="14248"/>
                  </a:lnTo>
                  <a:lnTo>
                    <a:pt x="35376" y="15337"/>
                  </a:lnTo>
                  <a:lnTo>
                    <a:pt x="35316" y="16165"/>
                  </a:lnTo>
                  <a:lnTo>
                    <a:pt x="35235" y="17033"/>
                  </a:lnTo>
                  <a:lnTo>
                    <a:pt x="35134" y="17921"/>
                  </a:lnTo>
                  <a:lnTo>
                    <a:pt x="34993" y="18808"/>
                  </a:lnTo>
                  <a:lnTo>
                    <a:pt x="34831" y="19717"/>
                  </a:lnTo>
                  <a:lnTo>
                    <a:pt x="34629" y="20625"/>
                  </a:lnTo>
                  <a:lnTo>
                    <a:pt x="34508" y="21089"/>
                  </a:lnTo>
                  <a:lnTo>
                    <a:pt x="34367" y="21533"/>
                  </a:lnTo>
                  <a:lnTo>
                    <a:pt x="34226" y="21997"/>
                  </a:lnTo>
                  <a:lnTo>
                    <a:pt x="34064" y="22441"/>
                  </a:lnTo>
                  <a:lnTo>
                    <a:pt x="33943" y="22784"/>
                  </a:lnTo>
                  <a:lnTo>
                    <a:pt x="33782" y="23127"/>
                  </a:lnTo>
                  <a:lnTo>
                    <a:pt x="33620" y="23490"/>
                  </a:lnTo>
                  <a:lnTo>
                    <a:pt x="33419" y="23833"/>
                  </a:lnTo>
                  <a:lnTo>
                    <a:pt x="33197" y="24176"/>
                  </a:lnTo>
                  <a:lnTo>
                    <a:pt x="32934" y="24479"/>
                  </a:lnTo>
                  <a:lnTo>
                    <a:pt x="32793" y="24641"/>
                  </a:lnTo>
                  <a:lnTo>
                    <a:pt x="32632" y="24782"/>
                  </a:lnTo>
                  <a:lnTo>
                    <a:pt x="32470" y="24903"/>
                  </a:lnTo>
                  <a:lnTo>
                    <a:pt x="32309" y="25024"/>
                  </a:lnTo>
                  <a:lnTo>
                    <a:pt x="32107" y="25145"/>
                  </a:lnTo>
                  <a:lnTo>
                    <a:pt x="31925" y="25226"/>
                  </a:lnTo>
                  <a:lnTo>
                    <a:pt x="31723" y="25327"/>
                  </a:lnTo>
                  <a:lnTo>
                    <a:pt x="31522" y="25387"/>
                  </a:lnTo>
                  <a:lnTo>
                    <a:pt x="31118" y="25508"/>
                  </a:lnTo>
                  <a:lnTo>
                    <a:pt x="30694" y="25569"/>
                  </a:lnTo>
                  <a:lnTo>
                    <a:pt x="30250" y="25609"/>
                  </a:lnTo>
                  <a:lnTo>
                    <a:pt x="29403" y="25609"/>
                  </a:lnTo>
                  <a:lnTo>
                    <a:pt x="28979" y="25589"/>
                  </a:lnTo>
                  <a:lnTo>
                    <a:pt x="27809" y="25488"/>
                  </a:lnTo>
                  <a:lnTo>
                    <a:pt x="26658" y="25347"/>
                  </a:lnTo>
                  <a:lnTo>
                    <a:pt x="25508" y="25185"/>
                  </a:lnTo>
                  <a:lnTo>
                    <a:pt x="24358" y="25004"/>
                  </a:lnTo>
                  <a:lnTo>
                    <a:pt x="23248" y="24842"/>
                  </a:lnTo>
                  <a:lnTo>
                    <a:pt x="22118" y="24681"/>
                  </a:lnTo>
                  <a:lnTo>
                    <a:pt x="20988" y="24540"/>
                  </a:lnTo>
                  <a:lnTo>
                    <a:pt x="19837" y="24439"/>
                  </a:lnTo>
                  <a:lnTo>
                    <a:pt x="19272" y="24398"/>
                  </a:lnTo>
                  <a:lnTo>
                    <a:pt x="18707" y="24378"/>
                  </a:lnTo>
                  <a:lnTo>
                    <a:pt x="17577" y="24378"/>
                  </a:lnTo>
                  <a:lnTo>
                    <a:pt x="17012" y="24419"/>
                  </a:lnTo>
                  <a:lnTo>
                    <a:pt x="16447" y="24459"/>
                  </a:lnTo>
                  <a:lnTo>
                    <a:pt x="15882" y="24540"/>
                  </a:lnTo>
                  <a:lnTo>
                    <a:pt x="15317" y="24620"/>
                  </a:lnTo>
                  <a:lnTo>
                    <a:pt x="14631" y="24762"/>
                  </a:lnTo>
                  <a:lnTo>
                    <a:pt x="13965" y="24943"/>
                  </a:lnTo>
                  <a:lnTo>
                    <a:pt x="13319" y="25165"/>
                  </a:lnTo>
                  <a:lnTo>
                    <a:pt x="12674" y="25407"/>
                  </a:lnTo>
                  <a:lnTo>
                    <a:pt x="12048" y="25690"/>
                  </a:lnTo>
                  <a:lnTo>
                    <a:pt x="11422" y="25993"/>
                  </a:lnTo>
                  <a:lnTo>
                    <a:pt x="10817" y="26336"/>
                  </a:lnTo>
                  <a:lnTo>
                    <a:pt x="10232" y="26699"/>
                  </a:lnTo>
                  <a:lnTo>
                    <a:pt x="9667" y="27102"/>
                  </a:lnTo>
                  <a:lnTo>
                    <a:pt x="9122" y="27526"/>
                  </a:lnTo>
                  <a:lnTo>
                    <a:pt x="8597" y="27990"/>
                  </a:lnTo>
                  <a:lnTo>
                    <a:pt x="8093" y="28455"/>
                  </a:lnTo>
                  <a:lnTo>
                    <a:pt x="7608" y="28959"/>
                  </a:lnTo>
                  <a:lnTo>
                    <a:pt x="7164" y="29484"/>
                  </a:lnTo>
                  <a:lnTo>
                    <a:pt x="6741" y="30029"/>
                  </a:lnTo>
                  <a:lnTo>
                    <a:pt x="6357" y="30594"/>
                  </a:lnTo>
                  <a:lnTo>
                    <a:pt x="6014" y="31159"/>
                  </a:lnTo>
                  <a:lnTo>
                    <a:pt x="5691" y="31744"/>
                  </a:lnTo>
                  <a:lnTo>
                    <a:pt x="5389" y="32329"/>
                  </a:lnTo>
                  <a:lnTo>
                    <a:pt x="5106" y="32914"/>
                  </a:lnTo>
                  <a:lnTo>
                    <a:pt x="4844" y="33520"/>
                  </a:lnTo>
                  <a:lnTo>
                    <a:pt x="4581" y="34125"/>
                  </a:lnTo>
                  <a:lnTo>
                    <a:pt x="4097" y="35336"/>
                  </a:lnTo>
                  <a:lnTo>
                    <a:pt x="3714" y="36264"/>
                  </a:lnTo>
                  <a:lnTo>
                    <a:pt x="3330" y="37172"/>
                  </a:lnTo>
                  <a:lnTo>
                    <a:pt x="2927" y="38080"/>
                  </a:lnTo>
                  <a:lnTo>
                    <a:pt x="2705" y="38524"/>
                  </a:lnTo>
                  <a:lnTo>
                    <a:pt x="2483" y="38948"/>
                  </a:lnTo>
                  <a:lnTo>
                    <a:pt x="2402" y="39089"/>
                  </a:lnTo>
                  <a:lnTo>
                    <a:pt x="2321" y="39211"/>
                  </a:lnTo>
                  <a:lnTo>
                    <a:pt x="2220" y="39332"/>
                  </a:lnTo>
                  <a:lnTo>
                    <a:pt x="2099" y="39453"/>
                  </a:lnTo>
                  <a:lnTo>
                    <a:pt x="1978" y="39554"/>
                  </a:lnTo>
                  <a:lnTo>
                    <a:pt x="1857" y="39634"/>
                  </a:lnTo>
                  <a:lnTo>
                    <a:pt x="1736" y="39695"/>
                  </a:lnTo>
                  <a:lnTo>
                    <a:pt x="1615" y="39715"/>
                  </a:lnTo>
                  <a:lnTo>
                    <a:pt x="1413" y="39715"/>
                  </a:lnTo>
                  <a:lnTo>
                    <a:pt x="1312" y="39654"/>
                  </a:lnTo>
                  <a:lnTo>
                    <a:pt x="1231" y="39594"/>
                  </a:lnTo>
                  <a:lnTo>
                    <a:pt x="1191" y="39513"/>
                  </a:lnTo>
                  <a:lnTo>
                    <a:pt x="1131" y="39433"/>
                  </a:lnTo>
                  <a:lnTo>
                    <a:pt x="1110" y="39352"/>
                  </a:lnTo>
                  <a:lnTo>
                    <a:pt x="1090" y="39251"/>
                  </a:lnTo>
                  <a:lnTo>
                    <a:pt x="1090" y="39049"/>
                  </a:lnTo>
                  <a:lnTo>
                    <a:pt x="1110" y="38847"/>
                  </a:lnTo>
                  <a:lnTo>
                    <a:pt x="1252" y="38040"/>
                  </a:lnTo>
                  <a:lnTo>
                    <a:pt x="1393" y="37253"/>
                  </a:lnTo>
                  <a:lnTo>
                    <a:pt x="1575" y="36466"/>
                  </a:lnTo>
                  <a:lnTo>
                    <a:pt x="1776" y="35699"/>
                  </a:lnTo>
                  <a:lnTo>
                    <a:pt x="2018" y="34630"/>
                  </a:lnTo>
                  <a:lnTo>
                    <a:pt x="2261" y="33560"/>
                  </a:lnTo>
                  <a:lnTo>
                    <a:pt x="2422" y="32551"/>
                  </a:lnTo>
                  <a:lnTo>
                    <a:pt x="2563" y="31562"/>
                  </a:lnTo>
                  <a:lnTo>
                    <a:pt x="2664" y="30533"/>
                  </a:lnTo>
                  <a:lnTo>
                    <a:pt x="2705" y="29524"/>
                  </a:lnTo>
                  <a:lnTo>
                    <a:pt x="2745" y="28515"/>
                  </a:lnTo>
                  <a:lnTo>
                    <a:pt x="2745" y="27506"/>
                  </a:lnTo>
                  <a:lnTo>
                    <a:pt x="2705" y="26477"/>
                  </a:lnTo>
                  <a:lnTo>
                    <a:pt x="2644" y="25468"/>
                  </a:lnTo>
                  <a:lnTo>
                    <a:pt x="2563" y="24439"/>
                  </a:lnTo>
                  <a:lnTo>
                    <a:pt x="2462" y="23430"/>
                  </a:lnTo>
                  <a:lnTo>
                    <a:pt x="2362" y="22401"/>
                  </a:lnTo>
                  <a:lnTo>
                    <a:pt x="2240" y="21392"/>
                  </a:lnTo>
                  <a:lnTo>
                    <a:pt x="1958" y="19374"/>
                  </a:lnTo>
                  <a:lnTo>
                    <a:pt x="1655" y="17355"/>
                  </a:lnTo>
                  <a:lnTo>
                    <a:pt x="1595" y="16972"/>
                  </a:lnTo>
                  <a:lnTo>
                    <a:pt x="1030" y="13219"/>
                  </a:lnTo>
                  <a:lnTo>
                    <a:pt x="485" y="9465"/>
                  </a:lnTo>
                  <a:lnTo>
                    <a:pt x="323" y="8234"/>
                  </a:lnTo>
                  <a:lnTo>
                    <a:pt x="182" y="7043"/>
                  </a:lnTo>
                  <a:lnTo>
                    <a:pt x="142" y="6458"/>
                  </a:lnTo>
                  <a:lnTo>
                    <a:pt x="101" y="5873"/>
                  </a:lnTo>
                  <a:lnTo>
                    <a:pt x="81" y="5308"/>
                  </a:lnTo>
                  <a:lnTo>
                    <a:pt x="81" y="4723"/>
                  </a:lnTo>
                  <a:lnTo>
                    <a:pt x="81" y="4521"/>
                  </a:lnTo>
                  <a:lnTo>
                    <a:pt x="101" y="3633"/>
                  </a:lnTo>
                  <a:lnTo>
                    <a:pt x="142" y="3129"/>
                  </a:lnTo>
                  <a:lnTo>
                    <a:pt x="202" y="2604"/>
                  </a:lnTo>
                  <a:lnTo>
                    <a:pt x="283" y="2099"/>
                  </a:lnTo>
                  <a:lnTo>
                    <a:pt x="323" y="1857"/>
                  </a:lnTo>
                  <a:lnTo>
                    <a:pt x="404" y="1635"/>
                  </a:lnTo>
                  <a:lnTo>
                    <a:pt x="465" y="1413"/>
                  </a:lnTo>
                  <a:lnTo>
                    <a:pt x="566" y="1211"/>
                  </a:lnTo>
                  <a:lnTo>
                    <a:pt x="666" y="1010"/>
                  </a:lnTo>
                  <a:lnTo>
                    <a:pt x="767" y="848"/>
                  </a:lnTo>
                  <a:lnTo>
                    <a:pt x="848" y="747"/>
                  </a:lnTo>
                  <a:lnTo>
                    <a:pt x="929" y="687"/>
                  </a:lnTo>
                  <a:lnTo>
                    <a:pt x="1110" y="545"/>
                  </a:lnTo>
                  <a:lnTo>
                    <a:pt x="1332" y="445"/>
                  </a:lnTo>
                  <a:lnTo>
                    <a:pt x="1575" y="364"/>
                  </a:lnTo>
                  <a:lnTo>
                    <a:pt x="1837" y="303"/>
                  </a:lnTo>
                  <a:lnTo>
                    <a:pt x="2099" y="283"/>
                  </a:lnTo>
                  <a:lnTo>
                    <a:pt x="2382" y="263"/>
                  </a:lnTo>
                  <a:lnTo>
                    <a:pt x="2684" y="243"/>
                  </a:lnTo>
                  <a:lnTo>
                    <a:pt x="3169" y="263"/>
                  </a:lnTo>
                  <a:lnTo>
                    <a:pt x="3633" y="283"/>
                  </a:lnTo>
                  <a:lnTo>
                    <a:pt x="4057" y="303"/>
                  </a:lnTo>
                  <a:lnTo>
                    <a:pt x="4440" y="303"/>
                  </a:lnTo>
                  <a:lnTo>
                    <a:pt x="9586" y="202"/>
                  </a:lnTo>
                  <a:lnTo>
                    <a:pt x="11826" y="142"/>
                  </a:lnTo>
                  <a:lnTo>
                    <a:pt x="14066" y="102"/>
                  </a:lnTo>
                  <a:lnTo>
                    <a:pt x="16346" y="81"/>
                  </a:lnTo>
                  <a:close/>
                  <a:moveTo>
                    <a:pt x="16346" y="1"/>
                  </a:moveTo>
                  <a:lnTo>
                    <a:pt x="14066" y="21"/>
                  </a:lnTo>
                  <a:lnTo>
                    <a:pt x="11826" y="61"/>
                  </a:lnTo>
                  <a:lnTo>
                    <a:pt x="9586" y="122"/>
                  </a:lnTo>
                  <a:lnTo>
                    <a:pt x="4420" y="223"/>
                  </a:lnTo>
                  <a:lnTo>
                    <a:pt x="4057" y="223"/>
                  </a:lnTo>
                  <a:lnTo>
                    <a:pt x="3633" y="202"/>
                  </a:lnTo>
                  <a:lnTo>
                    <a:pt x="2805" y="162"/>
                  </a:lnTo>
                  <a:lnTo>
                    <a:pt x="2382" y="182"/>
                  </a:lnTo>
                  <a:lnTo>
                    <a:pt x="1978" y="202"/>
                  </a:lnTo>
                  <a:lnTo>
                    <a:pt x="1595" y="283"/>
                  </a:lnTo>
                  <a:lnTo>
                    <a:pt x="1413" y="324"/>
                  </a:lnTo>
                  <a:lnTo>
                    <a:pt x="1252" y="384"/>
                  </a:lnTo>
                  <a:lnTo>
                    <a:pt x="1090" y="465"/>
                  </a:lnTo>
                  <a:lnTo>
                    <a:pt x="949" y="566"/>
                  </a:lnTo>
                  <a:lnTo>
                    <a:pt x="828" y="667"/>
                  </a:lnTo>
                  <a:lnTo>
                    <a:pt x="707" y="788"/>
                  </a:lnTo>
                  <a:lnTo>
                    <a:pt x="586" y="969"/>
                  </a:lnTo>
                  <a:lnTo>
                    <a:pt x="485" y="1151"/>
                  </a:lnTo>
                  <a:lnTo>
                    <a:pt x="404" y="1373"/>
                  </a:lnTo>
                  <a:lnTo>
                    <a:pt x="323" y="1575"/>
                  </a:lnTo>
                  <a:lnTo>
                    <a:pt x="263" y="1817"/>
                  </a:lnTo>
                  <a:lnTo>
                    <a:pt x="202" y="2059"/>
                  </a:lnTo>
                  <a:lnTo>
                    <a:pt x="122" y="2563"/>
                  </a:lnTo>
                  <a:lnTo>
                    <a:pt x="61" y="3068"/>
                  </a:lnTo>
                  <a:lnTo>
                    <a:pt x="21" y="3593"/>
                  </a:lnTo>
                  <a:lnTo>
                    <a:pt x="0" y="4521"/>
                  </a:lnTo>
                  <a:lnTo>
                    <a:pt x="0" y="4723"/>
                  </a:lnTo>
                  <a:lnTo>
                    <a:pt x="0" y="5308"/>
                  </a:lnTo>
                  <a:lnTo>
                    <a:pt x="21" y="5873"/>
                  </a:lnTo>
                  <a:lnTo>
                    <a:pt x="61" y="6458"/>
                  </a:lnTo>
                  <a:lnTo>
                    <a:pt x="101" y="7043"/>
                  </a:lnTo>
                  <a:lnTo>
                    <a:pt x="243" y="8234"/>
                  </a:lnTo>
                  <a:lnTo>
                    <a:pt x="404" y="9465"/>
                  </a:lnTo>
                  <a:lnTo>
                    <a:pt x="949" y="13219"/>
                  </a:lnTo>
                  <a:lnTo>
                    <a:pt x="1514" y="16992"/>
                  </a:lnTo>
                  <a:lnTo>
                    <a:pt x="1575" y="17376"/>
                  </a:lnTo>
                  <a:lnTo>
                    <a:pt x="1877" y="19374"/>
                  </a:lnTo>
                  <a:lnTo>
                    <a:pt x="2160" y="21392"/>
                  </a:lnTo>
                  <a:lnTo>
                    <a:pt x="2281" y="22421"/>
                  </a:lnTo>
                  <a:lnTo>
                    <a:pt x="2382" y="23430"/>
                  </a:lnTo>
                  <a:lnTo>
                    <a:pt x="2483" y="24439"/>
                  </a:lnTo>
                  <a:lnTo>
                    <a:pt x="2563" y="25468"/>
                  </a:lnTo>
                  <a:lnTo>
                    <a:pt x="2624" y="26477"/>
                  </a:lnTo>
                  <a:lnTo>
                    <a:pt x="2664" y="27486"/>
                  </a:lnTo>
                  <a:lnTo>
                    <a:pt x="2664" y="28515"/>
                  </a:lnTo>
                  <a:lnTo>
                    <a:pt x="2644" y="29524"/>
                  </a:lnTo>
                  <a:lnTo>
                    <a:pt x="2584" y="30533"/>
                  </a:lnTo>
                  <a:lnTo>
                    <a:pt x="2483" y="31542"/>
                  </a:lnTo>
                  <a:lnTo>
                    <a:pt x="2341" y="32551"/>
                  </a:lnTo>
                  <a:lnTo>
                    <a:pt x="2180" y="33540"/>
                  </a:lnTo>
                  <a:lnTo>
                    <a:pt x="1938" y="34630"/>
                  </a:lnTo>
                  <a:lnTo>
                    <a:pt x="1696" y="35679"/>
                  </a:lnTo>
                  <a:lnTo>
                    <a:pt x="1494" y="36466"/>
                  </a:lnTo>
                  <a:lnTo>
                    <a:pt x="1332" y="37233"/>
                  </a:lnTo>
                  <a:lnTo>
                    <a:pt x="1171" y="38040"/>
                  </a:lnTo>
                  <a:lnTo>
                    <a:pt x="1030" y="38827"/>
                  </a:lnTo>
                  <a:lnTo>
                    <a:pt x="1009" y="39049"/>
                  </a:lnTo>
                  <a:lnTo>
                    <a:pt x="1009" y="39271"/>
                  </a:lnTo>
                  <a:lnTo>
                    <a:pt x="1030" y="39372"/>
                  </a:lnTo>
                  <a:lnTo>
                    <a:pt x="1070" y="39473"/>
                  </a:lnTo>
                  <a:lnTo>
                    <a:pt x="1110" y="39574"/>
                  </a:lnTo>
                  <a:lnTo>
                    <a:pt x="1191" y="39654"/>
                  </a:lnTo>
                  <a:lnTo>
                    <a:pt x="1252" y="39715"/>
                  </a:lnTo>
                  <a:lnTo>
                    <a:pt x="1353" y="39776"/>
                  </a:lnTo>
                  <a:lnTo>
                    <a:pt x="1433" y="39796"/>
                  </a:lnTo>
                  <a:lnTo>
                    <a:pt x="1534" y="39816"/>
                  </a:lnTo>
                  <a:lnTo>
                    <a:pt x="1615" y="39796"/>
                  </a:lnTo>
                  <a:lnTo>
                    <a:pt x="1756" y="39776"/>
                  </a:lnTo>
                  <a:lnTo>
                    <a:pt x="1897" y="39695"/>
                  </a:lnTo>
                  <a:lnTo>
                    <a:pt x="2018" y="39614"/>
                  </a:lnTo>
                  <a:lnTo>
                    <a:pt x="2160" y="39513"/>
                  </a:lnTo>
                  <a:lnTo>
                    <a:pt x="2281" y="39392"/>
                  </a:lnTo>
                  <a:lnTo>
                    <a:pt x="2382" y="39271"/>
                  </a:lnTo>
                  <a:lnTo>
                    <a:pt x="2483" y="39130"/>
                  </a:lnTo>
                  <a:lnTo>
                    <a:pt x="2563" y="38989"/>
                  </a:lnTo>
                  <a:lnTo>
                    <a:pt x="2785" y="38565"/>
                  </a:lnTo>
                  <a:lnTo>
                    <a:pt x="3007" y="38101"/>
                  </a:lnTo>
                  <a:lnTo>
                    <a:pt x="3411" y="37193"/>
                  </a:lnTo>
                  <a:lnTo>
                    <a:pt x="3794" y="36284"/>
                  </a:lnTo>
                  <a:lnTo>
                    <a:pt x="4158" y="35376"/>
                  </a:lnTo>
                  <a:lnTo>
                    <a:pt x="4662" y="34166"/>
                  </a:lnTo>
                  <a:lnTo>
                    <a:pt x="4904" y="33560"/>
                  </a:lnTo>
                  <a:lnTo>
                    <a:pt x="5187" y="32955"/>
                  </a:lnTo>
                  <a:lnTo>
                    <a:pt x="5469" y="32369"/>
                  </a:lnTo>
                  <a:lnTo>
                    <a:pt x="5752" y="31784"/>
                  </a:lnTo>
                  <a:lnTo>
                    <a:pt x="6075" y="31199"/>
                  </a:lnTo>
                  <a:lnTo>
                    <a:pt x="6418" y="30654"/>
                  </a:lnTo>
                  <a:lnTo>
                    <a:pt x="6821" y="30089"/>
                  </a:lnTo>
                  <a:lnTo>
                    <a:pt x="7225" y="29544"/>
                  </a:lnTo>
                  <a:lnTo>
                    <a:pt x="7669" y="29020"/>
                  </a:lnTo>
                  <a:lnTo>
                    <a:pt x="8153" y="28515"/>
                  </a:lnTo>
                  <a:lnTo>
                    <a:pt x="8638" y="28051"/>
                  </a:lnTo>
                  <a:lnTo>
                    <a:pt x="9162" y="27587"/>
                  </a:lnTo>
                  <a:lnTo>
                    <a:pt x="9707" y="27163"/>
                  </a:lnTo>
                  <a:lnTo>
                    <a:pt x="10272" y="26780"/>
                  </a:lnTo>
                  <a:lnTo>
                    <a:pt x="10857" y="26396"/>
                  </a:lnTo>
                  <a:lnTo>
                    <a:pt x="11463" y="26073"/>
                  </a:lnTo>
                  <a:lnTo>
                    <a:pt x="12068" y="25750"/>
                  </a:lnTo>
                  <a:lnTo>
                    <a:pt x="12694" y="25468"/>
                  </a:lnTo>
                  <a:lnTo>
                    <a:pt x="13339" y="25226"/>
                  </a:lnTo>
                  <a:lnTo>
                    <a:pt x="14005" y="25024"/>
                  </a:lnTo>
                  <a:lnTo>
                    <a:pt x="14651" y="24842"/>
                  </a:lnTo>
                  <a:lnTo>
                    <a:pt x="15337" y="24701"/>
                  </a:lnTo>
                  <a:lnTo>
                    <a:pt x="15882" y="24600"/>
                  </a:lnTo>
                  <a:lnTo>
                    <a:pt x="16447" y="24540"/>
                  </a:lnTo>
                  <a:lnTo>
                    <a:pt x="17012" y="24499"/>
                  </a:lnTo>
                  <a:lnTo>
                    <a:pt x="17577" y="24459"/>
                  </a:lnTo>
                  <a:lnTo>
                    <a:pt x="18707" y="24459"/>
                  </a:lnTo>
                  <a:lnTo>
                    <a:pt x="19272" y="24479"/>
                  </a:lnTo>
                  <a:lnTo>
                    <a:pt x="19837" y="24519"/>
                  </a:lnTo>
                  <a:lnTo>
                    <a:pt x="20968" y="24620"/>
                  </a:lnTo>
                  <a:lnTo>
                    <a:pt x="22098" y="24762"/>
                  </a:lnTo>
                  <a:lnTo>
                    <a:pt x="23228" y="24923"/>
                  </a:lnTo>
                  <a:lnTo>
                    <a:pt x="24338" y="25084"/>
                  </a:lnTo>
                  <a:lnTo>
                    <a:pt x="25488" y="25266"/>
                  </a:lnTo>
                  <a:lnTo>
                    <a:pt x="26638" y="25428"/>
                  </a:lnTo>
                  <a:lnTo>
                    <a:pt x="27809" y="25569"/>
                  </a:lnTo>
                  <a:lnTo>
                    <a:pt x="28979" y="25670"/>
                  </a:lnTo>
                  <a:lnTo>
                    <a:pt x="29403" y="25690"/>
                  </a:lnTo>
                  <a:lnTo>
                    <a:pt x="30271" y="25690"/>
                  </a:lnTo>
                  <a:lnTo>
                    <a:pt x="30714" y="25650"/>
                  </a:lnTo>
                  <a:lnTo>
                    <a:pt x="31138" y="25569"/>
                  </a:lnTo>
                  <a:lnTo>
                    <a:pt x="31562" y="25468"/>
                  </a:lnTo>
                  <a:lnTo>
                    <a:pt x="31764" y="25387"/>
                  </a:lnTo>
                  <a:lnTo>
                    <a:pt x="31966" y="25306"/>
                  </a:lnTo>
                  <a:lnTo>
                    <a:pt x="32147" y="25206"/>
                  </a:lnTo>
                  <a:lnTo>
                    <a:pt x="32349" y="25084"/>
                  </a:lnTo>
                  <a:lnTo>
                    <a:pt x="32511" y="24963"/>
                  </a:lnTo>
                  <a:lnTo>
                    <a:pt x="32692" y="24842"/>
                  </a:lnTo>
                  <a:lnTo>
                    <a:pt x="32833" y="24701"/>
                  </a:lnTo>
                  <a:lnTo>
                    <a:pt x="32995" y="24540"/>
                  </a:lnTo>
                  <a:lnTo>
                    <a:pt x="33257" y="24217"/>
                  </a:lnTo>
                  <a:lnTo>
                    <a:pt x="33479" y="23874"/>
                  </a:lnTo>
                  <a:lnTo>
                    <a:pt x="33681" y="23531"/>
                  </a:lnTo>
                  <a:lnTo>
                    <a:pt x="33863" y="23167"/>
                  </a:lnTo>
                  <a:lnTo>
                    <a:pt x="34004" y="22804"/>
                  </a:lnTo>
                  <a:lnTo>
                    <a:pt x="34145" y="22461"/>
                  </a:lnTo>
                  <a:lnTo>
                    <a:pt x="34307" y="22017"/>
                  </a:lnTo>
                  <a:lnTo>
                    <a:pt x="34448" y="21573"/>
                  </a:lnTo>
                  <a:lnTo>
                    <a:pt x="34569" y="21109"/>
                  </a:lnTo>
                  <a:lnTo>
                    <a:pt x="34690" y="20645"/>
                  </a:lnTo>
                  <a:lnTo>
                    <a:pt x="34912" y="19737"/>
                  </a:lnTo>
                  <a:lnTo>
                    <a:pt x="35073" y="18829"/>
                  </a:lnTo>
                  <a:lnTo>
                    <a:pt x="35215" y="17921"/>
                  </a:lnTo>
                  <a:lnTo>
                    <a:pt x="35316" y="17033"/>
                  </a:lnTo>
                  <a:lnTo>
                    <a:pt x="35396" y="16185"/>
                  </a:lnTo>
                  <a:lnTo>
                    <a:pt x="35457" y="15337"/>
                  </a:lnTo>
                  <a:lnTo>
                    <a:pt x="35538" y="14248"/>
                  </a:lnTo>
                  <a:lnTo>
                    <a:pt x="35578" y="13219"/>
                  </a:lnTo>
                  <a:lnTo>
                    <a:pt x="35598" y="12230"/>
                  </a:lnTo>
                  <a:lnTo>
                    <a:pt x="35598" y="11261"/>
                  </a:lnTo>
                  <a:lnTo>
                    <a:pt x="35598" y="10333"/>
                  </a:lnTo>
                  <a:lnTo>
                    <a:pt x="35558" y="9445"/>
                  </a:lnTo>
                  <a:lnTo>
                    <a:pt x="35497" y="8557"/>
                  </a:lnTo>
                  <a:lnTo>
                    <a:pt x="35396" y="7709"/>
                  </a:lnTo>
                  <a:lnTo>
                    <a:pt x="35336" y="7185"/>
                  </a:lnTo>
                  <a:lnTo>
                    <a:pt x="35255" y="6660"/>
                  </a:lnTo>
                  <a:lnTo>
                    <a:pt x="35154" y="6115"/>
                  </a:lnTo>
                  <a:lnTo>
                    <a:pt x="35013" y="5570"/>
                  </a:lnTo>
                  <a:lnTo>
                    <a:pt x="34851" y="5046"/>
                  </a:lnTo>
                  <a:lnTo>
                    <a:pt x="34629" y="4521"/>
                  </a:lnTo>
                  <a:lnTo>
                    <a:pt x="34508" y="4259"/>
                  </a:lnTo>
                  <a:lnTo>
                    <a:pt x="34387" y="4016"/>
                  </a:lnTo>
                  <a:lnTo>
                    <a:pt x="34226" y="3774"/>
                  </a:lnTo>
                  <a:lnTo>
                    <a:pt x="34064" y="3552"/>
                  </a:lnTo>
                  <a:lnTo>
                    <a:pt x="33782" y="3189"/>
                  </a:lnTo>
                  <a:lnTo>
                    <a:pt x="33479" y="2866"/>
                  </a:lnTo>
                  <a:lnTo>
                    <a:pt x="33136" y="2584"/>
                  </a:lnTo>
                  <a:lnTo>
                    <a:pt x="32793" y="2301"/>
                  </a:lnTo>
                  <a:lnTo>
                    <a:pt x="32410" y="2079"/>
                  </a:lnTo>
                  <a:lnTo>
                    <a:pt x="32026" y="1857"/>
                  </a:lnTo>
                  <a:lnTo>
                    <a:pt x="31623" y="1655"/>
                  </a:lnTo>
                  <a:lnTo>
                    <a:pt x="31199" y="1494"/>
                  </a:lnTo>
                  <a:lnTo>
                    <a:pt x="30775" y="1333"/>
                  </a:lnTo>
                  <a:lnTo>
                    <a:pt x="30351" y="1191"/>
                  </a:lnTo>
                  <a:lnTo>
                    <a:pt x="29907" y="1070"/>
                  </a:lnTo>
                  <a:lnTo>
                    <a:pt x="29463" y="969"/>
                  </a:lnTo>
                  <a:lnTo>
                    <a:pt x="28555" y="788"/>
                  </a:lnTo>
                  <a:lnTo>
                    <a:pt x="27667" y="667"/>
                  </a:lnTo>
                  <a:lnTo>
                    <a:pt x="26557" y="525"/>
                  </a:lnTo>
                  <a:lnTo>
                    <a:pt x="25427" y="384"/>
                  </a:lnTo>
                  <a:lnTo>
                    <a:pt x="24277" y="283"/>
                  </a:lnTo>
                  <a:lnTo>
                    <a:pt x="23147" y="202"/>
                  </a:lnTo>
                  <a:lnTo>
                    <a:pt x="22017" y="142"/>
                  </a:lnTo>
                  <a:lnTo>
                    <a:pt x="20887" y="81"/>
                  </a:lnTo>
                  <a:lnTo>
                    <a:pt x="19737" y="41"/>
                  </a:lnTo>
                  <a:lnTo>
                    <a:pt x="18606" y="21"/>
                  </a:lnTo>
                  <a:lnTo>
                    <a:pt x="1634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flipH="1">
              <a:off x="-1455741" y="-3455631"/>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flipH="1">
              <a:off x="1864587" y="-1494826"/>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flipH="1">
              <a:off x="-2591759" y="-2237207"/>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flipH="1">
              <a:off x="-3345409" y="-5067803"/>
              <a:ext cx="1707024" cy="174879"/>
            </a:xfrm>
            <a:custGeom>
              <a:rect b="b" l="l" r="r" t="t"/>
              <a:pathLst>
                <a:path extrusionOk="0" h="3128" w="30533">
                  <a:moveTo>
                    <a:pt x="17960" y="0"/>
                  </a:moveTo>
                  <a:lnTo>
                    <a:pt x="16750" y="20"/>
                  </a:lnTo>
                  <a:lnTo>
                    <a:pt x="16326" y="20"/>
                  </a:lnTo>
                  <a:lnTo>
                    <a:pt x="13057" y="61"/>
                  </a:lnTo>
                  <a:lnTo>
                    <a:pt x="11422" y="101"/>
                  </a:lnTo>
                  <a:lnTo>
                    <a:pt x="9767" y="182"/>
                  </a:lnTo>
                  <a:lnTo>
                    <a:pt x="8133" y="262"/>
                  </a:lnTo>
                  <a:lnTo>
                    <a:pt x="6478" y="404"/>
                  </a:lnTo>
                  <a:lnTo>
                    <a:pt x="5671" y="484"/>
                  </a:lnTo>
                  <a:lnTo>
                    <a:pt x="4843" y="585"/>
                  </a:lnTo>
                  <a:lnTo>
                    <a:pt x="4036" y="686"/>
                  </a:lnTo>
                  <a:lnTo>
                    <a:pt x="3209" y="807"/>
                  </a:lnTo>
                  <a:lnTo>
                    <a:pt x="2785" y="868"/>
                  </a:lnTo>
                  <a:lnTo>
                    <a:pt x="2361" y="969"/>
                  </a:lnTo>
                  <a:lnTo>
                    <a:pt x="1917" y="1070"/>
                  </a:lnTo>
                  <a:lnTo>
                    <a:pt x="1494" y="1211"/>
                  </a:lnTo>
                  <a:lnTo>
                    <a:pt x="1090" y="1372"/>
                  </a:lnTo>
                  <a:lnTo>
                    <a:pt x="888" y="1473"/>
                  </a:lnTo>
                  <a:lnTo>
                    <a:pt x="686" y="1574"/>
                  </a:lnTo>
                  <a:lnTo>
                    <a:pt x="505" y="1695"/>
                  </a:lnTo>
                  <a:lnTo>
                    <a:pt x="323" y="1836"/>
                  </a:lnTo>
                  <a:lnTo>
                    <a:pt x="162" y="1978"/>
                  </a:lnTo>
                  <a:lnTo>
                    <a:pt x="0" y="2139"/>
                  </a:lnTo>
                  <a:lnTo>
                    <a:pt x="61" y="2200"/>
                  </a:lnTo>
                  <a:lnTo>
                    <a:pt x="222" y="2038"/>
                  </a:lnTo>
                  <a:lnTo>
                    <a:pt x="384" y="1897"/>
                  </a:lnTo>
                  <a:lnTo>
                    <a:pt x="565" y="1756"/>
                  </a:lnTo>
                  <a:lnTo>
                    <a:pt x="747" y="1655"/>
                  </a:lnTo>
                  <a:lnTo>
                    <a:pt x="929" y="1534"/>
                  </a:lnTo>
                  <a:lnTo>
                    <a:pt x="1130" y="1433"/>
                  </a:lnTo>
                  <a:lnTo>
                    <a:pt x="1534" y="1271"/>
                  </a:lnTo>
                  <a:lnTo>
                    <a:pt x="1958" y="1150"/>
                  </a:lnTo>
                  <a:lnTo>
                    <a:pt x="2382" y="1049"/>
                  </a:lnTo>
                  <a:lnTo>
                    <a:pt x="2805" y="949"/>
                  </a:lnTo>
                  <a:lnTo>
                    <a:pt x="3229" y="888"/>
                  </a:lnTo>
                  <a:lnTo>
                    <a:pt x="4036" y="767"/>
                  </a:lnTo>
                  <a:lnTo>
                    <a:pt x="4864" y="666"/>
                  </a:lnTo>
                  <a:lnTo>
                    <a:pt x="5671" y="565"/>
                  </a:lnTo>
                  <a:lnTo>
                    <a:pt x="6498" y="484"/>
                  </a:lnTo>
                  <a:lnTo>
                    <a:pt x="8133" y="343"/>
                  </a:lnTo>
                  <a:lnTo>
                    <a:pt x="9788" y="262"/>
                  </a:lnTo>
                  <a:lnTo>
                    <a:pt x="11422" y="182"/>
                  </a:lnTo>
                  <a:lnTo>
                    <a:pt x="13057" y="141"/>
                  </a:lnTo>
                  <a:lnTo>
                    <a:pt x="16326" y="101"/>
                  </a:lnTo>
                  <a:lnTo>
                    <a:pt x="16750" y="101"/>
                  </a:lnTo>
                  <a:lnTo>
                    <a:pt x="17960" y="81"/>
                  </a:lnTo>
                  <a:lnTo>
                    <a:pt x="19191" y="81"/>
                  </a:lnTo>
                  <a:lnTo>
                    <a:pt x="20402" y="101"/>
                  </a:lnTo>
                  <a:lnTo>
                    <a:pt x="21613" y="161"/>
                  </a:lnTo>
                  <a:lnTo>
                    <a:pt x="22239" y="202"/>
                  </a:lnTo>
                  <a:lnTo>
                    <a:pt x="22844" y="242"/>
                  </a:lnTo>
                  <a:lnTo>
                    <a:pt x="23449" y="303"/>
                  </a:lnTo>
                  <a:lnTo>
                    <a:pt x="24055" y="383"/>
                  </a:lnTo>
                  <a:lnTo>
                    <a:pt x="24640" y="484"/>
                  </a:lnTo>
                  <a:lnTo>
                    <a:pt x="25245" y="585"/>
                  </a:lnTo>
                  <a:lnTo>
                    <a:pt x="25831" y="727"/>
                  </a:lnTo>
                  <a:lnTo>
                    <a:pt x="26436" y="868"/>
                  </a:lnTo>
                  <a:lnTo>
                    <a:pt x="27102" y="1070"/>
                  </a:lnTo>
                  <a:lnTo>
                    <a:pt x="27707" y="1292"/>
                  </a:lnTo>
                  <a:lnTo>
                    <a:pt x="28293" y="1534"/>
                  </a:lnTo>
                  <a:lnTo>
                    <a:pt x="28817" y="1816"/>
                  </a:lnTo>
                  <a:lnTo>
                    <a:pt x="29281" y="2099"/>
                  </a:lnTo>
                  <a:lnTo>
                    <a:pt x="29725" y="2422"/>
                  </a:lnTo>
                  <a:lnTo>
                    <a:pt x="30109" y="2745"/>
                  </a:lnTo>
                  <a:lnTo>
                    <a:pt x="30290" y="2926"/>
                  </a:lnTo>
                  <a:lnTo>
                    <a:pt x="30472" y="3128"/>
                  </a:lnTo>
                  <a:lnTo>
                    <a:pt x="30533" y="3067"/>
                  </a:lnTo>
                  <a:lnTo>
                    <a:pt x="30351" y="2886"/>
                  </a:lnTo>
                  <a:lnTo>
                    <a:pt x="30169" y="2704"/>
                  </a:lnTo>
                  <a:lnTo>
                    <a:pt x="29786" y="2361"/>
                  </a:lnTo>
                  <a:lnTo>
                    <a:pt x="29342" y="2038"/>
                  </a:lnTo>
                  <a:lnTo>
                    <a:pt x="28858" y="1736"/>
                  </a:lnTo>
                  <a:lnTo>
                    <a:pt x="28333" y="1473"/>
                  </a:lnTo>
                  <a:lnTo>
                    <a:pt x="27748" y="1231"/>
                  </a:lnTo>
                  <a:lnTo>
                    <a:pt x="27122" y="989"/>
                  </a:lnTo>
                  <a:lnTo>
                    <a:pt x="26456" y="787"/>
                  </a:lnTo>
                  <a:lnTo>
                    <a:pt x="25851" y="646"/>
                  </a:lnTo>
                  <a:lnTo>
                    <a:pt x="25266" y="525"/>
                  </a:lnTo>
                  <a:lnTo>
                    <a:pt x="24660" y="404"/>
                  </a:lnTo>
                  <a:lnTo>
                    <a:pt x="24055" y="303"/>
                  </a:lnTo>
                  <a:lnTo>
                    <a:pt x="23449" y="222"/>
                  </a:lnTo>
                  <a:lnTo>
                    <a:pt x="22844" y="161"/>
                  </a:lnTo>
                  <a:lnTo>
                    <a:pt x="22239" y="121"/>
                  </a:lnTo>
                  <a:lnTo>
                    <a:pt x="21633" y="81"/>
                  </a:lnTo>
                  <a:lnTo>
                    <a:pt x="20402" y="20"/>
                  </a:lnTo>
                  <a:lnTo>
                    <a:pt x="19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flipH="1">
              <a:off x="-3431139" y="-4896338"/>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flipH="1">
              <a:off x="-3448112" y="-5027215"/>
              <a:ext cx="1867255" cy="1352794"/>
            </a:xfrm>
            <a:custGeom>
              <a:rect b="b" l="l" r="r" t="t"/>
              <a:pathLst>
                <a:path extrusionOk="0" h="24197" w="33399">
                  <a:moveTo>
                    <a:pt x="13521" y="1"/>
                  </a:moveTo>
                  <a:lnTo>
                    <a:pt x="12391" y="21"/>
                  </a:lnTo>
                  <a:lnTo>
                    <a:pt x="11200" y="61"/>
                  </a:lnTo>
                  <a:lnTo>
                    <a:pt x="10009" y="101"/>
                  </a:lnTo>
                  <a:lnTo>
                    <a:pt x="8012" y="223"/>
                  </a:lnTo>
                  <a:lnTo>
                    <a:pt x="5832" y="364"/>
                  </a:lnTo>
                  <a:lnTo>
                    <a:pt x="5287" y="404"/>
                  </a:lnTo>
                  <a:lnTo>
                    <a:pt x="4702" y="424"/>
                  </a:lnTo>
                  <a:lnTo>
                    <a:pt x="3996" y="445"/>
                  </a:lnTo>
                  <a:lnTo>
                    <a:pt x="3289" y="485"/>
                  </a:lnTo>
                  <a:lnTo>
                    <a:pt x="2926" y="525"/>
                  </a:lnTo>
                  <a:lnTo>
                    <a:pt x="2603" y="586"/>
                  </a:lnTo>
                  <a:lnTo>
                    <a:pt x="2260" y="646"/>
                  </a:lnTo>
                  <a:lnTo>
                    <a:pt x="1958" y="747"/>
                  </a:lnTo>
                  <a:lnTo>
                    <a:pt x="1796" y="808"/>
                  </a:lnTo>
                  <a:lnTo>
                    <a:pt x="1655" y="868"/>
                  </a:lnTo>
                  <a:lnTo>
                    <a:pt x="1514" y="949"/>
                  </a:lnTo>
                  <a:lnTo>
                    <a:pt x="1372" y="1050"/>
                  </a:lnTo>
                  <a:lnTo>
                    <a:pt x="1251" y="1151"/>
                  </a:lnTo>
                  <a:lnTo>
                    <a:pt x="1130" y="1272"/>
                  </a:lnTo>
                  <a:lnTo>
                    <a:pt x="1009" y="1413"/>
                  </a:lnTo>
                  <a:lnTo>
                    <a:pt x="888" y="1554"/>
                  </a:lnTo>
                  <a:lnTo>
                    <a:pt x="686" y="1877"/>
                  </a:lnTo>
                  <a:lnTo>
                    <a:pt x="505" y="2241"/>
                  </a:lnTo>
                  <a:lnTo>
                    <a:pt x="343" y="2664"/>
                  </a:lnTo>
                  <a:lnTo>
                    <a:pt x="222" y="3128"/>
                  </a:lnTo>
                  <a:lnTo>
                    <a:pt x="141" y="3532"/>
                  </a:lnTo>
                  <a:lnTo>
                    <a:pt x="81" y="3956"/>
                  </a:lnTo>
                  <a:lnTo>
                    <a:pt x="40" y="4380"/>
                  </a:lnTo>
                  <a:lnTo>
                    <a:pt x="0" y="4783"/>
                  </a:lnTo>
                  <a:lnTo>
                    <a:pt x="0" y="5187"/>
                  </a:lnTo>
                  <a:lnTo>
                    <a:pt x="20" y="5550"/>
                  </a:lnTo>
                  <a:lnTo>
                    <a:pt x="40" y="5893"/>
                  </a:lnTo>
                  <a:lnTo>
                    <a:pt x="61" y="6216"/>
                  </a:lnTo>
                  <a:lnTo>
                    <a:pt x="121" y="6680"/>
                  </a:lnTo>
                  <a:lnTo>
                    <a:pt x="222" y="7144"/>
                  </a:lnTo>
                  <a:lnTo>
                    <a:pt x="323" y="7608"/>
                  </a:lnTo>
                  <a:lnTo>
                    <a:pt x="424" y="8052"/>
                  </a:lnTo>
                  <a:lnTo>
                    <a:pt x="686" y="8960"/>
                  </a:lnTo>
                  <a:lnTo>
                    <a:pt x="969" y="9848"/>
                  </a:lnTo>
                  <a:lnTo>
                    <a:pt x="1191" y="10595"/>
                  </a:lnTo>
                  <a:lnTo>
                    <a:pt x="1413" y="11362"/>
                  </a:lnTo>
                  <a:lnTo>
                    <a:pt x="1635" y="12230"/>
                  </a:lnTo>
                  <a:lnTo>
                    <a:pt x="1836" y="13118"/>
                  </a:lnTo>
                  <a:lnTo>
                    <a:pt x="1998" y="14026"/>
                  </a:lnTo>
                  <a:lnTo>
                    <a:pt x="2119" y="14914"/>
                  </a:lnTo>
                  <a:lnTo>
                    <a:pt x="2220" y="15822"/>
                  </a:lnTo>
                  <a:lnTo>
                    <a:pt x="2280" y="16730"/>
                  </a:lnTo>
                  <a:lnTo>
                    <a:pt x="2321" y="17638"/>
                  </a:lnTo>
                  <a:lnTo>
                    <a:pt x="2321" y="18546"/>
                  </a:lnTo>
                  <a:lnTo>
                    <a:pt x="2280" y="19656"/>
                  </a:lnTo>
                  <a:lnTo>
                    <a:pt x="2260" y="20403"/>
                  </a:lnTo>
                  <a:lnTo>
                    <a:pt x="2240" y="21169"/>
                  </a:lnTo>
                  <a:lnTo>
                    <a:pt x="2260" y="21936"/>
                  </a:lnTo>
                  <a:lnTo>
                    <a:pt x="2301" y="22320"/>
                  </a:lnTo>
                  <a:lnTo>
                    <a:pt x="2341" y="22703"/>
                  </a:lnTo>
                  <a:lnTo>
                    <a:pt x="2381" y="23046"/>
                  </a:lnTo>
                  <a:lnTo>
                    <a:pt x="2442" y="23248"/>
                  </a:lnTo>
                  <a:lnTo>
                    <a:pt x="2502" y="23430"/>
                  </a:lnTo>
                  <a:lnTo>
                    <a:pt x="2583" y="23611"/>
                  </a:lnTo>
                  <a:lnTo>
                    <a:pt x="2684" y="23773"/>
                  </a:lnTo>
                  <a:lnTo>
                    <a:pt x="2825" y="23914"/>
                  </a:lnTo>
                  <a:lnTo>
                    <a:pt x="2987" y="24055"/>
                  </a:lnTo>
                  <a:lnTo>
                    <a:pt x="3128" y="24116"/>
                  </a:lnTo>
                  <a:lnTo>
                    <a:pt x="3249" y="24156"/>
                  </a:lnTo>
                  <a:lnTo>
                    <a:pt x="3390" y="24196"/>
                  </a:lnTo>
                  <a:lnTo>
                    <a:pt x="3532" y="24196"/>
                  </a:lnTo>
                  <a:lnTo>
                    <a:pt x="3733" y="24176"/>
                  </a:lnTo>
                  <a:lnTo>
                    <a:pt x="3955" y="24136"/>
                  </a:lnTo>
                  <a:lnTo>
                    <a:pt x="4177" y="24055"/>
                  </a:lnTo>
                  <a:lnTo>
                    <a:pt x="4379" y="23934"/>
                  </a:lnTo>
                  <a:lnTo>
                    <a:pt x="4601" y="23813"/>
                  </a:lnTo>
                  <a:lnTo>
                    <a:pt x="4823" y="23652"/>
                  </a:lnTo>
                  <a:lnTo>
                    <a:pt x="5247" y="23329"/>
                  </a:lnTo>
                  <a:lnTo>
                    <a:pt x="5630" y="23026"/>
                  </a:lnTo>
                  <a:lnTo>
                    <a:pt x="6014" y="22743"/>
                  </a:lnTo>
                  <a:lnTo>
                    <a:pt x="6417" y="22481"/>
                  </a:lnTo>
                  <a:lnTo>
                    <a:pt x="6821" y="22239"/>
                  </a:lnTo>
                  <a:lnTo>
                    <a:pt x="7245" y="21997"/>
                  </a:lnTo>
                  <a:lnTo>
                    <a:pt x="7689" y="21775"/>
                  </a:lnTo>
                  <a:lnTo>
                    <a:pt x="8133" y="21553"/>
                  </a:lnTo>
                  <a:lnTo>
                    <a:pt x="8577" y="21371"/>
                  </a:lnTo>
                  <a:lnTo>
                    <a:pt x="9041" y="21169"/>
                  </a:lnTo>
                  <a:lnTo>
                    <a:pt x="9525" y="21008"/>
                  </a:lnTo>
                  <a:lnTo>
                    <a:pt x="10009" y="20867"/>
                  </a:lnTo>
                  <a:lnTo>
                    <a:pt x="10494" y="20725"/>
                  </a:lnTo>
                  <a:lnTo>
                    <a:pt x="10998" y="20604"/>
                  </a:lnTo>
                  <a:lnTo>
                    <a:pt x="11503" y="20483"/>
                  </a:lnTo>
                  <a:lnTo>
                    <a:pt x="12027" y="20403"/>
                  </a:lnTo>
                  <a:lnTo>
                    <a:pt x="12552" y="20322"/>
                  </a:lnTo>
                  <a:lnTo>
                    <a:pt x="13460" y="20221"/>
                  </a:lnTo>
                  <a:lnTo>
                    <a:pt x="14409" y="20160"/>
                  </a:lnTo>
                  <a:lnTo>
                    <a:pt x="15377" y="20160"/>
                  </a:lnTo>
                  <a:lnTo>
                    <a:pt x="16366" y="20201"/>
                  </a:lnTo>
                  <a:lnTo>
                    <a:pt x="17355" y="20302"/>
                  </a:lnTo>
                  <a:lnTo>
                    <a:pt x="18384" y="20423"/>
                  </a:lnTo>
                  <a:lnTo>
                    <a:pt x="19433" y="20604"/>
                  </a:lnTo>
                  <a:lnTo>
                    <a:pt x="20503" y="20826"/>
                  </a:lnTo>
                  <a:lnTo>
                    <a:pt x="21714" y="21129"/>
                  </a:lnTo>
                  <a:lnTo>
                    <a:pt x="22642" y="21351"/>
                  </a:lnTo>
                  <a:lnTo>
                    <a:pt x="23591" y="21553"/>
                  </a:lnTo>
                  <a:lnTo>
                    <a:pt x="24055" y="21654"/>
                  </a:lnTo>
                  <a:lnTo>
                    <a:pt x="24539" y="21714"/>
                  </a:lnTo>
                  <a:lnTo>
                    <a:pt x="25023" y="21775"/>
                  </a:lnTo>
                  <a:lnTo>
                    <a:pt x="25508" y="21815"/>
                  </a:lnTo>
                  <a:lnTo>
                    <a:pt x="26053" y="21835"/>
                  </a:lnTo>
                  <a:lnTo>
                    <a:pt x="26597" y="21815"/>
                  </a:lnTo>
                  <a:lnTo>
                    <a:pt x="27122" y="21755"/>
                  </a:lnTo>
                  <a:lnTo>
                    <a:pt x="27647" y="21654"/>
                  </a:lnTo>
                  <a:lnTo>
                    <a:pt x="28131" y="21533"/>
                  </a:lnTo>
                  <a:lnTo>
                    <a:pt x="28595" y="21371"/>
                  </a:lnTo>
                  <a:lnTo>
                    <a:pt x="29039" y="21169"/>
                  </a:lnTo>
                  <a:lnTo>
                    <a:pt x="29443" y="20947"/>
                  </a:lnTo>
                  <a:lnTo>
                    <a:pt x="29402" y="20867"/>
                  </a:lnTo>
                  <a:lnTo>
                    <a:pt x="28999" y="21089"/>
                  </a:lnTo>
                  <a:lnTo>
                    <a:pt x="28555" y="21291"/>
                  </a:lnTo>
                  <a:lnTo>
                    <a:pt x="28111" y="21452"/>
                  </a:lnTo>
                  <a:lnTo>
                    <a:pt x="27627" y="21573"/>
                  </a:lnTo>
                  <a:lnTo>
                    <a:pt x="27122" y="21674"/>
                  </a:lnTo>
                  <a:lnTo>
                    <a:pt x="26597" y="21734"/>
                  </a:lnTo>
                  <a:lnTo>
                    <a:pt x="26053" y="21755"/>
                  </a:lnTo>
                  <a:lnTo>
                    <a:pt x="25508" y="21734"/>
                  </a:lnTo>
                  <a:lnTo>
                    <a:pt x="25023" y="21694"/>
                  </a:lnTo>
                  <a:lnTo>
                    <a:pt x="24539" y="21634"/>
                  </a:lnTo>
                  <a:lnTo>
                    <a:pt x="24075" y="21573"/>
                  </a:lnTo>
                  <a:lnTo>
                    <a:pt x="23591" y="21472"/>
                  </a:lnTo>
                  <a:lnTo>
                    <a:pt x="22662" y="21270"/>
                  </a:lnTo>
                  <a:lnTo>
                    <a:pt x="21734" y="21048"/>
                  </a:lnTo>
                  <a:lnTo>
                    <a:pt x="20503" y="20746"/>
                  </a:lnTo>
                  <a:lnTo>
                    <a:pt x="19454" y="20524"/>
                  </a:lnTo>
                  <a:lnTo>
                    <a:pt x="18404" y="20342"/>
                  </a:lnTo>
                  <a:lnTo>
                    <a:pt x="17375" y="20221"/>
                  </a:lnTo>
                  <a:lnTo>
                    <a:pt x="16366" y="20120"/>
                  </a:lnTo>
                  <a:lnTo>
                    <a:pt x="15377" y="20080"/>
                  </a:lnTo>
                  <a:lnTo>
                    <a:pt x="14409" y="20080"/>
                  </a:lnTo>
                  <a:lnTo>
                    <a:pt x="13460" y="20140"/>
                  </a:lnTo>
                  <a:lnTo>
                    <a:pt x="12532" y="20241"/>
                  </a:lnTo>
                  <a:lnTo>
                    <a:pt x="12007" y="20322"/>
                  </a:lnTo>
                  <a:lnTo>
                    <a:pt x="11503" y="20403"/>
                  </a:lnTo>
                  <a:lnTo>
                    <a:pt x="10978" y="20524"/>
                  </a:lnTo>
                  <a:lnTo>
                    <a:pt x="10474" y="20645"/>
                  </a:lnTo>
                  <a:lnTo>
                    <a:pt x="9989" y="20786"/>
                  </a:lnTo>
                  <a:lnTo>
                    <a:pt x="9505" y="20927"/>
                  </a:lnTo>
                  <a:lnTo>
                    <a:pt x="9021" y="21109"/>
                  </a:lnTo>
                  <a:lnTo>
                    <a:pt x="8556" y="21291"/>
                  </a:lnTo>
                  <a:lnTo>
                    <a:pt x="8092" y="21492"/>
                  </a:lnTo>
                  <a:lnTo>
                    <a:pt x="7648" y="21694"/>
                  </a:lnTo>
                  <a:lnTo>
                    <a:pt x="7204" y="21916"/>
                  </a:lnTo>
                  <a:lnTo>
                    <a:pt x="6781" y="22158"/>
                  </a:lnTo>
                  <a:lnTo>
                    <a:pt x="6377" y="22421"/>
                  </a:lnTo>
                  <a:lnTo>
                    <a:pt x="5973" y="22683"/>
                  </a:lnTo>
                  <a:lnTo>
                    <a:pt x="5590" y="22965"/>
                  </a:lnTo>
                  <a:lnTo>
                    <a:pt x="5207" y="23268"/>
                  </a:lnTo>
                  <a:lnTo>
                    <a:pt x="4924" y="23490"/>
                  </a:lnTo>
                  <a:lnTo>
                    <a:pt x="4641" y="23692"/>
                  </a:lnTo>
                  <a:lnTo>
                    <a:pt x="4359" y="23853"/>
                  </a:lnTo>
                  <a:lnTo>
                    <a:pt x="4076" y="23995"/>
                  </a:lnTo>
                  <a:lnTo>
                    <a:pt x="3935" y="24055"/>
                  </a:lnTo>
                  <a:lnTo>
                    <a:pt x="3814" y="24096"/>
                  </a:lnTo>
                  <a:lnTo>
                    <a:pt x="3673" y="24116"/>
                  </a:lnTo>
                  <a:lnTo>
                    <a:pt x="3411" y="24116"/>
                  </a:lnTo>
                  <a:lnTo>
                    <a:pt x="3269" y="24096"/>
                  </a:lnTo>
                  <a:lnTo>
                    <a:pt x="3148" y="24035"/>
                  </a:lnTo>
                  <a:lnTo>
                    <a:pt x="3027" y="23974"/>
                  </a:lnTo>
                  <a:lnTo>
                    <a:pt x="2886" y="23853"/>
                  </a:lnTo>
                  <a:lnTo>
                    <a:pt x="2745" y="23712"/>
                  </a:lnTo>
                  <a:lnTo>
                    <a:pt x="2644" y="23551"/>
                  </a:lnTo>
                  <a:lnTo>
                    <a:pt x="2583" y="23389"/>
                  </a:lnTo>
                  <a:lnTo>
                    <a:pt x="2523" y="23208"/>
                  </a:lnTo>
                  <a:lnTo>
                    <a:pt x="2462" y="23026"/>
                  </a:lnTo>
                  <a:lnTo>
                    <a:pt x="2422" y="22683"/>
                  </a:lnTo>
                  <a:lnTo>
                    <a:pt x="2381" y="22300"/>
                  </a:lnTo>
                  <a:lnTo>
                    <a:pt x="2341" y="21936"/>
                  </a:lnTo>
                  <a:lnTo>
                    <a:pt x="2321" y="21169"/>
                  </a:lnTo>
                  <a:lnTo>
                    <a:pt x="2341" y="20403"/>
                  </a:lnTo>
                  <a:lnTo>
                    <a:pt x="2361" y="19656"/>
                  </a:lnTo>
                  <a:lnTo>
                    <a:pt x="2402" y="18546"/>
                  </a:lnTo>
                  <a:lnTo>
                    <a:pt x="2402" y="17638"/>
                  </a:lnTo>
                  <a:lnTo>
                    <a:pt x="2361" y="16710"/>
                  </a:lnTo>
                  <a:lnTo>
                    <a:pt x="2301" y="15802"/>
                  </a:lnTo>
                  <a:lnTo>
                    <a:pt x="2200" y="14914"/>
                  </a:lnTo>
                  <a:lnTo>
                    <a:pt x="2079" y="14006"/>
                  </a:lnTo>
                  <a:lnTo>
                    <a:pt x="1917" y="13118"/>
                  </a:lnTo>
                  <a:lnTo>
                    <a:pt x="1715" y="12230"/>
                  </a:lnTo>
                  <a:lnTo>
                    <a:pt x="1493" y="11342"/>
                  </a:lnTo>
                  <a:lnTo>
                    <a:pt x="1271" y="10575"/>
                  </a:lnTo>
                  <a:lnTo>
                    <a:pt x="1029" y="9828"/>
                  </a:lnTo>
                  <a:lnTo>
                    <a:pt x="767" y="8940"/>
                  </a:lnTo>
                  <a:lnTo>
                    <a:pt x="505" y="8032"/>
                  </a:lnTo>
                  <a:lnTo>
                    <a:pt x="404" y="7588"/>
                  </a:lnTo>
                  <a:lnTo>
                    <a:pt x="303" y="7124"/>
                  </a:lnTo>
                  <a:lnTo>
                    <a:pt x="202" y="6660"/>
                  </a:lnTo>
                  <a:lnTo>
                    <a:pt x="141" y="6196"/>
                  </a:lnTo>
                  <a:lnTo>
                    <a:pt x="101" y="5853"/>
                  </a:lnTo>
                  <a:lnTo>
                    <a:pt x="81" y="5469"/>
                  </a:lnTo>
                  <a:lnTo>
                    <a:pt x="81" y="5086"/>
                  </a:lnTo>
                  <a:lnTo>
                    <a:pt x="101" y="4682"/>
                  </a:lnTo>
                  <a:lnTo>
                    <a:pt x="121" y="4279"/>
                  </a:lnTo>
                  <a:lnTo>
                    <a:pt x="162" y="3855"/>
                  </a:lnTo>
                  <a:lnTo>
                    <a:pt x="242" y="3451"/>
                  </a:lnTo>
                  <a:lnTo>
                    <a:pt x="323" y="3048"/>
                  </a:lnTo>
                  <a:lnTo>
                    <a:pt x="424" y="2664"/>
                  </a:lnTo>
                  <a:lnTo>
                    <a:pt x="565" y="2301"/>
                  </a:lnTo>
                  <a:lnTo>
                    <a:pt x="727" y="1958"/>
                  </a:lnTo>
                  <a:lnTo>
                    <a:pt x="928" y="1655"/>
                  </a:lnTo>
                  <a:lnTo>
                    <a:pt x="1130" y="1373"/>
                  </a:lnTo>
                  <a:lnTo>
                    <a:pt x="1251" y="1252"/>
                  </a:lnTo>
                  <a:lnTo>
                    <a:pt x="1393" y="1151"/>
                  </a:lnTo>
                  <a:lnTo>
                    <a:pt x="1514" y="1050"/>
                  </a:lnTo>
                  <a:lnTo>
                    <a:pt x="1655" y="949"/>
                  </a:lnTo>
                  <a:lnTo>
                    <a:pt x="1816" y="888"/>
                  </a:lnTo>
                  <a:lnTo>
                    <a:pt x="1978" y="828"/>
                  </a:lnTo>
                  <a:lnTo>
                    <a:pt x="2280" y="727"/>
                  </a:lnTo>
                  <a:lnTo>
                    <a:pt x="2603" y="666"/>
                  </a:lnTo>
                  <a:lnTo>
                    <a:pt x="2946" y="606"/>
                  </a:lnTo>
                  <a:lnTo>
                    <a:pt x="3289" y="566"/>
                  </a:lnTo>
                  <a:lnTo>
                    <a:pt x="3996" y="525"/>
                  </a:lnTo>
                  <a:lnTo>
                    <a:pt x="4702" y="505"/>
                  </a:lnTo>
                  <a:lnTo>
                    <a:pt x="5287" y="485"/>
                  </a:lnTo>
                  <a:lnTo>
                    <a:pt x="5852" y="445"/>
                  </a:lnTo>
                  <a:lnTo>
                    <a:pt x="8012" y="303"/>
                  </a:lnTo>
                  <a:lnTo>
                    <a:pt x="10009" y="182"/>
                  </a:lnTo>
                  <a:lnTo>
                    <a:pt x="11200" y="142"/>
                  </a:lnTo>
                  <a:lnTo>
                    <a:pt x="12391" y="101"/>
                  </a:lnTo>
                  <a:lnTo>
                    <a:pt x="13521" y="81"/>
                  </a:lnTo>
                  <a:lnTo>
                    <a:pt x="14651" y="81"/>
                  </a:lnTo>
                  <a:lnTo>
                    <a:pt x="15741" y="101"/>
                  </a:lnTo>
                  <a:lnTo>
                    <a:pt x="16790" y="122"/>
                  </a:lnTo>
                  <a:lnTo>
                    <a:pt x="17839" y="182"/>
                  </a:lnTo>
                  <a:lnTo>
                    <a:pt x="18868" y="243"/>
                  </a:lnTo>
                  <a:lnTo>
                    <a:pt x="19857" y="323"/>
                  </a:lnTo>
                  <a:lnTo>
                    <a:pt x="20826" y="404"/>
                  </a:lnTo>
                  <a:lnTo>
                    <a:pt x="21795" y="525"/>
                  </a:lnTo>
                  <a:lnTo>
                    <a:pt x="22723" y="666"/>
                  </a:lnTo>
                  <a:lnTo>
                    <a:pt x="23651" y="808"/>
                  </a:lnTo>
                  <a:lnTo>
                    <a:pt x="24559" y="969"/>
                  </a:lnTo>
                  <a:lnTo>
                    <a:pt x="25447" y="1151"/>
                  </a:lnTo>
                  <a:lnTo>
                    <a:pt x="26335" y="1353"/>
                  </a:lnTo>
                  <a:lnTo>
                    <a:pt x="27082" y="1534"/>
                  </a:lnTo>
                  <a:lnTo>
                    <a:pt x="27828" y="1756"/>
                  </a:lnTo>
                  <a:lnTo>
                    <a:pt x="28575" y="2019"/>
                  </a:lnTo>
                  <a:lnTo>
                    <a:pt x="28958" y="2160"/>
                  </a:lnTo>
                  <a:lnTo>
                    <a:pt x="29322" y="2321"/>
                  </a:lnTo>
                  <a:lnTo>
                    <a:pt x="29665" y="2503"/>
                  </a:lnTo>
                  <a:lnTo>
                    <a:pt x="30028" y="2684"/>
                  </a:lnTo>
                  <a:lnTo>
                    <a:pt x="30371" y="2886"/>
                  </a:lnTo>
                  <a:lnTo>
                    <a:pt x="30694" y="3108"/>
                  </a:lnTo>
                  <a:lnTo>
                    <a:pt x="30997" y="3350"/>
                  </a:lnTo>
                  <a:lnTo>
                    <a:pt x="31299" y="3613"/>
                  </a:lnTo>
                  <a:lnTo>
                    <a:pt x="31582" y="3895"/>
                  </a:lnTo>
                  <a:lnTo>
                    <a:pt x="31844" y="4198"/>
                  </a:lnTo>
                  <a:lnTo>
                    <a:pt x="32086" y="4521"/>
                  </a:lnTo>
                  <a:lnTo>
                    <a:pt x="32288" y="4844"/>
                  </a:lnTo>
                  <a:lnTo>
                    <a:pt x="32470" y="5167"/>
                  </a:lnTo>
                  <a:lnTo>
                    <a:pt x="32631" y="5490"/>
                  </a:lnTo>
                  <a:lnTo>
                    <a:pt x="32772" y="5833"/>
                  </a:lnTo>
                  <a:lnTo>
                    <a:pt x="32894" y="6176"/>
                  </a:lnTo>
                  <a:lnTo>
                    <a:pt x="33015" y="6519"/>
                  </a:lnTo>
                  <a:lnTo>
                    <a:pt x="33095" y="6862"/>
                  </a:lnTo>
                  <a:lnTo>
                    <a:pt x="33156" y="7205"/>
                  </a:lnTo>
                  <a:lnTo>
                    <a:pt x="33216" y="7548"/>
                  </a:lnTo>
                  <a:lnTo>
                    <a:pt x="33277" y="8214"/>
                  </a:lnTo>
                  <a:lnTo>
                    <a:pt x="33317" y="8860"/>
                  </a:lnTo>
                  <a:lnTo>
                    <a:pt x="33297" y="9445"/>
                  </a:lnTo>
                  <a:lnTo>
                    <a:pt x="33277" y="9949"/>
                  </a:lnTo>
                  <a:lnTo>
                    <a:pt x="33216" y="10454"/>
                  </a:lnTo>
                  <a:lnTo>
                    <a:pt x="33156" y="10938"/>
                  </a:lnTo>
                  <a:lnTo>
                    <a:pt x="33095" y="11443"/>
                  </a:lnTo>
                  <a:lnTo>
                    <a:pt x="32914" y="12431"/>
                  </a:lnTo>
                  <a:lnTo>
                    <a:pt x="32732" y="13420"/>
                  </a:lnTo>
                  <a:lnTo>
                    <a:pt x="32450" y="14954"/>
                  </a:lnTo>
                  <a:lnTo>
                    <a:pt x="32288" y="15923"/>
                  </a:lnTo>
                  <a:lnTo>
                    <a:pt x="32167" y="16710"/>
                  </a:lnTo>
                  <a:lnTo>
                    <a:pt x="32026" y="17497"/>
                  </a:lnTo>
                  <a:lnTo>
                    <a:pt x="31844" y="18284"/>
                  </a:lnTo>
                  <a:lnTo>
                    <a:pt x="31743" y="18667"/>
                  </a:lnTo>
                  <a:lnTo>
                    <a:pt x="31622" y="19051"/>
                  </a:lnTo>
                  <a:lnTo>
                    <a:pt x="31481" y="19454"/>
                  </a:lnTo>
                  <a:lnTo>
                    <a:pt x="31319" y="19898"/>
                  </a:lnTo>
                  <a:lnTo>
                    <a:pt x="31098" y="20342"/>
                  </a:lnTo>
                  <a:lnTo>
                    <a:pt x="30835" y="20806"/>
                  </a:lnTo>
                  <a:lnTo>
                    <a:pt x="30553" y="21250"/>
                  </a:lnTo>
                  <a:lnTo>
                    <a:pt x="30371" y="21472"/>
                  </a:lnTo>
                  <a:lnTo>
                    <a:pt x="30210" y="21674"/>
                  </a:lnTo>
                  <a:lnTo>
                    <a:pt x="30008" y="21876"/>
                  </a:lnTo>
                  <a:lnTo>
                    <a:pt x="29806" y="22078"/>
                  </a:lnTo>
                  <a:lnTo>
                    <a:pt x="29584" y="22259"/>
                  </a:lnTo>
                  <a:lnTo>
                    <a:pt x="29362" y="22441"/>
                  </a:lnTo>
                  <a:lnTo>
                    <a:pt x="29402" y="22501"/>
                  </a:lnTo>
                  <a:lnTo>
                    <a:pt x="29766" y="22219"/>
                  </a:lnTo>
                  <a:lnTo>
                    <a:pt x="30129" y="21876"/>
                  </a:lnTo>
                  <a:lnTo>
                    <a:pt x="30452" y="21513"/>
                  </a:lnTo>
                  <a:lnTo>
                    <a:pt x="30754" y="21089"/>
                  </a:lnTo>
                  <a:lnTo>
                    <a:pt x="31037" y="20645"/>
                  </a:lnTo>
                  <a:lnTo>
                    <a:pt x="31279" y="20160"/>
                  </a:lnTo>
                  <a:lnTo>
                    <a:pt x="31501" y="19636"/>
                  </a:lnTo>
                  <a:lnTo>
                    <a:pt x="31703" y="19071"/>
                  </a:lnTo>
                  <a:lnTo>
                    <a:pt x="31824" y="18687"/>
                  </a:lnTo>
                  <a:lnTo>
                    <a:pt x="31925" y="18304"/>
                  </a:lnTo>
                  <a:lnTo>
                    <a:pt x="32086" y="17517"/>
                  </a:lnTo>
                  <a:lnTo>
                    <a:pt x="32248" y="16730"/>
                  </a:lnTo>
                  <a:lnTo>
                    <a:pt x="32369" y="15943"/>
                  </a:lnTo>
                  <a:lnTo>
                    <a:pt x="32530" y="14954"/>
                  </a:lnTo>
                  <a:lnTo>
                    <a:pt x="32813" y="13440"/>
                  </a:lnTo>
                  <a:lnTo>
                    <a:pt x="32994" y="12452"/>
                  </a:lnTo>
                  <a:lnTo>
                    <a:pt x="33176" y="11463"/>
                  </a:lnTo>
                  <a:lnTo>
                    <a:pt x="33237" y="10958"/>
                  </a:lnTo>
                  <a:lnTo>
                    <a:pt x="33297" y="10454"/>
                  </a:lnTo>
                  <a:lnTo>
                    <a:pt x="33358" y="9949"/>
                  </a:lnTo>
                  <a:lnTo>
                    <a:pt x="33378" y="9445"/>
                  </a:lnTo>
                  <a:lnTo>
                    <a:pt x="33398" y="8860"/>
                  </a:lnTo>
                  <a:lnTo>
                    <a:pt x="33358" y="8214"/>
                  </a:lnTo>
                  <a:lnTo>
                    <a:pt x="33337" y="7871"/>
                  </a:lnTo>
                  <a:lnTo>
                    <a:pt x="33297" y="7548"/>
                  </a:lnTo>
                  <a:lnTo>
                    <a:pt x="33237" y="7205"/>
                  </a:lnTo>
                  <a:lnTo>
                    <a:pt x="33176" y="6842"/>
                  </a:lnTo>
                  <a:lnTo>
                    <a:pt x="33075" y="6499"/>
                  </a:lnTo>
                  <a:lnTo>
                    <a:pt x="32974" y="6155"/>
                  </a:lnTo>
                  <a:lnTo>
                    <a:pt x="32853" y="5812"/>
                  </a:lnTo>
                  <a:lnTo>
                    <a:pt x="32712" y="5469"/>
                  </a:lnTo>
                  <a:lnTo>
                    <a:pt x="32550" y="5126"/>
                  </a:lnTo>
                  <a:lnTo>
                    <a:pt x="32369" y="4783"/>
                  </a:lnTo>
                  <a:lnTo>
                    <a:pt x="32147" y="4460"/>
                  </a:lnTo>
                  <a:lnTo>
                    <a:pt x="31925" y="4158"/>
                  </a:lnTo>
                  <a:lnTo>
                    <a:pt x="31642" y="3855"/>
                  </a:lnTo>
                  <a:lnTo>
                    <a:pt x="31360" y="3552"/>
                  </a:lnTo>
                  <a:lnTo>
                    <a:pt x="31057" y="3290"/>
                  </a:lnTo>
                  <a:lnTo>
                    <a:pt x="30734" y="3048"/>
                  </a:lnTo>
                  <a:lnTo>
                    <a:pt x="30411" y="2826"/>
                  </a:lnTo>
                  <a:lnTo>
                    <a:pt x="30068" y="2624"/>
                  </a:lnTo>
                  <a:lnTo>
                    <a:pt x="29725" y="2422"/>
                  </a:lnTo>
                  <a:lnTo>
                    <a:pt x="29362" y="2241"/>
                  </a:lnTo>
                  <a:lnTo>
                    <a:pt x="28979" y="2079"/>
                  </a:lnTo>
                  <a:lnTo>
                    <a:pt x="28615" y="1938"/>
                  </a:lnTo>
                  <a:lnTo>
                    <a:pt x="27849" y="1675"/>
                  </a:lnTo>
                  <a:lnTo>
                    <a:pt x="27102" y="1454"/>
                  </a:lnTo>
                  <a:lnTo>
                    <a:pt x="26355" y="1272"/>
                  </a:lnTo>
                  <a:lnTo>
                    <a:pt x="25467" y="1070"/>
                  </a:lnTo>
                  <a:lnTo>
                    <a:pt x="24579" y="888"/>
                  </a:lnTo>
                  <a:lnTo>
                    <a:pt x="23671" y="727"/>
                  </a:lnTo>
                  <a:lnTo>
                    <a:pt x="22743" y="586"/>
                  </a:lnTo>
                  <a:lnTo>
                    <a:pt x="21795" y="445"/>
                  </a:lnTo>
                  <a:lnTo>
                    <a:pt x="20846" y="344"/>
                  </a:lnTo>
                  <a:lnTo>
                    <a:pt x="19857" y="243"/>
                  </a:lnTo>
                  <a:lnTo>
                    <a:pt x="18868" y="162"/>
                  </a:lnTo>
                  <a:lnTo>
                    <a:pt x="17839" y="101"/>
                  </a:lnTo>
                  <a:lnTo>
                    <a:pt x="16810" y="41"/>
                  </a:lnTo>
                  <a:lnTo>
                    <a:pt x="15741" y="21"/>
                  </a:lnTo>
                  <a:lnTo>
                    <a:pt x="146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flipH="1">
              <a:off x="-3224708" y="-4984335"/>
              <a:ext cx="1754433" cy="1582965"/>
            </a:xfrm>
            <a:custGeom>
              <a:rect b="b" l="l" r="r" t="t"/>
              <a:pathLst>
                <a:path extrusionOk="0" h="28314" w="31381">
                  <a:moveTo>
                    <a:pt x="3310" y="0"/>
                  </a:moveTo>
                  <a:lnTo>
                    <a:pt x="1938" y="121"/>
                  </a:lnTo>
                  <a:lnTo>
                    <a:pt x="1554" y="162"/>
                  </a:lnTo>
                  <a:lnTo>
                    <a:pt x="1231" y="222"/>
                  </a:lnTo>
                  <a:lnTo>
                    <a:pt x="989" y="303"/>
                  </a:lnTo>
                  <a:lnTo>
                    <a:pt x="868" y="343"/>
                  </a:lnTo>
                  <a:lnTo>
                    <a:pt x="787" y="404"/>
                  </a:lnTo>
                  <a:lnTo>
                    <a:pt x="687" y="485"/>
                  </a:lnTo>
                  <a:lnTo>
                    <a:pt x="626" y="565"/>
                  </a:lnTo>
                  <a:lnTo>
                    <a:pt x="545" y="666"/>
                  </a:lnTo>
                  <a:lnTo>
                    <a:pt x="485" y="787"/>
                  </a:lnTo>
                  <a:lnTo>
                    <a:pt x="384" y="1070"/>
                  </a:lnTo>
                  <a:lnTo>
                    <a:pt x="283" y="1453"/>
                  </a:lnTo>
                  <a:lnTo>
                    <a:pt x="162" y="2180"/>
                  </a:lnTo>
                  <a:lnTo>
                    <a:pt x="61" y="2926"/>
                  </a:lnTo>
                  <a:lnTo>
                    <a:pt x="21" y="3693"/>
                  </a:lnTo>
                  <a:lnTo>
                    <a:pt x="0" y="4501"/>
                  </a:lnTo>
                  <a:lnTo>
                    <a:pt x="21" y="5247"/>
                  </a:lnTo>
                  <a:lnTo>
                    <a:pt x="61" y="5974"/>
                  </a:lnTo>
                  <a:lnTo>
                    <a:pt x="122" y="6700"/>
                  </a:lnTo>
                  <a:lnTo>
                    <a:pt x="202" y="7447"/>
                  </a:lnTo>
                  <a:lnTo>
                    <a:pt x="303" y="8193"/>
                  </a:lnTo>
                  <a:lnTo>
                    <a:pt x="424" y="8940"/>
                  </a:lnTo>
                  <a:lnTo>
                    <a:pt x="666" y="10514"/>
                  </a:lnTo>
                  <a:lnTo>
                    <a:pt x="909" y="11826"/>
                  </a:lnTo>
                  <a:lnTo>
                    <a:pt x="1534" y="15559"/>
                  </a:lnTo>
                  <a:lnTo>
                    <a:pt x="1837" y="17436"/>
                  </a:lnTo>
                  <a:lnTo>
                    <a:pt x="2099" y="19333"/>
                  </a:lnTo>
                  <a:lnTo>
                    <a:pt x="2341" y="21230"/>
                  </a:lnTo>
                  <a:lnTo>
                    <a:pt x="2442" y="22198"/>
                  </a:lnTo>
                  <a:lnTo>
                    <a:pt x="2543" y="23147"/>
                  </a:lnTo>
                  <a:lnTo>
                    <a:pt x="2604" y="24095"/>
                  </a:lnTo>
                  <a:lnTo>
                    <a:pt x="2684" y="25044"/>
                  </a:lnTo>
                  <a:lnTo>
                    <a:pt x="2725" y="26013"/>
                  </a:lnTo>
                  <a:lnTo>
                    <a:pt x="2745" y="26961"/>
                  </a:lnTo>
                  <a:lnTo>
                    <a:pt x="2765" y="27143"/>
                  </a:lnTo>
                  <a:lnTo>
                    <a:pt x="2785" y="27304"/>
                  </a:lnTo>
                  <a:lnTo>
                    <a:pt x="2826" y="27486"/>
                  </a:lnTo>
                  <a:lnTo>
                    <a:pt x="2866" y="27667"/>
                  </a:lnTo>
                  <a:lnTo>
                    <a:pt x="2927" y="27829"/>
                  </a:lnTo>
                  <a:lnTo>
                    <a:pt x="3007" y="27970"/>
                  </a:lnTo>
                  <a:lnTo>
                    <a:pt x="3108" y="28091"/>
                  </a:lnTo>
                  <a:lnTo>
                    <a:pt x="3209" y="28192"/>
                  </a:lnTo>
                  <a:lnTo>
                    <a:pt x="3290" y="28253"/>
                  </a:lnTo>
                  <a:lnTo>
                    <a:pt x="3371" y="28273"/>
                  </a:lnTo>
                  <a:lnTo>
                    <a:pt x="3451" y="28313"/>
                  </a:lnTo>
                  <a:lnTo>
                    <a:pt x="3532" y="28313"/>
                  </a:lnTo>
                  <a:lnTo>
                    <a:pt x="3673" y="28293"/>
                  </a:lnTo>
                  <a:lnTo>
                    <a:pt x="3754" y="28273"/>
                  </a:lnTo>
                  <a:lnTo>
                    <a:pt x="3835" y="28232"/>
                  </a:lnTo>
                  <a:lnTo>
                    <a:pt x="3956" y="28131"/>
                  </a:lnTo>
                  <a:lnTo>
                    <a:pt x="4077" y="28031"/>
                  </a:lnTo>
                  <a:lnTo>
                    <a:pt x="4178" y="27909"/>
                  </a:lnTo>
                  <a:lnTo>
                    <a:pt x="4380" y="27667"/>
                  </a:lnTo>
                  <a:lnTo>
                    <a:pt x="5126" y="26820"/>
                  </a:lnTo>
                  <a:lnTo>
                    <a:pt x="5510" y="26396"/>
                  </a:lnTo>
                  <a:lnTo>
                    <a:pt x="5893" y="25992"/>
                  </a:lnTo>
                  <a:lnTo>
                    <a:pt x="6297" y="25589"/>
                  </a:lnTo>
                  <a:lnTo>
                    <a:pt x="6700" y="25205"/>
                  </a:lnTo>
                  <a:lnTo>
                    <a:pt x="7124" y="24842"/>
                  </a:lnTo>
                  <a:lnTo>
                    <a:pt x="7588" y="24499"/>
                  </a:lnTo>
                  <a:lnTo>
                    <a:pt x="8012" y="24196"/>
                  </a:lnTo>
                  <a:lnTo>
                    <a:pt x="8476" y="23914"/>
                  </a:lnTo>
                  <a:lnTo>
                    <a:pt x="8940" y="23651"/>
                  </a:lnTo>
                  <a:lnTo>
                    <a:pt x="9445" y="23409"/>
                  </a:lnTo>
                  <a:lnTo>
                    <a:pt x="9949" y="23187"/>
                  </a:lnTo>
                  <a:lnTo>
                    <a:pt x="10474" y="22985"/>
                  </a:lnTo>
                  <a:lnTo>
                    <a:pt x="11039" y="22804"/>
                  </a:lnTo>
                  <a:lnTo>
                    <a:pt x="11604" y="22642"/>
                  </a:lnTo>
                  <a:lnTo>
                    <a:pt x="12209" y="22501"/>
                  </a:lnTo>
                  <a:lnTo>
                    <a:pt x="12815" y="22380"/>
                  </a:lnTo>
                  <a:lnTo>
                    <a:pt x="13440" y="22279"/>
                  </a:lnTo>
                  <a:lnTo>
                    <a:pt x="14086" y="22219"/>
                  </a:lnTo>
                  <a:lnTo>
                    <a:pt x="14752" y="22158"/>
                  </a:lnTo>
                  <a:lnTo>
                    <a:pt x="15438" y="22118"/>
                  </a:lnTo>
                  <a:lnTo>
                    <a:pt x="16144" y="22098"/>
                  </a:lnTo>
                  <a:lnTo>
                    <a:pt x="16871" y="22098"/>
                  </a:lnTo>
                  <a:lnTo>
                    <a:pt x="18082" y="22138"/>
                  </a:lnTo>
                  <a:lnTo>
                    <a:pt x="19293" y="22219"/>
                  </a:lnTo>
                  <a:lnTo>
                    <a:pt x="20503" y="22320"/>
                  </a:lnTo>
                  <a:lnTo>
                    <a:pt x="21694" y="22441"/>
                  </a:lnTo>
                  <a:lnTo>
                    <a:pt x="22905" y="22562"/>
                  </a:lnTo>
                  <a:lnTo>
                    <a:pt x="24156" y="22663"/>
                  </a:lnTo>
                  <a:lnTo>
                    <a:pt x="25387" y="22743"/>
                  </a:lnTo>
                  <a:lnTo>
                    <a:pt x="26638" y="22784"/>
                  </a:lnTo>
                  <a:lnTo>
                    <a:pt x="27788" y="22784"/>
                  </a:lnTo>
                  <a:lnTo>
                    <a:pt x="28414" y="22723"/>
                  </a:lnTo>
                  <a:lnTo>
                    <a:pt x="29019" y="22642"/>
                  </a:lnTo>
                  <a:lnTo>
                    <a:pt x="29342" y="22582"/>
                  </a:lnTo>
                  <a:lnTo>
                    <a:pt x="29645" y="22501"/>
                  </a:lnTo>
                  <a:lnTo>
                    <a:pt x="29948" y="22420"/>
                  </a:lnTo>
                  <a:lnTo>
                    <a:pt x="30250" y="22320"/>
                  </a:lnTo>
                  <a:lnTo>
                    <a:pt x="30533" y="22198"/>
                  </a:lnTo>
                  <a:lnTo>
                    <a:pt x="30836" y="22057"/>
                  </a:lnTo>
                  <a:lnTo>
                    <a:pt x="31118" y="21896"/>
                  </a:lnTo>
                  <a:lnTo>
                    <a:pt x="31380" y="21734"/>
                  </a:lnTo>
                  <a:lnTo>
                    <a:pt x="31340" y="21674"/>
                  </a:lnTo>
                  <a:lnTo>
                    <a:pt x="31037" y="21855"/>
                  </a:lnTo>
                  <a:lnTo>
                    <a:pt x="30674" y="22057"/>
                  </a:lnTo>
                  <a:lnTo>
                    <a:pt x="30250" y="22239"/>
                  </a:lnTo>
                  <a:lnTo>
                    <a:pt x="30008" y="22320"/>
                  </a:lnTo>
                  <a:lnTo>
                    <a:pt x="29746" y="22400"/>
                  </a:lnTo>
                  <a:lnTo>
                    <a:pt x="29463" y="22461"/>
                  </a:lnTo>
                  <a:lnTo>
                    <a:pt x="29140" y="22542"/>
                  </a:lnTo>
                  <a:lnTo>
                    <a:pt x="28797" y="22582"/>
                  </a:lnTo>
                  <a:lnTo>
                    <a:pt x="28434" y="22642"/>
                  </a:lnTo>
                  <a:lnTo>
                    <a:pt x="28031" y="22683"/>
                  </a:lnTo>
                  <a:lnTo>
                    <a:pt x="27607" y="22703"/>
                  </a:lnTo>
                  <a:lnTo>
                    <a:pt x="26638" y="22703"/>
                  </a:lnTo>
                  <a:lnTo>
                    <a:pt x="25387" y="22663"/>
                  </a:lnTo>
                  <a:lnTo>
                    <a:pt x="24156" y="22582"/>
                  </a:lnTo>
                  <a:lnTo>
                    <a:pt x="22925" y="22481"/>
                  </a:lnTo>
                  <a:lnTo>
                    <a:pt x="21694" y="22360"/>
                  </a:lnTo>
                  <a:lnTo>
                    <a:pt x="20503" y="22259"/>
                  </a:lnTo>
                  <a:lnTo>
                    <a:pt x="19293" y="22138"/>
                  </a:lnTo>
                  <a:lnTo>
                    <a:pt x="18082" y="22057"/>
                  </a:lnTo>
                  <a:lnTo>
                    <a:pt x="16871" y="22017"/>
                  </a:lnTo>
                  <a:lnTo>
                    <a:pt x="16144" y="22017"/>
                  </a:lnTo>
                  <a:lnTo>
                    <a:pt x="15438" y="22037"/>
                  </a:lnTo>
                  <a:lnTo>
                    <a:pt x="14752" y="22077"/>
                  </a:lnTo>
                  <a:lnTo>
                    <a:pt x="14086" y="22138"/>
                  </a:lnTo>
                  <a:lnTo>
                    <a:pt x="13420" y="22219"/>
                  </a:lnTo>
                  <a:lnTo>
                    <a:pt x="12795" y="22299"/>
                  </a:lnTo>
                  <a:lnTo>
                    <a:pt x="12189" y="22420"/>
                  </a:lnTo>
                  <a:lnTo>
                    <a:pt x="11584" y="22562"/>
                  </a:lnTo>
                  <a:lnTo>
                    <a:pt x="11019" y="22723"/>
                  </a:lnTo>
                  <a:lnTo>
                    <a:pt x="10454" y="22905"/>
                  </a:lnTo>
                  <a:lnTo>
                    <a:pt x="9909" y="23107"/>
                  </a:lnTo>
                  <a:lnTo>
                    <a:pt x="9404" y="23329"/>
                  </a:lnTo>
                  <a:lnTo>
                    <a:pt x="8900" y="23571"/>
                  </a:lnTo>
                  <a:lnTo>
                    <a:pt x="8416" y="23833"/>
                  </a:lnTo>
                  <a:lnTo>
                    <a:pt x="7972" y="24116"/>
                  </a:lnTo>
                  <a:lnTo>
                    <a:pt x="7528" y="24418"/>
                  </a:lnTo>
                  <a:lnTo>
                    <a:pt x="7084" y="24782"/>
                  </a:lnTo>
                  <a:lnTo>
                    <a:pt x="6660" y="25145"/>
                  </a:lnTo>
                  <a:lnTo>
                    <a:pt x="6236" y="25528"/>
                  </a:lnTo>
                  <a:lnTo>
                    <a:pt x="5832" y="25932"/>
                  </a:lnTo>
                  <a:lnTo>
                    <a:pt x="5449" y="26356"/>
                  </a:lnTo>
                  <a:lnTo>
                    <a:pt x="5066" y="26759"/>
                  </a:lnTo>
                  <a:lnTo>
                    <a:pt x="4319" y="27607"/>
                  </a:lnTo>
                  <a:lnTo>
                    <a:pt x="4117" y="27869"/>
                  </a:lnTo>
                  <a:lnTo>
                    <a:pt x="3996" y="27990"/>
                  </a:lnTo>
                  <a:lnTo>
                    <a:pt x="3895" y="28091"/>
                  </a:lnTo>
                  <a:lnTo>
                    <a:pt x="3774" y="28172"/>
                  </a:lnTo>
                  <a:lnTo>
                    <a:pt x="3653" y="28212"/>
                  </a:lnTo>
                  <a:lnTo>
                    <a:pt x="3552" y="28232"/>
                  </a:lnTo>
                  <a:lnTo>
                    <a:pt x="3451" y="28212"/>
                  </a:lnTo>
                  <a:lnTo>
                    <a:pt x="3350" y="28192"/>
                  </a:lnTo>
                  <a:lnTo>
                    <a:pt x="3270" y="28131"/>
                  </a:lnTo>
                  <a:lnTo>
                    <a:pt x="3169" y="28031"/>
                  </a:lnTo>
                  <a:lnTo>
                    <a:pt x="3068" y="27909"/>
                  </a:lnTo>
                  <a:lnTo>
                    <a:pt x="3007" y="27768"/>
                  </a:lnTo>
                  <a:lnTo>
                    <a:pt x="2947" y="27627"/>
                  </a:lnTo>
                  <a:lnTo>
                    <a:pt x="2906" y="27465"/>
                  </a:lnTo>
                  <a:lnTo>
                    <a:pt x="2866" y="27284"/>
                  </a:lnTo>
                  <a:lnTo>
                    <a:pt x="2826" y="26961"/>
                  </a:lnTo>
                  <a:lnTo>
                    <a:pt x="2805" y="26013"/>
                  </a:lnTo>
                  <a:lnTo>
                    <a:pt x="2765" y="25044"/>
                  </a:lnTo>
                  <a:lnTo>
                    <a:pt x="2684" y="24095"/>
                  </a:lnTo>
                  <a:lnTo>
                    <a:pt x="2624" y="23147"/>
                  </a:lnTo>
                  <a:lnTo>
                    <a:pt x="2523" y="22178"/>
                  </a:lnTo>
                  <a:lnTo>
                    <a:pt x="2422" y="21230"/>
                  </a:lnTo>
                  <a:lnTo>
                    <a:pt x="2180" y="19333"/>
                  </a:lnTo>
                  <a:lnTo>
                    <a:pt x="1918" y="17436"/>
                  </a:lnTo>
                  <a:lnTo>
                    <a:pt x="1615" y="15539"/>
                  </a:lnTo>
                  <a:lnTo>
                    <a:pt x="989" y="11806"/>
                  </a:lnTo>
                  <a:lnTo>
                    <a:pt x="747" y="10494"/>
                  </a:lnTo>
                  <a:lnTo>
                    <a:pt x="505" y="8940"/>
                  </a:lnTo>
                  <a:lnTo>
                    <a:pt x="384" y="8173"/>
                  </a:lnTo>
                  <a:lnTo>
                    <a:pt x="283" y="7447"/>
                  </a:lnTo>
                  <a:lnTo>
                    <a:pt x="202" y="6700"/>
                  </a:lnTo>
                  <a:lnTo>
                    <a:pt x="142" y="5974"/>
                  </a:lnTo>
                  <a:lnTo>
                    <a:pt x="101" y="5247"/>
                  </a:lnTo>
                  <a:lnTo>
                    <a:pt x="81" y="4501"/>
                  </a:lnTo>
                  <a:lnTo>
                    <a:pt x="101" y="3693"/>
                  </a:lnTo>
                  <a:lnTo>
                    <a:pt x="142" y="2926"/>
                  </a:lnTo>
                  <a:lnTo>
                    <a:pt x="243" y="2180"/>
                  </a:lnTo>
                  <a:lnTo>
                    <a:pt x="364" y="1474"/>
                  </a:lnTo>
                  <a:lnTo>
                    <a:pt x="444" y="1110"/>
                  </a:lnTo>
                  <a:lnTo>
                    <a:pt x="545" y="828"/>
                  </a:lnTo>
                  <a:lnTo>
                    <a:pt x="606" y="707"/>
                  </a:lnTo>
                  <a:lnTo>
                    <a:pt x="666" y="626"/>
                  </a:lnTo>
                  <a:lnTo>
                    <a:pt x="747" y="545"/>
                  </a:lnTo>
                  <a:lnTo>
                    <a:pt x="828" y="465"/>
                  </a:lnTo>
                  <a:lnTo>
                    <a:pt x="909" y="404"/>
                  </a:lnTo>
                  <a:lnTo>
                    <a:pt x="1009" y="364"/>
                  </a:lnTo>
                  <a:lnTo>
                    <a:pt x="1252" y="303"/>
                  </a:lnTo>
                  <a:lnTo>
                    <a:pt x="1574" y="243"/>
                  </a:lnTo>
                  <a:lnTo>
                    <a:pt x="1958" y="202"/>
                  </a:lnTo>
                  <a:lnTo>
                    <a:pt x="3310" y="81"/>
                  </a:lnTo>
                  <a:lnTo>
                    <a:pt x="33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flipH="1">
              <a:off x="-3298053" y="-5040745"/>
              <a:ext cx="1571672" cy="1149682"/>
            </a:xfrm>
            <a:custGeom>
              <a:rect b="b" l="l" r="r" t="t"/>
              <a:pathLst>
                <a:path extrusionOk="0" h="20564" w="28112">
                  <a:moveTo>
                    <a:pt x="7083" y="81"/>
                  </a:moveTo>
                  <a:lnTo>
                    <a:pt x="8436" y="142"/>
                  </a:lnTo>
                  <a:lnTo>
                    <a:pt x="9767" y="202"/>
                  </a:lnTo>
                  <a:lnTo>
                    <a:pt x="12956" y="384"/>
                  </a:lnTo>
                  <a:lnTo>
                    <a:pt x="14550" y="485"/>
                  </a:lnTo>
                  <a:lnTo>
                    <a:pt x="16165" y="586"/>
                  </a:lnTo>
                  <a:lnTo>
                    <a:pt x="17779" y="727"/>
                  </a:lnTo>
                  <a:lnTo>
                    <a:pt x="19393" y="868"/>
                  </a:lnTo>
                  <a:lnTo>
                    <a:pt x="21008" y="1030"/>
                  </a:lnTo>
                  <a:lnTo>
                    <a:pt x="22602" y="1211"/>
                  </a:lnTo>
                  <a:lnTo>
                    <a:pt x="23248" y="1312"/>
                  </a:lnTo>
                  <a:lnTo>
                    <a:pt x="23873" y="1433"/>
                  </a:lnTo>
                  <a:lnTo>
                    <a:pt x="24499" y="1574"/>
                  </a:lnTo>
                  <a:lnTo>
                    <a:pt x="24781" y="1675"/>
                  </a:lnTo>
                  <a:lnTo>
                    <a:pt x="25084" y="1776"/>
                  </a:lnTo>
                  <a:lnTo>
                    <a:pt x="25346" y="1877"/>
                  </a:lnTo>
                  <a:lnTo>
                    <a:pt x="25629" y="2018"/>
                  </a:lnTo>
                  <a:lnTo>
                    <a:pt x="25871" y="2160"/>
                  </a:lnTo>
                  <a:lnTo>
                    <a:pt x="26113" y="2301"/>
                  </a:lnTo>
                  <a:lnTo>
                    <a:pt x="26355" y="2483"/>
                  </a:lnTo>
                  <a:lnTo>
                    <a:pt x="26557" y="2684"/>
                  </a:lnTo>
                  <a:lnTo>
                    <a:pt x="26759" y="2886"/>
                  </a:lnTo>
                  <a:lnTo>
                    <a:pt x="26941" y="3128"/>
                  </a:lnTo>
                  <a:lnTo>
                    <a:pt x="27082" y="3370"/>
                  </a:lnTo>
                  <a:lnTo>
                    <a:pt x="27203" y="3613"/>
                  </a:lnTo>
                  <a:lnTo>
                    <a:pt x="27304" y="3855"/>
                  </a:lnTo>
                  <a:lnTo>
                    <a:pt x="27405" y="4137"/>
                  </a:lnTo>
                  <a:lnTo>
                    <a:pt x="27486" y="4400"/>
                  </a:lnTo>
                  <a:lnTo>
                    <a:pt x="27546" y="4662"/>
                  </a:lnTo>
                  <a:lnTo>
                    <a:pt x="27667" y="5207"/>
                  </a:lnTo>
                  <a:lnTo>
                    <a:pt x="27748" y="5772"/>
                  </a:lnTo>
                  <a:lnTo>
                    <a:pt x="27829" y="6337"/>
                  </a:lnTo>
                  <a:lnTo>
                    <a:pt x="27909" y="6922"/>
                  </a:lnTo>
                  <a:lnTo>
                    <a:pt x="27950" y="7487"/>
                  </a:lnTo>
                  <a:lnTo>
                    <a:pt x="27990" y="8072"/>
                  </a:lnTo>
                  <a:lnTo>
                    <a:pt x="28030" y="8678"/>
                  </a:lnTo>
                  <a:lnTo>
                    <a:pt x="28030" y="9283"/>
                  </a:lnTo>
                  <a:lnTo>
                    <a:pt x="28030" y="9889"/>
                  </a:lnTo>
                  <a:lnTo>
                    <a:pt x="28010" y="10494"/>
                  </a:lnTo>
                  <a:lnTo>
                    <a:pt x="27990" y="11120"/>
                  </a:lnTo>
                  <a:lnTo>
                    <a:pt x="27950" y="11765"/>
                  </a:lnTo>
                  <a:lnTo>
                    <a:pt x="27889" y="12411"/>
                  </a:lnTo>
                  <a:lnTo>
                    <a:pt x="27829" y="13057"/>
                  </a:lnTo>
                  <a:lnTo>
                    <a:pt x="27748" y="13723"/>
                  </a:lnTo>
                  <a:lnTo>
                    <a:pt x="27526" y="15075"/>
                  </a:lnTo>
                  <a:lnTo>
                    <a:pt x="27405" y="15700"/>
                  </a:lnTo>
                  <a:lnTo>
                    <a:pt x="27344" y="16003"/>
                  </a:lnTo>
                  <a:lnTo>
                    <a:pt x="27264" y="16306"/>
                  </a:lnTo>
                  <a:lnTo>
                    <a:pt x="27142" y="16609"/>
                  </a:lnTo>
                  <a:lnTo>
                    <a:pt x="27021" y="16891"/>
                  </a:lnTo>
                  <a:lnTo>
                    <a:pt x="26880" y="17174"/>
                  </a:lnTo>
                  <a:lnTo>
                    <a:pt x="26698" y="17436"/>
                  </a:lnTo>
                  <a:lnTo>
                    <a:pt x="26577" y="17597"/>
                  </a:lnTo>
                  <a:lnTo>
                    <a:pt x="26436" y="17739"/>
                  </a:lnTo>
                  <a:lnTo>
                    <a:pt x="26275" y="17900"/>
                  </a:lnTo>
                  <a:lnTo>
                    <a:pt x="26113" y="18021"/>
                  </a:lnTo>
                  <a:lnTo>
                    <a:pt x="25932" y="18162"/>
                  </a:lnTo>
                  <a:lnTo>
                    <a:pt x="25750" y="18284"/>
                  </a:lnTo>
                  <a:lnTo>
                    <a:pt x="25548" y="18384"/>
                  </a:lnTo>
                  <a:lnTo>
                    <a:pt x="25326" y="18485"/>
                  </a:lnTo>
                  <a:lnTo>
                    <a:pt x="25104" y="18586"/>
                  </a:lnTo>
                  <a:lnTo>
                    <a:pt x="24862" y="18667"/>
                  </a:lnTo>
                  <a:lnTo>
                    <a:pt x="24337" y="18828"/>
                  </a:lnTo>
                  <a:lnTo>
                    <a:pt x="23772" y="18949"/>
                  </a:lnTo>
                  <a:lnTo>
                    <a:pt x="23147" y="19030"/>
                  </a:lnTo>
                  <a:lnTo>
                    <a:pt x="22299" y="19091"/>
                  </a:lnTo>
                  <a:lnTo>
                    <a:pt x="21452" y="19111"/>
                  </a:lnTo>
                  <a:lnTo>
                    <a:pt x="20604" y="19091"/>
                  </a:lnTo>
                  <a:lnTo>
                    <a:pt x="19757" y="19050"/>
                  </a:lnTo>
                  <a:lnTo>
                    <a:pt x="18909" y="18990"/>
                  </a:lnTo>
                  <a:lnTo>
                    <a:pt x="18061" y="18909"/>
                  </a:lnTo>
                  <a:lnTo>
                    <a:pt x="16386" y="18727"/>
                  </a:lnTo>
                  <a:lnTo>
                    <a:pt x="15277" y="18606"/>
                  </a:lnTo>
                  <a:lnTo>
                    <a:pt x="14187" y="18485"/>
                  </a:lnTo>
                  <a:lnTo>
                    <a:pt x="13077" y="18405"/>
                  </a:lnTo>
                  <a:lnTo>
                    <a:pt x="11987" y="18344"/>
                  </a:lnTo>
                  <a:lnTo>
                    <a:pt x="10877" y="18344"/>
                  </a:lnTo>
                  <a:lnTo>
                    <a:pt x="10332" y="18384"/>
                  </a:lnTo>
                  <a:lnTo>
                    <a:pt x="9788" y="18425"/>
                  </a:lnTo>
                  <a:lnTo>
                    <a:pt x="9243" y="18485"/>
                  </a:lnTo>
                  <a:lnTo>
                    <a:pt x="8698" y="18566"/>
                  </a:lnTo>
                  <a:lnTo>
                    <a:pt x="8153" y="18667"/>
                  </a:lnTo>
                  <a:lnTo>
                    <a:pt x="7608" y="18808"/>
                  </a:lnTo>
                  <a:lnTo>
                    <a:pt x="7184" y="18929"/>
                  </a:lnTo>
                  <a:lnTo>
                    <a:pt x="6761" y="19071"/>
                  </a:lnTo>
                  <a:lnTo>
                    <a:pt x="5933" y="19373"/>
                  </a:lnTo>
                  <a:lnTo>
                    <a:pt x="5126" y="19716"/>
                  </a:lnTo>
                  <a:lnTo>
                    <a:pt x="4319" y="20059"/>
                  </a:lnTo>
                  <a:lnTo>
                    <a:pt x="4117" y="20140"/>
                  </a:lnTo>
                  <a:lnTo>
                    <a:pt x="3693" y="20322"/>
                  </a:lnTo>
                  <a:lnTo>
                    <a:pt x="3491" y="20382"/>
                  </a:lnTo>
                  <a:lnTo>
                    <a:pt x="3269" y="20443"/>
                  </a:lnTo>
                  <a:lnTo>
                    <a:pt x="3068" y="20463"/>
                  </a:lnTo>
                  <a:lnTo>
                    <a:pt x="2866" y="20483"/>
                  </a:lnTo>
                  <a:lnTo>
                    <a:pt x="2664" y="20443"/>
                  </a:lnTo>
                  <a:lnTo>
                    <a:pt x="2462" y="20382"/>
                  </a:lnTo>
                  <a:lnTo>
                    <a:pt x="2301" y="20302"/>
                  </a:lnTo>
                  <a:lnTo>
                    <a:pt x="2139" y="20180"/>
                  </a:lnTo>
                  <a:lnTo>
                    <a:pt x="2018" y="20059"/>
                  </a:lnTo>
                  <a:lnTo>
                    <a:pt x="1917" y="19898"/>
                  </a:lnTo>
                  <a:lnTo>
                    <a:pt x="1817" y="19737"/>
                  </a:lnTo>
                  <a:lnTo>
                    <a:pt x="1756" y="19575"/>
                  </a:lnTo>
                  <a:lnTo>
                    <a:pt x="1695" y="19414"/>
                  </a:lnTo>
                  <a:lnTo>
                    <a:pt x="1655" y="19252"/>
                  </a:lnTo>
                  <a:lnTo>
                    <a:pt x="1635" y="18909"/>
                  </a:lnTo>
                  <a:lnTo>
                    <a:pt x="1635" y="18586"/>
                  </a:lnTo>
                  <a:lnTo>
                    <a:pt x="1655" y="18243"/>
                  </a:lnTo>
                  <a:lnTo>
                    <a:pt x="1695" y="17920"/>
                  </a:lnTo>
                  <a:lnTo>
                    <a:pt x="1716" y="17759"/>
                  </a:lnTo>
                  <a:lnTo>
                    <a:pt x="1796" y="16851"/>
                  </a:lnTo>
                  <a:lnTo>
                    <a:pt x="1857" y="15922"/>
                  </a:lnTo>
                  <a:lnTo>
                    <a:pt x="1857" y="15014"/>
                  </a:lnTo>
                  <a:lnTo>
                    <a:pt x="1817" y="14106"/>
                  </a:lnTo>
                  <a:lnTo>
                    <a:pt x="1736" y="13198"/>
                  </a:lnTo>
                  <a:lnTo>
                    <a:pt x="1615" y="12290"/>
                  </a:lnTo>
                  <a:lnTo>
                    <a:pt x="1453" y="11382"/>
                  </a:lnTo>
                  <a:lnTo>
                    <a:pt x="1251" y="10474"/>
                  </a:lnTo>
                  <a:lnTo>
                    <a:pt x="1050" y="9747"/>
                  </a:lnTo>
                  <a:lnTo>
                    <a:pt x="848" y="9021"/>
                  </a:lnTo>
                  <a:lnTo>
                    <a:pt x="626" y="8234"/>
                  </a:lnTo>
                  <a:lnTo>
                    <a:pt x="424" y="7447"/>
                  </a:lnTo>
                  <a:lnTo>
                    <a:pt x="323" y="7043"/>
                  </a:lnTo>
                  <a:lnTo>
                    <a:pt x="242" y="6640"/>
                  </a:lnTo>
                  <a:lnTo>
                    <a:pt x="182" y="6236"/>
                  </a:lnTo>
                  <a:lnTo>
                    <a:pt x="121" y="5812"/>
                  </a:lnTo>
                  <a:lnTo>
                    <a:pt x="101" y="5510"/>
                  </a:lnTo>
                  <a:lnTo>
                    <a:pt x="81" y="5227"/>
                  </a:lnTo>
                  <a:lnTo>
                    <a:pt x="81" y="4924"/>
                  </a:lnTo>
                  <a:lnTo>
                    <a:pt x="101" y="4642"/>
                  </a:lnTo>
                  <a:lnTo>
                    <a:pt x="121" y="4339"/>
                  </a:lnTo>
                  <a:lnTo>
                    <a:pt x="162" y="4077"/>
                  </a:lnTo>
                  <a:lnTo>
                    <a:pt x="222" y="3794"/>
                  </a:lnTo>
                  <a:lnTo>
                    <a:pt x="283" y="3532"/>
                  </a:lnTo>
                  <a:lnTo>
                    <a:pt x="343" y="3270"/>
                  </a:lnTo>
                  <a:lnTo>
                    <a:pt x="444" y="3027"/>
                  </a:lnTo>
                  <a:lnTo>
                    <a:pt x="545" y="2765"/>
                  </a:lnTo>
                  <a:lnTo>
                    <a:pt x="646" y="2543"/>
                  </a:lnTo>
                  <a:lnTo>
                    <a:pt x="767" y="2301"/>
                  </a:lnTo>
                  <a:lnTo>
                    <a:pt x="908" y="2099"/>
                  </a:lnTo>
                  <a:lnTo>
                    <a:pt x="1050" y="1877"/>
                  </a:lnTo>
                  <a:lnTo>
                    <a:pt x="1211" y="1675"/>
                  </a:lnTo>
                  <a:lnTo>
                    <a:pt x="1494" y="1352"/>
                  </a:lnTo>
                  <a:lnTo>
                    <a:pt x="1837" y="1070"/>
                  </a:lnTo>
                  <a:lnTo>
                    <a:pt x="2200" y="828"/>
                  </a:lnTo>
                  <a:lnTo>
                    <a:pt x="2583" y="606"/>
                  </a:lnTo>
                  <a:lnTo>
                    <a:pt x="2987" y="444"/>
                  </a:lnTo>
                  <a:lnTo>
                    <a:pt x="3431" y="303"/>
                  </a:lnTo>
                  <a:lnTo>
                    <a:pt x="3895" y="202"/>
                  </a:lnTo>
                  <a:lnTo>
                    <a:pt x="4379" y="142"/>
                  </a:lnTo>
                  <a:lnTo>
                    <a:pt x="5045" y="101"/>
                  </a:lnTo>
                  <a:lnTo>
                    <a:pt x="5731" y="81"/>
                  </a:lnTo>
                  <a:close/>
                  <a:moveTo>
                    <a:pt x="5731" y="0"/>
                  </a:moveTo>
                  <a:lnTo>
                    <a:pt x="5045" y="21"/>
                  </a:lnTo>
                  <a:lnTo>
                    <a:pt x="4359" y="61"/>
                  </a:lnTo>
                  <a:lnTo>
                    <a:pt x="3875" y="121"/>
                  </a:lnTo>
                  <a:lnTo>
                    <a:pt x="3411" y="222"/>
                  </a:lnTo>
                  <a:lnTo>
                    <a:pt x="2967" y="364"/>
                  </a:lnTo>
                  <a:lnTo>
                    <a:pt x="2543" y="545"/>
                  </a:lnTo>
                  <a:lnTo>
                    <a:pt x="2139" y="767"/>
                  </a:lnTo>
                  <a:lnTo>
                    <a:pt x="1776" y="1009"/>
                  </a:lnTo>
                  <a:lnTo>
                    <a:pt x="1453" y="1312"/>
                  </a:lnTo>
                  <a:lnTo>
                    <a:pt x="1151" y="1635"/>
                  </a:lnTo>
                  <a:lnTo>
                    <a:pt x="989" y="1837"/>
                  </a:lnTo>
                  <a:lnTo>
                    <a:pt x="828" y="2039"/>
                  </a:lnTo>
                  <a:lnTo>
                    <a:pt x="707" y="2261"/>
                  </a:lnTo>
                  <a:lnTo>
                    <a:pt x="565" y="2503"/>
                  </a:lnTo>
                  <a:lnTo>
                    <a:pt x="464" y="2745"/>
                  </a:lnTo>
                  <a:lnTo>
                    <a:pt x="364" y="2987"/>
                  </a:lnTo>
                  <a:lnTo>
                    <a:pt x="283" y="3249"/>
                  </a:lnTo>
                  <a:lnTo>
                    <a:pt x="202" y="3512"/>
                  </a:lnTo>
                  <a:lnTo>
                    <a:pt x="142" y="3774"/>
                  </a:lnTo>
                  <a:lnTo>
                    <a:pt x="81" y="4057"/>
                  </a:lnTo>
                  <a:lnTo>
                    <a:pt x="41" y="4339"/>
                  </a:lnTo>
                  <a:lnTo>
                    <a:pt x="20" y="4622"/>
                  </a:lnTo>
                  <a:lnTo>
                    <a:pt x="0" y="4924"/>
                  </a:lnTo>
                  <a:lnTo>
                    <a:pt x="0" y="5227"/>
                  </a:lnTo>
                  <a:lnTo>
                    <a:pt x="20" y="5530"/>
                  </a:lnTo>
                  <a:lnTo>
                    <a:pt x="41" y="5832"/>
                  </a:lnTo>
                  <a:lnTo>
                    <a:pt x="101" y="6236"/>
                  </a:lnTo>
                  <a:lnTo>
                    <a:pt x="162" y="6660"/>
                  </a:lnTo>
                  <a:lnTo>
                    <a:pt x="242" y="7063"/>
                  </a:lnTo>
                  <a:lnTo>
                    <a:pt x="343" y="7467"/>
                  </a:lnTo>
                  <a:lnTo>
                    <a:pt x="545" y="8254"/>
                  </a:lnTo>
                  <a:lnTo>
                    <a:pt x="767" y="9041"/>
                  </a:lnTo>
                  <a:lnTo>
                    <a:pt x="969" y="9768"/>
                  </a:lnTo>
                  <a:lnTo>
                    <a:pt x="1171" y="10494"/>
                  </a:lnTo>
                  <a:lnTo>
                    <a:pt x="1373" y="11402"/>
                  </a:lnTo>
                  <a:lnTo>
                    <a:pt x="1534" y="12290"/>
                  </a:lnTo>
                  <a:lnTo>
                    <a:pt x="1655" y="13198"/>
                  </a:lnTo>
                  <a:lnTo>
                    <a:pt x="1736" y="14106"/>
                  </a:lnTo>
                  <a:lnTo>
                    <a:pt x="1776" y="15014"/>
                  </a:lnTo>
                  <a:lnTo>
                    <a:pt x="1776" y="15922"/>
                  </a:lnTo>
                  <a:lnTo>
                    <a:pt x="1716" y="16851"/>
                  </a:lnTo>
                  <a:lnTo>
                    <a:pt x="1635" y="17759"/>
                  </a:lnTo>
                  <a:lnTo>
                    <a:pt x="1615" y="17900"/>
                  </a:lnTo>
                  <a:lnTo>
                    <a:pt x="1574" y="18243"/>
                  </a:lnTo>
                  <a:lnTo>
                    <a:pt x="1554" y="18586"/>
                  </a:lnTo>
                  <a:lnTo>
                    <a:pt x="1554" y="18929"/>
                  </a:lnTo>
                  <a:lnTo>
                    <a:pt x="1595" y="19252"/>
                  </a:lnTo>
                  <a:lnTo>
                    <a:pt x="1615" y="19434"/>
                  </a:lnTo>
                  <a:lnTo>
                    <a:pt x="1675" y="19595"/>
                  </a:lnTo>
                  <a:lnTo>
                    <a:pt x="1756" y="19777"/>
                  </a:lnTo>
                  <a:lnTo>
                    <a:pt x="1837" y="19938"/>
                  </a:lnTo>
                  <a:lnTo>
                    <a:pt x="1958" y="20100"/>
                  </a:lnTo>
                  <a:lnTo>
                    <a:pt x="2099" y="20241"/>
                  </a:lnTo>
                  <a:lnTo>
                    <a:pt x="2260" y="20362"/>
                  </a:lnTo>
                  <a:lnTo>
                    <a:pt x="2422" y="20463"/>
                  </a:lnTo>
                  <a:lnTo>
                    <a:pt x="2563" y="20503"/>
                  </a:lnTo>
                  <a:lnTo>
                    <a:pt x="2684" y="20544"/>
                  </a:lnTo>
                  <a:lnTo>
                    <a:pt x="2926" y="20564"/>
                  </a:lnTo>
                  <a:lnTo>
                    <a:pt x="3088" y="20544"/>
                  </a:lnTo>
                  <a:lnTo>
                    <a:pt x="3229" y="20524"/>
                  </a:lnTo>
                  <a:lnTo>
                    <a:pt x="3532" y="20463"/>
                  </a:lnTo>
                  <a:lnTo>
                    <a:pt x="3855" y="20342"/>
                  </a:lnTo>
                  <a:lnTo>
                    <a:pt x="4157" y="20221"/>
                  </a:lnTo>
                  <a:lnTo>
                    <a:pt x="4339" y="20140"/>
                  </a:lnTo>
                  <a:lnTo>
                    <a:pt x="5146" y="19777"/>
                  </a:lnTo>
                  <a:lnTo>
                    <a:pt x="5974" y="19454"/>
                  </a:lnTo>
                  <a:lnTo>
                    <a:pt x="6801" y="19131"/>
                  </a:lnTo>
                  <a:lnTo>
                    <a:pt x="7205" y="19010"/>
                  </a:lnTo>
                  <a:lnTo>
                    <a:pt x="7628" y="18889"/>
                  </a:lnTo>
                  <a:lnTo>
                    <a:pt x="8173" y="18748"/>
                  </a:lnTo>
                  <a:lnTo>
                    <a:pt x="8718" y="18647"/>
                  </a:lnTo>
                  <a:lnTo>
                    <a:pt x="9243" y="18566"/>
                  </a:lnTo>
                  <a:lnTo>
                    <a:pt x="9788" y="18506"/>
                  </a:lnTo>
                  <a:lnTo>
                    <a:pt x="10332" y="18465"/>
                  </a:lnTo>
                  <a:lnTo>
                    <a:pt x="10877" y="18425"/>
                  </a:lnTo>
                  <a:lnTo>
                    <a:pt x="11987" y="18425"/>
                  </a:lnTo>
                  <a:lnTo>
                    <a:pt x="13077" y="18485"/>
                  </a:lnTo>
                  <a:lnTo>
                    <a:pt x="14187" y="18566"/>
                  </a:lnTo>
                  <a:lnTo>
                    <a:pt x="15277" y="18687"/>
                  </a:lnTo>
                  <a:lnTo>
                    <a:pt x="16366" y="18808"/>
                  </a:lnTo>
                  <a:lnTo>
                    <a:pt x="18061" y="18990"/>
                  </a:lnTo>
                  <a:lnTo>
                    <a:pt x="18909" y="19071"/>
                  </a:lnTo>
                  <a:lnTo>
                    <a:pt x="19757" y="19131"/>
                  </a:lnTo>
                  <a:lnTo>
                    <a:pt x="20604" y="19171"/>
                  </a:lnTo>
                  <a:lnTo>
                    <a:pt x="21472" y="19192"/>
                  </a:lnTo>
                  <a:lnTo>
                    <a:pt x="22319" y="19171"/>
                  </a:lnTo>
                  <a:lnTo>
                    <a:pt x="23167" y="19111"/>
                  </a:lnTo>
                  <a:lnTo>
                    <a:pt x="23793" y="19010"/>
                  </a:lnTo>
                  <a:lnTo>
                    <a:pt x="24358" y="18909"/>
                  </a:lnTo>
                  <a:lnTo>
                    <a:pt x="24902" y="18748"/>
                  </a:lnTo>
                  <a:lnTo>
                    <a:pt x="25145" y="18667"/>
                  </a:lnTo>
                  <a:lnTo>
                    <a:pt x="25367" y="18566"/>
                  </a:lnTo>
                  <a:lnTo>
                    <a:pt x="25589" y="18465"/>
                  </a:lnTo>
                  <a:lnTo>
                    <a:pt x="25790" y="18344"/>
                  </a:lnTo>
                  <a:lnTo>
                    <a:pt x="25992" y="18223"/>
                  </a:lnTo>
                  <a:lnTo>
                    <a:pt x="26174" y="18082"/>
                  </a:lnTo>
                  <a:lnTo>
                    <a:pt x="26335" y="17961"/>
                  </a:lnTo>
                  <a:lnTo>
                    <a:pt x="26497" y="17799"/>
                  </a:lnTo>
                  <a:lnTo>
                    <a:pt x="26638" y="17638"/>
                  </a:lnTo>
                  <a:lnTo>
                    <a:pt x="26779" y="17476"/>
                  </a:lnTo>
                  <a:lnTo>
                    <a:pt x="26941" y="17214"/>
                  </a:lnTo>
                  <a:lnTo>
                    <a:pt x="27102" y="16931"/>
                  </a:lnTo>
                  <a:lnTo>
                    <a:pt x="27223" y="16629"/>
                  </a:lnTo>
                  <a:lnTo>
                    <a:pt x="27324" y="16326"/>
                  </a:lnTo>
                  <a:lnTo>
                    <a:pt x="27425" y="16023"/>
                  </a:lnTo>
                  <a:lnTo>
                    <a:pt x="27486" y="15721"/>
                  </a:lnTo>
                  <a:lnTo>
                    <a:pt x="27607" y="15095"/>
                  </a:lnTo>
                  <a:lnTo>
                    <a:pt x="27728" y="14409"/>
                  </a:lnTo>
                  <a:lnTo>
                    <a:pt x="27829" y="13723"/>
                  </a:lnTo>
                  <a:lnTo>
                    <a:pt x="27909" y="13057"/>
                  </a:lnTo>
                  <a:lnTo>
                    <a:pt x="27970" y="12411"/>
                  </a:lnTo>
                  <a:lnTo>
                    <a:pt x="28030" y="11765"/>
                  </a:lnTo>
                  <a:lnTo>
                    <a:pt x="28071" y="11140"/>
                  </a:lnTo>
                  <a:lnTo>
                    <a:pt x="28091" y="10494"/>
                  </a:lnTo>
                  <a:lnTo>
                    <a:pt x="28111" y="9889"/>
                  </a:lnTo>
                  <a:lnTo>
                    <a:pt x="28111" y="9263"/>
                  </a:lnTo>
                  <a:lnTo>
                    <a:pt x="28111" y="8678"/>
                  </a:lnTo>
                  <a:lnTo>
                    <a:pt x="28071" y="8072"/>
                  </a:lnTo>
                  <a:lnTo>
                    <a:pt x="28030" y="7487"/>
                  </a:lnTo>
                  <a:lnTo>
                    <a:pt x="27990" y="6902"/>
                  </a:lnTo>
                  <a:lnTo>
                    <a:pt x="27909" y="6337"/>
                  </a:lnTo>
                  <a:lnTo>
                    <a:pt x="27829" y="5752"/>
                  </a:lnTo>
                  <a:lnTo>
                    <a:pt x="27748" y="5207"/>
                  </a:lnTo>
                  <a:lnTo>
                    <a:pt x="27627" y="4642"/>
                  </a:lnTo>
                  <a:lnTo>
                    <a:pt x="27566" y="4379"/>
                  </a:lnTo>
                  <a:lnTo>
                    <a:pt x="27486" y="4097"/>
                  </a:lnTo>
                  <a:lnTo>
                    <a:pt x="27385" y="3835"/>
                  </a:lnTo>
                  <a:lnTo>
                    <a:pt x="27284" y="3572"/>
                  </a:lnTo>
                  <a:lnTo>
                    <a:pt x="27142" y="3330"/>
                  </a:lnTo>
                  <a:lnTo>
                    <a:pt x="27001" y="3088"/>
                  </a:lnTo>
                  <a:lnTo>
                    <a:pt x="26820" y="2846"/>
                  </a:lnTo>
                  <a:lnTo>
                    <a:pt x="26618" y="2624"/>
                  </a:lnTo>
                  <a:lnTo>
                    <a:pt x="26396" y="2422"/>
                  </a:lnTo>
                  <a:lnTo>
                    <a:pt x="26174" y="2240"/>
                  </a:lnTo>
                  <a:lnTo>
                    <a:pt x="25932" y="2079"/>
                  </a:lnTo>
                  <a:lnTo>
                    <a:pt x="25669" y="1938"/>
                  </a:lnTo>
                  <a:lnTo>
                    <a:pt x="25407" y="1817"/>
                  </a:lnTo>
                  <a:lnTo>
                    <a:pt x="25124" y="1696"/>
                  </a:lnTo>
                  <a:lnTo>
                    <a:pt x="24822" y="1595"/>
                  </a:lnTo>
                  <a:lnTo>
                    <a:pt x="24519" y="1494"/>
                  </a:lnTo>
                  <a:lnTo>
                    <a:pt x="23914" y="1352"/>
                  </a:lnTo>
                  <a:lnTo>
                    <a:pt x="23268" y="1231"/>
                  </a:lnTo>
                  <a:lnTo>
                    <a:pt x="22622" y="1130"/>
                  </a:lnTo>
                  <a:lnTo>
                    <a:pt x="21008" y="949"/>
                  </a:lnTo>
                  <a:lnTo>
                    <a:pt x="19413" y="787"/>
                  </a:lnTo>
                  <a:lnTo>
                    <a:pt x="17799" y="646"/>
                  </a:lnTo>
                  <a:lnTo>
                    <a:pt x="16185" y="505"/>
                  </a:lnTo>
                  <a:lnTo>
                    <a:pt x="14570" y="404"/>
                  </a:lnTo>
                  <a:lnTo>
                    <a:pt x="12956" y="303"/>
                  </a:lnTo>
                  <a:lnTo>
                    <a:pt x="9767" y="121"/>
                  </a:lnTo>
                  <a:lnTo>
                    <a:pt x="8436" y="61"/>
                  </a:lnTo>
                  <a:lnTo>
                    <a:pt x="70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flipH="1">
              <a:off x="-3275464" y="-5033980"/>
              <a:ext cx="1393383" cy="700689"/>
            </a:xfrm>
            <a:custGeom>
              <a:rect b="b" l="l" r="r" t="t"/>
              <a:pathLst>
                <a:path extrusionOk="0" h="12533" w="24923">
                  <a:moveTo>
                    <a:pt x="9525" y="0"/>
                  </a:moveTo>
                  <a:lnTo>
                    <a:pt x="8536" y="21"/>
                  </a:lnTo>
                  <a:lnTo>
                    <a:pt x="7547" y="41"/>
                  </a:lnTo>
                  <a:lnTo>
                    <a:pt x="6579" y="61"/>
                  </a:lnTo>
                  <a:lnTo>
                    <a:pt x="5630" y="122"/>
                  </a:lnTo>
                  <a:lnTo>
                    <a:pt x="4682" y="182"/>
                  </a:lnTo>
                  <a:lnTo>
                    <a:pt x="3754" y="263"/>
                  </a:lnTo>
                  <a:lnTo>
                    <a:pt x="3269" y="303"/>
                  </a:lnTo>
                  <a:lnTo>
                    <a:pt x="2785" y="384"/>
                  </a:lnTo>
                  <a:lnTo>
                    <a:pt x="2301" y="485"/>
                  </a:lnTo>
                  <a:lnTo>
                    <a:pt x="2079" y="545"/>
                  </a:lnTo>
                  <a:lnTo>
                    <a:pt x="1857" y="626"/>
                  </a:lnTo>
                  <a:lnTo>
                    <a:pt x="1635" y="727"/>
                  </a:lnTo>
                  <a:lnTo>
                    <a:pt x="1433" y="828"/>
                  </a:lnTo>
                  <a:lnTo>
                    <a:pt x="1231" y="949"/>
                  </a:lnTo>
                  <a:lnTo>
                    <a:pt x="1029" y="1090"/>
                  </a:lnTo>
                  <a:lnTo>
                    <a:pt x="868" y="1252"/>
                  </a:lnTo>
                  <a:lnTo>
                    <a:pt x="686" y="1413"/>
                  </a:lnTo>
                  <a:lnTo>
                    <a:pt x="545" y="1615"/>
                  </a:lnTo>
                  <a:lnTo>
                    <a:pt x="404" y="1817"/>
                  </a:lnTo>
                  <a:lnTo>
                    <a:pt x="283" y="2059"/>
                  </a:lnTo>
                  <a:lnTo>
                    <a:pt x="182" y="2301"/>
                  </a:lnTo>
                  <a:lnTo>
                    <a:pt x="81" y="2543"/>
                  </a:lnTo>
                  <a:lnTo>
                    <a:pt x="0" y="2805"/>
                  </a:lnTo>
                  <a:lnTo>
                    <a:pt x="61" y="2826"/>
                  </a:lnTo>
                  <a:lnTo>
                    <a:pt x="162" y="2584"/>
                  </a:lnTo>
                  <a:lnTo>
                    <a:pt x="242" y="2321"/>
                  </a:lnTo>
                  <a:lnTo>
                    <a:pt x="363" y="2079"/>
                  </a:lnTo>
                  <a:lnTo>
                    <a:pt x="484" y="1857"/>
                  </a:lnTo>
                  <a:lnTo>
                    <a:pt x="606" y="1655"/>
                  </a:lnTo>
                  <a:lnTo>
                    <a:pt x="767" y="1474"/>
                  </a:lnTo>
                  <a:lnTo>
                    <a:pt x="908" y="1292"/>
                  </a:lnTo>
                  <a:lnTo>
                    <a:pt x="1090" y="1151"/>
                  </a:lnTo>
                  <a:lnTo>
                    <a:pt x="1271" y="1009"/>
                  </a:lnTo>
                  <a:lnTo>
                    <a:pt x="1473" y="909"/>
                  </a:lnTo>
                  <a:lnTo>
                    <a:pt x="1675" y="787"/>
                  </a:lnTo>
                  <a:lnTo>
                    <a:pt x="1897" y="707"/>
                  </a:lnTo>
                  <a:lnTo>
                    <a:pt x="2119" y="626"/>
                  </a:lnTo>
                  <a:lnTo>
                    <a:pt x="2341" y="566"/>
                  </a:lnTo>
                  <a:lnTo>
                    <a:pt x="2805" y="465"/>
                  </a:lnTo>
                  <a:lnTo>
                    <a:pt x="3269" y="384"/>
                  </a:lnTo>
                  <a:lnTo>
                    <a:pt x="3754" y="344"/>
                  </a:lnTo>
                  <a:lnTo>
                    <a:pt x="4682" y="263"/>
                  </a:lnTo>
                  <a:lnTo>
                    <a:pt x="5630" y="202"/>
                  </a:lnTo>
                  <a:lnTo>
                    <a:pt x="6579" y="142"/>
                  </a:lnTo>
                  <a:lnTo>
                    <a:pt x="7547" y="122"/>
                  </a:lnTo>
                  <a:lnTo>
                    <a:pt x="8536" y="101"/>
                  </a:lnTo>
                  <a:lnTo>
                    <a:pt x="9525" y="81"/>
                  </a:lnTo>
                  <a:lnTo>
                    <a:pt x="10514" y="81"/>
                  </a:lnTo>
                  <a:lnTo>
                    <a:pt x="11523" y="101"/>
                  </a:lnTo>
                  <a:lnTo>
                    <a:pt x="12552" y="142"/>
                  </a:lnTo>
                  <a:lnTo>
                    <a:pt x="13601" y="182"/>
                  </a:lnTo>
                  <a:lnTo>
                    <a:pt x="14651" y="243"/>
                  </a:lnTo>
                  <a:lnTo>
                    <a:pt x="15720" y="323"/>
                  </a:lnTo>
                  <a:lnTo>
                    <a:pt x="17900" y="505"/>
                  </a:lnTo>
                  <a:lnTo>
                    <a:pt x="20140" y="727"/>
                  </a:lnTo>
                  <a:lnTo>
                    <a:pt x="20927" y="848"/>
                  </a:lnTo>
                  <a:lnTo>
                    <a:pt x="21330" y="909"/>
                  </a:lnTo>
                  <a:lnTo>
                    <a:pt x="21694" y="989"/>
                  </a:lnTo>
                  <a:lnTo>
                    <a:pt x="22057" y="1110"/>
                  </a:lnTo>
                  <a:lnTo>
                    <a:pt x="22400" y="1231"/>
                  </a:lnTo>
                  <a:lnTo>
                    <a:pt x="22723" y="1413"/>
                  </a:lnTo>
                  <a:lnTo>
                    <a:pt x="23046" y="1615"/>
                  </a:lnTo>
                  <a:lnTo>
                    <a:pt x="23248" y="1796"/>
                  </a:lnTo>
                  <a:lnTo>
                    <a:pt x="23449" y="1978"/>
                  </a:lnTo>
                  <a:lnTo>
                    <a:pt x="23631" y="2200"/>
                  </a:lnTo>
                  <a:lnTo>
                    <a:pt x="23792" y="2422"/>
                  </a:lnTo>
                  <a:lnTo>
                    <a:pt x="23954" y="2664"/>
                  </a:lnTo>
                  <a:lnTo>
                    <a:pt x="24075" y="2906"/>
                  </a:lnTo>
                  <a:lnTo>
                    <a:pt x="24196" y="3149"/>
                  </a:lnTo>
                  <a:lnTo>
                    <a:pt x="24297" y="3411"/>
                  </a:lnTo>
                  <a:lnTo>
                    <a:pt x="24378" y="3673"/>
                  </a:lnTo>
                  <a:lnTo>
                    <a:pt x="24458" y="3915"/>
                  </a:lnTo>
                  <a:lnTo>
                    <a:pt x="24579" y="4440"/>
                  </a:lnTo>
                  <a:lnTo>
                    <a:pt x="24660" y="4945"/>
                  </a:lnTo>
                  <a:lnTo>
                    <a:pt x="24721" y="5409"/>
                  </a:lnTo>
                  <a:lnTo>
                    <a:pt x="24781" y="6095"/>
                  </a:lnTo>
                  <a:lnTo>
                    <a:pt x="24822" y="6781"/>
                  </a:lnTo>
                  <a:lnTo>
                    <a:pt x="24842" y="7487"/>
                  </a:lnTo>
                  <a:lnTo>
                    <a:pt x="24822" y="8173"/>
                  </a:lnTo>
                  <a:lnTo>
                    <a:pt x="24801" y="8860"/>
                  </a:lnTo>
                  <a:lnTo>
                    <a:pt x="24741" y="9566"/>
                  </a:lnTo>
                  <a:lnTo>
                    <a:pt x="24660" y="10252"/>
                  </a:lnTo>
                  <a:lnTo>
                    <a:pt x="24559" y="10938"/>
                  </a:lnTo>
                  <a:lnTo>
                    <a:pt x="24479" y="11362"/>
                  </a:lnTo>
                  <a:lnTo>
                    <a:pt x="24398" y="11765"/>
                  </a:lnTo>
                  <a:lnTo>
                    <a:pt x="24297" y="12149"/>
                  </a:lnTo>
                  <a:lnTo>
                    <a:pt x="24196" y="12512"/>
                  </a:lnTo>
                  <a:lnTo>
                    <a:pt x="24257" y="12532"/>
                  </a:lnTo>
                  <a:lnTo>
                    <a:pt x="24378" y="12169"/>
                  </a:lnTo>
                  <a:lnTo>
                    <a:pt x="24479" y="11765"/>
                  </a:lnTo>
                  <a:lnTo>
                    <a:pt x="24559" y="11362"/>
                  </a:lnTo>
                  <a:lnTo>
                    <a:pt x="24640" y="10938"/>
                  </a:lnTo>
                  <a:lnTo>
                    <a:pt x="24741" y="10252"/>
                  </a:lnTo>
                  <a:lnTo>
                    <a:pt x="24822" y="9566"/>
                  </a:lnTo>
                  <a:lnTo>
                    <a:pt x="24882" y="8880"/>
                  </a:lnTo>
                  <a:lnTo>
                    <a:pt x="24902" y="8173"/>
                  </a:lnTo>
                  <a:lnTo>
                    <a:pt x="24922" y="7487"/>
                  </a:lnTo>
                  <a:lnTo>
                    <a:pt x="24902" y="6781"/>
                  </a:lnTo>
                  <a:lnTo>
                    <a:pt x="24862" y="6095"/>
                  </a:lnTo>
                  <a:lnTo>
                    <a:pt x="24801" y="5409"/>
                  </a:lnTo>
                  <a:lnTo>
                    <a:pt x="24741" y="4924"/>
                  </a:lnTo>
                  <a:lnTo>
                    <a:pt x="24660" y="4420"/>
                  </a:lnTo>
                  <a:lnTo>
                    <a:pt x="24539" y="3895"/>
                  </a:lnTo>
                  <a:lnTo>
                    <a:pt x="24458" y="3633"/>
                  </a:lnTo>
                  <a:lnTo>
                    <a:pt x="24357" y="3371"/>
                  </a:lnTo>
                  <a:lnTo>
                    <a:pt x="24257" y="3108"/>
                  </a:lnTo>
                  <a:lnTo>
                    <a:pt x="24156" y="2866"/>
                  </a:lnTo>
                  <a:lnTo>
                    <a:pt x="24014" y="2604"/>
                  </a:lnTo>
                  <a:lnTo>
                    <a:pt x="23873" y="2362"/>
                  </a:lnTo>
                  <a:lnTo>
                    <a:pt x="23692" y="2140"/>
                  </a:lnTo>
                  <a:lnTo>
                    <a:pt x="23510" y="1918"/>
                  </a:lnTo>
                  <a:lnTo>
                    <a:pt x="23308" y="1736"/>
                  </a:lnTo>
                  <a:lnTo>
                    <a:pt x="23086" y="1534"/>
                  </a:lnTo>
                  <a:lnTo>
                    <a:pt x="22763" y="1332"/>
                  </a:lnTo>
                  <a:lnTo>
                    <a:pt x="22440" y="1171"/>
                  </a:lnTo>
                  <a:lnTo>
                    <a:pt x="22077" y="1030"/>
                  </a:lnTo>
                  <a:lnTo>
                    <a:pt x="21714" y="929"/>
                  </a:lnTo>
                  <a:lnTo>
                    <a:pt x="21351" y="828"/>
                  </a:lnTo>
                  <a:lnTo>
                    <a:pt x="20947" y="767"/>
                  </a:lnTo>
                  <a:lnTo>
                    <a:pt x="20160" y="646"/>
                  </a:lnTo>
                  <a:lnTo>
                    <a:pt x="17900" y="424"/>
                  </a:lnTo>
                  <a:lnTo>
                    <a:pt x="15720" y="243"/>
                  </a:lnTo>
                  <a:lnTo>
                    <a:pt x="14651" y="162"/>
                  </a:lnTo>
                  <a:lnTo>
                    <a:pt x="13601" y="101"/>
                  </a:lnTo>
                  <a:lnTo>
                    <a:pt x="12552" y="61"/>
                  </a:lnTo>
                  <a:lnTo>
                    <a:pt x="11543" y="21"/>
                  </a:lnTo>
                  <a:lnTo>
                    <a:pt x="10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flipH="1">
              <a:off x="-3238229" y="-4877163"/>
              <a:ext cx="1371970" cy="810100"/>
            </a:xfrm>
            <a:custGeom>
              <a:rect b="b" l="l" r="r" t="t"/>
              <a:pathLst>
                <a:path extrusionOk="0" h="14490" w="24540">
                  <a:moveTo>
                    <a:pt x="283" y="0"/>
                  </a:moveTo>
                  <a:lnTo>
                    <a:pt x="182" y="364"/>
                  </a:lnTo>
                  <a:lnTo>
                    <a:pt x="102" y="747"/>
                  </a:lnTo>
                  <a:lnTo>
                    <a:pt x="41" y="1131"/>
                  </a:lnTo>
                  <a:lnTo>
                    <a:pt x="21" y="1534"/>
                  </a:lnTo>
                  <a:lnTo>
                    <a:pt x="1" y="1938"/>
                  </a:lnTo>
                  <a:lnTo>
                    <a:pt x="21" y="2341"/>
                  </a:lnTo>
                  <a:lnTo>
                    <a:pt x="61" y="2765"/>
                  </a:lnTo>
                  <a:lnTo>
                    <a:pt x="122" y="3189"/>
                  </a:lnTo>
                  <a:lnTo>
                    <a:pt x="223" y="3633"/>
                  </a:lnTo>
                  <a:lnTo>
                    <a:pt x="324" y="4097"/>
                  </a:lnTo>
                  <a:lnTo>
                    <a:pt x="566" y="4985"/>
                  </a:lnTo>
                  <a:lnTo>
                    <a:pt x="848" y="6055"/>
                  </a:lnTo>
                  <a:lnTo>
                    <a:pt x="969" y="6599"/>
                  </a:lnTo>
                  <a:lnTo>
                    <a:pt x="1050" y="7144"/>
                  </a:lnTo>
                  <a:lnTo>
                    <a:pt x="1111" y="7649"/>
                  </a:lnTo>
                  <a:lnTo>
                    <a:pt x="1151" y="8173"/>
                  </a:lnTo>
                  <a:lnTo>
                    <a:pt x="1151" y="8718"/>
                  </a:lnTo>
                  <a:lnTo>
                    <a:pt x="1151" y="9243"/>
                  </a:lnTo>
                  <a:lnTo>
                    <a:pt x="1131" y="9768"/>
                  </a:lnTo>
                  <a:lnTo>
                    <a:pt x="1090" y="10292"/>
                  </a:lnTo>
                  <a:lnTo>
                    <a:pt x="989" y="11342"/>
                  </a:lnTo>
                  <a:lnTo>
                    <a:pt x="929" y="12088"/>
                  </a:lnTo>
                  <a:lnTo>
                    <a:pt x="868" y="12855"/>
                  </a:lnTo>
                  <a:lnTo>
                    <a:pt x="848" y="13218"/>
                  </a:lnTo>
                  <a:lnTo>
                    <a:pt x="868" y="13400"/>
                  </a:lnTo>
                  <a:lnTo>
                    <a:pt x="889" y="13582"/>
                  </a:lnTo>
                  <a:lnTo>
                    <a:pt x="929" y="13743"/>
                  </a:lnTo>
                  <a:lnTo>
                    <a:pt x="989" y="13905"/>
                  </a:lnTo>
                  <a:lnTo>
                    <a:pt x="1070" y="14046"/>
                  </a:lnTo>
                  <a:lnTo>
                    <a:pt x="1171" y="14187"/>
                  </a:lnTo>
                  <a:lnTo>
                    <a:pt x="1252" y="14268"/>
                  </a:lnTo>
                  <a:lnTo>
                    <a:pt x="1353" y="14328"/>
                  </a:lnTo>
                  <a:lnTo>
                    <a:pt x="1433" y="14369"/>
                  </a:lnTo>
                  <a:lnTo>
                    <a:pt x="1534" y="14409"/>
                  </a:lnTo>
                  <a:lnTo>
                    <a:pt x="1756" y="14470"/>
                  </a:lnTo>
                  <a:lnTo>
                    <a:pt x="1958" y="14490"/>
                  </a:lnTo>
                  <a:lnTo>
                    <a:pt x="2180" y="14470"/>
                  </a:lnTo>
                  <a:lnTo>
                    <a:pt x="2402" y="14429"/>
                  </a:lnTo>
                  <a:lnTo>
                    <a:pt x="2644" y="14349"/>
                  </a:lnTo>
                  <a:lnTo>
                    <a:pt x="2886" y="14227"/>
                  </a:lnTo>
                  <a:lnTo>
                    <a:pt x="3330" y="13965"/>
                  </a:lnTo>
                  <a:lnTo>
                    <a:pt x="3532" y="13844"/>
                  </a:lnTo>
                  <a:lnTo>
                    <a:pt x="3895" y="13642"/>
                  </a:lnTo>
                  <a:lnTo>
                    <a:pt x="4259" y="13461"/>
                  </a:lnTo>
                  <a:lnTo>
                    <a:pt x="4642" y="13299"/>
                  </a:lnTo>
                  <a:lnTo>
                    <a:pt x="5046" y="13138"/>
                  </a:lnTo>
                  <a:lnTo>
                    <a:pt x="5449" y="12996"/>
                  </a:lnTo>
                  <a:lnTo>
                    <a:pt x="5873" y="12875"/>
                  </a:lnTo>
                  <a:lnTo>
                    <a:pt x="6317" y="12754"/>
                  </a:lnTo>
                  <a:lnTo>
                    <a:pt x="6761" y="12653"/>
                  </a:lnTo>
                  <a:lnTo>
                    <a:pt x="7225" y="12573"/>
                  </a:lnTo>
                  <a:lnTo>
                    <a:pt x="7689" y="12512"/>
                  </a:lnTo>
                  <a:lnTo>
                    <a:pt x="8174" y="12472"/>
                  </a:lnTo>
                  <a:lnTo>
                    <a:pt x="8678" y="12431"/>
                  </a:lnTo>
                  <a:lnTo>
                    <a:pt x="9183" y="12411"/>
                  </a:lnTo>
                  <a:lnTo>
                    <a:pt x="10232" y="12411"/>
                  </a:lnTo>
                  <a:lnTo>
                    <a:pt x="10777" y="12431"/>
                  </a:lnTo>
                  <a:lnTo>
                    <a:pt x="11887" y="12532"/>
                  </a:lnTo>
                  <a:lnTo>
                    <a:pt x="12976" y="12653"/>
                  </a:lnTo>
                  <a:lnTo>
                    <a:pt x="14066" y="12815"/>
                  </a:lnTo>
                  <a:lnTo>
                    <a:pt x="15156" y="12976"/>
                  </a:lnTo>
                  <a:lnTo>
                    <a:pt x="16690" y="13198"/>
                  </a:lnTo>
                  <a:lnTo>
                    <a:pt x="17477" y="13299"/>
                  </a:lnTo>
                  <a:lnTo>
                    <a:pt x="18243" y="13400"/>
                  </a:lnTo>
                  <a:lnTo>
                    <a:pt x="18768" y="13440"/>
                  </a:lnTo>
                  <a:lnTo>
                    <a:pt x="19273" y="13481"/>
                  </a:lnTo>
                  <a:lnTo>
                    <a:pt x="19797" y="13481"/>
                  </a:lnTo>
                  <a:lnTo>
                    <a:pt x="20302" y="13461"/>
                  </a:lnTo>
                  <a:lnTo>
                    <a:pt x="20806" y="13400"/>
                  </a:lnTo>
                  <a:lnTo>
                    <a:pt x="21048" y="13360"/>
                  </a:lnTo>
                  <a:lnTo>
                    <a:pt x="21291" y="13299"/>
                  </a:lnTo>
                  <a:lnTo>
                    <a:pt x="21533" y="13218"/>
                  </a:lnTo>
                  <a:lnTo>
                    <a:pt x="21775" y="13138"/>
                  </a:lnTo>
                  <a:lnTo>
                    <a:pt x="21997" y="13037"/>
                  </a:lnTo>
                  <a:lnTo>
                    <a:pt x="22219" y="12936"/>
                  </a:lnTo>
                  <a:lnTo>
                    <a:pt x="22421" y="12815"/>
                  </a:lnTo>
                  <a:lnTo>
                    <a:pt x="22602" y="12694"/>
                  </a:lnTo>
                  <a:lnTo>
                    <a:pt x="22784" y="12553"/>
                  </a:lnTo>
                  <a:lnTo>
                    <a:pt x="22966" y="12411"/>
                  </a:lnTo>
                  <a:lnTo>
                    <a:pt x="23127" y="12250"/>
                  </a:lnTo>
                  <a:lnTo>
                    <a:pt x="23288" y="12068"/>
                  </a:lnTo>
                  <a:lnTo>
                    <a:pt x="23450" y="11887"/>
                  </a:lnTo>
                  <a:lnTo>
                    <a:pt x="23591" y="11685"/>
                  </a:lnTo>
                  <a:lnTo>
                    <a:pt x="23874" y="11261"/>
                  </a:lnTo>
                  <a:lnTo>
                    <a:pt x="24116" y="10797"/>
                  </a:lnTo>
                  <a:lnTo>
                    <a:pt x="24358" y="10292"/>
                  </a:lnTo>
                  <a:lnTo>
                    <a:pt x="24540" y="9727"/>
                  </a:lnTo>
                  <a:lnTo>
                    <a:pt x="24479" y="9707"/>
                  </a:lnTo>
                  <a:lnTo>
                    <a:pt x="24277" y="10252"/>
                  </a:lnTo>
                  <a:lnTo>
                    <a:pt x="24055" y="10756"/>
                  </a:lnTo>
                  <a:lnTo>
                    <a:pt x="23813" y="11221"/>
                  </a:lnTo>
                  <a:lnTo>
                    <a:pt x="23531" y="11644"/>
                  </a:lnTo>
                  <a:lnTo>
                    <a:pt x="23228" y="12008"/>
                  </a:lnTo>
                  <a:lnTo>
                    <a:pt x="23066" y="12189"/>
                  </a:lnTo>
                  <a:lnTo>
                    <a:pt x="22905" y="12351"/>
                  </a:lnTo>
                  <a:lnTo>
                    <a:pt x="22744" y="12492"/>
                  </a:lnTo>
                  <a:lnTo>
                    <a:pt x="22562" y="12613"/>
                  </a:lnTo>
                  <a:lnTo>
                    <a:pt x="22380" y="12754"/>
                  </a:lnTo>
                  <a:lnTo>
                    <a:pt x="22178" y="12855"/>
                  </a:lnTo>
                  <a:lnTo>
                    <a:pt x="21957" y="12976"/>
                  </a:lnTo>
                  <a:lnTo>
                    <a:pt x="21735" y="13077"/>
                  </a:lnTo>
                  <a:lnTo>
                    <a:pt x="21492" y="13158"/>
                  </a:lnTo>
                  <a:lnTo>
                    <a:pt x="21270" y="13218"/>
                  </a:lnTo>
                  <a:lnTo>
                    <a:pt x="21028" y="13279"/>
                  </a:lnTo>
                  <a:lnTo>
                    <a:pt x="20786" y="13319"/>
                  </a:lnTo>
                  <a:lnTo>
                    <a:pt x="20282" y="13380"/>
                  </a:lnTo>
                  <a:lnTo>
                    <a:pt x="19777" y="13400"/>
                  </a:lnTo>
                  <a:lnTo>
                    <a:pt x="19273" y="13400"/>
                  </a:lnTo>
                  <a:lnTo>
                    <a:pt x="18768" y="13360"/>
                  </a:lnTo>
                  <a:lnTo>
                    <a:pt x="18264" y="13319"/>
                  </a:lnTo>
                  <a:lnTo>
                    <a:pt x="17477" y="13218"/>
                  </a:lnTo>
                  <a:lnTo>
                    <a:pt x="16710" y="13118"/>
                  </a:lnTo>
                  <a:lnTo>
                    <a:pt x="15156" y="12896"/>
                  </a:lnTo>
                  <a:lnTo>
                    <a:pt x="14086" y="12734"/>
                  </a:lnTo>
                  <a:lnTo>
                    <a:pt x="12997" y="12573"/>
                  </a:lnTo>
                  <a:lnTo>
                    <a:pt x="11887" y="12452"/>
                  </a:lnTo>
                  <a:lnTo>
                    <a:pt x="10797" y="12351"/>
                  </a:lnTo>
                  <a:lnTo>
                    <a:pt x="10252" y="12331"/>
                  </a:lnTo>
                  <a:lnTo>
                    <a:pt x="9183" y="12331"/>
                  </a:lnTo>
                  <a:lnTo>
                    <a:pt x="8658" y="12351"/>
                  </a:lnTo>
                  <a:lnTo>
                    <a:pt x="8174" y="12391"/>
                  </a:lnTo>
                  <a:lnTo>
                    <a:pt x="7669" y="12431"/>
                  </a:lnTo>
                  <a:lnTo>
                    <a:pt x="7205" y="12492"/>
                  </a:lnTo>
                  <a:lnTo>
                    <a:pt x="6741" y="12573"/>
                  </a:lnTo>
                  <a:lnTo>
                    <a:pt x="6277" y="12674"/>
                  </a:lnTo>
                  <a:lnTo>
                    <a:pt x="5853" y="12795"/>
                  </a:lnTo>
                  <a:lnTo>
                    <a:pt x="5429" y="12916"/>
                  </a:lnTo>
                  <a:lnTo>
                    <a:pt x="5005" y="13057"/>
                  </a:lnTo>
                  <a:lnTo>
                    <a:pt x="4602" y="13218"/>
                  </a:lnTo>
                  <a:lnTo>
                    <a:pt x="4218" y="13380"/>
                  </a:lnTo>
                  <a:lnTo>
                    <a:pt x="3855" y="13582"/>
                  </a:lnTo>
                  <a:lnTo>
                    <a:pt x="3492" y="13783"/>
                  </a:lnTo>
                  <a:lnTo>
                    <a:pt x="3290" y="13905"/>
                  </a:lnTo>
                  <a:lnTo>
                    <a:pt x="2846" y="14147"/>
                  </a:lnTo>
                  <a:lnTo>
                    <a:pt x="2624" y="14268"/>
                  </a:lnTo>
                  <a:lnTo>
                    <a:pt x="2382" y="14349"/>
                  </a:lnTo>
                  <a:lnTo>
                    <a:pt x="2241" y="14389"/>
                  </a:lnTo>
                  <a:lnTo>
                    <a:pt x="2079" y="14409"/>
                  </a:lnTo>
                  <a:lnTo>
                    <a:pt x="1938" y="14409"/>
                  </a:lnTo>
                  <a:lnTo>
                    <a:pt x="1776" y="14389"/>
                  </a:lnTo>
                  <a:lnTo>
                    <a:pt x="1635" y="14369"/>
                  </a:lnTo>
                  <a:lnTo>
                    <a:pt x="1494" y="14308"/>
                  </a:lnTo>
                  <a:lnTo>
                    <a:pt x="1353" y="14227"/>
                  </a:lnTo>
                  <a:lnTo>
                    <a:pt x="1232" y="14127"/>
                  </a:lnTo>
                  <a:lnTo>
                    <a:pt x="1131" y="14005"/>
                  </a:lnTo>
                  <a:lnTo>
                    <a:pt x="1050" y="13864"/>
                  </a:lnTo>
                  <a:lnTo>
                    <a:pt x="1010" y="13723"/>
                  </a:lnTo>
                  <a:lnTo>
                    <a:pt x="969" y="13562"/>
                  </a:lnTo>
                  <a:lnTo>
                    <a:pt x="949" y="13380"/>
                  </a:lnTo>
                  <a:lnTo>
                    <a:pt x="929" y="13218"/>
                  </a:lnTo>
                  <a:lnTo>
                    <a:pt x="949" y="12855"/>
                  </a:lnTo>
                  <a:lnTo>
                    <a:pt x="1010" y="12109"/>
                  </a:lnTo>
                  <a:lnTo>
                    <a:pt x="1070" y="11342"/>
                  </a:lnTo>
                  <a:lnTo>
                    <a:pt x="1171" y="10292"/>
                  </a:lnTo>
                  <a:lnTo>
                    <a:pt x="1211" y="9768"/>
                  </a:lnTo>
                  <a:lnTo>
                    <a:pt x="1232" y="9243"/>
                  </a:lnTo>
                  <a:lnTo>
                    <a:pt x="1232" y="8698"/>
                  </a:lnTo>
                  <a:lnTo>
                    <a:pt x="1232" y="8173"/>
                  </a:lnTo>
                  <a:lnTo>
                    <a:pt x="1191" y="7649"/>
                  </a:lnTo>
                  <a:lnTo>
                    <a:pt x="1131" y="7124"/>
                  </a:lnTo>
                  <a:lnTo>
                    <a:pt x="1050" y="6579"/>
                  </a:lnTo>
                  <a:lnTo>
                    <a:pt x="929" y="6034"/>
                  </a:lnTo>
                  <a:lnTo>
                    <a:pt x="646" y="4965"/>
                  </a:lnTo>
                  <a:lnTo>
                    <a:pt x="404" y="4077"/>
                  </a:lnTo>
                  <a:lnTo>
                    <a:pt x="303" y="3633"/>
                  </a:lnTo>
                  <a:lnTo>
                    <a:pt x="202" y="3169"/>
                  </a:lnTo>
                  <a:lnTo>
                    <a:pt x="142" y="2765"/>
                  </a:lnTo>
                  <a:lnTo>
                    <a:pt x="102" y="2341"/>
                  </a:lnTo>
                  <a:lnTo>
                    <a:pt x="81" y="1938"/>
                  </a:lnTo>
                  <a:lnTo>
                    <a:pt x="102" y="1534"/>
                  </a:lnTo>
                  <a:lnTo>
                    <a:pt x="122" y="1151"/>
                  </a:lnTo>
                  <a:lnTo>
                    <a:pt x="182" y="767"/>
                  </a:lnTo>
                  <a:lnTo>
                    <a:pt x="243" y="384"/>
                  </a:lnTo>
                  <a:lnTo>
                    <a:pt x="344" y="21"/>
                  </a:lnTo>
                  <a:lnTo>
                    <a:pt x="2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flipH="1">
              <a:off x="-3249516" y="-5106211"/>
              <a:ext cx="1060565" cy="526984"/>
            </a:xfrm>
            <a:custGeom>
              <a:rect b="b" l="l" r="r" t="t"/>
              <a:pathLst>
                <a:path extrusionOk="0" h="9426" w="18970">
                  <a:moveTo>
                    <a:pt x="7103" y="1"/>
                  </a:moveTo>
                  <a:lnTo>
                    <a:pt x="5812" y="41"/>
                  </a:lnTo>
                  <a:lnTo>
                    <a:pt x="4480" y="142"/>
                  </a:lnTo>
                  <a:lnTo>
                    <a:pt x="3976" y="183"/>
                  </a:lnTo>
                  <a:lnTo>
                    <a:pt x="3552" y="223"/>
                  </a:lnTo>
                  <a:lnTo>
                    <a:pt x="3168" y="263"/>
                  </a:lnTo>
                  <a:lnTo>
                    <a:pt x="2805" y="324"/>
                  </a:lnTo>
                  <a:lnTo>
                    <a:pt x="2462" y="425"/>
                  </a:lnTo>
                  <a:lnTo>
                    <a:pt x="2301" y="505"/>
                  </a:lnTo>
                  <a:lnTo>
                    <a:pt x="2139" y="586"/>
                  </a:lnTo>
                  <a:lnTo>
                    <a:pt x="1958" y="667"/>
                  </a:lnTo>
                  <a:lnTo>
                    <a:pt x="1796" y="788"/>
                  </a:lnTo>
                  <a:lnTo>
                    <a:pt x="1635" y="909"/>
                  </a:lnTo>
                  <a:lnTo>
                    <a:pt x="1453" y="1070"/>
                  </a:lnTo>
                  <a:lnTo>
                    <a:pt x="1090" y="1434"/>
                  </a:lnTo>
                  <a:lnTo>
                    <a:pt x="827" y="1736"/>
                  </a:lnTo>
                  <a:lnTo>
                    <a:pt x="585" y="2059"/>
                  </a:lnTo>
                  <a:lnTo>
                    <a:pt x="404" y="2362"/>
                  </a:lnTo>
                  <a:lnTo>
                    <a:pt x="242" y="2665"/>
                  </a:lnTo>
                  <a:lnTo>
                    <a:pt x="121" y="2988"/>
                  </a:lnTo>
                  <a:lnTo>
                    <a:pt x="40" y="3290"/>
                  </a:lnTo>
                  <a:lnTo>
                    <a:pt x="0" y="3593"/>
                  </a:lnTo>
                  <a:lnTo>
                    <a:pt x="0" y="3896"/>
                  </a:lnTo>
                  <a:lnTo>
                    <a:pt x="81" y="3896"/>
                  </a:lnTo>
                  <a:lnTo>
                    <a:pt x="81" y="3593"/>
                  </a:lnTo>
                  <a:lnTo>
                    <a:pt x="121" y="3290"/>
                  </a:lnTo>
                  <a:lnTo>
                    <a:pt x="202" y="3008"/>
                  </a:lnTo>
                  <a:lnTo>
                    <a:pt x="323" y="2705"/>
                  </a:lnTo>
                  <a:lnTo>
                    <a:pt x="464" y="2402"/>
                  </a:lnTo>
                  <a:lnTo>
                    <a:pt x="666" y="2100"/>
                  </a:lnTo>
                  <a:lnTo>
                    <a:pt x="888" y="1797"/>
                  </a:lnTo>
                  <a:lnTo>
                    <a:pt x="1150" y="1474"/>
                  </a:lnTo>
                  <a:lnTo>
                    <a:pt x="1514" y="1131"/>
                  </a:lnTo>
                  <a:lnTo>
                    <a:pt x="1675" y="970"/>
                  </a:lnTo>
                  <a:lnTo>
                    <a:pt x="1837" y="848"/>
                  </a:lnTo>
                  <a:lnTo>
                    <a:pt x="2018" y="748"/>
                  </a:lnTo>
                  <a:lnTo>
                    <a:pt x="2180" y="647"/>
                  </a:lnTo>
                  <a:lnTo>
                    <a:pt x="2341" y="566"/>
                  </a:lnTo>
                  <a:lnTo>
                    <a:pt x="2502" y="505"/>
                  </a:lnTo>
                  <a:lnTo>
                    <a:pt x="2825" y="405"/>
                  </a:lnTo>
                  <a:lnTo>
                    <a:pt x="3189" y="344"/>
                  </a:lnTo>
                  <a:lnTo>
                    <a:pt x="3572" y="304"/>
                  </a:lnTo>
                  <a:lnTo>
                    <a:pt x="3996" y="263"/>
                  </a:lnTo>
                  <a:lnTo>
                    <a:pt x="4500" y="223"/>
                  </a:lnTo>
                  <a:lnTo>
                    <a:pt x="5812" y="122"/>
                  </a:lnTo>
                  <a:lnTo>
                    <a:pt x="7103" y="82"/>
                  </a:lnTo>
                  <a:lnTo>
                    <a:pt x="8355" y="82"/>
                  </a:lnTo>
                  <a:lnTo>
                    <a:pt x="9586" y="102"/>
                  </a:lnTo>
                  <a:lnTo>
                    <a:pt x="10574" y="162"/>
                  </a:lnTo>
                  <a:lnTo>
                    <a:pt x="11099" y="223"/>
                  </a:lnTo>
                  <a:lnTo>
                    <a:pt x="11664" y="283"/>
                  </a:lnTo>
                  <a:lnTo>
                    <a:pt x="12209" y="384"/>
                  </a:lnTo>
                  <a:lnTo>
                    <a:pt x="12794" y="505"/>
                  </a:lnTo>
                  <a:lnTo>
                    <a:pt x="13359" y="647"/>
                  </a:lnTo>
                  <a:lnTo>
                    <a:pt x="13945" y="828"/>
                  </a:lnTo>
                  <a:lnTo>
                    <a:pt x="14348" y="990"/>
                  </a:lnTo>
                  <a:lnTo>
                    <a:pt x="14812" y="1171"/>
                  </a:lnTo>
                  <a:lnTo>
                    <a:pt x="15276" y="1414"/>
                  </a:lnTo>
                  <a:lnTo>
                    <a:pt x="15741" y="1696"/>
                  </a:lnTo>
                  <a:lnTo>
                    <a:pt x="16205" y="2019"/>
                  </a:lnTo>
                  <a:lnTo>
                    <a:pt x="16447" y="2201"/>
                  </a:lnTo>
                  <a:lnTo>
                    <a:pt x="16669" y="2382"/>
                  </a:lnTo>
                  <a:lnTo>
                    <a:pt x="16891" y="2604"/>
                  </a:lnTo>
                  <a:lnTo>
                    <a:pt x="17113" y="2826"/>
                  </a:lnTo>
                  <a:lnTo>
                    <a:pt x="17315" y="3068"/>
                  </a:lnTo>
                  <a:lnTo>
                    <a:pt x="17516" y="3310"/>
                  </a:lnTo>
                  <a:lnTo>
                    <a:pt x="17698" y="3593"/>
                  </a:lnTo>
                  <a:lnTo>
                    <a:pt x="17880" y="3876"/>
                  </a:lnTo>
                  <a:lnTo>
                    <a:pt x="18041" y="4178"/>
                  </a:lnTo>
                  <a:lnTo>
                    <a:pt x="18182" y="4501"/>
                  </a:lnTo>
                  <a:lnTo>
                    <a:pt x="18324" y="4824"/>
                  </a:lnTo>
                  <a:lnTo>
                    <a:pt x="18445" y="5187"/>
                  </a:lnTo>
                  <a:lnTo>
                    <a:pt x="18546" y="5530"/>
                  </a:lnTo>
                  <a:lnTo>
                    <a:pt x="18646" y="5914"/>
                  </a:lnTo>
                  <a:lnTo>
                    <a:pt x="18727" y="6297"/>
                  </a:lnTo>
                  <a:lnTo>
                    <a:pt x="18788" y="6701"/>
                  </a:lnTo>
                  <a:lnTo>
                    <a:pt x="18828" y="7125"/>
                  </a:lnTo>
                  <a:lnTo>
                    <a:pt x="18868" y="7548"/>
                  </a:lnTo>
                  <a:lnTo>
                    <a:pt x="18889" y="7992"/>
                  </a:lnTo>
                  <a:lnTo>
                    <a:pt x="18889" y="8456"/>
                  </a:lnTo>
                  <a:lnTo>
                    <a:pt x="18889" y="8941"/>
                  </a:lnTo>
                  <a:lnTo>
                    <a:pt x="18868" y="9425"/>
                  </a:lnTo>
                  <a:lnTo>
                    <a:pt x="18949" y="9425"/>
                  </a:lnTo>
                  <a:lnTo>
                    <a:pt x="18969" y="8941"/>
                  </a:lnTo>
                  <a:lnTo>
                    <a:pt x="18969" y="8456"/>
                  </a:lnTo>
                  <a:lnTo>
                    <a:pt x="18969" y="7992"/>
                  </a:lnTo>
                  <a:lnTo>
                    <a:pt x="18949" y="7528"/>
                  </a:lnTo>
                  <a:lnTo>
                    <a:pt x="18909" y="7104"/>
                  </a:lnTo>
                  <a:lnTo>
                    <a:pt x="18868" y="6681"/>
                  </a:lnTo>
                  <a:lnTo>
                    <a:pt x="18788" y="6277"/>
                  </a:lnTo>
                  <a:lnTo>
                    <a:pt x="18727" y="5894"/>
                  </a:lnTo>
                  <a:lnTo>
                    <a:pt x="18626" y="5510"/>
                  </a:lnTo>
                  <a:lnTo>
                    <a:pt x="18525" y="5147"/>
                  </a:lnTo>
                  <a:lnTo>
                    <a:pt x="18404" y="4804"/>
                  </a:lnTo>
                  <a:lnTo>
                    <a:pt x="18263" y="4461"/>
                  </a:lnTo>
                  <a:lnTo>
                    <a:pt x="18102" y="4138"/>
                  </a:lnTo>
                  <a:lnTo>
                    <a:pt x="17940" y="3835"/>
                  </a:lnTo>
                  <a:lnTo>
                    <a:pt x="17759" y="3553"/>
                  </a:lnTo>
                  <a:lnTo>
                    <a:pt x="17577" y="3270"/>
                  </a:lnTo>
                  <a:lnTo>
                    <a:pt x="17375" y="3008"/>
                  </a:lnTo>
                  <a:lnTo>
                    <a:pt x="17173" y="2766"/>
                  </a:lnTo>
                  <a:lnTo>
                    <a:pt x="16951" y="2544"/>
                  </a:lnTo>
                  <a:lnTo>
                    <a:pt x="16729" y="2322"/>
                  </a:lnTo>
                  <a:lnTo>
                    <a:pt x="16507" y="2140"/>
                  </a:lnTo>
                  <a:lnTo>
                    <a:pt x="16265" y="1958"/>
                  </a:lnTo>
                  <a:lnTo>
                    <a:pt x="15781" y="1615"/>
                  </a:lnTo>
                  <a:lnTo>
                    <a:pt x="15317" y="1333"/>
                  </a:lnTo>
                  <a:lnTo>
                    <a:pt x="14832" y="1111"/>
                  </a:lnTo>
                  <a:lnTo>
                    <a:pt x="14388" y="909"/>
                  </a:lnTo>
                  <a:lnTo>
                    <a:pt x="13965" y="748"/>
                  </a:lnTo>
                  <a:lnTo>
                    <a:pt x="13400" y="566"/>
                  </a:lnTo>
                  <a:lnTo>
                    <a:pt x="12814" y="425"/>
                  </a:lnTo>
                  <a:lnTo>
                    <a:pt x="12229" y="304"/>
                  </a:lnTo>
                  <a:lnTo>
                    <a:pt x="11664" y="223"/>
                  </a:lnTo>
                  <a:lnTo>
                    <a:pt x="11119" y="142"/>
                  </a:lnTo>
                  <a:lnTo>
                    <a:pt x="10574" y="82"/>
                  </a:lnTo>
                  <a:lnTo>
                    <a:pt x="9586" y="21"/>
                  </a:lnTo>
                  <a:lnTo>
                    <a:pt x="83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flipH="1">
              <a:off x="-3364577" y="-5090390"/>
              <a:ext cx="1339208" cy="816864"/>
            </a:xfrm>
            <a:custGeom>
              <a:rect b="b" l="l" r="r" t="t"/>
              <a:pathLst>
                <a:path extrusionOk="0" h="14611" w="23954">
                  <a:moveTo>
                    <a:pt x="8637" y="0"/>
                  </a:moveTo>
                  <a:lnTo>
                    <a:pt x="7870" y="41"/>
                  </a:lnTo>
                  <a:lnTo>
                    <a:pt x="7083" y="81"/>
                  </a:lnTo>
                  <a:lnTo>
                    <a:pt x="6296" y="162"/>
                  </a:lnTo>
                  <a:lnTo>
                    <a:pt x="5509" y="243"/>
                  </a:lnTo>
                  <a:lnTo>
                    <a:pt x="5065" y="303"/>
                  </a:lnTo>
                  <a:lnTo>
                    <a:pt x="4601" y="384"/>
                  </a:lnTo>
                  <a:lnTo>
                    <a:pt x="4097" y="485"/>
                  </a:lnTo>
                  <a:lnTo>
                    <a:pt x="3592" y="626"/>
                  </a:lnTo>
                  <a:lnTo>
                    <a:pt x="3067" y="787"/>
                  </a:lnTo>
                  <a:lnTo>
                    <a:pt x="2563" y="1009"/>
                  </a:lnTo>
                  <a:lnTo>
                    <a:pt x="2321" y="1131"/>
                  </a:lnTo>
                  <a:lnTo>
                    <a:pt x="2079" y="1252"/>
                  </a:lnTo>
                  <a:lnTo>
                    <a:pt x="1836" y="1393"/>
                  </a:lnTo>
                  <a:lnTo>
                    <a:pt x="1614" y="1554"/>
                  </a:lnTo>
                  <a:lnTo>
                    <a:pt x="1392" y="1716"/>
                  </a:lnTo>
                  <a:lnTo>
                    <a:pt x="1191" y="1897"/>
                  </a:lnTo>
                  <a:lnTo>
                    <a:pt x="1009" y="2079"/>
                  </a:lnTo>
                  <a:lnTo>
                    <a:pt x="827" y="2261"/>
                  </a:lnTo>
                  <a:lnTo>
                    <a:pt x="686" y="2462"/>
                  </a:lnTo>
                  <a:lnTo>
                    <a:pt x="545" y="2664"/>
                  </a:lnTo>
                  <a:lnTo>
                    <a:pt x="404" y="2866"/>
                  </a:lnTo>
                  <a:lnTo>
                    <a:pt x="303" y="3088"/>
                  </a:lnTo>
                  <a:lnTo>
                    <a:pt x="222" y="3330"/>
                  </a:lnTo>
                  <a:lnTo>
                    <a:pt x="141" y="3552"/>
                  </a:lnTo>
                  <a:lnTo>
                    <a:pt x="81" y="3814"/>
                  </a:lnTo>
                  <a:lnTo>
                    <a:pt x="40" y="4057"/>
                  </a:lnTo>
                  <a:lnTo>
                    <a:pt x="0" y="4319"/>
                  </a:lnTo>
                  <a:lnTo>
                    <a:pt x="0" y="4581"/>
                  </a:lnTo>
                  <a:lnTo>
                    <a:pt x="0" y="4864"/>
                  </a:lnTo>
                  <a:lnTo>
                    <a:pt x="20" y="5146"/>
                  </a:lnTo>
                  <a:lnTo>
                    <a:pt x="81" y="5611"/>
                  </a:lnTo>
                  <a:lnTo>
                    <a:pt x="182" y="6095"/>
                  </a:lnTo>
                  <a:lnTo>
                    <a:pt x="303" y="6559"/>
                  </a:lnTo>
                  <a:lnTo>
                    <a:pt x="424" y="7023"/>
                  </a:lnTo>
                  <a:lnTo>
                    <a:pt x="565" y="7588"/>
                  </a:lnTo>
                  <a:lnTo>
                    <a:pt x="706" y="8173"/>
                  </a:lnTo>
                  <a:lnTo>
                    <a:pt x="767" y="8537"/>
                  </a:lnTo>
                  <a:lnTo>
                    <a:pt x="827" y="8920"/>
                  </a:lnTo>
                  <a:lnTo>
                    <a:pt x="868" y="9324"/>
                  </a:lnTo>
                  <a:lnTo>
                    <a:pt x="888" y="9707"/>
                  </a:lnTo>
                  <a:lnTo>
                    <a:pt x="908" y="10090"/>
                  </a:lnTo>
                  <a:lnTo>
                    <a:pt x="888" y="10474"/>
                  </a:lnTo>
                  <a:lnTo>
                    <a:pt x="868" y="10857"/>
                  </a:lnTo>
                  <a:lnTo>
                    <a:pt x="827" y="11241"/>
                  </a:lnTo>
                  <a:lnTo>
                    <a:pt x="807" y="11483"/>
                  </a:lnTo>
                  <a:lnTo>
                    <a:pt x="767" y="11765"/>
                  </a:lnTo>
                  <a:lnTo>
                    <a:pt x="747" y="12068"/>
                  </a:lnTo>
                  <a:lnTo>
                    <a:pt x="747" y="12351"/>
                  </a:lnTo>
                  <a:lnTo>
                    <a:pt x="767" y="12653"/>
                  </a:lnTo>
                  <a:lnTo>
                    <a:pt x="807" y="12815"/>
                  </a:lnTo>
                  <a:lnTo>
                    <a:pt x="848" y="12976"/>
                  </a:lnTo>
                  <a:lnTo>
                    <a:pt x="928" y="13138"/>
                  </a:lnTo>
                  <a:lnTo>
                    <a:pt x="1029" y="13299"/>
                  </a:lnTo>
                  <a:lnTo>
                    <a:pt x="1130" y="13440"/>
                  </a:lnTo>
                  <a:lnTo>
                    <a:pt x="1271" y="13561"/>
                  </a:lnTo>
                  <a:lnTo>
                    <a:pt x="1433" y="13662"/>
                  </a:lnTo>
                  <a:lnTo>
                    <a:pt x="1614" y="13723"/>
                  </a:lnTo>
                  <a:lnTo>
                    <a:pt x="1715" y="13763"/>
                  </a:lnTo>
                  <a:lnTo>
                    <a:pt x="2058" y="13763"/>
                  </a:lnTo>
                  <a:lnTo>
                    <a:pt x="2280" y="13723"/>
                  </a:lnTo>
                  <a:lnTo>
                    <a:pt x="2502" y="13683"/>
                  </a:lnTo>
                  <a:lnTo>
                    <a:pt x="3794" y="13420"/>
                  </a:lnTo>
                  <a:lnTo>
                    <a:pt x="4419" y="13299"/>
                  </a:lnTo>
                  <a:lnTo>
                    <a:pt x="5065" y="13198"/>
                  </a:lnTo>
                  <a:lnTo>
                    <a:pt x="5691" y="13118"/>
                  </a:lnTo>
                  <a:lnTo>
                    <a:pt x="6337" y="13057"/>
                  </a:lnTo>
                  <a:lnTo>
                    <a:pt x="6962" y="13037"/>
                  </a:lnTo>
                  <a:lnTo>
                    <a:pt x="7588" y="13037"/>
                  </a:lnTo>
                  <a:lnTo>
                    <a:pt x="8133" y="13077"/>
                  </a:lnTo>
                  <a:lnTo>
                    <a:pt x="8657" y="13138"/>
                  </a:lnTo>
                  <a:lnTo>
                    <a:pt x="9202" y="13218"/>
                  </a:lnTo>
                  <a:lnTo>
                    <a:pt x="9747" y="13319"/>
                  </a:lnTo>
                  <a:lnTo>
                    <a:pt x="10796" y="13561"/>
                  </a:lnTo>
                  <a:lnTo>
                    <a:pt x="11846" y="13824"/>
                  </a:lnTo>
                  <a:lnTo>
                    <a:pt x="13218" y="14167"/>
                  </a:lnTo>
                  <a:lnTo>
                    <a:pt x="13924" y="14328"/>
                  </a:lnTo>
                  <a:lnTo>
                    <a:pt x="14610" y="14449"/>
                  </a:lnTo>
                  <a:lnTo>
                    <a:pt x="15095" y="14530"/>
                  </a:lnTo>
                  <a:lnTo>
                    <a:pt x="15559" y="14570"/>
                  </a:lnTo>
                  <a:lnTo>
                    <a:pt x="16023" y="14611"/>
                  </a:lnTo>
                  <a:lnTo>
                    <a:pt x="16871" y="14611"/>
                  </a:lnTo>
                  <a:lnTo>
                    <a:pt x="17274" y="14570"/>
                  </a:lnTo>
                  <a:lnTo>
                    <a:pt x="17658" y="14530"/>
                  </a:lnTo>
                  <a:lnTo>
                    <a:pt x="18021" y="14449"/>
                  </a:lnTo>
                  <a:lnTo>
                    <a:pt x="18485" y="14328"/>
                  </a:lnTo>
                  <a:lnTo>
                    <a:pt x="18909" y="14187"/>
                  </a:lnTo>
                  <a:lnTo>
                    <a:pt x="19312" y="14005"/>
                  </a:lnTo>
                  <a:lnTo>
                    <a:pt x="19676" y="13783"/>
                  </a:lnTo>
                  <a:lnTo>
                    <a:pt x="20039" y="13541"/>
                  </a:lnTo>
                  <a:lnTo>
                    <a:pt x="20341" y="13279"/>
                  </a:lnTo>
                  <a:lnTo>
                    <a:pt x="20644" y="12976"/>
                  </a:lnTo>
                  <a:lnTo>
                    <a:pt x="20886" y="12674"/>
                  </a:lnTo>
                  <a:lnTo>
                    <a:pt x="21028" y="12472"/>
                  </a:lnTo>
                  <a:lnTo>
                    <a:pt x="21149" y="12270"/>
                  </a:lnTo>
                  <a:lnTo>
                    <a:pt x="21250" y="12048"/>
                  </a:lnTo>
                  <a:lnTo>
                    <a:pt x="21350" y="11846"/>
                  </a:lnTo>
                  <a:lnTo>
                    <a:pt x="21512" y="11402"/>
                  </a:lnTo>
                  <a:lnTo>
                    <a:pt x="21633" y="10958"/>
                  </a:lnTo>
                  <a:lnTo>
                    <a:pt x="21734" y="10494"/>
                  </a:lnTo>
                  <a:lnTo>
                    <a:pt x="21794" y="10030"/>
                  </a:lnTo>
                  <a:lnTo>
                    <a:pt x="21835" y="9586"/>
                  </a:lnTo>
                  <a:lnTo>
                    <a:pt x="21875" y="9142"/>
                  </a:lnTo>
                  <a:lnTo>
                    <a:pt x="21794" y="9142"/>
                  </a:lnTo>
                  <a:lnTo>
                    <a:pt x="21754" y="9586"/>
                  </a:lnTo>
                  <a:lnTo>
                    <a:pt x="21714" y="10030"/>
                  </a:lnTo>
                  <a:lnTo>
                    <a:pt x="21653" y="10474"/>
                  </a:lnTo>
                  <a:lnTo>
                    <a:pt x="21552" y="10918"/>
                  </a:lnTo>
                  <a:lnTo>
                    <a:pt x="21431" y="11362"/>
                  </a:lnTo>
                  <a:lnTo>
                    <a:pt x="21270" y="11806"/>
                  </a:lnTo>
                  <a:lnTo>
                    <a:pt x="21189" y="12008"/>
                  </a:lnTo>
                  <a:lnTo>
                    <a:pt x="21068" y="12230"/>
                  </a:lnTo>
                  <a:lnTo>
                    <a:pt x="20947" y="12431"/>
                  </a:lnTo>
                  <a:lnTo>
                    <a:pt x="20826" y="12613"/>
                  </a:lnTo>
                  <a:lnTo>
                    <a:pt x="20584" y="12936"/>
                  </a:lnTo>
                  <a:lnTo>
                    <a:pt x="20301" y="13218"/>
                  </a:lnTo>
                  <a:lnTo>
                    <a:pt x="19978" y="13481"/>
                  </a:lnTo>
                  <a:lnTo>
                    <a:pt x="19635" y="13723"/>
                  </a:lnTo>
                  <a:lnTo>
                    <a:pt x="19272" y="13925"/>
                  </a:lnTo>
                  <a:lnTo>
                    <a:pt x="18868" y="14106"/>
                  </a:lnTo>
                  <a:lnTo>
                    <a:pt x="18445" y="14248"/>
                  </a:lnTo>
                  <a:lnTo>
                    <a:pt x="18001" y="14369"/>
                  </a:lnTo>
                  <a:lnTo>
                    <a:pt x="17637" y="14449"/>
                  </a:lnTo>
                  <a:lnTo>
                    <a:pt x="17254" y="14490"/>
                  </a:lnTo>
                  <a:lnTo>
                    <a:pt x="16871" y="14530"/>
                  </a:lnTo>
                  <a:lnTo>
                    <a:pt x="16023" y="14530"/>
                  </a:lnTo>
                  <a:lnTo>
                    <a:pt x="15579" y="14490"/>
                  </a:lnTo>
                  <a:lnTo>
                    <a:pt x="15115" y="14449"/>
                  </a:lnTo>
                  <a:lnTo>
                    <a:pt x="14631" y="14369"/>
                  </a:lnTo>
                  <a:lnTo>
                    <a:pt x="13924" y="14248"/>
                  </a:lnTo>
                  <a:lnTo>
                    <a:pt x="13238" y="14086"/>
                  </a:lnTo>
                  <a:lnTo>
                    <a:pt x="11866" y="13743"/>
                  </a:lnTo>
                  <a:lnTo>
                    <a:pt x="10817" y="13481"/>
                  </a:lnTo>
                  <a:lnTo>
                    <a:pt x="9747" y="13239"/>
                  </a:lnTo>
                  <a:lnTo>
                    <a:pt x="9222" y="13138"/>
                  </a:lnTo>
                  <a:lnTo>
                    <a:pt x="8677" y="13057"/>
                  </a:lnTo>
                  <a:lnTo>
                    <a:pt x="8133" y="12996"/>
                  </a:lnTo>
                  <a:lnTo>
                    <a:pt x="7588" y="12956"/>
                  </a:lnTo>
                  <a:lnTo>
                    <a:pt x="6962" y="12956"/>
                  </a:lnTo>
                  <a:lnTo>
                    <a:pt x="6316" y="12976"/>
                  </a:lnTo>
                  <a:lnTo>
                    <a:pt x="5691" y="13037"/>
                  </a:lnTo>
                  <a:lnTo>
                    <a:pt x="5065" y="13118"/>
                  </a:lnTo>
                  <a:lnTo>
                    <a:pt x="4419" y="13218"/>
                  </a:lnTo>
                  <a:lnTo>
                    <a:pt x="3774" y="13339"/>
                  </a:lnTo>
                  <a:lnTo>
                    <a:pt x="2482" y="13602"/>
                  </a:lnTo>
                  <a:lnTo>
                    <a:pt x="2280" y="13642"/>
                  </a:lnTo>
                  <a:lnTo>
                    <a:pt x="2058" y="13683"/>
                  </a:lnTo>
                  <a:lnTo>
                    <a:pt x="1735" y="13683"/>
                  </a:lnTo>
                  <a:lnTo>
                    <a:pt x="1635" y="13662"/>
                  </a:lnTo>
                  <a:lnTo>
                    <a:pt x="1453" y="13582"/>
                  </a:lnTo>
                  <a:lnTo>
                    <a:pt x="1312" y="13501"/>
                  </a:lnTo>
                  <a:lnTo>
                    <a:pt x="1191" y="13380"/>
                  </a:lnTo>
                  <a:lnTo>
                    <a:pt x="1090" y="13239"/>
                  </a:lnTo>
                  <a:lnTo>
                    <a:pt x="989" y="13097"/>
                  </a:lnTo>
                  <a:lnTo>
                    <a:pt x="928" y="12936"/>
                  </a:lnTo>
                  <a:lnTo>
                    <a:pt x="888" y="12795"/>
                  </a:lnTo>
                  <a:lnTo>
                    <a:pt x="848" y="12633"/>
                  </a:lnTo>
                  <a:lnTo>
                    <a:pt x="827" y="12351"/>
                  </a:lnTo>
                  <a:lnTo>
                    <a:pt x="827" y="12068"/>
                  </a:lnTo>
                  <a:lnTo>
                    <a:pt x="848" y="11765"/>
                  </a:lnTo>
                  <a:lnTo>
                    <a:pt x="888" y="11483"/>
                  </a:lnTo>
                  <a:lnTo>
                    <a:pt x="908" y="11261"/>
                  </a:lnTo>
                  <a:lnTo>
                    <a:pt x="948" y="10857"/>
                  </a:lnTo>
                  <a:lnTo>
                    <a:pt x="969" y="10474"/>
                  </a:lnTo>
                  <a:lnTo>
                    <a:pt x="989" y="10090"/>
                  </a:lnTo>
                  <a:lnTo>
                    <a:pt x="969" y="9707"/>
                  </a:lnTo>
                  <a:lnTo>
                    <a:pt x="948" y="9303"/>
                  </a:lnTo>
                  <a:lnTo>
                    <a:pt x="908" y="8920"/>
                  </a:lnTo>
                  <a:lnTo>
                    <a:pt x="848" y="8537"/>
                  </a:lnTo>
                  <a:lnTo>
                    <a:pt x="787" y="8153"/>
                  </a:lnTo>
                  <a:lnTo>
                    <a:pt x="646" y="7568"/>
                  </a:lnTo>
                  <a:lnTo>
                    <a:pt x="505" y="7003"/>
                  </a:lnTo>
                  <a:lnTo>
                    <a:pt x="383" y="6539"/>
                  </a:lnTo>
                  <a:lnTo>
                    <a:pt x="262" y="6075"/>
                  </a:lnTo>
                  <a:lnTo>
                    <a:pt x="161" y="5611"/>
                  </a:lnTo>
                  <a:lnTo>
                    <a:pt x="101" y="5126"/>
                  </a:lnTo>
                  <a:lnTo>
                    <a:pt x="81" y="4844"/>
                  </a:lnTo>
                  <a:lnTo>
                    <a:pt x="81" y="4581"/>
                  </a:lnTo>
                  <a:lnTo>
                    <a:pt x="81" y="4319"/>
                  </a:lnTo>
                  <a:lnTo>
                    <a:pt x="121" y="4077"/>
                  </a:lnTo>
                  <a:lnTo>
                    <a:pt x="161" y="3835"/>
                  </a:lnTo>
                  <a:lnTo>
                    <a:pt x="222" y="3593"/>
                  </a:lnTo>
                  <a:lnTo>
                    <a:pt x="283" y="3350"/>
                  </a:lnTo>
                  <a:lnTo>
                    <a:pt x="383" y="3128"/>
                  </a:lnTo>
                  <a:lnTo>
                    <a:pt x="484" y="2906"/>
                  </a:lnTo>
                  <a:lnTo>
                    <a:pt x="605" y="2705"/>
                  </a:lnTo>
                  <a:lnTo>
                    <a:pt x="747" y="2503"/>
                  </a:lnTo>
                  <a:lnTo>
                    <a:pt x="888" y="2301"/>
                  </a:lnTo>
                  <a:lnTo>
                    <a:pt x="1070" y="2119"/>
                  </a:lnTo>
                  <a:lnTo>
                    <a:pt x="1251" y="1938"/>
                  </a:lnTo>
                  <a:lnTo>
                    <a:pt x="1453" y="1776"/>
                  </a:lnTo>
                  <a:lnTo>
                    <a:pt x="1655" y="1615"/>
                  </a:lnTo>
                  <a:lnTo>
                    <a:pt x="1897" y="1453"/>
                  </a:lnTo>
                  <a:lnTo>
                    <a:pt x="2119" y="1332"/>
                  </a:lnTo>
                  <a:lnTo>
                    <a:pt x="2361" y="1191"/>
                  </a:lnTo>
                  <a:lnTo>
                    <a:pt x="2603" y="1070"/>
                  </a:lnTo>
                  <a:lnTo>
                    <a:pt x="3108" y="868"/>
                  </a:lnTo>
                  <a:lnTo>
                    <a:pt x="3612" y="707"/>
                  </a:lnTo>
                  <a:lnTo>
                    <a:pt x="4117" y="565"/>
                  </a:lnTo>
                  <a:lnTo>
                    <a:pt x="4621" y="465"/>
                  </a:lnTo>
                  <a:lnTo>
                    <a:pt x="5085" y="384"/>
                  </a:lnTo>
                  <a:lnTo>
                    <a:pt x="5529" y="323"/>
                  </a:lnTo>
                  <a:lnTo>
                    <a:pt x="6316" y="243"/>
                  </a:lnTo>
                  <a:lnTo>
                    <a:pt x="7083" y="162"/>
                  </a:lnTo>
                  <a:lnTo>
                    <a:pt x="7870" y="122"/>
                  </a:lnTo>
                  <a:lnTo>
                    <a:pt x="8637" y="81"/>
                  </a:lnTo>
                  <a:lnTo>
                    <a:pt x="10171" y="81"/>
                  </a:lnTo>
                  <a:lnTo>
                    <a:pt x="10938" y="101"/>
                  </a:lnTo>
                  <a:lnTo>
                    <a:pt x="11704" y="142"/>
                  </a:lnTo>
                  <a:lnTo>
                    <a:pt x="12451" y="202"/>
                  </a:lnTo>
                  <a:lnTo>
                    <a:pt x="13218" y="283"/>
                  </a:lnTo>
                  <a:lnTo>
                    <a:pt x="13965" y="364"/>
                  </a:lnTo>
                  <a:lnTo>
                    <a:pt x="14711" y="485"/>
                  </a:lnTo>
                  <a:lnTo>
                    <a:pt x="15458" y="606"/>
                  </a:lnTo>
                  <a:lnTo>
                    <a:pt x="16225" y="767"/>
                  </a:lnTo>
                  <a:lnTo>
                    <a:pt x="16971" y="929"/>
                  </a:lnTo>
                  <a:lnTo>
                    <a:pt x="17718" y="1110"/>
                  </a:lnTo>
                  <a:lnTo>
                    <a:pt x="18445" y="1312"/>
                  </a:lnTo>
                  <a:lnTo>
                    <a:pt x="19191" y="1554"/>
                  </a:lnTo>
                  <a:lnTo>
                    <a:pt x="19554" y="1675"/>
                  </a:lnTo>
                  <a:lnTo>
                    <a:pt x="19938" y="1817"/>
                  </a:lnTo>
                  <a:lnTo>
                    <a:pt x="20301" y="1978"/>
                  </a:lnTo>
                  <a:lnTo>
                    <a:pt x="20644" y="2140"/>
                  </a:lnTo>
                  <a:lnTo>
                    <a:pt x="20987" y="2321"/>
                  </a:lnTo>
                  <a:lnTo>
                    <a:pt x="21330" y="2523"/>
                  </a:lnTo>
                  <a:lnTo>
                    <a:pt x="21653" y="2745"/>
                  </a:lnTo>
                  <a:lnTo>
                    <a:pt x="21956" y="2967"/>
                  </a:lnTo>
                  <a:lnTo>
                    <a:pt x="22259" y="3229"/>
                  </a:lnTo>
                  <a:lnTo>
                    <a:pt x="22541" y="3492"/>
                  </a:lnTo>
                  <a:lnTo>
                    <a:pt x="22783" y="3794"/>
                  </a:lnTo>
                  <a:lnTo>
                    <a:pt x="23025" y="4097"/>
                  </a:lnTo>
                  <a:lnTo>
                    <a:pt x="23207" y="4380"/>
                  </a:lnTo>
                  <a:lnTo>
                    <a:pt x="23368" y="4682"/>
                  </a:lnTo>
                  <a:lnTo>
                    <a:pt x="23510" y="4965"/>
                  </a:lnTo>
                  <a:lnTo>
                    <a:pt x="23611" y="5288"/>
                  </a:lnTo>
                  <a:lnTo>
                    <a:pt x="23712" y="5611"/>
                  </a:lnTo>
                  <a:lnTo>
                    <a:pt x="23792" y="5933"/>
                  </a:lnTo>
                  <a:lnTo>
                    <a:pt x="23833" y="6256"/>
                  </a:lnTo>
                  <a:lnTo>
                    <a:pt x="23873" y="6579"/>
                  </a:lnTo>
                  <a:lnTo>
                    <a:pt x="23873" y="6922"/>
                  </a:lnTo>
                  <a:lnTo>
                    <a:pt x="23873" y="7245"/>
                  </a:lnTo>
                  <a:lnTo>
                    <a:pt x="23833" y="7588"/>
                  </a:lnTo>
                  <a:lnTo>
                    <a:pt x="23772" y="7911"/>
                  </a:lnTo>
                  <a:lnTo>
                    <a:pt x="23712" y="8234"/>
                  </a:lnTo>
                  <a:lnTo>
                    <a:pt x="23611" y="8537"/>
                  </a:lnTo>
                  <a:lnTo>
                    <a:pt x="23490" y="8860"/>
                  </a:lnTo>
                  <a:lnTo>
                    <a:pt x="23328" y="9162"/>
                  </a:lnTo>
                  <a:lnTo>
                    <a:pt x="23409" y="9182"/>
                  </a:lnTo>
                  <a:lnTo>
                    <a:pt x="23550" y="8880"/>
                  </a:lnTo>
                  <a:lnTo>
                    <a:pt x="23671" y="8577"/>
                  </a:lnTo>
                  <a:lnTo>
                    <a:pt x="23772" y="8254"/>
                  </a:lnTo>
                  <a:lnTo>
                    <a:pt x="23853" y="7931"/>
                  </a:lnTo>
                  <a:lnTo>
                    <a:pt x="23913" y="7588"/>
                  </a:lnTo>
                  <a:lnTo>
                    <a:pt x="23954" y="7265"/>
                  </a:lnTo>
                  <a:lnTo>
                    <a:pt x="23954" y="6922"/>
                  </a:lnTo>
                  <a:lnTo>
                    <a:pt x="23954" y="6579"/>
                  </a:lnTo>
                  <a:lnTo>
                    <a:pt x="23913" y="6236"/>
                  </a:lnTo>
                  <a:lnTo>
                    <a:pt x="23873" y="5913"/>
                  </a:lnTo>
                  <a:lnTo>
                    <a:pt x="23792" y="5590"/>
                  </a:lnTo>
                  <a:lnTo>
                    <a:pt x="23691" y="5267"/>
                  </a:lnTo>
                  <a:lnTo>
                    <a:pt x="23570" y="4945"/>
                  </a:lnTo>
                  <a:lnTo>
                    <a:pt x="23429" y="4642"/>
                  </a:lnTo>
                  <a:lnTo>
                    <a:pt x="23268" y="4339"/>
                  </a:lnTo>
                  <a:lnTo>
                    <a:pt x="23086" y="4057"/>
                  </a:lnTo>
                  <a:lnTo>
                    <a:pt x="22844" y="3734"/>
                  </a:lnTo>
                  <a:lnTo>
                    <a:pt x="22602" y="3451"/>
                  </a:lnTo>
                  <a:lnTo>
                    <a:pt x="22319" y="3169"/>
                  </a:lnTo>
                  <a:lnTo>
                    <a:pt x="22016" y="2906"/>
                  </a:lnTo>
                  <a:lnTo>
                    <a:pt x="21694" y="2684"/>
                  </a:lnTo>
                  <a:lnTo>
                    <a:pt x="21371" y="2462"/>
                  </a:lnTo>
                  <a:lnTo>
                    <a:pt x="21048" y="2261"/>
                  </a:lnTo>
                  <a:lnTo>
                    <a:pt x="20685" y="2079"/>
                  </a:lnTo>
                  <a:lnTo>
                    <a:pt x="20341" y="1897"/>
                  </a:lnTo>
                  <a:lnTo>
                    <a:pt x="19978" y="1756"/>
                  </a:lnTo>
                  <a:lnTo>
                    <a:pt x="19595" y="1595"/>
                  </a:lnTo>
                  <a:lnTo>
                    <a:pt x="19232" y="1474"/>
                  </a:lnTo>
                  <a:lnTo>
                    <a:pt x="18465" y="1231"/>
                  </a:lnTo>
                  <a:lnTo>
                    <a:pt x="17738" y="1030"/>
                  </a:lnTo>
                  <a:lnTo>
                    <a:pt x="16971" y="848"/>
                  </a:lnTo>
                  <a:lnTo>
                    <a:pt x="16225" y="687"/>
                  </a:lnTo>
                  <a:lnTo>
                    <a:pt x="15478" y="545"/>
                  </a:lnTo>
                  <a:lnTo>
                    <a:pt x="14731" y="404"/>
                  </a:lnTo>
                  <a:lnTo>
                    <a:pt x="13985" y="283"/>
                  </a:lnTo>
                  <a:lnTo>
                    <a:pt x="13218" y="202"/>
                  </a:lnTo>
                  <a:lnTo>
                    <a:pt x="12471" y="122"/>
                  </a:lnTo>
                  <a:lnTo>
                    <a:pt x="11704" y="61"/>
                  </a:lnTo>
                  <a:lnTo>
                    <a:pt x="10938" y="21"/>
                  </a:lnTo>
                  <a:lnTo>
                    <a:pt x="10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flipH="1">
              <a:off x="-3334104" y="-4888456"/>
              <a:ext cx="1145153" cy="459224"/>
            </a:xfrm>
            <a:custGeom>
              <a:rect b="b" l="l" r="r" t="t"/>
              <a:pathLst>
                <a:path extrusionOk="0" h="8214" w="20483">
                  <a:moveTo>
                    <a:pt x="0" y="1"/>
                  </a:moveTo>
                  <a:lnTo>
                    <a:pt x="20" y="182"/>
                  </a:lnTo>
                  <a:lnTo>
                    <a:pt x="40" y="384"/>
                  </a:lnTo>
                  <a:lnTo>
                    <a:pt x="141" y="768"/>
                  </a:lnTo>
                  <a:lnTo>
                    <a:pt x="283" y="1131"/>
                  </a:lnTo>
                  <a:lnTo>
                    <a:pt x="424" y="1494"/>
                  </a:lnTo>
                  <a:lnTo>
                    <a:pt x="585" y="1877"/>
                  </a:lnTo>
                  <a:lnTo>
                    <a:pt x="727" y="2261"/>
                  </a:lnTo>
                  <a:lnTo>
                    <a:pt x="787" y="2463"/>
                  </a:lnTo>
                  <a:lnTo>
                    <a:pt x="827" y="2664"/>
                  </a:lnTo>
                  <a:lnTo>
                    <a:pt x="848" y="2886"/>
                  </a:lnTo>
                  <a:lnTo>
                    <a:pt x="868" y="3088"/>
                  </a:lnTo>
                  <a:lnTo>
                    <a:pt x="848" y="3330"/>
                  </a:lnTo>
                  <a:lnTo>
                    <a:pt x="807" y="3573"/>
                  </a:lnTo>
                  <a:lnTo>
                    <a:pt x="686" y="4057"/>
                  </a:lnTo>
                  <a:lnTo>
                    <a:pt x="585" y="4460"/>
                  </a:lnTo>
                  <a:lnTo>
                    <a:pt x="545" y="4662"/>
                  </a:lnTo>
                  <a:lnTo>
                    <a:pt x="525" y="4864"/>
                  </a:lnTo>
                  <a:lnTo>
                    <a:pt x="525" y="5066"/>
                  </a:lnTo>
                  <a:lnTo>
                    <a:pt x="525" y="5248"/>
                  </a:lnTo>
                  <a:lnTo>
                    <a:pt x="565" y="5449"/>
                  </a:lnTo>
                  <a:lnTo>
                    <a:pt x="646" y="5631"/>
                  </a:lnTo>
                  <a:lnTo>
                    <a:pt x="706" y="5752"/>
                  </a:lnTo>
                  <a:lnTo>
                    <a:pt x="767" y="5873"/>
                  </a:lnTo>
                  <a:lnTo>
                    <a:pt x="848" y="5974"/>
                  </a:lnTo>
                  <a:lnTo>
                    <a:pt x="949" y="6075"/>
                  </a:lnTo>
                  <a:lnTo>
                    <a:pt x="1049" y="6156"/>
                  </a:lnTo>
                  <a:lnTo>
                    <a:pt x="1171" y="6236"/>
                  </a:lnTo>
                  <a:lnTo>
                    <a:pt x="1453" y="6378"/>
                  </a:lnTo>
                  <a:lnTo>
                    <a:pt x="1756" y="6478"/>
                  </a:lnTo>
                  <a:lnTo>
                    <a:pt x="2139" y="6559"/>
                  </a:lnTo>
                  <a:lnTo>
                    <a:pt x="2543" y="6600"/>
                  </a:lnTo>
                  <a:lnTo>
                    <a:pt x="3007" y="6620"/>
                  </a:lnTo>
                  <a:lnTo>
                    <a:pt x="4682" y="6600"/>
                  </a:lnTo>
                  <a:lnTo>
                    <a:pt x="7426" y="6600"/>
                  </a:lnTo>
                  <a:lnTo>
                    <a:pt x="8334" y="6640"/>
                  </a:lnTo>
                  <a:lnTo>
                    <a:pt x="9243" y="6721"/>
                  </a:lnTo>
                  <a:lnTo>
                    <a:pt x="10151" y="6822"/>
                  </a:lnTo>
                  <a:lnTo>
                    <a:pt x="10595" y="6902"/>
                  </a:lnTo>
                  <a:lnTo>
                    <a:pt x="11059" y="6983"/>
                  </a:lnTo>
                  <a:lnTo>
                    <a:pt x="11503" y="7084"/>
                  </a:lnTo>
                  <a:lnTo>
                    <a:pt x="11927" y="7205"/>
                  </a:lnTo>
                  <a:lnTo>
                    <a:pt x="12512" y="7387"/>
                  </a:lnTo>
                  <a:lnTo>
                    <a:pt x="13077" y="7568"/>
                  </a:lnTo>
                  <a:lnTo>
                    <a:pt x="13803" y="7790"/>
                  </a:lnTo>
                  <a:lnTo>
                    <a:pt x="14167" y="7911"/>
                  </a:lnTo>
                  <a:lnTo>
                    <a:pt x="14550" y="8012"/>
                  </a:lnTo>
                  <a:lnTo>
                    <a:pt x="14913" y="8093"/>
                  </a:lnTo>
                  <a:lnTo>
                    <a:pt x="15297" y="8153"/>
                  </a:lnTo>
                  <a:lnTo>
                    <a:pt x="15680" y="8194"/>
                  </a:lnTo>
                  <a:lnTo>
                    <a:pt x="16063" y="8214"/>
                  </a:lnTo>
                  <a:lnTo>
                    <a:pt x="16427" y="8214"/>
                  </a:lnTo>
                  <a:lnTo>
                    <a:pt x="16770" y="8174"/>
                  </a:lnTo>
                  <a:lnTo>
                    <a:pt x="17093" y="8113"/>
                  </a:lnTo>
                  <a:lnTo>
                    <a:pt x="17415" y="8032"/>
                  </a:lnTo>
                  <a:lnTo>
                    <a:pt x="17738" y="7931"/>
                  </a:lnTo>
                  <a:lnTo>
                    <a:pt x="18061" y="7810"/>
                  </a:lnTo>
                  <a:lnTo>
                    <a:pt x="18364" y="7649"/>
                  </a:lnTo>
                  <a:lnTo>
                    <a:pt x="18646" y="7488"/>
                  </a:lnTo>
                  <a:lnTo>
                    <a:pt x="18929" y="7306"/>
                  </a:lnTo>
                  <a:lnTo>
                    <a:pt x="19191" y="7104"/>
                  </a:lnTo>
                  <a:lnTo>
                    <a:pt x="19454" y="6902"/>
                  </a:lnTo>
                  <a:lnTo>
                    <a:pt x="19696" y="6660"/>
                  </a:lnTo>
                  <a:lnTo>
                    <a:pt x="19918" y="6418"/>
                  </a:lnTo>
                  <a:lnTo>
                    <a:pt x="20120" y="6156"/>
                  </a:lnTo>
                  <a:lnTo>
                    <a:pt x="20321" y="5873"/>
                  </a:lnTo>
                  <a:lnTo>
                    <a:pt x="20483" y="5570"/>
                  </a:lnTo>
                  <a:lnTo>
                    <a:pt x="20402" y="5550"/>
                  </a:lnTo>
                  <a:lnTo>
                    <a:pt x="20241" y="5833"/>
                  </a:lnTo>
                  <a:lnTo>
                    <a:pt x="20059" y="6095"/>
                  </a:lnTo>
                  <a:lnTo>
                    <a:pt x="19857" y="6357"/>
                  </a:lnTo>
                  <a:lnTo>
                    <a:pt x="19635" y="6600"/>
                  </a:lnTo>
                  <a:lnTo>
                    <a:pt x="19393" y="6842"/>
                  </a:lnTo>
                  <a:lnTo>
                    <a:pt x="19151" y="7044"/>
                  </a:lnTo>
                  <a:lnTo>
                    <a:pt x="18889" y="7245"/>
                  </a:lnTo>
                  <a:lnTo>
                    <a:pt x="18606" y="7427"/>
                  </a:lnTo>
                  <a:lnTo>
                    <a:pt x="18324" y="7588"/>
                  </a:lnTo>
                  <a:lnTo>
                    <a:pt x="18021" y="7730"/>
                  </a:lnTo>
                  <a:lnTo>
                    <a:pt x="17718" y="7851"/>
                  </a:lnTo>
                  <a:lnTo>
                    <a:pt x="17395" y="7952"/>
                  </a:lnTo>
                  <a:lnTo>
                    <a:pt x="17072" y="8032"/>
                  </a:lnTo>
                  <a:lnTo>
                    <a:pt x="16750" y="8093"/>
                  </a:lnTo>
                  <a:lnTo>
                    <a:pt x="16427" y="8133"/>
                  </a:lnTo>
                  <a:lnTo>
                    <a:pt x="16063" y="8133"/>
                  </a:lnTo>
                  <a:lnTo>
                    <a:pt x="15680" y="8113"/>
                  </a:lnTo>
                  <a:lnTo>
                    <a:pt x="15317" y="8073"/>
                  </a:lnTo>
                  <a:lnTo>
                    <a:pt x="14933" y="8012"/>
                  </a:lnTo>
                  <a:lnTo>
                    <a:pt x="14550" y="7931"/>
                  </a:lnTo>
                  <a:lnTo>
                    <a:pt x="14187" y="7831"/>
                  </a:lnTo>
                  <a:lnTo>
                    <a:pt x="13823" y="7730"/>
                  </a:lnTo>
                  <a:lnTo>
                    <a:pt x="13097" y="7488"/>
                  </a:lnTo>
                  <a:lnTo>
                    <a:pt x="12532" y="7306"/>
                  </a:lnTo>
                  <a:lnTo>
                    <a:pt x="11947" y="7124"/>
                  </a:lnTo>
                  <a:lnTo>
                    <a:pt x="11523" y="7003"/>
                  </a:lnTo>
                  <a:lnTo>
                    <a:pt x="11059" y="6902"/>
                  </a:lnTo>
                  <a:lnTo>
                    <a:pt x="10615" y="6822"/>
                  </a:lnTo>
                  <a:lnTo>
                    <a:pt x="10171" y="6741"/>
                  </a:lnTo>
                  <a:lnTo>
                    <a:pt x="9263" y="6640"/>
                  </a:lnTo>
                  <a:lnTo>
                    <a:pt x="8355" y="6559"/>
                  </a:lnTo>
                  <a:lnTo>
                    <a:pt x="7426" y="6519"/>
                  </a:lnTo>
                  <a:lnTo>
                    <a:pt x="4682" y="6519"/>
                  </a:lnTo>
                  <a:lnTo>
                    <a:pt x="3007" y="6539"/>
                  </a:lnTo>
                  <a:lnTo>
                    <a:pt x="2563" y="6519"/>
                  </a:lnTo>
                  <a:lnTo>
                    <a:pt x="2159" y="6478"/>
                  </a:lnTo>
                  <a:lnTo>
                    <a:pt x="1796" y="6398"/>
                  </a:lnTo>
                  <a:lnTo>
                    <a:pt x="1493" y="6297"/>
                  </a:lnTo>
                  <a:lnTo>
                    <a:pt x="1231" y="6176"/>
                  </a:lnTo>
                  <a:lnTo>
                    <a:pt x="1110" y="6095"/>
                  </a:lnTo>
                  <a:lnTo>
                    <a:pt x="1009" y="6014"/>
                  </a:lnTo>
                  <a:lnTo>
                    <a:pt x="928" y="5913"/>
                  </a:lnTo>
                  <a:lnTo>
                    <a:pt x="848" y="5833"/>
                  </a:lnTo>
                  <a:lnTo>
                    <a:pt x="767" y="5712"/>
                  </a:lnTo>
                  <a:lnTo>
                    <a:pt x="706" y="5611"/>
                  </a:lnTo>
                  <a:lnTo>
                    <a:pt x="646" y="5429"/>
                  </a:lnTo>
                  <a:lnTo>
                    <a:pt x="606" y="5248"/>
                  </a:lnTo>
                  <a:lnTo>
                    <a:pt x="606" y="5046"/>
                  </a:lnTo>
                  <a:lnTo>
                    <a:pt x="606" y="4864"/>
                  </a:lnTo>
                  <a:lnTo>
                    <a:pt x="626" y="4662"/>
                  </a:lnTo>
                  <a:lnTo>
                    <a:pt x="666" y="4481"/>
                  </a:lnTo>
                  <a:lnTo>
                    <a:pt x="767" y="4077"/>
                  </a:lnTo>
                  <a:lnTo>
                    <a:pt x="888" y="3593"/>
                  </a:lnTo>
                  <a:lnTo>
                    <a:pt x="928" y="3330"/>
                  </a:lnTo>
                  <a:lnTo>
                    <a:pt x="949" y="3088"/>
                  </a:lnTo>
                  <a:lnTo>
                    <a:pt x="928" y="2866"/>
                  </a:lnTo>
                  <a:lnTo>
                    <a:pt x="908" y="2664"/>
                  </a:lnTo>
                  <a:lnTo>
                    <a:pt x="868" y="2463"/>
                  </a:lnTo>
                  <a:lnTo>
                    <a:pt x="807" y="2261"/>
                  </a:lnTo>
                  <a:lnTo>
                    <a:pt x="666" y="1857"/>
                  </a:lnTo>
                  <a:lnTo>
                    <a:pt x="505" y="1454"/>
                  </a:lnTo>
                  <a:lnTo>
                    <a:pt x="363" y="1090"/>
                  </a:lnTo>
                  <a:lnTo>
                    <a:pt x="222" y="727"/>
                  </a:lnTo>
                  <a:lnTo>
                    <a:pt x="121" y="364"/>
                  </a:lnTo>
                  <a:lnTo>
                    <a:pt x="101" y="182"/>
                  </a:lnTo>
                  <a:lnTo>
                    <a:pt x="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flipH="1">
              <a:off x="-3310451" y="-5112976"/>
              <a:ext cx="886861" cy="530339"/>
            </a:xfrm>
            <a:custGeom>
              <a:rect b="b" l="l" r="r" t="t"/>
              <a:pathLst>
                <a:path extrusionOk="0" h="9486" w="15863">
                  <a:moveTo>
                    <a:pt x="4117" y="82"/>
                  </a:moveTo>
                  <a:lnTo>
                    <a:pt x="4581" y="122"/>
                  </a:lnTo>
                  <a:lnTo>
                    <a:pt x="5025" y="162"/>
                  </a:lnTo>
                  <a:lnTo>
                    <a:pt x="5429" y="223"/>
                  </a:lnTo>
                  <a:lnTo>
                    <a:pt x="6176" y="344"/>
                  </a:lnTo>
                  <a:lnTo>
                    <a:pt x="6741" y="465"/>
                  </a:lnTo>
                  <a:lnTo>
                    <a:pt x="7427" y="626"/>
                  </a:lnTo>
                  <a:lnTo>
                    <a:pt x="8113" y="788"/>
                  </a:lnTo>
                  <a:lnTo>
                    <a:pt x="8799" y="990"/>
                  </a:lnTo>
                  <a:lnTo>
                    <a:pt x="9485" y="1171"/>
                  </a:lnTo>
                  <a:lnTo>
                    <a:pt x="10171" y="1393"/>
                  </a:lnTo>
                  <a:lnTo>
                    <a:pt x="10837" y="1615"/>
                  </a:lnTo>
                  <a:lnTo>
                    <a:pt x="11503" y="1857"/>
                  </a:lnTo>
                  <a:lnTo>
                    <a:pt x="12169" y="2100"/>
                  </a:lnTo>
                  <a:lnTo>
                    <a:pt x="12815" y="2382"/>
                  </a:lnTo>
                  <a:lnTo>
                    <a:pt x="13158" y="2523"/>
                  </a:lnTo>
                  <a:lnTo>
                    <a:pt x="13481" y="2705"/>
                  </a:lnTo>
                  <a:lnTo>
                    <a:pt x="13824" y="2887"/>
                  </a:lnTo>
                  <a:lnTo>
                    <a:pt x="14127" y="3109"/>
                  </a:lnTo>
                  <a:lnTo>
                    <a:pt x="14429" y="3331"/>
                  </a:lnTo>
                  <a:lnTo>
                    <a:pt x="14712" y="3593"/>
                  </a:lnTo>
                  <a:lnTo>
                    <a:pt x="14954" y="3875"/>
                  </a:lnTo>
                  <a:lnTo>
                    <a:pt x="15176" y="4158"/>
                  </a:lnTo>
                  <a:lnTo>
                    <a:pt x="15358" y="4481"/>
                  </a:lnTo>
                  <a:lnTo>
                    <a:pt x="15519" y="4804"/>
                  </a:lnTo>
                  <a:lnTo>
                    <a:pt x="15620" y="5127"/>
                  </a:lnTo>
                  <a:lnTo>
                    <a:pt x="15721" y="5490"/>
                  </a:lnTo>
                  <a:lnTo>
                    <a:pt x="15761" y="5833"/>
                  </a:lnTo>
                  <a:lnTo>
                    <a:pt x="15781" y="6176"/>
                  </a:lnTo>
                  <a:lnTo>
                    <a:pt x="15741" y="6539"/>
                  </a:lnTo>
                  <a:lnTo>
                    <a:pt x="15680" y="6902"/>
                  </a:lnTo>
                  <a:lnTo>
                    <a:pt x="15580" y="7246"/>
                  </a:lnTo>
                  <a:lnTo>
                    <a:pt x="15438" y="7589"/>
                  </a:lnTo>
                  <a:lnTo>
                    <a:pt x="15257" y="7891"/>
                  </a:lnTo>
                  <a:lnTo>
                    <a:pt x="15055" y="8174"/>
                  </a:lnTo>
                  <a:lnTo>
                    <a:pt x="14813" y="8436"/>
                  </a:lnTo>
                  <a:lnTo>
                    <a:pt x="14550" y="8678"/>
                  </a:lnTo>
                  <a:lnTo>
                    <a:pt x="14389" y="8799"/>
                  </a:lnTo>
                  <a:lnTo>
                    <a:pt x="14207" y="8900"/>
                  </a:lnTo>
                  <a:lnTo>
                    <a:pt x="14026" y="8981"/>
                  </a:lnTo>
                  <a:lnTo>
                    <a:pt x="13844" y="9082"/>
                  </a:lnTo>
                  <a:lnTo>
                    <a:pt x="13481" y="9203"/>
                  </a:lnTo>
                  <a:lnTo>
                    <a:pt x="13097" y="9304"/>
                  </a:lnTo>
                  <a:lnTo>
                    <a:pt x="12734" y="9364"/>
                  </a:lnTo>
                  <a:lnTo>
                    <a:pt x="12371" y="9385"/>
                  </a:lnTo>
                  <a:lnTo>
                    <a:pt x="12028" y="9405"/>
                  </a:lnTo>
                  <a:lnTo>
                    <a:pt x="11725" y="9385"/>
                  </a:lnTo>
                  <a:lnTo>
                    <a:pt x="11362" y="9364"/>
                  </a:lnTo>
                  <a:lnTo>
                    <a:pt x="10999" y="9324"/>
                  </a:lnTo>
                  <a:lnTo>
                    <a:pt x="10615" y="9264"/>
                  </a:lnTo>
                  <a:lnTo>
                    <a:pt x="10272" y="9183"/>
                  </a:lnTo>
                  <a:lnTo>
                    <a:pt x="9546" y="9021"/>
                  </a:lnTo>
                  <a:lnTo>
                    <a:pt x="8839" y="8840"/>
                  </a:lnTo>
                  <a:lnTo>
                    <a:pt x="7810" y="8577"/>
                  </a:lnTo>
                  <a:lnTo>
                    <a:pt x="7306" y="8476"/>
                  </a:lnTo>
                  <a:lnTo>
                    <a:pt x="6781" y="8376"/>
                  </a:lnTo>
                  <a:lnTo>
                    <a:pt x="6055" y="8295"/>
                  </a:lnTo>
                  <a:lnTo>
                    <a:pt x="5328" y="8234"/>
                  </a:lnTo>
                  <a:lnTo>
                    <a:pt x="4622" y="8214"/>
                  </a:lnTo>
                  <a:lnTo>
                    <a:pt x="3895" y="8214"/>
                  </a:lnTo>
                  <a:lnTo>
                    <a:pt x="2866" y="8194"/>
                  </a:lnTo>
                  <a:lnTo>
                    <a:pt x="2341" y="8174"/>
                  </a:lnTo>
                  <a:lnTo>
                    <a:pt x="1837" y="8133"/>
                  </a:lnTo>
                  <a:lnTo>
                    <a:pt x="1393" y="8073"/>
                  </a:lnTo>
                  <a:lnTo>
                    <a:pt x="1171" y="8033"/>
                  </a:lnTo>
                  <a:lnTo>
                    <a:pt x="969" y="7972"/>
                  </a:lnTo>
                  <a:lnTo>
                    <a:pt x="767" y="7871"/>
                  </a:lnTo>
                  <a:lnTo>
                    <a:pt x="586" y="7770"/>
                  </a:lnTo>
                  <a:lnTo>
                    <a:pt x="404" y="7629"/>
                  </a:lnTo>
                  <a:lnTo>
                    <a:pt x="283" y="7467"/>
                  </a:lnTo>
                  <a:lnTo>
                    <a:pt x="223" y="7367"/>
                  </a:lnTo>
                  <a:lnTo>
                    <a:pt x="162" y="7246"/>
                  </a:lnTo>
                  <a:lnTo>
                    <a:pt x="101" y="7024"/>
                  </a:lnTo>
                  <a:lnTo>
                    <a:pt x="81" y="6802"/>
                  </a:lnTo>
                  <a:lnTo>
                    <a:pt x="101" y="6580"/>
                  </a:lnTo>
                  <a:lnTo>
                    <a:pt x="142" y="6337"/>
                  </a:lnTo>
                  <a:lnTo>
                    <a:pt x="182" y="6095"/>
                  </a:lnTo>
                  <a:lnTo>
                    <a:pt x="323" y="5611"/>
                  </a:lnTo>
                  <a:lnTo>
                    <a:pt x="445" y="5248"/>
                  </a:lnTo>
                  <a:lnTo>
                    <a:pt x="525" y="4905"/>
                  </a:lnTo>
                  <a:lnTo>
                    <a:pt x="545" y="4723"/>
                  </a:lnTo>
                  <a:lnTo>
                    <a:pt x="566" y="4562"/>
                  </a:lnTo>
                  <a:lnTo>
                    <a:pt x="586" y="4380"/>
                  </a:lnTo>
                  <a:lnTo>
                    <a:pt x="566" y="4218"/>
                  </a:lnTo>
                  <a:lnTo>
                    <a:pt x="485" y="3795"/>
                  </a:lnTo>
                  <a:lnTo>
                    <a:pt x="384" y="3391"/>
                  </a:lnTo>
                  <a:lnTo>
                    <a:pt x="263" y="2887"/>
                  </a:lnTo>
                  <a:lnTo>
                    <a:pt x="223" y="2644"/>
                  </a:lnTo>
                  <a:lnTo>
                    <a:pt x="182" y="2382"/>
                  </a:lnTo>
                  <a:lnTo>
                    <a:pt x="202" y="2140"/>
                  </a:lnTo>
                  <a:lnTo>
                    <a:pt x="243" y="1898"/>
                  </a:lnTo>
                  <a:lnTo>
                    <a:pt x="323" y="1656"/>
                  </a:lnTo>
                  <a:lnTo>
                    <a:pt x="445" y="1393"/>
                  </a:lnTo>
                  <a:lnTo>
                    <a:pt x="566" y="1212"/>
                  </a:lnTo>
                  <a:lnTo>
                    <a:pt x="707" y="1050"/>
                  </a:lnTo>
                  <a:lnTo>
                    <a:pt x="868" y="889"/>
                  </a:lnTo>
                  <a:lnTo>
                    <a:pt x="1030" y="748"/>
                  </a:lnTo>
                  <a:lnTo>
                    <a:pt x="1211" y="626"/>
                  </a:lnTo>
                  <a:lnTo>
                    <a:pt x="1393" y="526"/>
                  </a:lnTo>
                  <a:lnTo>
                    <a:pt x="1595" y="425"/>
                  </a:lnTo>
                  <a:lnTo>
                    <a:pt x="1797" y="344"/>
                  </a:lnTo>
                  <a:lnTo>
                    <a:pt x="2019" y="283"/>
                  </a:lnTo>
                  <a:lnTo>
                    <a:pt x="2241" y="223"/>
                  </a:lnTo>
                  <a:lnTo>
                    <a:pt x="2705" y="142"/>
                  </a:lnTo>
                  <a:lnTo>
                    <a:pt x="3189" y="82"/>
                  </a:lnTo>
                  <a:close/>
                  <a:moveTo>
                    <a:pt x="3552" y="1"/>
                  </a:moveTo>
                  <a:lnTo>
                    <a:pt x="3088" y="21"/>
                  </a:lnTo>
                  <a:lnTo>
                    <a:pt x="2604" y="61"/>
                  </a:lnTo>
                  <a:lnTo>
                    <a:pt x="2160" y="162"/>
                  </a:lnTo>
                  <a:lnTo>
                    <a:pt x="1938" y="223"/>
                  </a:lnTo>
                  <a:lnTo>
                    <a:pt x="1716" y="283"/>
                  </a:lnTo>
                  <a:lnTo>
                    <a:pt x="1514" y="384"/>
                  </a:lnTo>
                  <a:lnTo>
                    <a:pt x="1312" y="465"/>
                  </a:lnTo>
                  <a:lnTo>
                    <a:pt x="1131" y="586"/>
                  </a:lnTo>
                  <a:lnTo>
                    <a:pt x="949" y="707"/>
                  </a:lnTo>
                  <a:lnTo>
                    <a:pt x="788" y="848"/>
                  </a:lnTo>
                  <a:lnTo>
                    <a:pt x="646" y="990"/>
                  </a:lnTo>
                  <a:lnTo>
                    <a:pt x="505" y="1171"/>
                  </a:lnTo>
                  <a:lnTo>
                    <a:pt x="384" y="1353"/>
                  </a:lnTo>
                  <a:lnTo>
                    <a:pt x="243" y="1615"/>
                  </a:lnTo>
                  <a:lnTo>
                    <a:pt x="162" y="1878"/>
                  </a:lnTo>
                  <a:lnTo>
                    <a:pt x="122" y="2140"/>
                  </a:lnTo>
                  <a:lnTo>
                    <a:pt x="101" y="2382"/>
                  </a:lnTo>
                  <a:lnTo>
                    <a:pt x="142" y="2644"/>
                  </a:lnTo>
                  <a:lnTo>
                    <a:pt x="182" y="2887"/>
                  </a:lnTo>
                  <a:lnTo>
                    <a:pt x="303" y="3411"/>
                  </a:lnTo>
                  <a:lnTo>
                    <a:pt x="404" y="3815"/>
                  </a:lnTo>
                  <a:lnTo>
                    <a:pt x="485" y="4218"/>
                  </a:lnTo>
                  <a:lnTo>
                    <a:pt x="505" y="4380"/>
                  </a:lnTo>
                  <a:lnTo>
                    <a:pt x="485" y="4541"/>
                  </a:lnTo>
                  <a:lnTo>
                    <a:pt x="445" y="4884"/>
                  </a:lnTo>
                  <a:lnTo>
                    <a:pt x="364" y="5227"/>
                  </a:lnTo>
                  <a:lnTo>
                    <a:pt x="263" y="5591"/>
                  </a:lnTo>
                  <a:lnTo>
                    <a:pt x="101" y="6075"/>
                  </a:lnTo>
                  <a:lnTo>
                    <a:pt x="61" y="6337"/>
                  </a:lnTo>
                  <a:lnTo>
                    <a:pt x="21" y="6580"/>
                  </a:lnTo>
                  <a:lnTo>
                    <a:pt x="1" y="6822"/>
                  </a:lnTo>
                  <a:lnTo>
                    <a:pt x="41" y="7064"/>
                  </a:lnTo>
                  <a:lnTo>
                    <a:pt x="101" y="7286"/>
                  </a:lnTo>
                  <a:lnTo>
                    <a:pt x="142" y="7387"/>
                  </a:lnTo>
                  <a:lnTo>
                    <a:pt x="202" y="7508"/>
                  </a:lnTo>
                  <a:lnTo>
                    <a:pt x="344" y="7689"/>
                  </a:lnTo>
                  <a:lnTo>
                    <a:pt x="525" y="7831"/>
                  </a:lnTo>
                  <a:lnTo>
                    <a:pt x="727" y="7952"/>
                  </a:lnTo>
                  <a:lnTo>
                    <a:pt x="929" y="8033"/>
                  </a:lnTo>
                  <a:lnTo>
                    <a:pt x="1151" y="8113"/>
                  </a:lnTo>
                  <a:lnTo>
                    <a:pt x="1373" y="8154"/>
                  </a:lnTo>
                  <a:lnTo>
                    <a:pt x="1817" y="8214"/>
                  </a:lnTo>
                  <a:lnTo>
                    <a:pt x="2341" y="8255"/>
                  </a:lnTo>
                  <a:lnTo>
                    <a:pt x="2866" y="8275"/>
                  </a:lnTo>
                  <a:lnTo>
                    <a:pt x="3895" y="8295"/>
                  </a:lnTo>
                  <a:lnTo>
                    <a:pt x="4602" y="8295"/>
                  </a:lnTo>
                  <a:lnTo>
                    <a:pt x="5328" y="8315"/>
                  </a:lnTo>
                  <a:lnTo>
                    <a:pt x="6055" y="8376"/>
                  </a:lnTo>
                  <a:lnTo>
                    <a:pt x="6761" y="8456"/>
                  </a:lnTo>
                  <a:lnTo>
                    <a:pt x="7286" y="8557"/>
                  </a:lnTo>
                  <a:lnTo>
                    <a:pt x="7790" y="8658"/>
                  </a:lnTo>
                  <a:lnTo>
                    <a:pt x="8819" y="8920"/>
                  </a:lnTo>
                  <a:lnTo>
                    <a:pt x="9526" y="9102"/>
                  </a:lnTo>
                  <a:lnTo>
                    <a:pt x="10252" y="9264"/>
                  </a:lnTo>
                  <a:lnTo>
                    <a:pt x="10615" y="9344"/>
                  </a:lnTo>
                  <a:lnTo>
                    <a:pt x="10979" y="9385"/>
                  </a:lnTo>
                  <a:lnTo>
                    <a:pt x="11342" y="9445"/>
                  </a:lnTo>
                  <a:lnTo>
                    <a:pt x="11725" y="9465"/>
                  </a:lnTo>
                  <a:lnTo>
                    <a:pt x="12048" y="9485"/>
                  </a:lnTo>
                  <a:lnTo>
                    <a:pt x="12351" y="9465"/>
                  </a:lnTo>
                  <a:lnTo>
                    <a:pt x="12674" y="9445"/>
                  </a:lnTo>
                  <a:lnTo>
                    <a:pt x="12997" y="9405"/>
                  </a:lnTo>
                  <a:lnTo>
                    <a:pt x="13319" y="9324"/>
                  </a:lnTo>
                  <a:lnTo>
                    <a:pt x="13662" y="9223"/>
                  </a:lnTo>
                  <a:lnTo>
                    <a:pt x="13985" y="9102"/>
                  </a:lnTo>
                  <a:lnTo>
                    <a:pt x="14288" y="8941"/>
                  </a:lnTo>
                  <a:lnTo>
                    <a:pt x="14591" y="8739"/>
                  </a:lnTo>
                  <a:lnTo>
                    <a:pt x="14873" y="8497"/>
                  </a:lnTo>
                  <a:lnTo>
                    <a:pt x="15115" y="8234"/>
                  </a:lnTo>
                  <a:lnTo>
                    <a:pt x="15337" y="7932"/>
                  </a:lnTo>
                  <a:lnTo>
                    <a:pt x="15499" y="7609"/>
                  </a:lnTo>
                  <a:lnTo>
                    <a:pt x="15660" y="7286"/>
                  </a:lnTo>
                  <a:lnTo>
                    <a:pt x="15761" y="6923"/>
                  </a:lnTo>
                  <a:lnTo>
                    <a:pt x="15822" y="6559"/>
                  </a:lnTo>
                  <a:lnTo>
                    <a:pt x="15862" y="6176"/>
                  </a:lnTo>
                  <a:lnTo>
                    <a:pt x="15842" y="5833"/>
                  </a:lnTo>
                  <a:lnTo>
                    <a:pt x="15802" y="5470"/>
                  </a:lnTo>
                  <a:lnTo>
                    <a:pt x="15701" y="5106"/>
                  </a:lnTo>
                  <a:lnTo>
                    <a:pt x="15580" y="4763"/>
                  </a:lnTo>
                  <a:lnTo>
                    <a:pt x="15418" y="4440"/>
                  </a:lnTo>
                  <a:lnTo>
                    <a:pt x="15236" y="4118"/>
                  </a:lnTo>
                  <a:lnTo>
                    <a:pt x="15015" y="3815"/>
                  </a:lnTo>
                  <a:lnTo>
                    <a:pt x="14772" y="3532"/>
                  </a:lnTo>
                  <a:lnTo>
                    <a:pt x="14490" y="3270"/>
                  </a:lnTo>
                  <a:lnTo>
                    <a:pt x="14187" y="3028"/>
                  </a:lnTo>
                  <a:lnTo>
                    <a:pt x="13864" y="2826"/>
                  </a:lnTo>
                  <a:lnTo>
                    <a:pt x="13541" y="2624"/>
                  </a:lnTo>
                  <a:lnTo>
                    <a:pt x="13198" y="2463"/>
                  </a:lnTo>
                  <a:lnTo>
                    <a:pt x="12855" y="2301"/>
                  </a:lnTo>
                  <a:lnTo>
                    <a:pt x="12189" y="2039"/>
                  </a:lnTo>
                  <a:lnTo>
                    <a:pt x="11523" y="1777"/>
                  </a:lnTo>
                  <a:lnTo>
                    <a:pt x="10857" y="1535"/>
                  </a:lnTo>
                  <a:lnTo>
                    <a:pt x="10191" y="1313"/>
                  </a:lnTo>
                  <a:lnTo>
                    <a:pt x="9505" y="1111"/>
                  </a:lnTo>
                  <a:lnTo>
                    <a:pt x="8819" y="909"/>
                  </a:lnTo>
                  <a:lnTo>
                    <a:pt x="8133" y="707"/>
                  </a:lnTo>
                  <a:lnTo>
                    <a:pt x="7447" y="546"/>
                  </a:lnTo>
                  <a:lnTo>
                    <a:pt x="6761" y="384"/>
                  </a:lnTo>
                  <a:lnTo>
                    <a:pt x="6176" y="263"/>
                  </a:lnTo>
                  <a:lnTo>
                    <a:pt x="5389" y="142"/>
                  </a:lnTo>
                  <a:lnTo>
                    <a:pt x="4965" y="82"/>
                  </a:lnTo>
                  <a:lnTo>
                    <a:pt x="4501" y="21"/>
                  </a:lnTo>
                  <a:lnTo>
                    <a:pt x="403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flipH="1">
              <a:off x="-3290097" y="-5084743"/>
              <a:ext cx="669045" cy="364461"/>
            </a:xfrm>
            <a:custGeom>
              <a:rect b="b" l="l" r="r" t="t"/>
              <a:pathLst>
                <a:path extrusionOk="0" h="6519" w="11967">
                  <a:moveTo>
                    <a:pt x="6216" y="81"/>
                  </a:moveTo>
                  <a:lnTo>
                    <a:pt x="6720" y="121"/>
                  </a:lnTo>
                  <a:lnTo>
                    <a:pt x="7204" y="202"/>
                  </a:lnTo>
                  <a:lnTo>
                    <a:pt x="7709" y="283"/>
                  </a:lnTo>
                  <a:lnTo>
                    <a:pt x="8173" y="404"/>
                  </a:lnTo>
                  <a:lnTo>
                    <a:pt x="8657" y="565"/>
                  </a:lnTo>
                  <a:lnTo>
                    <a:pt x="9121" y="727"/>
                  </a:lnTo>
                  <a:lnTo>
                    <a:pt x="9565" y="929"/>
                  </a:lnTo>
                  <a:lnTo>
                    <a:pt x="9868" y="1090"/>
                  </a:lnTo>
                  <a:lnTo>
                    <a:pt x="10171" y="1272"/>
                  </a:lnTo>
                  <a:lnTo>
                    <a:pt x="10433" y="1433"/>
                  </a:lnTo>
                  <a:lnTo>
                    <a:pt x="10675" y="1615"/>
                  </a:lnTo>
                  <a:lnTo>
                    <a:pt x="10897" y="1796"/>
                  </a:lnTo>
                  <a:lnTo>
                    <a:pt x="11099" y="1998"/>
                  </a:lnTo>
                  <a:lnTo>
                    <a:pt x="11261" y="2200"/>
                  </a:lnTo>
                  <a:lnTo>
                    <a:pt x="11422" y="2402"/>
                  </a:lnTo>
                  <a:lnTo>
                    <a:pt x="11583" y="2684"/>
                  </a:lnTo>
                  <a:lnTo>
                    <a:pt x="11725" y="2967"/>
                  </a:lnTo>
                  <a:lnTo>
                    <a:pt x="11805" y="3270"/>
                  </a:lnTo>
                  <a:lnTo>
                    <a:pt x="11866" y="3552"/>
                  </a:lnTo>
                  <a:lnTo>
                    <a:pt x="11886" y="3855"/>
                  </a:lnTo>
                  <a:lnTo>
                    <a:pt x="11866" y="4137"/>
                  </a:lnTo>
                  <a:lnTo>
                    <a:pt x="11805" y="4420"/>
                  </a:lnTo>
                  <a:lnTo>
                    <a:pt x="11725" y="4662"/>
                  </a:lnTo>
                  <a:lnTo>
                    <a:pt x="11644" y="4823"/>
                  </a:lnTo>
                  <a:lnTo>
                    <a:pt x="11543" y="4965"/>
                  </a:lnTo>
                  <a:lnTo>
                    <a:pt x="11442" y="5106"/>
                  </a:lnTo>
                  <a:lnTo>
                    <a:pt x="11321" y="5247"/>
                  </a:lnTo>
                  <a:lnTo>
                    <a:pt x="11180" y="5388"/>
                  </a:lnTo>
                  <a:lnTo>
                    <a:pt x="11039" y="5510"/>
                  </a:lnTo>
                  <a:lnTo>
                    <a:pt x="10877" y="5631"/>
                  </a:lnTo>
                  <a:lnTo>
                    <a:pt x="10695" y="5752"/>
                  </a:lnTo>
                  <a:lnTo>
                    <a:pt x="10494" y="5853"/>
                  </a:lnTo>
                  <a:lnTo>
                    <a:pt x="10292" y="5953"/>
                  </a:lnTo>
                  <a:lnTo>
                    <a:pt x="10070" y="6054"/>
                  </a:lnTo>
                  <a:lnTo>
                    <a:pt x="9848" y="6135"/>
                  </a:lnTo>
                  <a:lnTo>
                    <a:pt x="9606" y="6216"/>
                  </a:lnTo>
                  <a:lnTo>
                    <a:pt x="9364" y="6276"/>
                  </a:lnTo>
                  <a:lnTo>
                    <a:pt x="8859" y="6377"/>
                  </a:lnTo>
                  <a:lnTo>
                    <a:pt x="8314" y="6438"/>
                  </a:lnTo>
                  <a:lnTo>
                    <a:pt x="7729" y="6438"/>
                  </a:lnTo>
                  <a:lnTo>
                    <a:pt x="7103" y="6418"/>
                  </a:lnTo>
                  <a:lnTo>
                    <a:pt x="6438" y="6357"/>
                  </a:lnTo>
                  <a:lnTo>
                    <a:pt x="5731" y="6256"/>
                  </a:lnTo>
                  <a:lnTo>
                    <a:pt x="5025" y="6115"/>
                  </a:lnTo>
                  <a:lnTo>
                    <a:pt x="4339" y="5953"/>
                  </a:lnTo>
                  <a:lnTo>
                    <a:pt x="3653" y="5772"/>
                  </a:lnTo>
                  <a:lnTo>
                    <a:pt x="2987" y="5550"/>
                  </a:lnTo>
                  <a:lnTo>
                    <a:pt x="2321" y="5308"/>
                  </a:lnTo>
                  <a:lnTo>
                    <a:pt x="1655" y="5025"/>
                  </a:lnTo>
                  <a:lnTo>
                    <a:pt x="1009" y="4722"/>
                  </a:lnTo>
                  <a:lnTo>
                    <a:pt x="787" y="4581"/>
                  </a:lnTo>
                  <a:lnTo>
                    <a:pt x="585" y="4460"/>
                  </a:lnTo>
                  <a:lnTo>
                    <a:pt x="424" y="4299"/>
                  </a:lnTo>
                  <a:lnTo>
                    <a:pt x="283" y="4137"/>
                  </a:lnTo>
                  <a:lnTo>
                    <a:pt x="182" y="3956"/>
                  </a:lnTo>
                  <a:lnTo>
                    <a:pt x="121" y="3754"/>
                  </a:lnTo>
                  <a:lnTo>
                    <a:pt x="81" y="3552"/>
                  </a:lnTo>
                  <a:lnTo>
                    <a:pt x="81" y="3350"/>
                  </a:lnTo>
                  <a:lnTo>
                    <a:pt x="101" y="3148"/>
                  </a:lnTo>
                  <a:lnTo>
                    <a:pt x="141" y="2947"/>
                  </a:lnTo>
                  <a:lnTo>
                    <a:pt x="222" y="2745"/>
                  </a:lnTo>
                  <a:lnTo>
                    <a:pt x="303" y="2543"/>
                  </a:lnTo>
                  <a:lnTo>
                    <a:pt x="424" y="2341"/>
                  </a:lnTo>
                  <a:lnTo>
                    <a:pt x="545" y="2139"/>
                  </a:lnTo>
                  <a:lnTo>
                    <a:pt x="686" y="1958"/>
                  </a:lnTo>
                  <a:lnTo>
                    <a:pt x="827" y="1776"/>
                  </a:lnTo>
                  <a:lnTo>
                    <a:pt x="989" y="1595"/>
                  </a:lnTo>
                  <a:lnTo>
                    <a:pt x="1171" y="1433"/>
                  </a:lnTo>
                  <a:lnTo>
                    <a:pt x="1352" y="1272"/>
                  </a:lnTo>
                  <a:lnTo>
                    <a:pt x="1534" y="1130"/>
                  </a:lnTo>
                  <a:lnTo>
                    <a:pt x="1715" y="1009"/>
                  </a:lnTo>
                  <a:lnTo>
                    <a:pt x="1917" y="888"/>
                  </a:lnTo>
                  <a:lnTo>
                    <a:pt x="2099" y="787"/>
                  </a:lnTo>
                  <a:lnTo>
                    <a:pt x="2301" y="707"/>
                  </a:lnTo>
                  <a:lnTo>
                    <a:pt x="2724" y="565"/>
                  </a:lnTo>
                  <a:lnTo>
                    <a:pt x="3148" y="424"/>
                  </a:lnTo>
                  <a:lnTo>
                    <a:pt x="3572" y="323"/>
                  </a:lnTo>
                  <a:lnTo>
                    <a:pt x="3996" y="222"/>
                  </a:lnTo>
                  <a:lnTo>
                    <a:pt x="4419" y="162"/>
                  </a:lnTo>
                  <a:lnTo>
                    <a:pt x="4863" y="121"/>
                  </a:lnTo>
                  <a:lnTo>
                    <a:pt x="5287" y="81"/>
                  </a:lnTo>
                  <a:close/>
                  <a:moveTo>
                    <a:pt x="5550" y="0"/>
                  </a:moveTo>
                  <a:lnTo>
                    <a:pt x="5085" y="21"/>
                  </a:lnTo>
                  <a:lnTo>
                    <a:pt x="4601" y="61"/>
                  </a:lnTo>
                  <a:lnTo>
                    <a:pt x="4137" y="121"/>
                  </a:lnTo>
                  <a:lnTo>
                    <a:pt x="3653" y="222"/>
                  </a:lnTo>
                  <a:lnTo>
                    <a:pt x="3189" y="323"/>
                  </a:lnTo>
                  <a:lnTo>
                    <a:pt x="2724" y="464"/>
                  </a:lnTo>
                  <a:lnTo>
                    <a:pt x="2260" y="626"/>
                  </a:lnTo>
                  <a:lnTo>
                    <a:pt x="2079" y="707"/>
                  </a:lnTo>
                  <a:lnTo>
                    <a:pt x="1877" y="808"/>
                  </a:lnTo>
                  <a:lnTo>
                    <a:pt x="1675" y="929"/>
                  </a:lnTo>
                  <a:lnTo>
                    <a:pt x="1493" y="1070"/>
                  </a:lnTo>
                  <a:lnTo>
                    <a:pt x="1292" y="1211"/>
                  </a:lnTo>
                  <a:lnTo>
                    <a:pt x="1110" y="1373"/>
                  </a:lnTo>
                  <a:lnTo>
                    <a:pt x="928" y="1554"/>
                  </a:lnTo>
                  <a:lnTo>
                    <a:pt x="767" y="1716"/>
                  </a:lnTo>
                  <a:lnTo>
                    <a:pt x="605" y="1917"/>
                  </a:lnTo>
                  <a:lnTo>
                    <a:pt x="464" y="2119"/>
                  </a:lnTo>
                  <a:lnTo>
                    <a:pt x="343" y="2301"/>
                  </a:lnTo>
                  <a:lnTo>
                    <a:pt x="242" y="2523"/>
                  </a:lnTo>
                  <a:lnTo>
                    <a:pt x="141" y="2725"/>
                  </a:lnTo>
                  <a:lnTo>
                    <a:pt x="81" y="2926"/>
                  </a:lnTo>
                  <a:lnTo>
                    <a:pt x="20" y="3128"/>
                  </a:lnTo>
                  <a:lnTo>
                    <a:pt x="0" y="3330"/>
                  </a:lnTo>
                  <a:lnTo>
                    <a:pt x="0" y="3572"/>
                  </a:lnTo>
                  <a:lnTo>
                    <a:pt x="40" y="3774"/>
                  </a:lnTo>
                  <a:lnTo>
                    <a:pt x="121" y="3976"/>
                  </a:lnTo>
                  <a:lnTo>
                    <a:pt x="222" y="4178"/>
                  </a:lnTo>
                  <a:lnTo>
                    <a:pt x="363" y="4339"/>
                  </a:lnTo>
                  <a:lnTo>
                    <a:pt x="525" y="4501"/>
                  </a:lnTo>
                  <a:lnTo>
                    <a:pt x="747" y="4662"/>
                  </a:lnTo>
                  <a:lnTo>
                    <a:pt x="969" y="4783"/>
                  </a:lnTo>
                  <a:lnTo>
                    <a:pt x="1614" y="5106"/>
                  </a:lnTo>
                  <a:lnTo>
                    <a:pt x="2280" y="5368"/>
                  </a:lnTo>
                  <a:lnTo>
                    <a:pt x="2946" y="5631"/>
                  </a:lnTo>
                  <a:lnTo>
                    <a:pt x="3632" y="5853"/>
                  </a:lnTo>
                  <a:lnTo>
                    <a:pt x="4319" y="6034"/>
                  </a:lnTo>
                  <a:lnTo>
                    <a:pt x="5025" y="6196"/>
                  </a:lnTo>
                  <a:lnTo>
                    <a:pt x="5731" y="6337"/>
                  </a:lnTo>
                  <a:lnTo>
                    <a:pt x="6438" y="6438"/>
                  </a:lnTo>
                  <a:lnTo>
                    <a:pt x="7144" y="6498"/>
                  </a:lnTo>
                  <a:lnTo>
                    <a:pt x="7790" y="6519"/>
                  </a:lnTo>
                  <a:lnTo>
                    <a:pt x="8234" y="6519"/>
                  </a:lnTo>
                  <a:lnTo>
                    <a:pt x="8637" y="6478"/>
                  </a:lnTo>
                  <a:lnTo>
                    <a:pt x="9041" y="6418"/>
                  </a:lnTo>
                  <a:lnTo>
                    <a:pt x="9424" y="6357"/>
                  </a:lnTo>
                  <a:lnTo>
                    <a:pt x="9767" y="6256"/>
                  </a:lnTo>
                  <a:lnTo>
                    <a:pt x="10110" y="6135"/>
                  </a:lnTo>
                  <a:lnTo>
                    <a:pt x="10433" y="5974"/>
                  </a:lnTo>
                  <a:lnTo>
                    <a:pt x="10736" y="5812"/>
                  </a:lnTo>
                  <a:lnTo>
                    <a:pt x="10917" y="5691"/>
                  </a:lnTo>
                  <a:lnTo>
                    <a:pt x="11079" y="5570"/>
                  </a:lnTo>
                  <a:lnTo>
                    <a:pt x="11240" y="5429"/>
                  </a:lnTo>
                  <a:lnTo>
                    <a:pt x="11382" y="5308"/>
                  </a:lnTo>
                  <a:lnTo>
                    <a:pt x="11503" y="5166"/>
                  </a:lnTo>
                  <a:lnTo>
                    <a:pt x="11604" y="5005"/>
                  </a:lnTo>
                  <a:lnTo>
                    <a:pt x="11704" y="4864"/>
                  </a:lnTo>
                  <a:lnTo>
                    <a:pt x="11785" y="4702"/>
                  </a:lnTo>
                  <a:lnTo>
                    <a:pt x="11886" y="4440"/>
                  </a:lnTo>
                  <a:lnTo>
                    <a:pt x="11947" y="4137"/>
                  </a:lnTo>
                  <a:lnTo>
                    <a:pt x="11967" y="3855"/>
                  </a:lnTo>
                  <a:lnTo>
                    <a:pt x="11947" y="3552"/>
                  </a:lnTo>
                  <a:lnTo>
                    <a:pt x="11886" y="3249"/>
                  </a:lnTo>
                  <a:lnTo>
                    <a:pt x="11805" y="2947"/>
                  </a:lnTo>
                  <a:lnTo>
                    <a:pt x="11664" y="2644"/>
                  </a:lnTo>
                  <a:lnTo>
                    <a:pt x="11483" y="2361"/>
                  </a:lnTo>
                  <a:lnTo>
                    <a:pt x="11341" y="2160"/>
                  </a:lnTo>
                  <a:lnTo>
                    <a:pt x="11160" y="1938"/>
                  </a:lnTo>
                  <a:lnTo>
                    <a:pt x="10958" y="1736"/>
                  </a:lnTo>
                  <a:lnTo>
                    <a:pt x="10716" y="1554"/>
                  </a:lnTo>
                  <a:lnTo>
                    <a:pt x="10474" y="1373"/>
                  </a:lnTo>
                  <a:lnTo>
                    <a:pt x="10211" y="1191"/>
                  </a:lnTo>
                  <a:lnTo>
                    <a:pt x="9908" y="1030"/>
                  </a:lnTo>
                  <a:lnTo>
                    <a:pt x="9606" y="868"/>
                  </a:lnTo>
                  <a:lnTo>
                    <a:pt x="9182" y="666"/>
                  </a:lnTo>
                  <a:lnTo>
                    <a:pt x="8758" y="505"/>
                  </a:lnTo>
                  <a:lnTo>
                    <a:pt x="8314" y="364"/>
                  </a:lnTo>
                  <a:lnTo>
                    <a:pt x="7870" y="243"/>
                  </a:lnTo>
                  <a:lnTo>
                    <a:pt x="7406" y="142"/>
                  </a:lnTo>
                  <a:lnTo>
                    <a:pt x="6942" y="81"/>
                  </a:lnTo>
                  <a:lnTo>
                    <a:pt x="6478" y="21"/>
                  </a:lnTo>
                  <a:lnTo>
                    <a:pt x="60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flipH="1">
              <a:off x="-246264" y="-1063843"/>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flipH="1">
              <a:off x="-486582" y="-3332637"/>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flipH="1">
              <a:off x="396816" y="-3077703"/>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flipH="1">
              <a:off x="2086879" y="-1327833"/>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flipH="1">
              <a:off x="-459496" y="-494710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flipH="1">
              <a:off x="2120703" y="-1885164"/>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flipH="1">
              <a:off x="2118467" y="-1887456"/>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flipH="1">
              <a:off x="1892829" y="-3305578"/>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flipH="1">
              <a:off x="1890536" y="-330787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flipH="1">
              <a:off x="511885" y="-3871966"/>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flipH="1">
              <a:off x="509648" y="-3874202"/>
              <a:ext cx="104994" cy="106112"/>
            </a:xfrm>
            <a:custGeom>
              <a:rect b="b" l="l" r="r" t="t"/>
              <a:pathLst>
                <a:path extrusionOk="0" h="1898" w="1878">
                  <a:moveTo>
                    <a:pt x="949" y="81"/>
                  </a:moveTo>
                  <a:lnTo>
                    <a:pt x="1111" y="101"/>
                  </a:lnTo>
                  <a:lnTo>
                    <a:pt x="1272" y="162"/>
                  </a:lnTo>
                  <a:lnTo>
                    <a:pt x="1413" y="243"/>
                  </a:lnTo>
                  <a:lnTo>
                    <a:pt x="1555" y="344"/>
                  </a:lnTo>
                  <a:lnTo>
                    <a:pt x="1655" y="465"/>
                  </a:lnTo>
                  <a:lnTo>
                    <a:pt x="1736" y="606"/>
                  </a:lnTo>
                  <a:lnTo>
                    <a:pt x="1777" y="767"/>
                  </a:lnTo>
                  <a:lnTo>
                    <a:pt x="1797" y="949"/>
                  </a:lnTo>
                  <a:lnTo>
                    <a:pt x="1777" y="1110"/>
                  </a:lnTo>
                  <a:lnTo>
                    <a:pt x="1736" y="1272"/>
                  </a:lnTo>
                  <a:lnTo>
                    <a:pt x="1655" y="1433"/>
                  </a:lnTo>
                  <a:lnTo>
                    <a:pt x="1555" y="1554"/>
                  </a:lnTo>
                  <a:lnTo>
                    <a:pt x="1413" y="1655"/>
                  </a:lnTo>
                  <a:lnTo>
                    <a:pt x="1272" y="1736"/>
                  </a:lnTo>
                  <a:lnTo>
                    <a:pt x="1111" y="1797"/>
                  </a:lnTo>
                  <a:lnTo>
                    <a:pt x="949" y="1817"/>
                  </a:lnTo>
                  <a:lnTo>
                    <a:pt x="768" y="1797"/>
                  </a:lnTo>
                  <a:lnTo>
                    <a:pt x="606" y="1736"/>
                  </a:lnTo>
                  <a:lnTo>
                    <a:pt x="465" y="1655"/>
                  </a:lnTo>
                  <a:lnTo>
                    <a:pt x="324" y="1554"/>
                  </a:lnTo>
                  <a:lnTo>
                    <a:pt x="223" y="1433"/>
                  </a:lnTo>
                  <a:lnTo>
                    <a:pt x="142" y="1272"/>
                  </a:lnTo>
                  <a:lnTo>
                    <a:pt x="102" y="1110"/>
                  </a:lnTo>
                  <a:lnTo>
                    <a:pt x="81" y="949"/>
                  </a:lnTo>
                  <a:lnTo>
                    <a:pt x="102" y="767"/>
                  </a:lnTo>
                  <a:lnTo>
                    <a:pt x="142" y="606"/>
                  </a:lnTo>
                  <a:lnTo>
                    <a:pt x="223" y="465"/>
                  </a:lnTo>
                  <a:lnTo>
                    <a:pt x="324" y="344"/>
                  </a:lnTo>
                  <a:lnTo>
                    <a:pt x="465" y="243"/>
                  </a:lnTo>
                  <a:lnTo>
                    <a:pt x="606" y="162"/>
                  </a:lnTo>
                  <a:lnTo>
                    <a:pt x="768" y="101"/>
                  </a:lnTo>
                  <a:lnTo>
                    <a:pt x="949" y="81"/>
                  </a:lnTo>
                  <a:close/>
                  <a:moveTo>
                    <a:pt x="949" y="1"/>
                  </a:moveTo>
                  <a:lnTo>
                    <a:pt x="747" y="21"/>
                  </a:lnTo>
                  <a:lnTo>
                    <a:pt x="56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66" y="1817"/>
                  </a:lnTo>
                  <a:lnTo>
                    <a:pt x="747" y="1877"/>
                  </a:lnTo>
                  <a:lnTo>
                    <a:pt x="949" y="1898"/>
                  </a:lnTo>
                  <a:lnTo>
                    <a:pt x="1131" y="1877"/>
                  </a:lnTo>
                  <a:lnTo>
                    <a:pt x="1312" y="1817"/>
                  </a:lnTo>
                  <a:lnTo>
                    <a:pt x="1474" y="1736"/>
                  </a:lnTo>
                  <a:lnTo>
                    <a:pt x="1615" y="1615"/>
                  </a:lnTo>
                  <a:lnTo>
                    <a:pt x="1716" y="1474"/>
                  </a:lnTo>
                  <a:lnTo>
                    <a:pt x="1817" y="1312"/>
                  </a:lnTo>
                  <a:lnTo>
                    <a:pt x="1857" y="1131"/>
                  </a:lnTo>
                  <a:lnTo>
                    <a:pt x="1877" y="949"/>
                  </a:lnTo>
                  <a:lnTo>
                    <a:pt x="1857" y="767"/>
                  </a:lnTo>
                  <a:lnTo>
                    <a:pt x="1817" y="586"/>
                  </a:lnTo>
                  <a:lnTo>
                    <a:pt x="1716" y="424"/>
                  </a:lnTo>
                  <a:lnTo>
                    <a:pt x="1615" y="283"/>
                  </a:lnTo>
                  <a:lnTo>
                    <a:pt x="1474" y="162"/>
                  </a:lnTo>
                  <a:lnTo>
                    <a:pt x="1312"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flipH="1">
              <a:off x="-1037114" y="-3361987"/>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flipH="1">
              <a:off x="-1039350" y="-3364280"/>
              <a:ext cx="104994" cy="104994"/>
            </a:xfrm>
            <a:custGeom>
              <a:rect b="b" l="l" r="r" t="t"/>
              <a:pathLst>
                <a:path extrusionOk="0" h="1878" w="1878">
                  <a:moveTo>
                    <a:pt x="949" y="82"/>
                  </a:moveTo>
                  <a:lnTo>
                    <a:pt x="1111" y="102"/>
                  </a:lnTo>
                  <a:lnTo>
                    <a:pt x="1272" y="142"/>
                  </a:lnTo>
                  <a:lnTo>
                    <a:pt x="1434" y="223"/>
                  </a:lnTo>
                  <a:lnTo>
                    <a:pt x="1555" y="324"/>
                  </a:lnTo>
                  <a:lnTo>
                    <a:pt x="1656" y="465"/>
                  </a:lnTo>
                  <a:lnTo>
                    <a:pt x="1736" y="606"/>
                  </a:lnTo>
                  <a:lnTo>
                    <a:pt x="1797" y="768"/>
                  </a:lnTo>
                  <a:lnTo>
                    <a:pt x="1797" y="949"/>
                  </a:lnTo>
                  <a:lnTo>
                    <a:pt x="1797" y="1111"/>
                  </a:lnTo>
                  <a:lnTo>
                    <a:pt x="1736" y="1272"/>
                  </a:lnTo>
                  <a:lnTo>
                    <a:pt x="1656" y="1414"/>
                  </a:lnTo>
                  <a:lnTo>
                    <a:pt x="1555" y="1555"/>
                  </a:lnTo>
                  <a:lnTo>
                    <a:pt x="1434" y="1656"/>
                  </a:lnTo>
                  <a:lnTo>
                    <a:pt x="1272" y="1736"/>
                  </a:lnTo>
                  <a:lnTo>
                    <a:pt x="1111" y="1777"/>
                  </a:lnTo>
                  <a:lnTo>
                    <a:pt x="949" y="1797"/>
                  </a:lnTo>
                  <a:lnTo>
                    <a:pt x="768" y="1777"/>
                  </a:lnTo>
                  <a:lnTo>
                    <a:pt x="606" y="1736"/>
                  </a:lnTo>
                  <a:lnTo>
                    <a:pt x="465" y="1656"/>
                  </a:lnTo>
                  <a:lnTo>
                    <a:pt x="344" y="1555"/>
                  </a:lnTo>
                  <a:lnTo>
                    <a:pt x="223" y="1414"/>
                  </a:lnTo>
                  <a:lnTo>
                    <a:pt x="162" y="1272"/>
                  </a:lnTo>
                  <a:lnTo>
                    <a:pt x="102" y="1111"/>
                  </a:lnTo>
                  <a:lnTo>
                    <a:pt x="82" y="949"/>
                  </a:lnTo>
                  <a:lnTo>
                    <a:pt x="102" y="768"/>
                  </a:lnTo>
                  <a:lnTo>
                    <a:pt x="162" y="606"/>
                  </a:lnTo>
                  <a:lnTo>
                    <a:pt x="223" y="465"/>
                  </a:lnTo>
                  <a:lnTo>
                    <a:pt x="344" y="324"/>
                  </a:lnTo>
                  <a:lnTo>
                    <a:pt x="465" y="223"/>
                  </a:lnTo>
                  <a:lnTo>
                    <a:pt x="606" y="142"/>
                  </a:lnTo>
                  <a:lnTo>
                    <a:pt x="768" y="102"/>
                  </a:lnTo>
                  <a:lnTo>
                    <a:pt x="949" y="82"/>
                  </a:lnTo>
                  <a:close/>
                  <a:moveTo>
                    <a:pt x="949" y="1"/>
                  </a:moveTo>
                  <a:lnTo>
                    <a:pt x="748" y="21"/>
                  </a:lnTo>
                  <a:lnTo>
                    <a:pt x="586" y="82"/>
                  </a:lnTo>
                  <a:lnTo>
                    <a:pt x="425" y="162"/>
                  </a:lnTo>
                  <a:lnTo>
                    <a:pt x="283" y="284"/>
                  </a:lnTo>
                  <a:lnTo>
                    <a:pt x="162" y="405"/>
                  </a:lnTo>
                  <a:lnTo>
                    <a:pt x="82" y="566"/>
                  </a:lnTo>
                  <a:lnTo>
                    <a:pt x="21" y="748"/>
                  </a:lnTo>
                  <a:lnTo>
                    <a:pt x="1" y="949"/>
                  </a:lnTo>
                  <a:lnTo>
                    <a:pt x="21" y="1131"/>
                  </a:lnTo>
                  <a:lnTo>
                    <a:pt x="82" y="1313"/>
                  </a:lnTo>
                  <a:lnTo>
                    <a:pt x="162" y="1474"/>
                  </a:lnTo>
                  <a:lnTo>
                    <a:pt x="283" y="1595"/>
                  </a:lnTo>
                  <a:lnTo>
                    <a:pt x="425" y="1716"/>
                  </a:lnTo>
                  <a:lnTo>
                    <a:pt x="586" y="1817"/>
                  </a:lnTo>
                  <a:lnTo>
                    <a:pt x="748" y="1858"/>
                  </a:lnTo>
                  <a:lnTo>
                    <a:pt x="949" y="1878"/>
                  </a:lnTo>
                  <a:lnTo>
                    <a:pt x="1131" y="1858"/>
                  </a:lnTo>
                  <a:lnTo>
                    <a:pt x="1313" y="1817"/>
                  </a:lnTo>
                  <a:lnTo>
                    <a:pt x="1474" y="1716"/>
                  </a:lnTo>
                  <a:lnTo>
                    <a:pt x="1615" y="1595"/>
                  </a:lnTo>
                  <a:lnTo>
                    <a:pt x="1716" y="1474"/>
                  </a:lnTo>
                  <a:lnTo>
                    <a:pt x="1817" y="1313"/>
                  </a:lnTo>
                  <a:lnTo>
                    <a:pt x="1878" y="1131"/>
                  </a:lnTo>
                  <a:lnTo>
                    <a:pt x="1878" y="949"/>
                  </a:lnTo>
                  <a:lnTo>
                    <a:pt x="1878" y="748"/>
                  </a:lnTo>
                  <a:lnTo>
                    <a:pt x="1817" y="566"/>
                  </a:lnTo>
                  <a:lnTo>
                    <a:pt x="1716" y="405"/>
                  </a:lnTo>
                  <a:lnTo>
                    <a:pt x="1615" y="284"/>
                  </a:lnTo>
                  <a:lnTo>
                    <a:pt x="1474" y="162"/>
                  </a:lnTo>
                  <a:lnTo>
                    <a:pt x="1313" y="82"/>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flipH="1">
              <a:off x="1080509" y="-136624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flipH="1">
              <a:off x="1078272" y="-1368477"/>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flipH="1">
              <a:off x="-1522213" y="-1840048"/>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flipH="1">
              <a:off x="-1524506" y="-1842340"/>
              <a:ext cx="104994" cy="104994"/>
            </a:xfrm>
            <a:custGeom>
              <a:rect b="b" l="l" r="r" t="t"/>
              <a:pathLst>
                <a:path extrusionOk="0" h="1878" w="1878">
                  <a:moveTo>
                    <a:pt x="949" y="82"/>
                  </a:moveTo>
                  <a:lnTo>
                    <a:pt x="1110" y="102"/>
                  </a:lnTo>
                  <a:lnTo>
                    <a:pt x="1272" y="142"/>
                  </a:lnTo>
                  <a:lnTo>
                    <a:pt x="1413" y="223"/>
                  </a:lnTo>
                  <a:lnTo>
                    <a:pt x="1554" y="324"/>
                  </a:lnTo>
                  <a:lnTo>
                    <a:pt x="1655" y="465"/>
                  </a:lnTo>
                  <a:lnTo>
                    <a:pt x="1736" y="606"/>
                  </a:lnTo>
                  <a:lnTo>
                    <a:pt x="1776" y="768"/>
                  </a:lnTo>
                  <a:lnTo>
                    <a:pt x="1796" y="949"/>
                  </a:lnTo>
                  <a:lnTo>
                    <a:pt x="1776" y="1111"/>
                  </a:lnTo>
                  <a:lnTo>
                    <a:pt x="1736" y="1272"/>
                  </a:lnTo>
                  <a:lnTo>
                    <a:pt x="1655" y="1414"/>
                  </a:lnTo>
                  <a:lnTo>
                    <a:pt x="1554" y="1555"/>
                  </a:lnTo>
                  <a:lnTo>
                    <a:pt x="1413" y="1656"/>
                  </a:lnTo>
                  <a:lnTo>
                    <a:pt x="1272" y="1736"/>
                  </a:lnTo>
                  <a:lnTo>
                    <a:pt x="1110" y="1777"/>
                  </a:lnTo>
                  <a:lnTo>
                    <a:pt x="949" y="1797"/>
                  </a:lnTo>
                  <a:lnTo>
                    <a:pt x="767" y="1777"/>
                  </a:lnTo>
                  <a:lnTo>
                    <a:pt x="606" y="1736"/>
                  </a:lnTo>
                  <a:lnTo>
                    <a:pt x="464" y="1656"/>
                  </a:lnTo>
                  <a:lnTo>
                    <a:pt x="323" y="1555"/>
                  </a:lnTo>
                  <a:lnTo>
                    <a:pt x="222" y="1414"/>
                  </a:lnTo>
                  <a:lnTo>
                    <a:pt x="142" y="1272"/>
                  </a:lnTo>
                  <a:lnTo>
                    <a:pt x="101" y="1111"/>
                  </a:lnTo>
                  <a:lnTo>
                    <a:pt x="81" y="949"/>
                  </a:lnTo>
                  <a:lnTo>
                    <a:pt x="101" y="768"/>
                  </a:lnTo>
                  <a:lnTo>
                    <a:pt x="142" y="606"/>
                  </a:lnTo>
                  <a:lnTo>
                    <a:pt x="222" y="465"/>
                  </a:lnTo>
                  <a:lnTo>
                    <a:pt x="323" y="324"/>
                  </a:lnTo>
                  <a:lnTo>
                    <a:pt x="464" y="223"/>
                  </a:lnTo>
                  <a:lnTo>
                    <a:pt x="606" y="142"/>
                  </a:lnTo>
                  <a:lnTo>
                    <a:pt x="767" y="102"/>
                  </a:lnTo>
                  <a:lnTo>
                    <a:pt x="949" y="82"/>
                  </a:lnTo>
                  <a:close/>
                  <a:moveTo>
                    <a:pt x="949" y="1"/>
                  </a:moveTo>
                  <a:lnTo>
                    <a:pt x="747" y="21"/>
                  </a:lnTo>
                  <a:lnTo>
                    <a:pt x="565" y="82"/>
                  </a:lnTo>
                  <a:lnTo>
                    <a:pt x="424" y="162"/>
                  </a:lnTo>
                  <a:lnTo>
                    <a:pt x="283" y="283"/>
                  </a:lnTo>
                  <a:lnTo>
                    <a:pt x="162" y="405"/>
                  </a:lnTo>
                  <a:lnTo>
                    <a:pt x="81" y="566"/>
                  </a:lnTo>
                  <a:lnTo>
                    <a:pt x="21" y="748"/>
                  </a:lnTo>
                  <a:lnTo>
                    <a:pt x="0" y="949"/>
                  </a:lnTo>
                  <a:lnTo>
                    <a:pt x="21" y="1131"/>
                  </a:lnTo>
                  <a:lnTo>
                    <a:pt x="81" y="1313"/>
                  </a:lnTo>
                  <a:lnTo>
                    <a:pt x="162" y="1474"/>
                  </a:lnTo>
                  <a:lnTo>
                    <a:pt x="283" y="1595"/>
                  </a:lnTo>
                  <a:lnTo>
                    <a:pt x="424" y="1716"/>
                  </a:lnTo>
                  <a:lnTo>
                    <a:pt x="565" y="1797"/>
                  </a:lnTo>
                  <a:lnTo>
                    <a:pt x="747" y="1857"/>
                  </a:lnTo>
                  <a:lnTo>
                    <a:pt x="949" y="1878"/>
                  </a:lnTo>
                  <a:lnTo>
                    <a:pt x="1130" y="1857"/>
                  </a:lnTo>
                  <a:lnTo>
                    <a:pt x="1312" y="1797"/>
                  </a:lnTo>
                  <a:lnTo>
                    <a:pt x="1473" y="1716"/>
                  </a:lnTo>
                  <a:lnTo>
                    <a:pt x="1615" y="1595"/>
                  </a:lnTo>
                  <a:lnTo>
                    <a:pt x="1716" y="1474"/>
                  </a:lnTo>
                  <a:lnTo>
                    <a:pt x="1817" y="1313"/>
                  </a:lnTo>
                  <a:lnTo>
                    <a:pt x="1857" y="1131"/>
                  </a:lnTo>
                  <a:lnTo>
                    <a:pt x="1877" y="949"/>
                  </a:lnTo>
                  <a:lnTo>
                    <a:pt x="1857" y="748"/>
                  </a:lnTo>
                  <a:lnTo>
                    <a:pt x="1817" y="566"/>
                  </a:lnTo>
                  <a:lnTo>
                    <a:pt x="1716" y="405"/>
                  </a:lnTo>
                  <a:lnTo>
                    <a:pt x="1615" y="283"/>
                  </a:lnTo>
                  <a:lnTo>
                    <a:pt x="1473" y="162"/>
                  </a:lnTo>
                  <a:lnTo>
                    <a:pt x="1312" y="82"/>
                  </a:lnTo>
                  <a:lnTo>
                    <a:pt x="1130"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flipH="1">
              <a:off x="-3230321" y="-2914121"/>
              <a:ext cx="101584" cy="101640"/>
            </a:xfrm>
            <a:custGeom>
              <a:rect b="b" l="l" r="r" t="t"/>
              <a:pathLst>
                <a:path extrusionOk="0" h="1818" w="1817">
                  <a:moveTo>
                    <a:pt x="908" y="1"/>
                  </a:moveTo>
                  <a:lnTo>
                    <a:pt x="727" y="21"/>
                  </a:lnTo>
                  <a:lnTo>
                    <a:pt x="565" y="82"/>
                  </a:lnTo>
                  <a:lnTo>
                    <a:pt x="404" y="162"/>
                  </a:lnTo>
                  <a:lnTo>
                    <a:pt x="262" y="263"/>
                  </a:lnTo>
                  <a:lnTo>
                    <a:pt x="162" y="404"/>
                  </a:lnTo>
                  <a:lnTo>
                    <a:pt x="81" y="566"/>
                  </a:lnTo>
                  <a:lnTo>
                    <a:pt x="20" y="727"/>
                  </a:lnTo>
                  <a:lnTo>
                    <a:pt x="0" y="909"/>
                  </a:lnTo>
                  <a:lnTo>
                    <a:pt x="20" y="1091"/>
                  </a:lnTo>
                  <a:lnTo>
                    <a:pt x="81" y="1252"/>
                  </a:lnTo>
                  <a:lnTo>
                    <a:pt x="162" y="1413"/>
                  </a:lnTo>
                  <a:lnTo>
                    <a:pt x="262" y="1555"/>
                  </a:lnTo>
                  <a:lnTo>
                    <a:pt x="404" y="1656"/>
                  </a:lnTo>
                  <a:lnTo>
                    <a:pt x="565" y="1736"/>
                  </a:lnTo>
                  <a:lnTo>
                    <a:pt x="727" y="1797"/>
                  </a:lnTo>
                  <a:lnTo>
                    <a:pt x="908" y="1817"/>
                  </a:lnTo>
                  <a:lnTo>
                    <a:pt x="1090" y="1797"/>
                  </a:lnTo>
                  <a:lnTo>
                    <a:pt x="1251" y="1736"/>
                  </a:lnTo>
                  <a:lnTo>
                    <a:pt x="1413" y="1656"/>
                  </a:lnTo>
                  <a:lnTo>
                    <a:pt x="1534" y="1555"/>
                  </a:lnTo>
                  <a:lnTo>
                    <a:pt x="1655" y="1413"/>
                  </a:lnTo>
                  <a:lnTo>
                    <a:pt x="1736" y="1252"/>
                  </a:lnTo>
                  <a:lnTo>
                    <a:pt x="1796" y="1091"/>
                  </a:lnTo>
                  <a:lnTo>
                    <a:pt x="1816" y="909"/>
                  </a:lnTo>
                  <a:lnTo>
                    <a:pt x="1796" y="727"/>
                  </a:lnTo>
                  <a:lnTo>
                    <a:pt x="1736" y="566"/>
                  </a:lnTo>
                  <a:lnTo>
                    <a:pt x="1655" y="404"/>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flipH="1">
              <a:off x="-3232558" y="-2916358"/>
              <a:ext cx="106112" cy="106112"/>
            </a:xfrm>
            <a:custGeom>
              <a:rect b="b" l="l" r="r" t="t"/>
              <a:pathLst>
                <a:path extrusionOk="0" h="1898" w="1898">
                  <a:moveTo>
                    <a:pt x="949" y="81"/>
                  </a:moveTo>
                  <a:lnTo>
                    <a:pt x="1131" y="101"/>
                  </a:lnTo>
                  <a:lnTo>
                    <a:pt x="1292" y="162"/>
                  </a:lnTo>
                  <a:lnTo>
                    <a:pt x="1434" y="243"/>
                  </a:lnTo>
                  <a:lnTo>
                    <a:pt x="1555" y="344"/>
                  </a:lnTo>
                  <a:lnTo>
                    <a:pt x="1655" y="465"/>
                  </a:lnTo>
                  <a:lnTo>
                    <a:pt x="1736" y="606"/>
                  </a:lnTo>
                  <a:lnTo>
                    <a:pt x="1797" y="767"/>
                  </a:lnTo>
                  <a:lnTo>
                    <a:pt x="1817" y="949"/>
                  </a:lnTo>
                  <a:lnTo>
                    <a:pt x="1797" y="1131"/>
                  </a:lnTo>
                  <a:lnTo>
                    <a:pt x="1736" y="1292"/>
                  </a:lnTo>
                  <a:lnTo>
                    <a:pt x="1655" y="1433"/>
                  </a:lnTo>
                  <a:lnTo>
                    <a:pt x="1555" y="1554"/>
                  </a:lnTo>
                  <a:lnTo>
                    <a:pt x="1434" y="1655"/>
                  </a:lnTo>
                  <a:lnTo>
                    <a:pt x="1292" y="1736"/>
                  </a:lnTo>
                  <a:lnTo>
                    <a:pt x="1131" y="1797"/>
                  </a:lnTo>
                  <a:lnTo>
                    <a:pt x="949" y="1817"/>
                  </a:lnTo>
                  <a:lnTo>
                    <a:pt x="768" y="1797"/>
                  </a:lnTo>
                  <a:lnTo>
                    <a:pt x="606" y="1736"/>
                  </a:lnTo>
                  <a:lnTo>
                    <a:pt x="465" y="1655"/>
                  </a:lnTo>
                  <a:lnTo>
                    <a:pt x="344" y="1554"/>
                  </a:lnTo>
                  <a:lnTo>
                    <a:pt x="243" y="1433"/>
                  </a:lnTo>
                  <a:lnTo>
                    <a:pt x="162" y="1292"/>
                  </a:lnTo>
                  <a:lnTo>
                    <a:pt x="102" y="1131"/>
                  </a:lnTo>
                  <a:lnTo>
                    <a:pt x="81" y="949"/>
                  </a:lnTo>
                  <a:lnTo>
                    <a:pt x="102" y="767"/>
                  </a:lnTo>
                  <a:lnTo>
                    <a:pt x="162" y="606"/>
                  </a:lnTo>
                  <a:lnTo>
                    <a:pt x="243" y="465"/>
                  </a:lnTo>
                  <a:lnTo>
                    <a:pt x="344" y="344"/>
                  </a:lnTo>
                  <a:lnTo>
                    <a:pt x="465" y="243"/>
                  </a:lnTo>
                  <a:lnTo>
                    <a:pt x="606" y="162"/>
                  </a:lnTo>
                  <a:lnTo>
                    <a:pt x="768" y="101"/>
                  </a:lnTo>
                  <a:lnTo>
                    <a:pt x="949" y="81"/>
                  </a:lnTo>
                  <a:close/>
                  <a:moveTo>
                    <a:pt x="949" y="0"/>
                  </a:moveTo>
                  <a:lnTo>
                    <a:pt x="768" y="21"/>
                  </a:lnTo>
                  <a:lnTo>
                    <a:pt x="58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86" y="1817"/>
                  </a:lnTo>
                  <a:lnTo>
                    <a:pt x="768" y="1877"/>
                  </a:lnTo>
                  <a:lnTo>
                    <a:pt x="949" y="1897"/>
                  </a:lnTo>
                  <a:lnTo>
                    <a:pt x="1131" y="1877"/>
                  </a:lnTo>
                  <a:lnTo>
                    <a:pt x="1312" y="1817"/>
                  </a:lnTo>
                  <a:lnTo>
                    <a:pt x="1474" y="1736"/>
                  </a:lnTo>
                  <a:lnTo>
                    <a:pt x="1615" y="1615"/>
                  </a:lnTo>
                  <a:lnTo>
                    <a:pt x="1736" y="1474"/>
                  </a:lnTo>
                  <a:lnTo>
                    <a:pt x="1817" y="1312"/>
                  </a:lnTo>
                  <a:lnTo>
                    <a:pt x="1877" y="1131"/>
                  </a:lnTo>
                  <a:lnTo>
                    <a:pt x="1898" y="949"/>
                  </a:lnTo>
                  <a:lnTo>
                    <a:pt x="1877" y="767"/>
                  </a:lnTo>
                  <a:lnTo>
                    <a:pt x="1817" y="586"/>
                  </a:lnTo>
                  <a:lnTo>
                    <a:pt x="1736" y="424"/>
                  </a:lnTo>
                  <a:lnTo>
                    <a:pt x="1615" y="283"/>
                  </a:lnTo>
                  <a:lnTo>
                    <a:pt x="1474" y="162"/>
                  </a:lnTo>
                  <a:lnTo>
                    <a:pt x="1312" y="81"/>
                  </a:lnTo>
                  <a:lnTo>
                    <a:pt x="1131"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flipH="1">
              <a:off x="-1102524" y="-486928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flipH="1">
              <a:off x="-1104816" y="-4871516"/>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flipH="1">
              <a:off x="915810" y="-28261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flipH="1">
              <a:off x="892105" y="-280242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flipH="1">
              <a:off x="161018" y="-3857262"/>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flipH="1">
              <a:off x="136195" y="-3832440"/>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flipH="1">
              <a:off x="-2522936" y="-2096155"/>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flipH="1">
              <a:off x="-2548878" y="-2071332"/>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2"/>
          <p:cNvSpPr/>
          <p:nvPr/>
        </p:nvSpPr>
        <p:spPr>
          <a:xfrm flipH="1">
            <a:off x="3923500" y="0"/>
            <a:ext cx="454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2"/>
          <p:cNvGrpSpPr/>
          <p:nvPr/>
        </p:nvGrpSpPr>
        <p:grpSpPr>
          <a:xfrm>
            <a:off x="8720580" y="1912541"/>
            <a:ext cx="1209708" cy="1147945"/>
            <a:chOff x="5235125" y="2636100"/>
            <a:chExt cx="796175" cy="755525"/>
          </a:xfrm>
        </p:grpSpPr>
        <p:sp>
          <p:nvSpPr>
            <p:cNvPr id="86" name="Google Shape;86;p2"/>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 name="Google Shape;150;p2"/>
          <p:cNvSpPr/>
          <p:nvPr/>
        </p:nvSpPr>
        <p:spPr>
          <a:xfrm>
            <a:off x="1733088" y="9325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 name="Google Shape;153;p2"/>
          <p:cNvGrpSpPr/>
          <p:nvPr/>
        </p:nvGrpSpPr>
        <p:grpSpPr>
          <a:xfrm>
            <a:off x="3539540" y="4393300"/>
            <a:ext cx="754524" cy="750237"/>
            <a:chOff x="8523754" y="10"/>
            <a:chExt cx="516408" cy="513439"/>
          </a:xfrm>
        </p:grpSpPr>
        <p:sp>
          <p:nvSpPr>
            <p:cNvPr id="154" name="Google Shape;154;p2"/>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 name="Google Shape;156;p2"/>
          <p:cNvSpPr txBox="1"/>
          <p:nvPr>
            <p:ph type="ctrTitle"/>
          </p:nvPr>
        </p:nvSpPr>
        <p:spPr>
          <a:xfrm>
            <a:off x="4304753" y="1484801"/>
            <a:ext cx="4114800" cy="13716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5200"/>
              <a:buNone/>
              <a:defRPr sz="5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57" name="Google Shape;157;p2"/>
          <p:cNvSpPr txBox="1"/>
          <p:nvPr>
            <p:ph idx="1" type="subTitle"/>
          </p:nvPr>
        </p:nvSpPr>
        <p:spPr>
          <a:xfrm>
            <a:off x="4304753" y="3109999"/>
            <a:ext cx="34422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800"/>
              <a:buFont typeface="Dosis"/>
              <a:buNone/>
              <a:defRPr sz="1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8" name="Shape 158"/>
        <p:cNvGrpSpPr/>
        <p:nvPr/>
      </p:nvGrpSpPr>
      <p:grpSpPr>
        <a:xfrm>
          <a:off x="0" y="0"/>
          <a:ext cx="0" cy="0"/>
          <a:chOff x="0" y="0"/>
          <a:chExt cx="0" cy="0"/>
        </a:xfrm>
      </p:grpSpPr>
      <p:sp>
        <p:nvSpPr>
          <p:cNvPr id="159" name="Google Shape;159;p3"/>
          <p:cNvSpPr/>
          <p:nvPr/>
        </p:nvSpPr>
        <p:spPr>
          <a:xfrm>
            <a:off x="2530200" y="0"/>
            <a:ext cx="4083600" cy="5143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txBox="1"/>
          <p:nvPr>
            <p:ph type="title"/>
          </p:nvPr>
        </p:nvSpPr>
        <p:spPr>
          <a:xfrm>
            <a:off x="3014400" y="2680488"/>
            <a:ext cx="3115200" cy="4116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1" name="Google Shape;161;p3"/>
          <p:cNvSpPr txBox="1"/>
          <p:nvPr>
            <p:ph idx="1" type="subTitle"/>
          </p:nvPr>
        </p:nvSpPr>
        <p:spPr>
          <a:xfrm>
            <a:off x="3037200" y="3290867"/>
            <a:ext cx="3069600" cy="3951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sz="1600"/>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162" name="Google Shape;162;p3"/>
          <p:cNvSpPr txBox="1"/>
          <p:nvPr>
            <p:ph hasCustomPrompt="1" idx="2" type="title"/>
          </p:nvPr>
        </p:nvSpPr>
        <p:spPr>
          <a:xfrm>
            <a:off x="4027950" y="1693480"/>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sp>
        <p:nvSpPr>
          <p:cNvPr id="163" name="Google Shape;163;p3"/>
          <p:cNvSpPr/>
          <p:nvPr/>
        </p:nvSpPr>
        <p:spPr>
          <a:xfrm>
            <a:off x="8133850" y="1821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rot="5400000">
            <a:off x="8133850" y="7872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rot="3449335">
            <a:off x="1473204" y="-1086091"/>
            <a:ext cx="1596402" cy="180291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
          <p:cNvSpPr/>
          <p:nvPr/>
        </p:nvSpPr>
        <p:spPr>
          <a:xfrm>
            <a:off x="7290020" y="98147"/>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
          <p:cNvSpPr/>
          <p:nvPr/>
        </p:nvSpPr>
        <p:spPr>
          <a:xfrm>
            <a:off x="9011602" y="-2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p:nvPr/>
        </p:nvSpPr>
        <p:spPr>
          <a:xfrm>
            <a:off x="7182848" y="1854781"/>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
          <p:cNvSpPr/>
          <p:nvPr/>
        </p:nvSpPr>
        <p:spPr>
          <a:xfrm>
            <a:off x="7364488" y="11396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p:nvPr/>
        </p:nvSpPr>
        <p:spPr>
          <a:xfrm>
            <a:off x="8605498" y="363053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
          <p:cNvSpPr/>
          <p:nvPr/>
        </p:nvSpPr>
        <p:spPr>
          <a:xfrm>
            <a:off x="7917290" y="1315452"/>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p:nvPr/>
        </p:nvSpPr>
        <p:spPr>
          <a:xfrm>
            <a:off x="1573619" y="446948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
          <p:cNvSpPr/>
          <p:nvPr/>
        </p:nvSpPr>
        <p:spPr>
          <a:xfrm rot="3449335">
            <a:off x="1554254" y="-1020347"/>
            <a:ext cx="1395586" cy="1650631"/>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a:off x="8938198" y="3915546"/>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a:off x="1754085" y="4576657"/>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p:nvPr/>
        </p:nvSpPr>
        <p:spPr>
          <a:xfrm>
            <a:off x="7475015" y="197772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a:off x="7497601" y="258374"/>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p:nvPr/>
        </p:nvSpPr>
        <p:spPr>
          <a:xfrm>
            <a:off x="7989465" y="1384273"/>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
          <p:cNvSpPr/>
          <p:nvPr/>
        </p:nvSpPr>
        <p:spPr>
          <a:xfrm rot="3449335">
            <a:off x="1655522" y="-908175"/>
            <a:ext cx="1193653" cy="142722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p:nvPr/>
        </p:nvSpPr>
        <p:spPr>
          <a:xfrm>
            <a:off x="7611538" y="3192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
          <p:cNvSpPr/>
          <p:nvPr/>
        </p:nvSpPr>
        <p:spPr>
          <a:xfrm>
            <a:off x="8093284" y="1493738"/>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
          <p:cNvSpPr/>
          <p:nvPr/>
        </p:nvSpPr>
        <p:spPr>
          <a:xfrm rot="3449335">
            <a:off x="1810805" y="-768073"/>
            <a:ext cx="901487" cy="110453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a:off x="8740847" y="1813019"/>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p:nvPr/>
        </p:nvSpPr>
        <p:spPr>
          <a:xfrm>
            <a:off x="7850706" y="377382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
          <p:cNvSpPr/>
          <p:nvPr/>
        </p:nvSpPr>
        <p:spPr>
          <a:xfrm rot="3449335">
            <a:off x="2567386" y="-287123"/>
            <a:ext cx="130932" cy="390449"/>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
          <p:cNvSpPr/>
          <p:nvPr/>
        </p:nvSpPr>
        <p:spPr>
          <a:xfrm>
            <a:off x="13470249" y="372312"/>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
          <p:cNvSpPr/>
          <p:nvPr/>
        </p:nvSpPr>
        <p:spPr>
          <a:xfrm>
            <a:off x="8905548" y="1936013"/>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
          <p:cNvSpPr/>
          <p:nvPr/>
        </p:nvSpPr>
        <p:spPr>
          <a:xfrm>
            <a:off x="9054482" y="2190947"/>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
          <p:cNvSpPr/>
          <p:nvPr/>
        </p:nvSpPr>
        <p:spPr>
          <a:xfrm>
            <a:off x="8006405" y="394081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
          <p:cNvSpPr/>
          <p:nvPr/>
        </p:nvSpPr>
        <p:spPr>
          <a:xfrm>
            <a:off x="8024463" y="338348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
          <p:cNvSpPr/>
          <p:nvPr/>
        </p:nvSpPr>
        <p:spPr>
          <a:xfrm>
            <a:off x="8022171" y="3381194"/>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
          <p:cNvSpPr/>
          <p:nvPr/>
        </p:nvSpPr>
        <p:spPr>
          <a:xfrm>
            <a:off x="8252337" y="1963072"/>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
          <p:cNvSpPr/>
          <p:nvPr/>
        </p:nvSpPr>
        <p:spPr>
          <a:xfrm>
            <a:off x="8250101" y="196078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
          <p:cNvSpPr/>
          <p:nvPr/>
        </p:nvSpPr>
        <p:spPr>
          <a:xfrm>
            <a:off x="8947481" y="1091884"/>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
          <p:cNvSpPr/>
          <p:nvPr/>
        </p:nvSpPr>
        <p:spPr>
          <a:xfrm>
            <a:off x="9048679" y="1373263"/>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
          <p:cNvSpPr/>
          <p:nvPr/>
        </p:nvSpPr>
        <p:spPr>
          <a:xfrm>
            <a:off x="9064657" y="390240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
          <p:cNvSpPr/>
          <p:nvPr/>
        </p:nvSpPr>
        <p:spPr>
          <a:xfrm>
            <a:off x="9062365" y="3900173"/>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
          <p:cNvSpPr/>
          <p:nvPr/>
        </p:nvSpPr>
        <p:spPr>
          <a:xfrm>
            <a:off x="7397129" y="44694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
          <p:cNvSpPr/>
          <p:nvPr/>
        </p:nvSpPr>
        <p:spPr>
          <a:xfrm>
            <a:off x="7665172" y="39937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
          <p:cNvSpPr/>
          <p:nvPr/>
        </p:nvSpPr>
        <p:spPr>
          <a:xfrm>
            <a:off x="9325237" y="24425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
          <p:cNvSpPr/>
          <p:nvPr/>
        </p:nvSpPr>
        <p:spPr>
          <a:xfrm>
            <a:off x="9301588" y="246623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
          <p:cNvSpPr/>
          <p:nvPr/>
        </p:nvSpPr>
        <p:spPr>
          <a:xfrm rot="3449335">
            <a:off x="2649872" y="-138575"/>
            <a:ext cx="4584" cy="55347"/>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
          <p:cNvSpPr/>
          <p:nvPr/>
        </p:nvSpPr>
        <p:spPr>
          <a:xfrm>
            <a:off x="-2003610" y="6372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
          <p:cNvSpPr/>
          <p:nvPr/>
        </p:nvSpPr>
        <p:spPr>
          <a:xfrm rot="3449335">
            <a:off x="2625262" y="-113023"/>
            <a:ext cx="55347"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5" name="Google Shape;205;p3"/>
          <p:cNvGrpSpPr/>
          <p:nvPr/>
        </p:nvGrpSpPr>
        <p:grpSpPr>
          <a:xfrm>
            <a:off x="3970982" y="4599416"/>
            <a:ext cx="1205112" cy="520243"/>
            <a:chOff x="3970982" y="4599416"/>
            <a:chExt cx="1205112" cy="520243"/>
          </a:xfrm>
        </p:grpSpPr>
        <p:sp>
          <p:nvSpPr>
            <p:cNvPr id="206" name="Google Shape;206;p3"/>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 name="Google Shape;238;p3"/>
          <p:cNvGrpSpPr/>
          <p:nvPr/>
        </p:nvGrpSpPr>
        <p:grpSpPr>
          <a:xfrm>
            <a:off x="3969444" y="51341"/>
            <a:ext cx="1205112" cy="520243"/>
            <a:chOff x="3970982" y="4599416"/>
            <a:chExt cx="1205112" cy="520243"/>
          </a:xfrm>
        </p:grpSpPr>
        <p:sp>
          <p:nvSpPr>
            <p:cNvPr id="239" name="Google Shape;239;p3"/>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 name="Google Shape;271;p3"/>
          <p:cNvGrpSpPr/>
          <p:nvPr/>
        </p:nvGrpSpPr>
        <p:grpSpPr>
          <a:xfrm>
            <a:off x="335952" y="4224312"/>
            <a:ext cx="754524" cy="750237"/>
            <a:chOff x="8523754" y="10"/>
            <a:chExt cx="516408" cy="513439"/>
          </a:xfrm>
        </p:grpSpPr>
        <p:sp>
          <p:nvSpPr>
            <p:cNvPr id="272" name="Google Shape;272;p3"/>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4" name="Google Shape;274;p3"/>
          <p:cNvSpPr/>
          <p:nvPr/>
        </p:nvSpPr>
        <p:spPr>
          <a:xfrm>
            <a:off x="8202150"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
          <p:cNvSpPr/>
          <p:nvPr/>
        </p:nvSpPr>
        <p:spPr>
          <a:xfrm>
            <a:off x="484600" y="280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6" name="Google Shape;276;p3"/>
          <p:cNvGrpSpPr/>
          <p:nvPr/>
        </p:nvGrpSpPr>
        <p:grpSpPr>
          <a:xfrm flipH="1" rot="2700000">
            <a:off x="-2243747" y="347213"/>
            <a:ext cx="2946912" cy="1512954"/>
            <a:chOff x="-1306807" y="-1638114"/>
            <a:chExt cx="2946940" cy="1512969"/>
          </a:xfrm>
        </p:grpSpPr>
        <p:sp>
          <p:nvSpPr>
            <p:cNvPr id="277" name="Google Shape;277;p3"/>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0" name="Google Shape;280;p3"/>
          <p:cNvSpPr/>
          <p:nvPr/>
        </p:nvSpPr>
        <p:spPr>
          <a:xfrm>
            <a:off x="322954" y="27325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
          <p:cNvSpPr/>
          <p:nvPr/>
        </p:nvSpPr>
        <p:spPr>
          <a:xfrm>
            <a:off x="2337742" y="16245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
          <p:cNvSpPr/>
          <p:nvPr/>
        </p:nvSpPr>
        <p:spPr>
          <a:xfrm>
            <a:off x="266642" y="13758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
          <p:cNvSpPr/>
          <p:nvPr/>
        </p:nvSpPr>
        <p:spPr>
          <a:xfrm>
            <a:off x="523842" y="1693465"/>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
          <p:cNvSpPr/>
          <p:nvPr/>
        </p:nvSpPr>
        <p:spPr>
          <a:xfrm>
            <a:off x="3174892" y="-1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
          <p:cNvSpPr/>
          <p:nvPr/>
        </p:nvSpPr>
        <p:spPr>
          <a:xfrm>
            <a:off x="2876020" y="48110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6" name="Shape 286"/>
        <p:cNvGrpSpPr/>
        <p:nvPr/>
      </p:nvGrpSpPr>
      <p:grpSpPr>
        <a:xfrm>
          <a:off x="0" y="0"/>
          <a:ext cx="0" cy="0"/>
          <a:chOff x="0" y="0"/>
          <a:chExt cx="0" cy="0"/>
        </a:xfrm>
      </p:grpSpPr>
      <p:sp>
        <p:nvSpPr>
          <p:cNvPr id="287" name="Google Shape;287;p4"/>
          <p:cNvSpPr txBox="1"/>
          <p:nvPr>
            <p:ph type="title"/>
          </p:nvPr>
        </p:nvSpPr>
        <p:spPr>
          <a:xfrm>
            <a:off x="713225" y="534200"/>
            <a:ext cx="7698900" cy="2943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Clr>
                <a:schemeClr val="accent1"/>
              </a:buClr>
              <a:buSzPts val="2800"/>
              <a:buNone/>
              <a:defRPr>
                <a:solidFill>
                  <a:schemeClr val="accent1"/>
                </a:solidFill>
              </a:defRPr>
            </a:lvl2pPr>
            <a:lvl3pPr lvl="2">
              <a:spcBef>
                <a:spcPts val="0"/>
              </a:spcBef>
              <a:spcAft>
                <a:spcPts val="0"/>
              </a:spcAft>
              <a:buClr>
                <a:schemeClr val="accent1"/>
              </a:buClr>
              <a:buSzPts val="2800"/>
              <a:buNone/>
              <a:defRPr>
                <a:solidFill>
                  <a:schemeClr val="accent1"/>
                </a:solidFill>
              </a:defRPr>
            </a:lvl3pPr>
            <a:lvl4pPr lvl="3">
              <a:spcBef>
                <a:spcPts val="0"/>
              </a:spcBef>
              <a:spcAft>
                <a:spcPts val="0"/>
              </a:spcAft>
              <a:buClr>
                <a:schemeClr val="accent1"/>
              </a:buClr>
              <a:buSzPts val="2800"/>
              <a:buNone/>
              <a:defRPr>
                <a:solidFill>
                  <a:schemeClr val="accent1"/>
                </a:solidFill>
              </a:defRPr>
            </a:lvl4pPr>
            <a:lvl5pPr lvl="4">
              <a:spcBef>
                <a:spcPts val="0"/>
              </a:spcBef>
              <a:spcAft>
                <a:spcPts val="0"/>
              </a:spcAft>
              <a:buClr>
                <a:schemeClr val="accent1"/>
              </a:buClr>
              <a:buSzPts val="2800"/>
              <a:buNone/>
              <a:defRPr>
                <a:solidFill>
                  <a:schemeClr val="accent1"/>
                </a:solidFill>
              </a:defRPr>
            </a:lvl5pPr>
            <a:lvl6pPr lvl="5">
              <a:spcBef>
                <a:spcPts val="0"/>
              </a:spcBef>
              <a:spcAft>
                <a:spcPts val="0"/>
              </a:spcAft>
              <a:buClr>
                <a:schemeClr val="accent1"/>
              </a:buClr>
              <a:buSzPts val="2800"/>
              <a:buNone/>
              <a:defRPr>
                <a:solidFill>
                  <a:schemeClr val="accent1"/>
                </a:solidFill>
              </a:defRPr>
            </a:lvl6pPr>
            <a:lvl7pPr lvl="6">
              <a:spcBef>
                <a:spcPts val="0"/>
              </a:spcBef>
              <a:spcAft>
                <a:spcPts val="0"/>
              </a:spcAft>
              <a:buClr>
                <a:schemeClr val="accent1"/>
              </a:buClr>
              <a:buSzPts val="2800"/>
              <a:buNone/>
              <a:defRPr>
                <a:solidFill>
                  <a:schemeClr val="accent1"/>
                </a:solidFill>
              </a:defRPr>
            </a:lvl7pPr>
            <a:lvl8pPr lvl="7">
              <a:spcBef>
                <a:spcPts val="0"/>
              </a:spcBef>
              <a:spcAft>
                <a:spcPts val="0"/>
              </a:spcAft>
              <a:buClr>
                <a:schemeClr val="accent1"/>
              </a:buClr>
              <a:buSzPts val="2800"/>
              <a:buNone/>
              <a:defRPr>
                <a:solidFill>
                  <a:schemeClr val="accent1"/>
                </a:solidFill>
              </a:defRPr>
            </a:lvl8pPr>
            <a:lvl9pPr lvl="8">
              <a:spcBef>
                <a:spcPts val="0"/>
              </a:spcBef>
              <a:spcAft>
                <a:spcPts val="0"/>
              </a:spcAft>
              <a:buClr>
                <a:schemeClr val="accent1"/>
              </a:buClr>
              <a:buSzPts val="2800"/>
              <a:buNone/>
              <a:defRPr>
                <a:solidFill>
                  <a:schemeClr val="accent1"/>
                </a:solidFill>
              </a:defRPr>
            </a:lvl9pPr>
          </a:lstStyle>
          <a:p/>
        </p:txBody>
      </p:sp>
      <p:sp>
        <p:nvSpPr>
          <p:cNvPr id="288" name="Google Shape;288;p4"/>
          <p:cNvSpPr txBox="1"/>
          <p:nvPr>
            <p:ph idx="1" type="body"/>
          </p:nvPr>
        </p:nvSpPr>
        <p:spPr>
          <a:xfrm>
            <a:off x="959775" y="1040100"/>
            <a:ext cx="7470900" cy="35595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SzPts val="1600"/>
              <a:buAutoNum type="arabicPeriod"/>
              <a:defRPr sz="1200"/>
            </a:lvl1pPr>
            <a:lvl2pPr indent="-330200" lvl="1" marL="914400" rtl="0">
              <a:spcBef>
                <a:spcPts val="0"/>
              </a:spcBef>
              <a:spcAft>
                <a:spcPts val="0"/>
              </a:spcAft>
              <a:buSzPts val="1600"/>
              <a:buAutoNum type="alphaLcPeriod"/>
              <a:defRPr/>
            </a:lvl2pPr>
            <a:lvl3pPr indent="-330200" lvl="2" marL="1371600" rtl="0">
              <a:spcBef>
                <a:spcPts val="0"/>
              </a:spcBef>
              <a:spcAft>
                <a:spcPts val="0"/>
              </a:spcAft>
              <a:buSzPts val="1600"/>
              <a:buAutoNum type="romanLcPeriod"/>
              <a:defRPr/>
            </a:lvl3pPr>
            <a:lvl4pPr indent="-330200" lvl="3" marL="1828800" rtl="0">
              <a:spcBef>
                <a:spcPts val="0"/>
              </a:spcBef>
              <a:spcAft>
                <a:spcPts val="0"/>
              </a:spcAft>
              <a:buSzPts val="1600"/>
              <a:buAutoNum type="arabicPeriod"/>
              <a:defRPr/>
            </a:lvl4pPr>
            <a:lvl5pPr indent="-330200" lvl="4" marL="2286000" rtl="0">
              <a:spcBef>
                <a:spcPts val="0"/>
              </a:spcBef>
              <a:spcAft>
                <a:spcPts val="0"/>
              </a:spcAft>
              <a:buSzPts val="1600"/>
              <a:buAutoNum type="alphaLcPeriod"/>
              <a:defRPr/>
            </a:lvl5pPr>
            <a:lvl6pPr indent="-330200" lvl="5" marL="2743200" rtl="0">
              <a:spcBef>
                <a:spcPts val="0"/>
              </a:spcBef>
              <a:spcAft>
                <a:spcPts val="0"/>
              </a:spcAft>
              <a:buSzPts val="1600"/>
              <a:buAutoNum type="romanLcPeriod"/>
              <a:defRPr/>
            </a:lvl6pPr>
            <a:lvl7pPr indent="-330200" lvl="6" marL="3200400" rtl="0">
              <a:spcBef>
                <a:spcPts val="0"/>
              </a:spcBef>
              <a:spcAft>
                <a:spcPts val="0"/>
              </a:spcAft>
              <a:buSzPts val="1600"/>
              <a:buAutoNum type="arabicPeriod"/>
              <a:defRPr/>
            </a:lvl7pPr>
            <a:lvl8pPr indent="-330200" lvl="7" marL="3657600" rtl="0">
              <a:spcBef>
                <a:spcPts val="0"/>
              </a:spcBef>
              <a:spcAft>
                <a:spcPts val="0"/>
              </a:spcAft>
              <a:buSzPts val="1600"/>
              <a:buAutoNum type="alphaLcPeriod"/>
              <a:defRPr/>
            </a:lvl8pPr>
            <a:lvl9pPr indent="-330200" lvl="8" marL="4114800" rtl="0">
              <a:spcBef>
                <a:spcPts val="0"/>
              </a:spcBef>
              <a:spcAft>
                <a:spcPts val="0"/>
              </a:spcAft>
              <a:buSzPts val="1600"/>
              <a:buAutoNum type="romanLcPeriod"/>
              <a:defRPr/>
            </a:lvl9pPr>
          </a:lstStyle>
          <a:p/>
        </p:txBody>
      </p:sp>
      <p:sp>
        <p:nvSpPr>
          <p:cNvPr id="289" name="Google Shape;289;p4"/>
          <p:cNvSpPr/>
          <p:nvPr/>
        </p:nvSpPr>
        <p:spPr>
          <a:xfrm flipH="1">
            <a:off x="12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0" name="Google Shape;290;p4"/>
          <p:cNvGrpSpPr/>
          <p:nvPr/>
        </p:nvGrpSpPr>
        <p:grpSpPr>
          <a:xfrm>
            <a:off x="-395554" y="1878269"/>
            <a:ext cx="1001862" cy="1525380"/>
            <a:chOff x="2060921" y="-3413869"/>
            <a:chExt cx="1001862" cy="1525380"/>
          </a:xfrm>
        </p:grpSpPr>
        <p:sp>
          <p:nvSpPr>
            <p:cNvPr id="291" name="Google Shape;291;p4"/>
            <p:cNvSpPr/>
            <p:nvPr/>
          </p:nvSpPr>
          <p:spPr>
            <a:xfrm flipH="1">
              <a:off x="2060921" y="-34138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4"/>
            <p:cNvSpPr/>
            <p:nvPr/>
          </p:nvSpPr>
          <p:spPr>
            <a:xfrm flipH="1">
              <a:off x="2209809" y="-329093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 name="Google Shape;293;p4"/>
          <p:cNvGrpSpPr/>
          <p:nvPr/>
        </p:nvGrpSpPr>
        <p:grpSpPr>
          <a:xfrm>
            <a:off x="-2233707" y="-256851"/>
            <a:ext cx="2946940" cy="1512969"/>
            <a:chOff x="-1306807" y="-1638114"/>
            <a:chExt cx="2946940" cy="1512969"/>
          </a:xfrm>
        </p:grpSpPr>
        <p:sp>
          <p:nvSpPr>
            <p:cNvPr id="294" name="Google Shape;294;p4"/>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4"/>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4"/>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7" name="Google Shape;297;p4"/>
          <p:cNvSpPr/>
          <p:nvPr/>
        </p:nvSpPr>
        <p:spPr>
          <a:xfrm>
            <a:off x="128050" y="35059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4"/>
          <p:cNvSpPr/>
          <p:nvPr/>
        </p:nvSpPr>
        <p:spPr>
          <a:xfrm>
            <a:off x="128063" y="40376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4"/>
          <p:cNvSpPr/>
          <p:nvPr/>
        </p:nvSpPr>
        <p:spPr>
          <a:xfrm>
            <a:off x="4176595" y="4757340"/>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0" name="Google Shape;300;p4"/>
          <p:cNvGrpSpPr/>
          <p:nvPr/>
        </p:nvGrpSpPr>
        <p:grpSpPr>
          <a:xfrm>
            <a:off x="3967146" y="-825334"/>
            <a:ext cx="1209708" cy="1147945"/>
            <a:chOff x="5235125" y="2636100"/>
            <a:chExt cx="796175" cy="755525"/>
          </a:xfrm>
        </p:grpSpPr>
        <p:sp>
          <p:nvSpPr>
            <p:cNvPr id="301" name="Google Shape;301;p4"/>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4"/>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4"/>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4"/>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4"/>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4"/>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4"/>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4"/>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4"/>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4"/>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4"/>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4"/>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4"/>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4"/>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4"/>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4"/>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4"/>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4"/>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4"/>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4"/>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4"/>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4"/>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4"/>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4"/>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4"/>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4"/>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4"/>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4"/>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4"/>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4"/>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4"/>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4"/>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4"/>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4"/>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4"/>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4"/>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4"/>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4"/>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5" name="Shape 365"/>
        <p:cNvGrpSpPr/>
        <p:nvPr/>
      </p:nvGrpSpPr>
      <p:grpSpPr>
        <a:xfrm>
          <a:off x="0" y="0"/>
          <a:ext cx="0" cy="0"/>
          <a:chOff x="0" y="0"/>
          <a:chExt cx="0" cy="0"/>
        </a:xfrm>
      </p:grpSpPr>
      <p:sp>
        <p:nvSpPr>
          <p:cNvPr id="366" name="Google Shape;366;p5"/>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7" name="Google Shape;367;p5"/>
          <p:cNvSpPr txBox="1"/>
          <p:nvPr>
            <p:ph idx="1" type="subTitle"/>
          </p:nvPr>
        </p:nvSpPr>
        <p:spPr>
          <a:xfrm>
            <a:off x="1353275" y="2834834"/>
            <a:ext cx="2578500" cy="179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5"/>
              </a:buClr>
              <a:buSzPts val="1600"/>
              <a:buFont typeface="Alef"/>
              <a:buNone/>
              <a:defRPr b="1" sz="2000"/>
            </a:lvl1pPr>
            <a:lvl2pPr lvl="1"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2pPr>
            <a:lvl3pPr lvl="2"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3pPr>
            <a:lvl4pPr lvl="3"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4pPr>
            <a:lvl5pPr lvl="4"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5pPr>
            <a:lvl6pPr lvl="5"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6pPr>
            <a:lvl7pPr lvl="6"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7pPr>
            <a:lvl8pPr lvl="7"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8pPr>
            <a:lvl9pPr lvl="8"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9pPr>
          </a:lstStyle>
          <a:p/>
        </p:txBody>
      </p:sp>
      <p:sp>
        <p:nvSpPr>
          <p:cNvPr id="368" name="Google Shape;368;p5"/>
          <p:cNvSpPr txBox="1"/>
          <p:nvPr>
            <p:ph idx="2" type="subTitle"/>
          </p:nvPr>
        </p:nvSpPr>
        <p:spPr>
          <a:xfrm>
            <a:off x="5213525" y="2834834"/>
            <a:ext cx="2575500" cy="179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5"/>
              </a:buClr>
              <a:buSzPts val="1600"/>
              <a:buFont typeface="Alef"/>
              <a:buNone/>
              <a:defRPr b="1" sz="2000"/>
            </a:lvl1pPr>
            <a:lvl2pPr lvl="1"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2pPr>
            <a:lvl3pPr lvl="2"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3pPr>
            <a:lvl4pPr lvl="3"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4pPr>
            <a:lvl5pPr lvl="4"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5pPr>
            <a:lvl6pPr lvl="5"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6pPr>
            <a:lvl7pPr lvl="6"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7pPr>
            <a:lvl8pPr lvl="7"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8pPr>
            <a:lvl9pPr lvl="8"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9pPr>
          </a:lstStyle>
          <a:p/>
        </p:txBody>
      </p:sp>
      <p:sp>
        <p:nvSpPr>
          <p:cNvPr id="369" name="Google Shape;369;p5"/>
          <p:cNvSpPr txBox="1"/>
          <p:nvPr>
            <p:ph idx="3" type="subTitle"/>
          </p:nvPr>
        </p:nvSpPr>
        <p:spPr>
          <a:xfrm>
            <a:off x="1354775" y="3226684"/>
            <a:ext cx="25755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370" name="Google Shape;370;p5"/>
          <p:cNvSpPr txBox="1"/>
          <p:nvPr>
            <p:ph idx="4" type="subTitle"/>
          </p:nvPr>
        </p:nvSpPr>
        <p:spPr>
          <a:xfrm>
            <a:off x="5212025" y="3229059"/>
            <a:ext cx="25785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371" name="Google Shape;371;p5"/>
          <p:cNvSpPr/>
          <p:nvPr/>
        </p:nvSpPr>
        <p:spPr>
          <a:xfrm>
            <a:off x="-607780" y="-650361"/>
            <a:ext cx="1170000" cy="1170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 name="Google Shape;372;p5"/>
          <p:cNvGrpSpPr/>
          <p:nvPr/>
        </p:nvGrpSpPr>
        <p:grpSpPr>
          <a:xfrm flipH="1">
            <a:off x="-1670733" y="-144769"/>
            <a:ext cx="2383952" cy="1642730"/>
            <a:chOff x="497192" y="-5154682"/>
            <a:chExt cx="2383952" cy="1642730"/>
          </a:xfrm>
        </p:grpSpPr>
        <p:sp>
          <p:nvSpPr>
            <p:cNvPr id="373" name="Google Shape;373;p5"/>
            <p:cNvSpPr/>
            <p:nvPr/>
          </p:nvSpPr>
          <p:spPr>
            <a:xfrm flipH="1">
              <a:off x="497192" y="-5154682"/>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5"/>
            <p:cNvSpPr/>
            <p:nvPr/>
          </p:nvSpPr>
          <p:spPr>
            <a:xfrm flipH="1">
              <a:off x="624664" y="-5010276"/>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5"/>
            <p:cNvSpPr/>
            <p:nvPr/>
          </p:nvSpPr>
          <p:spPr>
            <a:xfrm flipH="1">
              <a:off x="749899" y="-49493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6" name="Google Shape;376;p5"/>
          <p:cNvSpPr/>
          <p:nvPr/>
        </p:nvSpPr>
        <p:spPr>
          <a:xfrm>
            <a:off x="146963" y="452726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5"/>
          <p:cNvSpPr/>
          <p:nvPr/>
        </p:nvSpPr>
        <p:spPr>
          <a:xfrm>
            <a:off x="76776" y="1195109"/>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
          <p:cNvSpPr/>
          <p:nvPr/>
        </p:nvSpPr>
        <p:spPr>
          <a:xfrm rot="5400000">
            <a:off x="76811" y="1818443"/>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5"/>
          <p:cNvSpPr/>
          <p:nvPr/>
        </p:nvSpPr>
        <p:spPr>
          <a:xfrm>
            <a:off x="4572000" y="0"/>
            <a:ext cx="46002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5"/>
          <p:cNvSpPr/>
          <p:nvPr/>
        </p:nvSpPr>
        <p:spPr>
          <a:xfrm>
            <a:off x="8614188" y="978506"/>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5"/>
          <p:cNvSpPr/>
          <p:nvPr/>
        </p:nvSpPr>
        <p:spPr>
          <a:xfrm>
            <a:off x="8747301" y="1122912"/>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5"/>
          <p:cNvSpPr/>
          <p:nvPr/>
        </p:nvSpPr>
        <p:spPr>
          <a:xfrm>
            <a:off x="8861238" y="11837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5"/>
          <p:cNvSpPr/>
          <p:nvPr/>
        </p:nvSpPr>
        <p:spPr>
          <a:xfrm>
            <a:off x="7790515" y="-14831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5"/>
          <p:cNvSpPr/>
          <p:nvPr/>
        </p:nvSpPr>
        <p:spPr>
          <a:xfrm>
            <a:off x="7862690" y="-79489"/>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
          <p:cNvSpPr/>
          <p:nvPr/>
        </p:nvSpPr>
        <p:spPr>
          <a:xfrm>
            <a:off x="7966509" y="2997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6" name="Google Shape;386;p5"/>
          <p:cNvGrpSpPr/>
          <p:nvPr/>
        </p:nvGrpSpPr>
        <p:grpSpPr>
          <a:xfrm>
            <a:off x="1162260" y="4250607"/>
            <a:ext cx="2960526" cy="1551321"/>
            <a:chOff x="1162260" y="4250607"/>
            <a:chExt cx="2960526" cy="1551321"/>
          </a:xfrm>
        </p:grpSpPr>
        <p:sp>
          <p:nvSpPr>
            <p:cNvPr id="387" name="Google Shape;387;p5"/>
            <p:cNvSpPr/>
            <p:nvPr/>
          </p:nvSpPr>
          <p:spPr>
            <a:xfrm>
              <a:off x="1162260" y="4250607"/>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
            <p:cNvSpPr/>
            <p:nvPr/>
          </p:nvSpPr>
          <p:spPr>
            <a:xfrm>
              <a:off x="1326960" y="4373601"/>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5"/>
            <p:cNvSpPr/>
            <p:nvPr/>
          </p:nvSpPr>
          <p:spPr>
            <a:xfrm>
              <a:off x="1475895" y="4628534"/>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0" name="Google Shape;390;p5"/>
          <p:cNvSpPr/>
          <p:nvPr/>
        </p:nvSpPr>
        <p:spPr>
          <a:xfrm>
            <a:off x="8432548" y="271931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5"/>
          <p:cNvSpPr/>
          <p:nvPr/>
        </p:nvSpPr>
        <p:spPr>
          <a:xfrm>
            <a:off x="8724715" y="284225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
          <p:cNvSpPr/>
          <p:nvPr/>
        </p:nvSpPr>
        <p:spPr>
          <a:xfrm>
            <a:off x="7728806" y="4638362"/>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5"/>
          <p:cNvSpPr/>
          <p:nvPr/>
        </p:nvSpPr>
        <p:spPr>
          <a:xfrm>
            <a:off x="7884505" y="4805354"/>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5"/>
          <p:cNvSpPr/>
          <p:nvPr/>
        </p:nvSpPr>
        <p:spPr>
          <a:xfrm>
            <a:off x="8740763" y="40194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5"/>
          <p:cNvSpPr/>
          <p:nvPr/>
        </p:nvSpPr>
        <p:spPr>
          <a:xfrm>
            <a:off x="9502037" y="28276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5"/>
          <p:cNvSpPr/>
          <p:nvPr/>
        </p:nvSpPr>
        <p:spPr>
          <a:xfrm>
            <a:off x="8890201" y="2672917"/>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5"/>
          <p:cNvSpPr/>
          <p:nvPr/>
        </p:nvSpPr>
        <p:spPr>
          <a:xfrm>
            <a:off x="9054181" y="19564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5"/>
          <p:cNvSpPr/>
          <p:nvPr/>
        </p:nvSpPr>
        <p:spPr>
          <a:xfrm>
            <a:off x="8637957" y="4766946"/>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
          <p:cNvSpPr/>
          <p:nvPr/>
        </p:nvSpPr>
        <p:spPr>
          <a:xfrm>
            <a:off x="8635665" y="4764710"/>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5"/>
          <p:cNvSpPr/>
          <p:nvPr/>
        </p:nvSpPr>
        <p:spPr>
          <a:xfrm>
            <a:off x="10574937" y="3307063"/>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
          <p:cNvSpPr/>
          <p:nvPr/>
        </p:nvSpPr>
        <p:spPr>
          <a:xfrm>
            <a:off x="10551288" y="3330767"/>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5"/>
          <p:cNvSpPr/>
          <p:nvPr/>
        </p:nvSpPr>
        <p:spPr>
          <a:xfrm>
            <a:off x="8581725" y="10093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3" name="Google Shape;403;p5"/>
          <p:cNvGrpSpPr/>
          <p:nvPr/>
        </p:nvGrpSpPr>
        <p:grpSpPr>
          <a:xfrm>
            <a:off x="4725677" y="4534063"/>
            <a:ext cx="2338846" cy="1739785"/>
            <a:chOff x="4725677" y="4534063"/>
            <a:chExt cx="2338846" cy="1739785"/>
          </a:xfrm>
        </p:grpSpPr>
        <p:sp>
          <p:nvSpPr>
            <p:cNvPr id="404" name="Google Shape;404;p5"/>
            <p:cNvSpPr/>
            <p:nvPr/>
          </p:nvSpPr>
          <p:spPr>
            <a:xfrm rot="10800000">
              <a:off x="4775279" y="4534063"/>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5"/>
            <p:cNvSpPr/>
            <p:nvPr/>
          </p:nvSpPr>
          <p:spPr>
            <a:xfrm rot="10800000">
              <a:off x="5869686" y="4710085"/>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5"/>
            <p:cNvSpPr/>
            <p:nvPr/>
          </p:nvSpPr>
          <p:spPr>
            <a:xfrm rot="10800000">
              <a:off x="4850875" y="4692004"/>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
            <p:cNvSpPr/>
            <p:nvPr/>
          </p:nvSpPr>
          <p:spPr>
            <a:xfrm rot="10800000">
              <a:off x="5935099" y="4759732"/>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
            <p:cNvSpPr/>
            <p:nvPr/>
          </p:nvSpPr>
          <p:spPr>
            <a:xfrm rot="10800000">
              <a:off x="5074290" y="5064293"/>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
            <p:cNvSpPr/>
            <p:nvPr/>
          </p:nvSpPr>
          <p:spPr>
            <a:xfrm rot="10800000">
              <a:off x="5370998" y="5496405"/>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
            <p:cNvSpPr/>
            <p:nvPr/>
          </p:nvSpPr>
          <p:spPr>
            <a:xfrm rot="10800000">
              <a:off x="4727969" y="5773987"/>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
            <p:cNvSpPr/>
            <p:nvPr/>
          </p:nvSpPr>
          <p:spPr>
            <a:xfrm rot="10800000">
              <a:off x="4725677" y="5771695"/>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
            <p:cNvSpPr/>
            <p:nvPr/>
          </p:nvSpPr>
          <p:spPr>
            <a:xfrm rot="10800000">
              <a:off x="5991512" y="4807087"/>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5"/>
            <p:cNvSpPr/>
            <p:nvPr/>
          </p:nvSpPr>
          <p:spPr>
            <a:xfrm rot="10800000">
              <a:off x="5966688" y="4833084"/>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4" name="Google Shape;414;p5"/>
          <p:cNvSpPr/>
          <p:nvPr/>
        </p:nvSpPr>
        <p:spPr>
          <a:xfrm>
            <a:off x="-354230" y="30783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5" name="Shape 415"/>
        <p:cNvGrpSpPr/>
        <p:nvPr/>
      </p:nvGrpSpPr>
      <p:grpSpPr>
        <a:xfrm>
          <a:off x="0" y="0"/>
          <a:ext cx="0" cy="0"/>
          <a:chOff x="0" y="0"/>
          <a:chExt cx="0" cy="0"/>
        </a:xfrm>
      </p:grpSpPr>
      <p:sp>
        <p:nvSpPr>
          <p:cNvPr id="416" name="Google Shape;416;p6"/>
          <p:cNvSpPr/>
          <p:nvPr/>
        </p:nvSpPr>
        <p:spPr>
          <a:xfrm flipH="1">
            <a:off x="0" y="4591500"/>
            <a:ext cx="9144000" cy="552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6"/>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8" name="Google Shape;418;p6"/>
          <p:cNvSpPr/>
          <p:nvPr/>
        </p:nvSpPr>
        <p:spPr>
          <a:xfrm>
            <a:off x="8574900" y="19603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6"/>
          <p:cNvSpPr/>
          <p:nvPr/>
        </p:nvSpPr>
        <p:spPr>
          <a:xfrm>
            <a:off x="8574913" y="72776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0" name="Google Shape;420;p6"/>
          <p:cNvGrpSpPr/>
          <p:nvPr/>
        </p:nvGrpSpPr>
        <p:grpSpPr>
          <a:xfrm>
            <a:off x="-4552" y="1997778"/>
            <a:ext cx="717765" cy="1144906"/>
            <a:chOff x="-4552" y="1997778"/>
            <a:chExt cx="717765" cy="1144906"/>
          </a:xfrm>
        </p:grpSpPr>
        <p:sp>
          <p:nvSpPr>
            <p:cNvPr id="421" name="Google Shape;421;p6"/>
            <p:cNvSpPr/>
            <p:nvPr/>
          </p:nvSpPr>
          <p:spPr>
            <a:xfrm>
              <a:off x="330286" y="2465335"/>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6"/>
            <p:cNvSpPr/>
            <p:nvPr/>
          </p:nvSpPr>
          <p:spPr>
            <a:xfrm>
              <a:off x="491988" y="2618642"/>
              <a:ext cx="56484" cy="5268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6"/>
            <p:cNvSpPr/>
            <p:nvPr/>
          </p:nvSpPr>
          <p:spPr>
            <a:xfrm>
              <a:off x="1564" y="1997778"/>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6"/>
            <p:cNvSpPr/>
            <p:nvPr/>
          </p:nvSpPr>
          <p:spPr>
            <a:xfrm>
              <a:off x="168584" y="1997778"/>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6"/>
            <p:cNvSpPr/>
            <p:nvPr/>
          </p:nvSpPr>
          <p:spPr>
            <a:xfrm>
              <a:off x="493508" y="3084680"/>
              <a:ext cx="57243" cy="55724"/>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6"/>
            <p:cNvSpPr/>
            <p:nvPr/>
          </p:nvSpPr>
          <p:spPr>
            <a:xfrm>
              <a:off x="3083" y="2153402"/>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6"/>
            <p:cNvSpPr/>
            <p:nvPr/>
          </p:nvSpPr>
          <p:spPr>
            <a:xfrm>
              <a:off x="166305" y="2152643"/>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6"/>
            <p:cNvSpPr/>
            <p:nvPr/>
          </p:nvSpPr>
          <p:spPr>
            <a:xfrm>
              <a:off x="332565" y="2153402"/>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6"/>
            <p:cNvSpPr/>
            <p:nvPr/>
          </p:nvSpPr>
          <p:spPr>
            <a:xfrm>
              <a:off x="328007" y="3086200"/>
              <a:ext cx="58003" cy="51888"/>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6"/>
            <p:cNvSpPr/>
            <p:nvPr/>
          </p:nvSpPr>
          <p:spPr>
            <a:xfrm>
              <a:off x="163266" y="3083161"/>
              <a:ext cx="61042" cy="59522"/>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6"/>
            <p:cNvSpPr/>
            <p:nvPr/>
          </p:nvSpPr>
          <p:spPr>
            <a:xfrm>
              <a:off x="804" y="308392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6"/>
            <p:cNvSpPr/>
            <p:nvPr/>
          </p:nvSpPr>
          <p:spPr>
            <a:xfrm>
              <a:off x="495027" y="2931373"/>
              <a:ext cx="55724" cy="51888"/>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6"/>
            <p:cNvSpPr/>
            <p:nvPr/>
          </p:nvSpPr>
          <p:spPr>
            <a:xfrm>
              <a:off x="-4552" y="2304393"/>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6"/>
            <p:cNvSpPr/>
            <p:nvPr/>
          </p:nvSpPr>
          <p:spPr>
            <a:xfrm>
              <a:off x="167824" y="2308989"/>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6"/>
            <p:cNvSpPr/>
            <p:nvPr/>
          </p:nvSpPr>
          <p:spPr>
            <a:xfrm>
              <a:off x="332565" y="2309748"/>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6"/>
            <p:cNvSpPr/>
            <p:nvPr/>
          </p:nvSpPr>
          <p:spPr>
            <a:xfrm>
              <a:off x="330286" y="2925257"/>
              <a:ext cx="54964" cy="60282"/>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6"/>
            <p:cNvSpPr/>
            <p:nvPr/>
          </p:nvSpPr>
          <p:spPr>
            <a:xfrm>
              <a:off x="164785" y="2929854"/>
              <a:ext cx="57243" cy="57243"/>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6"/>
            <p:cNvSpPr/>
            <p:nvPr/>
          </p:nvSpPr>
          <p:spPr>
            <a:xfrm>
              <a:off x="804" y="2926017"/>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6"/>
            <p:cNvSpPr/>
            <p:nvPr/>
          </p:nvSpPr>
          <p:spPr>
            <a:xfrm>
              <a:off x="494267" y="2774229"/>
              <a:ext cx="54205" cy="51166"/>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6"/>
            <p:cNvSpPr/>
            <p:nvPr/>
          </p:nvSpPr>
          <p:spPr>
            <a:xfrm>
              <a:off x="-1475" y="246381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6"/>
            <p:cNvSpPr/>
            <p:nvPr/>
          </p:nvSpPr>
          <p:spPr>
            <a:xfrm>
              <a:off x="167065" y="2464575"/>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6"/>
            <p:cNvSpPr/>
            <p:nvPr/>
          </p:nvSpPr>
          <p:spPr>
            <a:xfrm>
              <a:off x="333363" y="1998575"/>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
            <p:cNvSpPr/>
            <p:nvPr/>
          </p:nvSpPr>
          <p:spPr>
            <a:xfrm>
              <a:off x="330286" y="2775786"/>
              <a:ext cx="54205" cy="50368"/>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6"/>
            <p:cNvSpPr/>
            <p:nvPr/>
          </p:nvSpPr>
          <p:spPr>
            <a:xfrm>
              <a:off x="162506" y="2771190"/>
              <a:ext cx="70196" cy="58003"/>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6"/>
            <p:cNvSpPr/>
            <p:nvPr/>
          </p:nvSpPr>
          <p:spPr>
            <a:xfrm>
              <a:off x="804" y="2773469"/>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6"/>
            <p:cNvSpPr/>
            <p:nvPr/>
          </p:nvSpPr>
          <p:spPr>
            <a:xfrm>
              <a:off x="326488" y="2620922"/>
              <a:ext cx="57243" cy="5420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6"/>
            <p:cNvSpPr/>
            <p:nvPr/>
          </p:nvSpPr>
          <p:spPr>
            <a:xfrm>
              <a:off x="804" y="2619402"/>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6"/>
            <p:cNvSpPr/>
            <p:nvPr/>
          </p:nvSpPr>
          <p:spPr>
            <a:xfrm>
              <a:off x="167065" y="2617883"/>
              <a:ext cx="58003" cy="54964"/>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6"/>
            <p:cNvSpPr/>
            <p:nvPr/>
          </p:nvSpPr>
          <p:spPr>
            <a:xfrm>
              <a:off x="497344" y="2000854"/>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6"/>
            <p:cNvSpPr/>
            <p:nvPr/>
          </p:nvSpPr>
          <p:spPr>
            <a:xfrm>
              <a:off x="659806" y="2621681"/>
              <a:ext cx="51888" cy="48089"/>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6"/>
            <p:cNvSpPr/>
            <p:nvPr/>
          </p:nvSpPr>
          <p:spPr>
            <a:xfrm>
              <a:off x="649094" y="3085440"/>
              <a:ext cx="63359" cy="54964"/>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6"/>
            <p:cNvSpPr/>
            <p:nvPr/>
          </p:nvSpPr>
          <p:spPr>
            <a:xfrm>
              <a:off x="495787" y="2465335"/>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6"/>
            <p:cNvSpPr/>
            <p:nvPr/>
          </p:nvSpPr>
          <p:spPr>
            <a:xfrm>
              <a:off x="659046" y="2776546"/>
              <a:ext cx="53407" cy="51128"/>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6"/>
            <p:cNvSpPr/>
            <p:nvPr/>
          </p:nvSpPr>
          <p:spPr>
            <a:xfrm>
              <a:off x="496584" y="2155681"/>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6"/>
            <p:cNvSpPr/>
            <p:nvPr/>
          </p:nvSpPr>
          <p:spPr>
            <a:xfrm>
              <a:off x="495787" y="2311268"/>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6"/>
            <p:cNvSpPr/>
            <p:nvPr/>
          </p:nvSpPr>
          <p:spPr>
            <a:xfrm>
              <a:off x="658249" y="2931373"/>
              <a:ext cx="54964" cy="51128"/>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6"/>
            <p:cNvSpPr/>
            <p:nvPr/>
          </p:nvSpPr>
          <p:spPr>
            <a:xfrm>
              <a:off x="659806" y="2467614"/>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6"/>
            <p:cNvSpPr/>
            <p:nvPr/>
          </p:nvSpPr>
          <p:spPr>
            <a:xfrm>
              <a:off x="658249" y="2312787"/>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6"/>
            <p:cNvSpPr/>
            <p:nvPr/>
          </p:nvSpPr>
          <p:spPr>
            <a:xfrm>
              <a:off x="660566" y="2157201"/>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6"/>
            <p:cNvSpPr/>
            <p:nvPr/>
          </p:nvSpPr>
          <p:spPr>
            <a:xfrm>
              <a:off x="661325" y="2001614"/>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1" name="Google Shape;461;p6"/>
          <p:cNvSpPr/>
          <p:nvPr/>
        </p:nvSpPr>
        <p:spPr>
          <a:xfrm flipH="1" rot="-4956197">
            <a:off x="7632555" y="3926549"/>
            <a:ext cx="1596445" cy="180296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6"/>
          <p:cNvSpPr/>
          <p:nvPr/>
        </p:nvSpPr>
        <p:spPr>
          <a:xfrm flipH="1" rot="-4956197">
            <a:off x="7746076" y="3985059"/>
            <a:ext cx="1395625" cy="1650676"/>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6"/>
          <p:cNvSpPr/>
          <p:nvPr/>
        </p:nvSpPr>
        <p:spPr>
          <a:xfrm flipH="1" rot="-4956197">
            <a:off x="7846970" y="4097316"/>
            <a:ext cx="1193686" cy="142726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6"/>
          <p:cNvSpPr/>
          <p:nvPr/>
        </p:nvSpPr>
        <p:spPr>
          <a:xfrm flipH="1" rot="-4956197">
            <a:off x="7975705" y="4243332"/>
            <a:ext cx="901512" cy="110456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6"/>
          <p:cNvSpPr/>
          <p:nvPr/>
        </p:nvSpPr>
        <p:spPr>
          <a:xfrm flipH="1">
            <a:off x="50" y="0"/>
            <a:ext cx="2648100" cy="552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6"/>
          <p:cNvSpPr/>
          <p:nvPr/>
        </p:nvSpPr>
        <p:spPr>
          <a:xfrm flipH="1">
            <a:off x="1843950" y="-10536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6"/>
          <p:cNvSpPr/>
          <p:nvPr/>
        </p:nvSpPr>
        <p:spPr>
          <a:xfrm flipH="1">
            <a:off x="1988360" y="-36539"/>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6"/>
          <p:cNvSpPr/>
          <p:nvPr/>
        </p:nvSpPr>
        <p:spPr>
          <a:xfrm flipH="1">
            <a:off x="2132827" y="7292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6"/>
          <p:cNvSpPr/>
          <p:nvPr/>
        </p:nvSpPr>
        <p:spPr>
          <a:xfrm>
            <a:off x="115625" y="3816616"/>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6"/>
          <p:cNvSpPr/>
          <p:nvPr/>
        </p:nvSpPr>
        <p:spPr>
          <a:xfrm rot="5400000">
            <a:off x="115625" y="4421718"/>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6"/>
          <p:cNvSpPr/>
          <p:nvPr/>
        </p:nvSpPr>
        <p:spPr>
          <a:xfrm flipH="1">
            <a:off x="645130" y="-405428"/>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6"/>
          <p:cNvSpPr/>
          <p:nvPr/>
        </p:nvSpPr>
        <p:spPr>
          <a:xfrm flipH="1">
            <a:off x="746662" y="-29825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6"/>
          <p:cNvSpPr/>
          <p:nvPr/>
        </p:nvSpPr>
        <p:spPr>
          <a:xfrm flipH="1">
            <a:off x="509761" y="6874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6"/>
          <p:cNvSpPr/>
          <p:nvPr/>
        </p:nvSpPr>
        <p:spPr>
          <a:xfrm flipH="1">
            <a:off x="281161" y="3064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6"/>
          <p:cNvSpPr/>
          <p:nvPr/>
        </p:nvSpPr>
        <p:spPr>
          <a:xfrm flipH="1">
            <a:off x="1347961" y="1540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6"/>
          <p:cNvSpPr/>
          <p:nvPr/>
        </p:nvSpPr>
        <p:spPr>
          <a:xfrm flipH="1">
            <a:off x="2262361" y="2302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6"/>
          <p:cNvSpPr/>
          <p:nvPr/>
        </p:nvSpPr>
        <p:spPr>
          <a:xfrm flipH="1">
            <a:off x="738361" y="16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6"/>
          <p:cNvSpPr/>
          <p:nvPr/>
        </p:nvSpPr>
        <p:spPr>
          <a:xfrm>
            <a:off x="7312070" y="-32433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9" name="Shape 479"/>
        <p:cNvGrpSpPr/>
        <p:nvPr/>
      </p:nvGrpSpPr>
      <p:grpSpPr>
        <a:xfrm>
          <a:off x="0" y="0"/>
          <a:ext cx="0" cy="0"/>
          <a:chOff x="0" y="0"/>
          <a:chExt cx="0" cy="0"/>
        </a:xfrm>
      </p:grpSpPr>
      <p:sp>
        <p:nvSpPr>
          <p:cNvPr id="480" name="Google Shape;480;p7"/>
          <p:cNvSpPr txBox="1"/>
          <p:nvPr>
            <p:ph type="title"/>
          </p:nvPr>
        </p:nvSpPr>
        <p:spPr>
          <a:xfrm>
            <a:off x="875453" y="1695457"/>
            <a:ext cx="3684900" cy="4116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200"/>
              <a:buNone/>
              <a:defRPr sz="45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81" name="Google Shape;481;p7"/>
          <p:cNvSpPr txBox="1"/>
          <p:nvPr>
            <p:ph idx="1" type="subTitle"/>
          </p:nvPr>
        </p:nvSpPr>
        <p:spPr>
          <a:xfrm>
            <a:off x="875453" y="2350643"/>
            <a:ext cx="3684900" cy="1097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100"/>
              <a:buNone/>
              <a:defRPr sz="18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82" name="Google Shape;482;p7"/>
          <p:cNvSpPr/>
          <p:nvPr/>
        </p:nvSpPr>
        <p:spPr>
          <a:xfrm>
            <a:off x="169575" y="129468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7"/>
          <p:cNvSpPr/>
          <p:nvPr/>
        </p:nvSpPr>
        <p:spPr>
          <a:xfrm>
            <a:off x="169588" y="182641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7"/>
          <p:cNvSpPr/>
          <p:nvPr/>
        </p:nvSpPr>
        <p:spPr>
          <a:xfrm flipH="1" rot="10800000">
            <a:off x="-5" y="10453"/>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7"/>
          <p:cNvSpPr/>
          <p:nvPr/>
        </p:nvSpPr>
        <p:spPr>
          <a:xfrm rot="10800000">
            <a:off x="333238" y="144117"/>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7"/>
          <p:cNvSpPr/>
          <p:nvPr/>
        </p:nvSpPr>
        <p:spPr>
          <a:xfrm>
            <a:off x="99376" y="3833359"/>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7"/>
          <p:cNvSpPr/>
          <p:nvPr/>
        </p:nvSpPr>
        <p:spPr>
          <a:xfrm rot="5400000">
            <a:off x="99411" y="44566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7"/>
          <p:cNvSpPr/>
          <p:nvPr/>
        </p:nvSpPr>
        <p:spPr>
          <a:xfrm>
            <a:off x="5238625" y="0"/>
            <a:ext cx="39336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9" name="Google Shape;489;p7"/>
          <p:cNvGrpSpPr/>
          <p:nvPr/>
        </p:nvGrpSpPr>
        <p:grpSpPr>
          <a:xfrm rot="10800000">
            <a:off x="5378348" y="-98900"/>
            <a:ext cx="6861861" cy="5143530"/>
            <a:chOff x="-3799077" y="-5268675"/>
            <a:chExt cx="6861861" cy="5143530"/>
          </a:xfrm>
        </p:grpSpPr>
        <p:sp>
          <p:nvSpPr>
            <p:cNvPr id="490" name="Google Shape;490;p7"/>
            <p:cNvSpPr/>
            <p:nvPr/>
          </p:nvSpPr>
          <p:spPr>
            <a:xfrm flipH="1">
              <a:off x="-3052066" y="-2688483"/>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7"/>
            <p:cNvSpPr/>
            <p:nvPr/>
          </p:nvSpPr>
          <p:spPr>
            <a:xfrm flipH="1">
              <a:off x="-3799077" y="-5170503"/>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7"/>
            <p:cNvSpPr/>
            <p:nvPr/>
          </p:nvSpPr>
          <p:spPr>
            <a:xfrm flipH="1">
              <a:off x="-1055215" y="-526867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7"/>
            <p:cNvSpPr/>
            <p:nvPr/>
          </p:nvSpPr>
          <p:spPr>
            <a:xfrm flipH="1">
              <a:off x="2060921" y="-34138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7"/>
            <p:cNvSpPr/>
            <p:nvPr/>
          </p:nvSpPr>
          <p:spPr>
            <a:xfrm flipH="1">
              <a:off x="497192" y="-5154682"/>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7"/>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7"/>
            <p:cNvSpPr/>
            <p:nvPr/>
          </p:nvSpPr>
          <p:spPr>
            <a:xfrm flipH="1">
              <a:off x="1696475" y="-3953198"/>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7"/>
            <p:cNvSpPr/>
            <p:nvPr/>
          </p:nvSpPr>
          <p:spPr>
            <a:xfrm flipH="1">
              <a:off x="39193" y="-3980256"/>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7"/>
            <p:cNvSpPr/>
            <p:nvPr/>
          </p:nvSpPr>
          <p:spPr>
            <a:xfrm flipH="1">
              <a:off x="-3393920" y="-151176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7"/>
            <p:cNvSpPr/>
            <p:nvPr/>
          </p:nvSpPr>
          <p:spPr>
            <a:xfrm flipH="1">
              <a:off x="-2932478" y="-2601605"/>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7"/>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7"/>
            <p:cNvSpPr/>
            <p:nvPr/>
          </p:nvSpPr>
          <p:spPr>
            <a:xfrm flipH="1">
              <a:off x="-3292388" y="-1404593"/>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7"/>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7"/>
            <p:cNvSpPr/>
            <p:nvPr/>
          </p:nvSpPr>
          <p:spPr>
            <a:xfrm flipH="1">
              <a:off x="2209809" y="-329093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7"/>
            <p:cNvSpPr/>
            <p:nvPr/>
          </p:nvSpPr>
          <p:spPr>
            <a:xfrm flipH="1">
              <a:off x="624664" y="-5010276"/>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7"/>
            <p:cNvSpPr/>
            <p:nvPr/>
          </p:nvSpPr>
          <p:spPr>
            <a:xfrm flipH="1">
              <a:off x="1840885" y="-3884377"/>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7"/>
            <p:cNvSpPr/>
            <p:nvPr/>
          </p:nvSpPr>
          <p:spPr>
            <a:xfrm flipH="1">
              <a:off x="104606" y="-3909143"/>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7"/>
            <p:cNvSpPr/>
            <p:nvPr/>
          </p:nvSpPr>
          <p:spPr>
            <a:xfrm flipH="1">
              <a:off x="-2832066" y="-2489904"/>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7"/>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7"/>
            <p:cNvSpPr/>
            <p:nvPr/>
          </p:nvSpPr>
          <p:spPr>
            <a:xfrm flipH="1">
              <a:off x="749899" y="-49493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7"/>
            <p:cNvSpPr/>
            <p:nvPr/>
          </p:nvSpPr>
          <p:spPr>
            <a:xfrm flipH="1">
              <a:off x="1985352" y="-3774912"/>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7"/>
            <p:cNvSpPr/>
            <p:nvPr/>
          </p:nvSpPr>
          <p:spPr>
            <a:xfrm flipH="1">
              <a:off x="-2673006" y="-2347734"/>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7"/>
            <p:cNvSpPr/>
            <p:nvPr/>
          </p:nvSpPr>
          <p:spPr>
            <a:xfrm flipH="1">
              <a:off x="-3379293" y="-5020451"/>
              <a:ext cx="1990251" cy="2226013"/>
            </a:xfrm>
            <a:custGeom>
              <a:rect b="b" l="l" r="r" t="t"/>
              <a:pathLst>
                <a:path extrusionOk="0" h="39816" w="35599">
                  <a:moveTo>
                    <a:pt x="16346" y="81"/>
                  </a:moveTo>
                  <a:lnTo>
                    <a:pt x="18606" y="102"/>
                  </a:lnTo>
                  <a:lnTo>
                    <a:pt x="19737" y="122"/>
                  </a:lnTo>
                  <a:lnTo>
                    <a:pt x="20867" y="162"/>
                  </a:lnTo>
                  <a:lnTo>
                    <a:pt x="22017" y="223"/>
                  </a:lnTo>
                  <a:lnTo>
                    <a:pt x="23147" y="283"/>
                  </a:lnTo>
                  <a:lnTo>
                    <a:pt x="24277" y="364"/>
                  </a:lnTo>
                  <a:lnTo>
                    <a:pt x="25407" y="465"/>
                  </a:lnTo>
                  <a:lnTo>
                    <a:pt x="26537" y="586"/>
                  </a:lnTo>
                  <a:lnTo>
                    <a:pt x="27667" y="747"/>
                  </a:lnTo>
                  <a:lnTo>
                    <a:pt x="28555" y="868"/>
                  </a:lnTo>
                  <a:lnTo>
                    <a:pt x="29443" y="1050"/>
                  </a:lnTo>
                  <a:lnTo>
                    <a:pt x="29887" y="1151"/>
                  </a:lnTo>
                  <a:lnTo>
                    <a:pt x="30311" y="1272"/>
                  </a:lnTo>
                  <a:lnTo>
                    <a:pt x="30755" y="1413"/>
                  </a:lnTo>
                  <a:lnTo>
                    <a:pt x="31179" y="1554"/>
                  </a:lnTo>
                  <a:lnTo>
                    <a:pt x="31582" y="1736"/>
                  </a:lnTo>
                  <a:lnTo>
                    <a:pt x="31986" y="1918"/>
                  </a:lnTo>
                  <a:lnTo>
                    <a:pt x="32369" y="2140"/>
                  </a:lnTo>
                  <a:lnTo>
                    <a:pt x="32732" y="2382"/>
                  </a:lnTo>
                  <a:lnTo>
                    <a:pt x="33076" y="2644"/>
                  </a:lnTo>
                  <a:lnTo>
                    <a:pt x="33419" y="2927"/>
                  </a:lnTo>
                  <a:lnTo>
                    <a:pt x="33721" y="3250"/>
                  </a:lnTo>
                  <a:lnTo>
                    <a:pt x="34004" y="3593"/>
                  </a:lnTo>
                  <a:lnTo>
                    <a:pt x="34165" y="3815"/>
                  </a:lnTo>
                  <a:lnTo>
                    <a:pt x="34307" y="4057"/>
                  </a:lnTo>
                  <a:lnTo>
                    <a:pt x="34448" y="4299"/>
                  </a:lnTo>
                  <a:lnTo>
                    <a:pt x="34569" y="4561"/>
                  </a:lnTo>
                  <a:lnTo>
                    <a:pt x="34771" y="5066"/>
                  </a:lnTo>
                  <a:lnTo>
                    <a:pt x="34932" y="5611"/>
                  </a:lnTo>
                  <a:lnTo>
                    <a:pt x="35073" y="6135"/>
                  </a:lnTo>
                  <a:lnTo>
                    <a:pt x="35174" y="6680"/>
                  </a:lnTo>
                  <a:lnTo>
                    <a:pt x="35255" y="7205"/>
                  </a:lnTo>
                  <a:lnTo>
                    <a:pt x="35316" y="7730"/>
                  </a:lnTo>
                  <a:lnTo>
                    <a:pt x="35416" y="8577"/>
                  </a:lnTo>
                  <a:lnTo>
                    <a:pt x="35477" y="9445"/>
                  </a:lnTo>
                  <a:lnTo>
                    <a:pt x="35517" y="10333"/>
                  </a:lnTo>
                  <a:lnTo>
                    <a:pt x="35517" y="11261"/>
                  </a:lnTo>
                  <a:lnTo>
                    <a:pt x="35517" y="12230"/>
                  </a:lnTo>
                  <a:lnTo>
                    <a:pt x="35497" y="13219"/>
                  </a:lnTo>
                  <a:lnTo>
                    <a:pt x="35457" y="14248"/>
                  </a:lnTo>
                  <a:lnTo>
                    <a:pt x="35376" y="15337"/>
                  </a:lnTo>
                  <a:lnTo>
                    <a:pt x="35316" y="16165"/>
                  </a:lnTo>
                  <a:lnTo>
                    <a:pt x="35235" y="17033"/>
                  </a:lnTo>
                  <a:lnTo>
                    <a:pt x="35134" y="17921"/>
                  </a:lnTo>
                  <a:lnTo>
                    <a:pt x="34993" y="18808"/>
                  </a:lnTo>
                  <a:lnTo>
                    <a:pt x="34831" y="19717"/>
                  </a:lnTo>
                  <a:lnTo>
                    <a:pt x="34629" y="20625"/>
                  </a:lnTo>
                  <a:lnTo>
                    <a:pt x="34508" y="21089"/>
                  </a:lnTo>
                  <a:lnTo>
                    <a:pt x="34367" y="21533"/>
                  </a:lnTo>
                  <a:lnTo>
                    <a:pt x="34226" y="21997"/>
                  </a:lnTo>
                  <a:lnTo>
                    <a:pt x="34064" y="22441"/>
                  </a:lnTo>
                  <a:lnTo>
                    <a:pt x="33943" y="22784"/>
                  </a:lnTo>
                  <a:lnTo>
                    <a:pt x="33782" y="23127"/>
                  </a:lnTo>
                  <a:lnTo>
                    <a:pt x="33620" y="23490"/>
                  </a:lnTo>
                  <a:lnTo>
                    <a:pt x="33419" y="23833"/>
                  </a:lnTo>
                  <a:lnTo>
                    <a:pt x="33197" y="24176"/>
                  </a:lnTo>
                  <a:lnTo>
                    <a:pt x="32934" y="24479"/>
                  </a:lnTo>
                  <a:lnTo>
                    <a:pt x="32793" y="24641"/>
                  </a:lnTo>
                  <a:lnTo>
                    <a:pt x="32632" y="24782"/>
                  </a:lnTo>
                  <a:lnTo>
                    <a:pt x="32470" y="24903"/>
                  </a:lnTo>
                  <a:lnTo>
                    <a:pt x="32309" y="25024"/>
                  </a:lnTo>
                  <a:lnTo>
                    <a:pt x="32107" y="25145"/>
                  </a:lnTo>
                  <a:lnTo>
                    <a:pt x="31925" y="25226"/>
                  </a:lnTo>
                  <a:lnTo>
                    <a:pt x="31723" y="25327"/>
                  </a:lnTo>
                  <a:lnTo>
                    <a:pt x="31522" y="25387"/>
                  </a:lnTo>
                  <a:lnTo>
                    <a:pt x="31118" y="25508"/>
                  </a:lnTo>
                  <a:lnTo>
                    <a:pt x="30694" y="25569"/>
                  </a:lnTo>
                  <a:lnTo>
                    <a:pt x="30250" y="25609"/>
                  </a:lnTo>
                  <a:lnTo>
                    <a:pt x="29403" y="25609"/>
                  </a:lnTo>
                  <a:lnTo>
                    <a:pt x="28979" y="25589"/>
                  </a:lnTo>
                  <a:lnTo>
                    <a:pt x="27809" y="25488"/>
                  </a:lnTo>
                  <a:lnTo>
                    <a:pt x="26658" y="25347"/>
                  </a:lnTo>
                  <a:lnTo>
                    <a:pt x="25508" y="25185"/>
                  </a:lnTo>
                  <a:lnTo>
                    <a:pt x="24358" y="25004"/>
                  </a:lnTo>
                  <a:lnTo>
                    <a:pt x="23248" y="24842"/>
                  </a:lnTo>
                  <a:lnTo>
                    <a:pt x="22118" y="24681"/>
                  </a:lnTo>
                  <a:lnTo>
                    <a:pt x="20988" y="24540"/>
                  </a:lnTo>
                  <a:lnTo>
                    <a:pt x="19837" y="24439"/>
                  </a:lnTo>
                  <a:lnTo>
                    <a:pt x="19272" y="24398"/>
                  </a:lnTo>
                  <a:lnTo>
                    <a:pt x="18707" y="24378"/>
                  </a:lnTo>
                  <a:lnTo>
                    <a:pt x="17577" y="24378"/>
                  </a:lnTo>
                  <a:lnTo>
                    <a:pt x="17012" y="24419"/>
                  </a:lnTo>
                  <a:lnTo>
                    <a:pt x="16447" y="24459"/>
                  </a:lnTo>
                  <a:lnTo>
                    <a:pt x="15882" y="24540"/>
                  </a:lnTo>
                  <a:lnTo>
                    <a:pt x="15317" y="24620"/>
                  </a:lnTo>
                  <a:lnTo>
                    <a:pt x="14631" y="24762"/>
                  </a:lnTo>
                  <a:lnTo>
                    <a:pt x="13965" y="24943"/>
                  </a:lnTo>
                  <a:lnTo>
                    <a:pt x="13319" y="25165"/>
                  </a:lnTo>
                  <a:lnTo>
                    <a:pt x="12674" y="25407"/>
                  </a:lnTo>
                  <a:lnTo>
                    <a:pt x="12048" y="25690"/>
                  </a:lnTo>
                  <a:lnTo>
                    <a:pt x="11422" y="25993"/>
                  </a:lnTo>
                  <a:lnTo>
                    <a:pt x="10817" y="26336"/>
                  </a:lnTo>
                  <a:lnTo>
                    <a:pt x="10232" y="26699"/>
                  </a:lnTo>
                  <a:lnTo>
                    <a:pt x="9667" y="27102"/>
                  </a:lnTo>
                  <a:lnTo>
                    <a:pt x="9122" y="27526"/>
                  </a:lnTo>
                  <a:lnTo>
                    <a:pt x="8597" y="27990"/>
                  </a:lnTo>
                  <a:lnTo>
                    <a:pt x="8093" y="28455"/>
                  </a:lnTo>
                  <a:lnTo>
                    <a:pt x="7608" y="28959"/>
                  </a:lnTo>
                  <a:lnTo>
                    <a:pt x="7164" y="29484"/>
                  </a:lnTo>
                  <a:lnTo>
                    <a:pt x="6741" y="30029"/>
                  </a:lnTo>
                  <a:lnTo>
                    <a:pt x="6357" y="30594"/>
                  </a:lnTo>
                  <a:lnTo>
                    <a:pt x="6014" y="31159"/>
                  </a:lnTo>
                  <a:lnTo>
                    <a:pt x="5691" y="31744"/>
                  </a:lnTo>
                  <a:lnTo>
                    <a:pt x="5389" y="32329"/>
                  </a:lnTo>
                  <a:lnTo>
                    <a:pt x="5106" y="32914"/>
                  </a:lnTo>
                  <a:lnTo>
                    <a:pt x="4844" y="33520"/>
                  </a:lnTo>
                  <a:lnTo>
                    <a:pt x="4581" y="34125"/>
                  </a:lnTo>
                  <a:lnTo>
                    <a:pt x="4097" y="35336"/>
                  </a:lnTo>
                  <a:lnTo>
                    <a:pt x="3714" y="36264"/>
                  </a:lnTo>
                  <a:lnTo>
                    <a:pt x="3330" y="37172"/>
                  </a:lnTo>
                  <a:lnTo>
                    <a:pt x="2927" y="38080"/>
                  </a:lnTo>
                  <a:lnTo>
                    <a:pt x="2705" y="38524"/>
                  </a:lnTo>
                  <a:lnTo>
                    <a:pt x="2483" y="38948"/>
                  </a:lnTo>
                  <a:lnTo>
                    <a:pt x="2402" y="39089"/>
                  </a:lnTo>
                  <a:lnTo>
                    <a:pt x="2321" y="39211"/>
                  </a:lnTo>
                  <a:lnTo>
                    <a:pt x="2220" y="39332"/>
                  </a:lnTo>
                  <a:lnTo>
                    <a:pt x="2099" y="39453"/>
                  </a:lnTo>
                  <a:lnTo>
                    <a:pt x="1978" y="39554"/>
                  </a:lnTo>
                  <a:lnTo>
                    <a:pt x="1857" y="39634"/>
                  </a:lnTo>
                  <a:lnTo>
                    <a:pt x="1736" y="39695"/>
                  </a:lnTo>
                  <a:lnTo>
                    <a:pt x="1615" y="39715"/>
                  </a:lnTo>
                  <a:lnTo>
                    <a:pt x="1413" y="39715"/>
                  </a:lnTo>
                  <a:lnTo>
                    <a:pt x="1312" y="39654"/>
                  </a:lnTo>
                  <a:lnTo>
                    <a:pt x="1231" y="39594"/>
                  </a:lnTo>
                  <a:lnTo>
                    <a:pt x="1191" y="39513"/>
                  </a:lnTo>
                  <a:lnTo>
                    <a:pt x="1131" y="39433"/>
                  </a:lnTo>
                  <a:lnTo>
                    <a:pt x="1110" y="39352"/>
                  </a:lnTo>
                  <a:lnTo>
                    <a:pt x="1090" y="39251"/>
                  </a:lnTo>
                  <a:lnTo>
                    <a:pt x="1090" y="39049"/>
                  </a:lnTo>
                  <a:lnTo>
                    <a:pt x="1110" y="38847"/>
                  </a:lnTo>
                  <a:lnTo>
                    <a:pt x="1252" y="38040"/>
                  </a:lnTo>
                  <a:lnTo>
                    <a:pt x="1393" y="37253"/>
                  </a:lnTo>
                  <a:lnTo>
                    <a:pt x="1575" y="36466"/>
                  </a:lnTo>
                  <a:lnTo>
                    <a:pt x="1776" y="35699"/>
                  </a:lnTo>
                  <a:lnTo>
                    <a:pt x="2018" y="34630"/>
                  </a:lnTo>
                  <a:lnTo>
                    <a:pt x="2261" y="33560"/>
                  </a:lnTo>
                  <a:lnTo>
                    <a:pt x="2422" y="32551"/>
                  </a:lnTo>
                  <a:lnTo>
                    <a:pt x="2563" y="31562"/>
                  </a:lnTo>
                  <a:lnTo>
                    <a:pt x="2664" y="30533"/>
                  </a:lnTo>
                  <a:lnTo>
                    <a:pt x="2705" y="29524"/>
                  </a:lnTo>
                  <a:lnTo>
                    <a:pt x="2745" y="28515"/>
                  </a:lnTo>
                  <a:lnTo>
                    <a:pt x="2745" y="27506"/>
                  </a:lnTo>
                  <a:lnTo>
                    <a:pt x="2705" y="26477"/>
                  </a:lnTo>
                  <a:lnTo>
                    <a:pt x="2644" y="25468"/>
                  </a:lnTo>
                  <a:lnTo>
                    <a:pt x="2563" y="24439"/>
                  </a:lnTo>
                  <a:lnTo>
                    <a:pt x="2462" y="23430"/>
                  </a:lnTo>
                  <a:lnTo>
                    <a:pt x="2362" y="22401"/>
                  </a:lnTo>
                  <a:lnTo>
                    <a:pt x="2240" y="21392"/>
                  </a:lnTo>
                  <a:lnTo>
                    <a:pt x="1958" y="19374"/>
                  </a:lnTo>
                  <a:lnTo>
                    <a:pt x="1655" y="17355"/>
                  </a:lnTo>
                  <a:lnTo>
                    <a:pt x="1595" y="16972"/>
                  </a:lnTo>
                  <a:lnTo>
                    <a:pt x="1030" y="13219"/>
                  </a:lnTo>
                  <a:lnTo>
                    <a:pt x="485" y="9465"/>
                  </a:lnTo>
                  <a:lnTo>
                    <a:pt x="323" y="8234"/>
                  </a:lnTo>
                  <a:lnTo>
                    <a:pt x="182" y="7043"/>
                  </a:lnTo>
                  <a:lnTo>
                    <a:pt x="142" y="6458"/>
                  </a:lnTo>
                  <a:lnTo>
                    <a:pt x="101" y="5873"/>
                  </a:lnTo>
                  <a:lnTo>
                    <a:pt x="81" y="5308"/>
                  </a:lnTo>
                  <a:lnTo>
                    <a:pt x="81" y="4723"/>
                  </a:lnTo>
                  <a:lnTo>
                    <a:pt x="81" y="4521"/>
                  </a:lnTo>
                  <a:lnTo>
                    <a:pt x="101" y="3633"/>
                  </a:lnTo>
                  <a:lnTo>
                    <a:pt x="142" y="3129"/>
                  </a:lnTo>
                  <a:lnTo>
                    <a:pt x="202" y="2604"/>
                  </a:lnTo>
                  <a:lnTo>
                    <a:pt x="283" y="2099"/>
                  </a:lnTo>
                  <a:lnTo>
                    <a:pt x="323" y="1857"/>
                  </a:lnTo>
                  <a:lnTo>
                    <a:pt x="404" y="1635"/>
                  </a:lnTo>
                  <a:lnTo>
                    <a:pt x="465" y="1413"/>
                  </a:lnTo>
                  <a:lnTo>
                    <a:pt x="566" y="1211"/>
                  </a:lnTo>
                  <a:lnTo>
                    <a:pt x="666" y="1010"/>
                  </a:lnTo>
                  <a:lnTo>
                    <a:pt x="767" y="848"/>
                  </a:lnTo>
                  <a:lnTo>
                    <a:pt x="848" y="747"/>
                  </a:lnTo>
                  <a:lnTo>
                    <a:pt x="929" y="687"/>
                  </a:lnTo>
                  <a:lnTo>
                    <a:pt x="1110" y="545"/>
                  </a:lnTo>
                  <a:lnTo>
                    <a:pt x="1332" y="445"/>
                  </a:lnTo>
                  <a:lnTo>
                    <a:pt x="1575" y="364"/>
                  </a:lnTo>
                  <a:lnTo>
                    <a:pt x="1837" y="303"/>
                  </a:lnTo>
                  <a:lnTo>
                    <a:pt x="2099" y="283"/>
                  </a:lnTo>
                  <a:lnTo>
                    <a:pt x="2382" y="263"/>
                  </a:lnTo>
                  <a:lnTo>
                    <a:pt x="2684" y="243"/>
                  </a:lnTo>
                  <a:lnTo>
                    <a:pt x="3169" y="263"/>
                  </a:lnTo>
                  <a:lnTo>
                    <a:pt x="3633" y="283"/>
                  </a:lnTo>
                  <a:lnTo>
                    <a:pt x="4057" y="303"/>
                  </a:lnTo>
                  <a:lnTo>
                    <a:pt x="4440" y="303"/>
                  </a:lnTo>
                  <a:lnTo>
                    <a:pt x="9586" y="202"/>
                  </a:lnTo>
                  <a:lnTo>
                    <a:pt x="11826" y="142"/>
                  </a:lnTo>
                  <a:lnTo>
                    <a:pt x="14066" y="102"/>
                  </a:lnTo>
                  <a:lnTo>
                    <a:pt x="16346" y="81"/>
                  </a:lnTo>
                  <a:close/>
                  <a:moveTo>
                    <a:pt x="16346" y="1"/>
                  </a:moveTo>
                  <a:lnTo>
                    <a:pt x="14066" y="21"/>
                  </a:lnTo>
                  <a:lnTo>
                    <a:pt x="11826" y="61"/>
                  </a:lnTo>
                  <a:lnTo>
                    <a:pt x="9586" y="122"/>
                  </a:lnTo>
                  <a:lnTo>
                    <a:pt x="4420" y="223"/>
                  </a:lnTo>
                  <a:lnTo>
                    <a:pt x="4057" y="223"/>
                  </a:lnTo>
                  <a:lnTo>
                    <a:pt x="3633" y="202"/>
                  </a:lnTo>
                  <a:lnTo>
                    <a:pt x="2805" y="162"/>
                  </a:lnTo>
                  <a:lnTo>
                    <a:pt x="2382" y="182"/>
                  </a:lnTo>
                  <a:lnTo>
                    <a:pt x="1978" y="202"/>
                  </a:lnTo>
                  <a:lnTo>
                    <a:pt x="1595" y="283"/>
                  </a:lnTo>
                  <a:lnTo>
                    <a:pt x="1413" y="324"/>
                  </a:lnTo>
                  <a:lnTo>
                    <a:pt x="1252" y="384"/>
                  </a:lnTo>
                  <a:lnTo>
                    <a:pt x="1090" y="465"/>
                  </a:lnTo>
                  <a:lnTo>
                    <a:pt x="949" y="566"/>
                  </a:lnTo>
                  <a:lnTo>
                    <a:pt x="828" y="667"/>
                  </a:lnTo>
                  <a:lnTo>
                    <a:pt x="707" y="788"/>
                  </a:lnTo>
                  <a:lnTo>
                    <a:pt x="586" y="969"/>
                  </a:lnTo>
                  <a:lnTo>
                    <a:pt x="485" y="1151"/>
                  </a:lnTo>
                  <a:lnTo>
                    <a:pt x="404" y="1373"/>
                  </a:lnTo>
                  <a:lnTo>
                    <a:pt x="323" y="1575"/>
                  </a:lnTo>
                  <a:lnTo>
                    <a:pt x="263" y="1817"/>
                  </a:lnTo>
                  <a:lnTo>
                    <a:pt x="202" y="2059"/>
                  </a:lnTo>
                  <a:lnTo>
                    <a:pt x="122" y="2563"/>
                  </a:lnTo>
                  <a:lnTo>
                    <a:pt x="61" y="3068"/>
                  </a:lnTo>
                  <a:lnTo>
                    <a:pt x="21" y="3593"/>
                  </a:lnTo>
                  <a:lnTo>
                    <a:pt x="0" y="4521"/>
                  </a:lnTo>
                  <a:lnTo>
                    <a:pt x="0" y="4723"/>
                  </a:lnTo>
                  <a:lnTo>
                    <a:pt x="0" y="5308"/>
                  </a:lnTo>
                  <a:lnTo>
                    <a:pt x="21" y="5873"/>
                  </a:lnTo>
                  <a:lnTo>
                    <a:pt x="61" y="6458"/>
                  </a:lnTo>
                  <a:lnTo>
                    <a:pt x="101" y="7043"/>
                  </a:lnTo>
                  <a:lnTo>
                    <a:pt x="243" y="8234"/>
                  </a:lnTo>
                  <a:lnTo>
                    <a:pt x="404" y="9465"/>
                  </a:lnTo>
                  <a:lnTo>
                    <a:pt x="949" y="13219"/>
                  </a:lnTo>
                  <a:lnTo>
                    <a:pt x="1514" y="16992"/>
                  </a:lnTo>
                  <a:lnTo>
                    <a:pt x="1575" y="17376"/>
                  </a:lnTo>
                  <a:lnTo>
                    <a:pt x="1877" y="19374"/>
                  </a:lnTo>
                  <a:lnTo>
                    <a:pt x="2160" y="21392"/>
                  </a:lnTo>
                  <a:lnTo>
                    <a:pt x="2281" y="22421"/>
                  </a:lnTo>
                  <a:lnTo>
                    <a:pt x="2382" y="23430"/>
                  </a:lnTo>
                  <a:lnTo>
                    <a:pt x="2483" y="24439"/>
                  </a:lnTo>
                  <a:lnTo>
                    <a:pt x="2563" y="25468"/>
                  </a:lnTo>
                  <a:lnTo>
                    <a:pt x="2624" y="26477"/>
                  </a:lnTo>
                  <a:lnTo>
                    <a:pt x="2664" y="27486"/>
                  </a:lnTo>
                  <a:lnTo>
                    <a:pt x="2664" y="28515"/>
                  </a:lnTo>
                  <a:lnTo>
                    <a:pt x="2644" y="29524"/>
                  </a:lnTo>
                  <a:lnTo>
                    <a:pt x="2584" y="30533"/>
                  </a:lnTo>
                  <a:lnTo>
                    <a:pt x="2483" y="31542"/>
                  </a:lnTo>
                  <a:lnTo>
                    <a:pt x="2341" y="32551"/>
                  </a:lnTo>
                  <a:lnTo>
                    <a:pt x="2180" y="33540"/>
                  </a:lnTo>
                  <a:lnTo>
                    <a:pt x="1938" y="34630"/>
                  </a:lnTo>
                  <a:lnTo>
                    <a:pt x="1696" y="35679"/>
                  </a:lnTo>
                  <a:lnTo>
                    <a:pt x="1494" y="36466"/>
                  </a:lnTo>
                  <a:lnTo>
                    <a:pt x="1332" y="37233"/>
                  </a:lnTo>
                  <a:lnTo>
                    <a:pt x="1171" y="38040"/>
                  </a:lnTo>
                  <a:lnTo>
                    <a:pt x="1030" y="38827"/>
                  </a:lnTo>
                  <a:lnTo>
                    <a:pt x="1009" y="39049"/>
                  </a:lnTo>
                  <a:lnTo>
                    <a:pt x="1009" y="39271"/>
                  </a:lnTo>
                  <a:lnTo>
                    <a:pt x="1030" y="39372"/>
                  </a:lnTo>
                  <a:lnTo>
                    <a:pt x="1070" y="39473"/>
                  </a:lnTo>
                  <a:lnTo>
                    <a:pt x="1110" y="39574"/>
                  </a:lnTo>
                  <a:lnTo>
                    <a:pt x="1191" y="39654"/>
                  </a:lnTo>
                  <a:lnTo>
                    <a:pt x="1252" y="39715"/>
                  </a:lnTo>
                  <a:lnTo>
                    <a:pt x="1353" y="39776"/>
                  </a:lnTo>
                  <a:lnTo>
                    <a:pt x="1433" y="39796"/>
                  </a:lnTo>
                  <a:lnTo>
                    <a:pt x="1534" y="39816"/>
                  </a:lnTo>
                  <a:lnTo>
                    <a:pt x="1615" y="39796"/>
                  </a:lnTo>
                  <a:lnTo>
                    <a:pt x="1756" y="39776"/>
                  </a:lnTo>
                  <a:lnTo>
                    <a:pt x="1897" y="39695"/>
                  </a:lnTo>
                  <a:lnTo>
                    <a:pt x="2018" y="39614"/>
                  </a:lnTo>
                  <a:lnTo>
                    <a:pt x="2160" y="39513"/>
                  </a:lnTo>
                  <a:lnTo>
                    <a:pt x="2281" y="39392"/>
                  </a:lnTo>
                  <a:lnTo>
                    <a:pt x="2382" y="39271"/>
                  </a:lnTo>
                  <a:lnTo>
                    <a:pt x="2483" y="39130"/>
                  </a:lnTo>
                  <a:lnTo>
                    <a:pt x="2563" y="38989"/>
                  </a:lnTo>
                  <a:lnTo>
                    <a:pt x="2785" y="38565"/>
                  </a:lnTo>
                  <a:lnTo>
                    <a:pt x="3007" y="38101"/>
                  </a:lnTo>
                  <a:lnTo>
                    <a:pt x="3411" y="37193"/>
                  </a:lnTo>
                  <a:lnTo>
                    <a:pt x="3794" y="36284"/>
                  </a:lnTo>
                  <a:lnTo>
                    <a:pt x="4158" y="35376"/>
                  </a:lnTo>
                  <a:lnTo>
                    <a:pt x="4662" y="34166"/>
                  </a:lnTo>
                  <a:lnTo>
                    <a:pt x="4904" y="33560"/>
                  </a:lnTo>
                  <a:lnTo>
                    <a:pt x="5187" y="32955"/>
                  </a:lnTo>
                  <a:lnTo>
                    <a:pt x="5469" y="32369"/>
                  </a:lnTo>
                  <a:lnTo>
                    <a:pt x="5752" y="31784"/>
                  </a:lnTo>
                  <a:lnTo>
                    <a:pt x="6075" y="31199"/>
                  </a:lnTo>
                  <a:lnTo>
                    <a:pt x="6418" y="30654"/>
                  </a:lnTo>
                  <a:lnTo>
                    <a:pt x="6821" y="30089"/>
                  </a:lnTo>
                  <a:lnTo>
                    <a:pt x="7225" y="29544"/>
                  </a:lnTo>
                  <a:lnTo>
                    <a:pt x="7669" y="29020"/>
                  </a:lnTo>
                  <a:lnTo>
                    <a:pt x="8153" y="28515"/>
                  </a:lnTo>
                  <a:lnTo>
                    <a:pt x="8638" y="28051"/>
                  </a:lnTo>
                  <a:lnTo>
                    <a:pt x="9162" y="27587"/>
                  </a:lnTo>
                  <a:lnTo>
                    <a:pt x="9707" y="27163"/>
                  </a:lnTo>
                  <a:lnTo>
                    <a:pt x="10272" y="26780"/>
                  </a:lnTo>
                  <a:lnTo>
                    <a:pt x="10857" y="26396"/>
                  </a:lnTo>
                  <a:lnTo>
                    <a:pt x="11463" y="26073"/>
                  </a:lnTo>
                  <a:lnTo>
                    <a:pt x="12068" y="25750"/>
                  </a:lnTo>
                  <a:lnTo>
                    <a:pt x="12694" y="25468"/>
                  </a:lnTo>
                  <a:lnTo>
                    <a:pt x="13339" y="25226"/>
                  </a:lnTo>
                  <a:lnTo>
                    <a:pt x="14005" y="25024"/>
                  </a:lnTo>
                  <a:lnTo>
                    <a:pt x="14651" y="24842"/>
                  </a:lnTo>
                  <a:lnTo>
                    <a:pt x="15337" y="24701"/>
                  </a:lnTo>
                  <a:lnTo>
                    <a:pt x="15882" y="24600"/>
                  </a:lnTo>
                  <a:lnTo>
                    <a:pt x="16447" y="24540"/>
                  </a:lnTo>
                  <a:lnTo>
                    <a:pt x="17012" y="24499"/>
                  </a:lnTo>
                  <a:lnTo>
                    <a:pt x="17577" y="24459"/>
                  </a:lnTo>
                  <a:lnTo>
                    <a:pt x="18707" y="24459"/>
                  </a:lnTo>
                  <a:lnTo>
                    <a:pt x="19272" y="24479"/>
                  </a:lnTo>
                  <a:lnTo>
                    <a:pt x="19837" y="24519"/>
                  </a:lnTo>
                  <a:lnTo>
                    <a:pt x="20968" y="24620"/>
                  </a:lnTo>
                  <a:lnTo>
                    <a:pt x="22098" y="24762"/>
                  </a:lnTo>
                  <a:lnTo>
                    <a:pt x="23228" y="24923"/>
                  </a:lnTo>
                  <a:lnTo>
                    <a:pt x="24338" y="25084"/>
                  </a:lnTo>
                  <a:lnTo>
                    <a:pt x="25488" y="25266"/>
                  </a:lnTo>
                  <a:lnTo>
                    <a:pt x="26638" y="25428"/>
                  </a:lnTo>
                  <a:lnTo>
                    <a:pt x="27809" y="25569"/>
                  </a:lnTo>
                  <a:lnTo>
                    <a:pt x="28979" y="25670"/>
                  </a:lnTo>
                  <a:lnTo>
                    <a:pt x="29403" y="25690"/>
                  </a:lnTo>
                  <a:lnTo>
                    <a:pt x="30271" y="25690"/>
                  </a:lnTo>
                  <a:lnTo>
                    <a:pt x="30714" y="25650"/>
                  </a:lnTo>
                  <a:lnTo>
                    <a:pt x="31138" y="25569"/>
                  </a:lnTo>
                  <a:lnTo>
                    <a:pt x="31562" y="25468"/>
                  </a:lnTo>
                  <a:lnTo>
                    <a:pt x="31764" y="25387"/>
                  </a:lnTo>
                  <a:lnTo>
                    <a:pt x="31966" y="25306"/>
                  </a:lnTo>
                  <a:lnTo>
                    <a:pt x="32147" y="25206"/>
                  </a:lnTo>
                  <a:lnTo>
                    <a:pt x="32349" y="25084"/>
                  </a:lnTo>
                  <a:lnTo>
                    <a:pt x="32511" y="24963"/>
                  </a:lnTo>
                  <a:lnTo>
                    <a:pt x="32692" y="24842"/>
                  </a:lnTo>
                  <a:lnTo>
                    <a:pt x="32833" y="24701"/>
                  </a:lnTo>
                  <a:lnTo>
                    <a:pt x="32995" y="24540"/>
                  </a:lnTo>
                  <a:lnTo>
                    <a:pt x="33257" y="24217"/>
                  </a:lnTo>
                  <a:lnTo>
                    <a:pt x="33479" y="23874"/>
                  </a:lnTo>
                  <a:lnTo>
                    <a:pt x="33681" y="23531"/>
                  </a:lnTo>
                  <a:lnTo>
                    <a:pt x="33863" y="23167"/>
                  </a:lnTo>
                  <a:lnTo>
                    <a:pt x="34004" y="22804"/>
                  </a:lnTo>
                  <a:lnTo>
                    <a:pt x="34145" y="22461"/>
                  </a:lnTo>
                  <a:lnTo>
                    <a:pt x="34307" y="22017"/>
                  </a:lnTo>
                  <a:lnTo>
                    <a:pt x="34448" y="21573"/>
                  </a:lnTo>
                  <a:lnTo>
                    <a:pt x="34569" y="21109"/>
                  </a:lnTo>
                  <a:lnTo>
                    <a:pt x="34690" y="20645"/>
                  </a:lnTo>
                  <a:lnTo>
                    <a:pt x="34912" y="19737"/>
                  </a:lnTo>
                  <a:lnTo>
                    <a:pt x="35073" y="18829"/>
                  </a:lnTo>
                  <a:lnTo>
                    <a:pt x="35215" y="17921"/>
                  </a:lnTo>
                  <a:lnTo>
                    <a:pt x="35316" y="17033"/>
                  </a:lnTo>
                  <a:lnTo>
                    <a:pt x="35396" y="16185"/>
                  </a:lnTo>
                  <a:lnTo>
                    <a:pt x="35457" y="15337"/>
                  </a:lnTo>
                  <a:lnTo>
                    <a:pt x="35538" y="14248"/>
                  </a:lnTo>
                  <a:lnTo>
                    <a:pt x="35578" y="13219"/>
                  </a:lnTo>
                  <a:lnTo>
                    <a:pt x="35598" y="12230"/>
                  </a:lnTo>
                  <a:lnTo>
                    <a:pt x="35598" y="11261"/>
                  </a:lnTo>
                  <a:lnTo>
                    <a:pt x="35598" y="10333"/>
                  </a:lnTo>
                  <a:lnTo>
                    <a:pt x="35558" y="9445"/>
                  </a:lnTo>
                  <a:lnTo>
                    <a:pt x="35497" y="8557"/>
                  </a:lnTo>
                  <a:lnTo>
                    <a:pt x="35396" y="7709"/>
                  </a:lnTo>
                  <a:lnTo>
                    <a:pt x="35336" y="7185"/>
                  </a:lnTo>
                  <a:lnTo>
                    <a:pt x="35255" y="6660"/>
                  </a:lnTo>
                  <a:lnTo>
                    <a:pt x="35154" y="6115"/>
                  </a:lnTo>
                  <a:lnTo>
                    <a:pt x="35013" y="5570"/>
                  </a:lnTo>
                  <a:lnTo>
                    <a:pt x="34851" y="5046"/>
                  </a:lnTo>
                  <a:lnTo>
                    <a:pt x="34629" y="4521"/>
                  </a:lnTo>
                  <a:lnTo>
                    <a:pt x="34508" y="4259"/>
                  </a:lnTo>
                  <a:lnTo>
                    <a:pt x="34387" y="4016"/>
                  </a:lnTo>
                  <a:lnTo>
                    <a:pt x="34226" y="3774"/>
                  </a:lnTo>
                  <a:lnTo>
                    <a:pt x="34064" y="3552"/>
                  </a:lnTo>
                  <a:lnTo>
                    <a:pt x="33782" y="3189"/>
                  </a:lnTo>
                  <a:lnTo>
                    <a:pt x="33479" y="2866"/>
                  </a:lnTo>
                  <a:lnTo>
                    <a:pt x="33136" y="2584"/>
                  </a:lnTo>
                  <a:lnTo>
                    <a:pt x="32793" y="2301"/>
                  </a:lnTo>
                  <a:lnTo>
                    <a:pt x="32410" y="2079"/>
                  </a:lnTo>
                  <a:lnTo>
                    <a:pt x="32026" y="1857"/>
                  </a:lnTo>
                  <a:lnTo>
                    <a:pt x="31623" y="1655"/>
                  </a:lnTo>
                  <a:lnTo>
                    <a:pt x="31199" y="1494"/>
                  </a:lnTo>
                  <a:lnTo>
                    <a:pt x="30775" y="1333"/>
                  </a:lnTo>
                  <a:lnTo>
                    <a:pt x="30351" y="1191"/>
                  </a:lnTo>
                  <a:lnTo>
                    <a:pt x="29907" y="1070"/>
                  </a:lnTo>
                  <a:lnTo>
                    <a:pt x="29463" y="969"/>
                  </a:lnTo>
                  <a:lnTo>
                    <a:pt x="28555" y="788"/>
                  </a:lnTo>
                  <a:lnTo>
                    <a:pt x="27667" y="667"/>
                  </a:lnTo>
                  <a:lnTo>
                    <a:pt x="26557" y="525"/>
                  </a:lnTo>
                  <a:lnTo>
                    <a:pt x="25427" y="384"/>
                  </a:lnTo>
                  <a:lnTo>
                    <a:pt x="24277" y="283"/>
                  </a:lnTo>
                  <a:lnTo>
                    <a:pt x="23147" y="202"/>
                  </a:lnTo>
                  <a:lnTo>
                    <a:pt x="22017" y="142"/>
                  </a:lnTo>
                  <a:lnTo>
                    <a:pt x="20887" y="81"/>
                  </a:lnTo>
                  <a:lnTo>
                    <a:pt x="19737" y="41"/>
                  </a:lnTo>
                  <a:lnTo>
                    <a:pt x="18606" y="21"/>
                  </a:lnTo>
                  <a:lnTo>
                    <a:pt x="1634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7"/>
            <p:cNvSpPr/>
            <p:nvPr/>
          </p:nvSpPr>
          <p:spPr>
            <a:xfrm flipH="1">
              <a:off x="-1455741" y="-3455631"/>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7"/>
            <p:cNvSpPr/>
            <p:nvPr/>
          </p:nvSpPr>
          <p:spPr>
            <a:xfrm flipH="1">
              <a:off x="1864587" y="-1494826"/>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7"/>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7"/>
            <p:cNvSpPr/>
            <p:nvPr/>
          </p:nvSpPr>
          <p:spPr>
            <a:xfrm flipH="1">
              <a:off x="-2591759" y="-2237207"/>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7"/>
            <p:cNvSpPr/>
            <p:nvPr/>
          </p:nvSpPr>
          <p:spPr>
            <a:xfrm flipH="1">
              <a:off x="-3345409" y="-5067803"/>
              <a:ext cx="1707024" cy="174879"/>
            </a:xfrm>
            <a:custGeom>
              <a:rect b="b" l="l" r="r" t="t"/>
              <a:pathLst>
                <a:path extrusionOk="0" h="3128" w="30533">
                  <a:moveTo>
                    <a:pt x="17960" y="0"/>
                  </a:moveTo>
                  <a:lnTo>
                    <a:pt x="16750" y="20"/>
                  </a:lnTo>
                  <a:lnTo>
                    <a:pt x="16326" y="20"/>
                  </a:lnTo>
                  <a:lnTo>
                    <a:pt x="13057" y="61"/>
                  </a:lnTo>
                  <a:lnTo>
                    <a:pt x="11422" y="101"/>
                  </a:lnTo>
                  <a:lnTo>
                    <a:pt x="9767" y="182"/>
                  </a:lnTo>
                  <a:lnTo>
                    <a:pt x="8133" y="262"/>
                  </a:lnTo>
                  <a:lnTo>
                    <a:pt x="6478" y="404"/>
                  </a:lnTo>
                  <a:lnTo>
                    <a:pt x="5671" y="484"/>
                  </a:lnTo>
                  <a:lnTo>
                    <a:pt x="4843" y="585"/>
                  </a:lnTo>
                  <a:lnTo>
                    <a:pt x="4036" y="686"/>
                  </a:lnTo>
                  <a:lnTo>
                    <a:pt x="3209" y="807"/>
                  </a:lnTo>
                  <a:lnTo>
                    <a:pt x="2785" y="868"/>
                  </a:lnTo>
                  <a:lnTo>
                    <a:pt x="2361" y="969"/>
                  </a:lnTo>
                  <a:lnTo>
                    <a:pt x="1917" y="1070"/>
                  </a:lnTo>
                  <a:lnTo>
                    <a:pt x="1494" y="1211"/>
                  </a:lnTo>
                  <a:lnTo>
                    <a:pt x="1090" y="1372"/>
                  </a:lnTo>
                  <a:lnTo>
                    <a:pt x="888" y="1473"/>
                  </a:lnTo>
                  <a:lnTo>
                    <a:pt x="686" y="1574"/>
                  </a:lnTo>
                  <a:lnTo>
                    <a:pt x="505" y="1695"/>
                  </a:lnTo>
                  <a:lnTo>
                    <a:pt x="323" y="1836"/>
                  </a:lnTo>
                  <a:lnTo>
                    <a:pt x="162" y="1978"/>
                  </a:lnTo>
                  <a:lnTo>
                    <a:pt x="0" y="2139"/>
                  </a:lnTo>
                  <a:lnTo>
                    <a:pt x="61" y="2200"/>
                  </a:lnTo>
                  <a:lnTo>
                    <a:pt x="222" y="2038"/>
                  </a:lnTo>
                  <a:lnTo>
                    <a:pt x="384" y="1897"/>
                  </a:lnTo>
                  <a:lnTo>
                    <a:pt x="565" y="1756"/>
                  </a:lnTo>
                  <a:lnTo>
                    <a:pt x="747" y="1655"/>
                  </a:lnTo>
                  <a:lnTo>
                    <a:pt x="929" y="1534"/>
                  </a:lnTo>
                  <a:lnTo>
                    <a:pt x="1130" y="1433"/>
                  </a:lnTo>
                  <a:lnTo>
                    <a:pt x="1534" y="1271"/>
                  </a:lnTo>
                  <a:lnTo>
                    <a:pt x="1958" y="1150"/>
                  </a:lnTo>
                  <a:lnTo>
                    <a:pt x="2382" y="1049"/>
                  </a:lnTo>
                  <a:lnTo>
                    <a:pt x="2805" y="949"/>
                  </a:lnTo>
                  <a:lnTo>
                    <a:pt x="3229" y="888"/>
                  </a:lnTo>
                  <a:lnTo>
                    <a:pt x="4036" y="767"/>
                  </a:lnTo>
                  <a:lnTo>
                    <a:pt x="4864" y="666"/>
                  </a:lnTo>
                  <a:lnTo>
                    <a:pt x="5671" y="565"/>
                  </a:lnTo>
                  <a:lnTo>
                    <a:pt x="6498" y="484"/>
                  </a:lnTo>
                  <a:lnTo>
                    <a:pt x="8133" y="343"/>
                  </a:lnTo>
                  <a:lnTo>
                    <a:pt x="9788" y="262"/>
                  </a:lnTo>
                  <a:lnTo>
                    <a:pt x="11422" y="182"/>
                  </a:lnTo>
                  <a:lnTo>
                    <a:pt x="13057" y="141"/>
                  </a:lnTo>
                  <a:lnTo>
                    <a:pt x="16326" y="101"/>
                  </a:lnTo>
                  <a:lnTo>
                    <a:pt x="16750" y="101"/>
                  </a:lnTo>
                  <a:lnTo>
                    <a:pt x="17960" y="81"/>
                  </a:lnTo>
                  <a:lnTo>
                    <a:pt x="19191" y="81"/>
                  </a:lnTo>
                  <a:lnTo>
                    <a:pt x="20402" y="101"/>
                  </a:lnTo>
                  <a:lnTo>
                    <a:pt x="21613" y="161"/>
                  </a:lnTo>
                  <a:lnTo>
                    <a:pt x="22239" y="202"/>
                  </a:lnTo>
                  <a:lnTo>
                    <a:pt x="22844" y="242"/>
                  </a:lnTo>
                  <a:lnTo>
                    <a:pt x="23449" y="303"/>
                  </a:lnTo>
                  <a:lnTo>
                    <a:pt x="24055" y="383"/>
                  </a:lnTo>
                  <a:lnTo>
                    <a:pt x="24640" y="484"/>
                  </a:lnTo>
                  <a:lnTo>
                    <a:pt x="25245" y="585"/>
                  </a:lnTo>
                  <a:lnTo>
                    <a:pt x="25831" y="727"/>
                  </a:lnTo>
                  <a:lnTo>
                    <a:pt x="26436" y="868"/>
                  </a:lnTo>
                  <a:lnTo>
                    <a:pt x="27102" y="1070"/>
                  </a:lnTo>
                  <a:lnTo>
                    <a:pt x="27707" y="1292"/>
                  </a:lnTo>
                  <a:lnTo>
                    <a:pt x="28293" y="1534"/>
                  </a:lnTo>
                  <a:lnTo>
                    <a:pt x="28817" y="1816"/>
                  </a:lnTo>
                  <a:lnTo>
                    <a:pt x="29281" y="2099"/>
                  </a:lnTo>
                  <a:lnTo>
                    <a:pt x="29725" y="2422"/>
                  </a:lnTo>
                  <a:lnTo>
                    <a:pt x="30109" y="2745"/>
                  </a:lnTo>
                  <a:lnTo>
                    <a:pt x="30290" y="2926"/>
                  </a:lnTo>
                  <a:lnTo>
                    <a:pt x="30472" y="3128"/>
                  </a:lnTo>
                  <a:lnTo>
                    <a:pt x="30533" y="3067"/>
                  </a:lnTo>
                  <a:lnTo>
                    <a:pt x="30351" y="2886"/>
                  </a:lnTo>
                  <a:lnTo>
                    <a:pt x="30169" y="2704"/>
                  </a:lnTo>
                  <a:lnTo>
                    <a:pt x="29786" y="2361"/>
                  </a:lnTo>
                  <a:lnTo>
                    <a:pt x="29342" y="2038"/>
                  </a:lnTo>
                  <a:lnTo>
                    <a:pt x="28858" y="1736"/>
                  </a:lnTo>
                  <a:lnTo>
                    <a:pt x="28333" y="1473"/>
                  </a:lnTo>
                  <a:lnTo>
                    <a:pt x="27748" y="1231"/>
                  </a:lnTo>
                  <a:lnTo>
                    <a:pt x="27122" y="989"/>
                  </a:lnTo>
                  <a:lnTo>
                    <a:pt x="26456" y="787"/>
                  </a:lnTo>
                  <a:lnTo>
                    <a:pt x="25851" y="646"/>
                  </a:lnTo>
                  <a:lnTo>
                    <a:pt x="25266" y="525"/>
                  </a:lnTo>
                  <a:lnTo>
                    <a:pt x="24660" y="404"/>
                  </a:lnTo>
                  <a:lnTo>
                    <a:pt x="24055" y="303"/>
                  </a:lnTo>
                  <a:lnTo>
                    <a:pt x="23449" y="222"/>
                  </a:lnTo>
                  <a:lnTo>
                    <a:pt x="22844" y="161"/>
                  </a:lnTo>
                  <a:lnTo>
                    <a:pt x="22239" y="121"/>
                  </a:lnTo>
                  <a:lnTo>
                    <a:pt x="21633" y="81"/>
                  </a:lnTo>
                  <a:lnTo>
                    <a:pt x="20402" y="20"/>
                  </a:lnTo>
                  <a:lnTo>
                    <a:pt x="19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7"/>
            <p:cNvSpPr/>
            <p:nvPr/>
          </p:nvSpPr>
          <p:spPr>
            <a:xfrm flipH="1">
              <a:off x="-3431139" y="-4896338"/>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7"/>
            <p:cNvSpPr/>
            <p:nvPr/>
          </p:nvSpPr>
          <p:spPr>
            <a:xfrm flipH="1">
              <a:off x="-3448112" y="-5027215"/>
              <a:ext cx="1867255" cy="1352794"/>
            </a:xfrm>
            <a:custGeom>
              <a:rect b="b" l="l" r="r" t="t"/>
              <a:pathLst>
                <a:path extrusionOk="0" h="24197" w="33399">
                  <a:moveTo>
                    <a:pt x="13521" y="1"/>
                  </a:moveTo>
                  <a:lnTo>
                    <a:pt x="12391" y="21"/>
                  </a:lnTo>
                  <a:lnTo>
                    <a:pt x="11200" y="61"/>
                  </a:lnTo>
                  <a:lnTo>
                    <a:pt x="10009" y="101"/>
                  </a:lnTo>
                  <a:lnTo>
                    <a:pt x="8012" y="223"/>
                  </a:lnTo>
                  <a:lnTo>
                    <a:pt x="5832" y="364"/>
                  </a:lnTo>
                  <a:lnTo>
                    <a:pt x="5287" y="404"/>
                  </a:lnTo>
                  <a:lnTo>
                    <a:pt x="4702" y="424"/>
                  </a:lnTo>
                  <a:lnTo>
                    <a:pt x="3996" y="445"/>
                  </a:lnTo>
                  <a:lnTo>
                    <a:pt x="3289" y="485"/>
                  </a:lnTo>
                  <a:lnTo>
                    <a:pt x="2926" y="525"/>
                  </a:lnTo>
                  <a:lnTo>
                    <a:pt x="2603" y="586"/>
                  </a:lnTo>
                  <a:lnTo>
                    <a:pt x="2260" y="646"/>
                  </a:lnTo>
                  <a:lnTo>
                    <a:pt x="1958" y="747"/>
                  </a:lnTo>
                  <a:lnTo>
                    <a:pt x="1796" y="808"/>
                  </a:lnTo>
                  <a:lnTo>
                    <a:pt x="1655" y="868"/>
                  </a:lnTo>
                  <a:lnTo>
                    <a:pt x="1514" y="949"/>
                  </a:lnTo>
                  <a:lnTo>
                    <a:pt x="1372" y="1050"/>
                  </a:lnTo>
                  <a:lnTo>
                    <a:pt x="1251" y="1151"/>
                  </a:lnTo>
                  <a:lnTo>
                    <a:pt x="1130" y="1272"/>
                  </a:lnTo>
                  <a:lnTo>
                    <a:pt x="1009" y="1413"/>
                  </a:lnTo>
                  <a:lnTo>
                    <a:pt x="888" y="1554"/>
                  </a:lnTo>
                  <a:lnTo>
                    <a:pt x="686" y="1877"/>
                  </a:lnTo>
                  <a:lnTo>
                    <a:pt x="505" y="2241"/>
                  </a:lnTo>
                  <a:lnTo>
                    <a:pt x="343" y="2664"/>
                  </a:lnTo>
                  <a:lnTo>
                    <a:pt x="222" y="3128"/>
                  </a:lnTo>
                  <a:lnTo>
                    <a:pt x="141" y="3532"/>
                  </a:lnTo>
                  <a:lnTo>
                    <a:pt x="81" y="3956"/>
                  </a:lnTo>
                  <a:lnTo>
                    <a:pt x="40" y="4380"/>
                  </a:lnTo>
                  <a:lnTo>
                    <a:pt x="0" y="4783"/>
                  </a:lnTo>
                  <a:lnTo>
                    <a:pt x="0" y="5187"/>
                  </a:lnTo>
                  <a:lnTo>
                    <a:pt x="20" y="5550"/>
                  </a:lnTo>
                  <a:lnTo>
                    <a:pt x="40" y="5893"/>
                  </a:lnTo>
                  <a:lnTo>
                    <a:pt x="61" y="6216"/>
                  </a:lnTo>
                  <a:lnTo>
                    <a:pt x="121" y="6680"/>
                  </a:lnTo>
                  <a:lnTo>
                    <a:pt x="222" y="7144"/>
                  </a:lnTo>
                  <a:lnTo>
                    <a:pt x="323" y="7608"/>
                  </a:lnTo>
                  <a:lnTo>
                    <a:pt x="424" y="8052"/>
                  </a:lnTo>
                  <a:lnTo>
                    <a:pt x="686" y="8960"/>
                  </a:lnTo>
                  <a:lnTo>
                    <a:pt x="969" y="9848"/>
                  </a:lnTo>
                  <a:lnTo>
                    <a:pt x="1191" y="10595"/>
                  </a:lnTo>
                  <a:lnTo>
                    <a:pt x="1413" y="11362"/>
                  </a:lnTo>
                  <a:lnTo>
                    <a:pt x="1635" y="12230"/>
                  </a:lnTo>
                  <a:lnTo>
                    <a:pt x="1836" y="13118"/>
                  </a:lnTo>
                  <a:lnTo>
                    <a:pt x="1998" y="14026"/>
                  </a:lnTo>
                  <a:lnTo>
                    <a:pt x="2119" y="14914"/>
                  </a:lnTo>
                  <a:lnTo>
                    <a:pt x="2220" y="15822"/>
                  </a:lnTo>
                  <a:lnTo>
                    <a:pt x="2280" y="16730"/>
                  </a:lnTo>
                  <a:lnTo>
                    <a:pt x="2321" y="17638"/>
                  </a:lnTo>
                  <a:lnTo>
                    <a:pt x="2321" y="18546"/>
                  </a:lnTo>
                  <a:lnTo>
                    <a:pt x="2280" y="19656"/>
                  </a:lnTo>
                  <a:lnTo>
                    <a:pt x="2260" y="20403"/>
                  </a:lnTo>
                  <a:lnTo>
                    <a:pt x="2240" y="21169"/>
                  </a:lnTo>
                  <a:lnTo>
                    <a:pt x="2260" y="21936"/>
                  </a:lnTo>
                  <a:lnTo>
                    <a:pt x="2301" y="22320"/>
                  </a:lnTo>
                  <a:lnTo>
                    <a:pt x="2341" y="22703"/>
                  </a:lnTo>
                  <a:lnTo>
                    <a:pt x="2381" y="23046"/>
                  </a:lnTo>
                  <a:lnTo>
                    <a:pt x="2442" y="23248"/>
                  </a:lnTo>
                  <a:lnTo>
                    <a:pt x="2502" y="23430"/>
                  </a:lnTo>
                  <a:lnTo>
                    <a:pt x="2583" y="23611"/>
                  </a:lnTo>
                  <a:lnTo>
                    <a:pt x="2684" y="23773"/>
                  </a:lnTo>
                  <a:lnTo>
                    <a:pt x="2825" y="23914"/>
                  </a:lnTo>
                  <a:lnTo>
                    <a:pt x="2987" y="24055"/>
                  </a:lnTo>
                  <a:lnTo>
                    <a:pt x="3128" y="24116"/>
                  </a:lnTo>
                  <a:lnTo>
                    <a:pt x="3249" y="24156"/>
                  </a:lnTo>
                  <a:lnTo>
                    <a:pt x="3390" y="24196"/>
                  </a:lnTo>
                  <a:lnTo>
                    <a:pt x="3532" y="24196"/>
                  </a:lnTo>
                  <a:lnTo>
                    <a:pt x="3733" y="24176"/>
                  </a:lnTo>
                  <a:lnTo>
                    <a:pt x="3955" y="24136"/>
                  </a:lnTo>
                  <a:lnTo>
                    <a:pt x="4177" y="24055"/>
                  </a:lnTo>
                  <a:lnTo>
                    <a:pt x="4379" y="23934"/>
                  </a:lnTo>
                  <a:lnTo>
                    <a:pt x="4601" y="23813"/>
                  </a:lnTo>
                  <a:lnTo>
                    <a:pt x="4823" y="23652"/>
                  </a:lnTo>
                  <a:lnTo>
                    <a:pt x="5247" y="23329"/>
                  </a:lnTo>
                  <a:lnTo>
                    <a:pt x="5630" y="23026"/>
                  </a:lnTo>
                  <a:lnTo>
                    <a:pt x="6014" y="22743"/>
                  </a:lnTo>
                  <a:lnTo>
                    <a:pt x="6417" y="22481"/>
                  </a:lnTo>
                  <a:lnTo>
                    <a:pt x="6821" y="22239"/>
                  </a:lnTo>
                  <a:lnTo>
                    <a:pt x="7245" y="21997"/>
                  </a:lnTo>
                  <a:lnTo>
                    <a:pt x="7689" y="21775"/>
                  </a:lnTo>
                  <a:lnTo>
                    <a:pt x="8133" y="21553"/>
                  </a:lnTo>
                  <a:lnTo>
                    <a:pt x="8577" y="21371"/>
                  </a:lnTo>
                  <a:lnTo>
                    <a:pt x="9041" y="21169"/>
                  </a:lnTo>
                  <a:lnTo>
                    <a:pt x="9525" y="21008"/>
                  </a:lnTo>
                  <a:lnTo>
                    <a:pt x="10009" y="20867"/>
                  </a:lnTo>
                  <a:lnTo>
                    <a:pt x="10494" y="20725"/>
                  </a:lnTo>
                  <a:lnTo>
                    <a:pt x="10998" y="20604"/>
                  </a:lnTo>
                  <a:lnTo>
                    <a:pt x="11503" y="20483"/>
                  </a:lnTo>
                  <a:lnTo>
                    <a:pt x="12027" y="20403"/>
                  </a:lnTo>
                  <a:lnTo>
                    <a:pt x="12552" y="20322"/>
                  </a:lnTo>
                  <a:lnTo>
                    <a:pt x="13460" y="20221"/>
                  </a:lnTo>
                  <a:lnTo>
                    <a:pt x="14409" y="20160"/>
                  </a:lnTo>
                  <a:lnTo>
                    <a:pt x="15377" y="20160"/>
                  </a:lnTo>
                  <a:lnTo>
                    <a:pt x="16366" y="20201"/>
                  </a:lnTo>
                  <a:lnTo>
                    <a:pt x="17355" y="20302"/>
                  </a:lnTo>
                  <a:lnTo>
                    <a:pt x="18384" y="20423"/>
                  </a:lnTo>
                  <a:lnTo>
                    <a:pt x="19433" y="20604"/>
                  </a:lnTo>
                  <a:lnTo>
                    <a:pt x="20503" y="20826"/>
                  </a:lnTo>
                  <a:lnTo>
                    <a:pt x="21714" y="21129"/>
                  </a:lnTo>
                  <a:lnTo>
                    <a:pt x="22642" y="21351"/>
                  </a:lnTo>
                  <a:lnTo>
                    <a:pt x="23591" y="21553"/>
                  </a:lnTo>
                  <a:lnTo>
                    <a:pt x="24055" y="21654"/>
                  </a:lnTo>
                  <a:lnTo>
                    <a:pt x="24539" y="21714"/>
                  </a:lnTo>
                  <a:lnTo>
                    <a:pt x="25023" y="21775"/>
                  </a:lnTo>
                  <a:lnTo>
                    <a:pt x="25508" y="21815"/>
                  </a:lnTo>
                  <a:lnTo>
                    <a:pt x="26053" y="21835"/>
                  </a:lnTo>
                  <a:lnTo>
                    <a:pt x="26597" y="21815"/>
                  </a:lnTo>
                  <a:lnTo>
                    <a:pt x="27122" y="21755"/>
                  </a:lnTo>
                  <a:lnTo>
                    <a:pt x="27647" y="21654"/>
                  </a:lnTo>
                  <a:lnTo>
                    <a:pt x="28131" y="21533"/>
                  </a:lnTo>
                  <a:lnTo>
                    <a:pt x="28595" y="21371"/>
                  </a:lnTo>
                  <a:lnTo>
                    <a:pt x="29039" y="21169"/>
                  </a:lnTo>
                  <a:lnTo>
                    <a:pt x="29443" y="20947"/>
                  </a:lnTo>
                  <a:lnTo>
                    <a:pt x="29402" y="20867"/>
                  </a:lnTo>
                  <a:lnTo>
                    <a:pt x="28999" y="21089"/>
                  </a:lnTo>
                  <a:lnTo>
                    <a:pt x="28555" y="21291"/>
                  </a:lnTo>
                  <a:lnTo>
                    <a:pt x="28111" y="21452"/>
                  </a:lnTo>
                  <a:lnTo>
                    <a:pt x="27627" y="21573"/>
                  </a:lnTo>
                  <a:lnTo>
                    <a:pt x="27122" y="21674"/>
                  </a:lnTo>
                  <a:lnTo>
                    <a:pt x="26597" y="21734"/>
                  </a:lnTo>
                  <a:lnTo>
                    <a:pt x="26053" y="21755"/>
                  </a:lnTo>
                  <a:lnTo>
                    <a:pt x="25508" y="21734"/>
                  </a:lnTo>
                  <a:lnTo>
                    <a:pt x="25023" y="21694"/>
                  </a:lnTo>
                  <a:lnTo>
                    <a:pt x="24539" y="21634"/>
                  </a:lnTo>
                  <a:lnTo>
                    <a:pt x="24075" y="21573"/>
                  </a:lnTo>
                  <a:lnTo>
                    <a:pt x="23591" y="21472"/>
                  </a:lnTo>
                  <a:lnTo>
                    <a:pt x="22662" y="21270"/>
                  </a:lnTo>
                  <a:lnTo>
                    <a:pt x="21734" y="21048"/>
                  </a:lnTo>
                  <a:lnTo>
                    <a:pt x="20503" y="20746"/>
                  </a:lnTo>
                  <a:lnTo>
                    <a:pt x="19454" y="20524"/>
                  </a:lnTo>
                  <a:lnTo>
                    <a:pt x="18404" y="20342"/>
                  </a:lnTo>
                  <a:lnTo>
                    <a:pt x="17375" y="20221"/>
                  </a:lnTo>
                  <a:lnTo>
                    <a:pt x="16366" y="20120"/>
                  </a:lnTo>
                  <a:lnTo>
                    <a:pt x="15377" y="20080"/>
                  </a:lnTo>
                  <a:lnTo>
                    <a:pt x="14409" y="20080"/>
                  </a:lnTo>
                  <a:lnTo>
                    <a:pt x="13460" y="20140"/>
                  </a:lnTo>
                  <a:lnTo>
                    <a:pt x="12532" y="20241"/>
                  </a:lnTo>
                  <a:lnTo>
                    <a:pt x="12007" y="20322"/>
                  </a:lnTo>
                  <a:lnTo>
                    <a:pt x="11503" y="20403"/>
                  </a:lnTo>
                  <a:lnTo>
                    <a:pt x="10978" y="20524"/>
                  </a:lnTo>
                  <a:lnTo>
                    <a:pt x="10474" y="20645"/>
                  </a:lnTo>
                  <a:lnTo>
                    <a:pt x="9989" y="20786"/>
                  </a:lnTo>
                  <a:lnTo>
                    <a:pt x="9505" y="20927"/>
                  </a:lnTo>
                  <a:lnTo>
                    <a:pt x="9021" y="21109"/>
                  </a:lnTo>
                  <a:lnTo>
                    <a:pt x="8556" y="21291"/>
                  </a:lnTo>
                  <a:lnTo>
                    <a:pt x="8092" y="21492"/>
                  </a:lnTo>
                  <a:lnTo>
                    <a:pt x="7648" y="21694"/>
                  </a:lnTo>
                  <a:lnTo>
                    <a:pt x="7204" y="21916"/>
                  </a:lnTo>
                  <a:lnTo>
                    <a:pt x="6781" y="22158"/>
                  </a:lnTo>
                  <a:lnTo>
                    <a:pt x="6377" y="22421"/>
                  </a:lnTo>
                  <a:lnTo>
                    <a:pt x="5973" y="22683"/>
                  </a:lnTo>
                  <a:lnTo>
                    <a:pt x="5590" y="22965"/>
                  </a:lnTo>
                  <a:lnTo>
                    <a:pt x="5207" y="23268"/>
                  </a:lnTo>
                  <a:lnTo>
                    <a:pt x="4924" y="23490"/>
                  </a:lnTo>
                  <a:lnTo>
                    <a:pt x="4641" y="23692"/>
                  </a:lnTo>
                  <a:lnTo>
                    <a:pt x="4359" y="23853"/>
                  </a:lnTo>
                  <a:lnTo>
                    <a:pt x="4076" y="23995"/>
                  </a:lnTo>
                  <a:lnTo>
                    <a:pt x="3935" y="24055"/>
                  </a:lnTo>
                  <a:lnTo>
                    <a:pt x="3814" y="24096"/>
                  </a:lnTo>
                  <a:lnTo>
                    <a:pt x="3673" y="24116"/>
                  </a:lnTo>
                  <a:lnTo>
                    <a:pt x="3411" y="24116"/>
                  </a:lnTo>
                  <a:lnTo>
                    <a:pt x="3269" y="24096"/>
                  </a:lnTo>
                  <a:lnTo>
                    <a:pt x="3148" y="24035"/>
                  </a:lnTo>
                  <a:lnTo>
                    <a:pt x="3027" y="23974"/>
                  </a:lnTo>
                  <a:lnTo>
                    <a:pt x="2886" y="23853"/>
                  </a:lnTo>
                  <a:lnTo>
                    <a:pt x="2745" y="23712"/>
                  </a:lnTo>
                  <a:lnTo>
                    <a:pt x="2644" y="23551"/>
                  </a:lnTo>
                  <a:lnTo>
                    <a:pt x="2583" y="23389"/>
                  </a:lnTo>
                  <a:lnTo>
                    <a:pt x="2523" y="23208"/>
                  </a:lnTo>
                  <a:lnTo>
                    <a:pt x="2462" y="23026"/>
                  </a:lnTo>
                  <a:lnTo>
                    <a:pt x="2422" y="22683"/>
                  </a:lnTo>
                  <a:lnTo>
                    <a:pt x="2381" y="22300"/>
                  </a:lnTo>
                  <a:lnTo>
                    <a:pt x="2341" y="21936"/>
                  </a:lnTo>
                  <a:lnTo>
                    <a:pt x="2321" y="21169"/>
                  </a:lnTo>
                  <a:lnTo>
                    <a:pt x="2341" y="20403"/>
                  </a:lnTo>
                  <a:lnTo>
                    <a:pt x="2361" y="19656"/>
                  </a:lnTo>
                  <a:lnTo>
                    <a:pt x="2402" y="18546"/>
                  </a:lnTo>
                  <a:lnTo>
                    <a:pt x="2402" y="17638"/>
                  </a:lnTo>
                  <a:lnTo>
                    <a:pt x="2361" y="16710"/>
                  </a:lnTo>
                  <a:lnTo>
                    <a:pt x="2301" y="15802"/>
                  </a:lnTo>
                  <a:lnTo>
                    <a:pt x="2200" y="14914"/>
                  </a:lnTo>
                  <a:lnTo>
                    <a:pt x="2079" y="14006"/>
                  </a:lnTo>
                  <a:lnTo>
                    <a:pt x="1917" y="13118"/>
                  </a:lnTo>
                  <a:lnTo>
                    <a:pt x="1715" y="12230"/>
                  </a:lnTo>
                  <a:lnTo>
                    <a:pt x="1493" y="11342"/>
                  </a:lnTo>
                  <a:lnTo>
                    <a:pt x="1271" y="10575"/>
                  </a:lnTo>
                  <a:lnTo>
                    <a:pt x="1029" y="9828"/>
                  </a:lnTo>
                  <a:lnTo>
                    <a:pt x="767" y="8940"/>
                  </a:lnTo>
                  <a:lnTo>
                    <a:pt x="505" y="8032"/>
                  </a:lnTo>
                  <a:lnTo>
                    <a:pt x="404" y="7588"/>
                  </a:lnTo>
                  <a:lnTo>
                    <a:pt x="303" y="7124"/>
                  </a:lnTo>
                  <a:lnTo>
                    <a:pt x="202" y="6660"/>
                  </a:lnTo>
                  <a:lnTo>
                    <a:pt x="141" y="6196"/>
                  </a:lnTo>
                  <a:lnTo>
                    <a:pt x="101" y="5853"/>
                  </a:lnTo>
                  <a:lnTo>
                    <a:pt x="81" y="5469"/>
                  </a:lnTo>
                  <a:lnTo>
                    <a:pt x="81" y="5086"/>
                  </a:lnTo>
                  <a:lnTo>
                    <a:pt x="101" y="4682"/>
                  </a:lnTo>
                  <a:lnTo>
                    <a:pt x="121" y="4279"/>
                  </a:lnTo>
                  <a:lnTo>
                    <a:pt x="162" y="3855"/>
                  </a:lnTo>
                  <a:lnTo>
                    <a:pt x="242" y="3451"/>
                  </a:lnTo>
                  <a:lnTo>
                    <a:pt x="323" y="3048"/>
                  </a:lnTo>
                  <a:lnTo>
                    <a:pt x="424" y="2664"/>
                  </a:lnTo>
                  <a:lnTo>
                    <a:pt x="565" y="2301"/>
                  </a:lnTo>
                  <a:lnTo>
                    <a:pt x="727" y="1958"/>
                  </a:lnTo>
                  <a:lnTo>
                    <a:pt x="928" y="1655"/>
                  </a:lnTo>
                  <a:lnTo>
                    <a:pt x="1130" y="1373"/>
                  </a:lnTo>
                  <a:lnTo>
                    <a:pt x="1251" y="1252"/>
                  </a:lnTo>
                  <a:lnTo>
                    <a:pt x="1393" y="1151"/>
                  </a:lnTo>
                  <a:lnTo>
                    <a:pt x="1514" y="1050"/>
                  </a:lnTo>
                  <a:lnTo>
                    <a:pt x="1655" y="949"/>
                  </a:lnTo>
                  <a:lnTo>
                    <a:pt x="1816" y="888"/>
                  </a:lnTo>
                  <a:lnTo>
                    <a:pt x="1978" y="828"/>
                  </a:lnTo>
                  <a:lnTo>
                    <a:pt x="2280" y="727"/>
                  </a:lnTo>
                  <a:lnTo>
                    <a:pt x="2603" y="666"/>
                  </a:lnTo>
                  <a:lnTo>
                    <a:pt x="2946" y="606"/>
                  </a:lnTo>
                  <a:lnTo>
                    <a:pt x="3289" y="566"/>
                  </a:lnTo>
                  <a:lnTo>
                    <a:pt x="3996" y="525"/>
                  </a:lnTo>
                  <a:lnTo>
                    <a:pt x="4702" y="505"/>
                  </a:lnTo>
                  <a:lnTo>
                    <a:pt x="5287" y="485"/>
                  </a:lnTo>
                  <a:lnTo>
                    <a:pt x="5852" y="445"/>
                  </a:lnTo>
                  <a:lnTo>
                    <a:pt x="8012" y="303"/>
                  </a:lnTo>
                  <a:lnTo>
                    <a:pt x="10009" y="182"/>
                  </a:lnTo>
                  <a:lnTo>
                    <a:pt x="11200" y="142"/>
                  </a:lnTo>
                  <a:lnTo>
                    <a:pt x="12391" y="101"/>
                  </a:lnTo>
                  <a:lnTo>
                    <a:pt x="13521" y="81"/>
                  </a:lnTo>
                  <a:lnTo>
                    <a:pt x="14651" y="81"/>
                  </a:lnTo>
                  <a:lnTo>
                    <a:pt x="15741" y="101"/>
                  </a:lnTo>
                  <a:lnTo>
                    <a:pt x="16790" y="122"/>
                  </a:lnTo>
                  <a:lnTo>
                    <a:pt x="17839" y="182"/>
                  </a:lnTo>
                  <a:lnTo>
                    <a:pt x="18868" y="243"/>
                  </a:lnTo>
                  <a:lnTo>
                    <a:pt x="19857" y="323"/>
                  </a:lnTo>
                  <a:lnTo>
                    <a:pt x="20826" y="404"/>
                  </a:lnTo>
                  <a:lnTo>
                    <a:pt x="21795" y="525"/>
                  </a:lnTo>
                  <a:lnTo>
                    <a:pt x="22723" y="666"/>
                  </a:lnTo>
                  <a:lnTo>
                    <a:pt x="23651" y="808"/>
                  </a:lnTo>
                  <a:lnTo>
                    <a:pt x="24559" y="969"/>
                  </a:lnTo>
                  <a:lnTo>
                    <a:pt x="25447" y="1151"/>
                  </a:lnTo>
                  <a:lnTo>
                    <a:pt x="26335" y="1353"/>
                  </a:lnTo>
                  <a:lnTo>
                    <a:pt x="27082" y="1534"/>
                  </a:lnTo>
                  <a:lnTo>
                    <a:pt x="27828" y="1756"/>
                  </a:lnTo>
                  <a:lnTo>
                    <a:pt x="28575" y="2019"/>
                  </a:lnTo>
                  <a:lnTo>
                    <a:pt x="28958" y="2160"/>
                  </a:lnTo>
                  <a:lnTo>
                    <a:pt x="29322" y="2321"/>
                  </a:lnTo>
                  <a:lnTo>
                    <a:pt x="29665" y="2503"/>
                  </a:lnTo>
                  <a:lnTo>
                    <a:pt x="30028" y="2684"/>
                  </a:lnTo>
                  <a:lnTo>
                    <a:pt x="30371" y="2886"/>
                  </a:lnTo>
                  <a:lnTo>
                    <a:pt x="30694" y="3108"/>
                  </a:lnTo>
                  <a:lnTo>
                    <a:pt x="30997" y="3350"/>
                  </a:lnTo>
                  <a:lnTo>
                    <a:pt x="31299" y="3613"/>
                  </a:lnTo>
                  <a:lnTo>
                    <a:pt x="31582" y="3895"/>
                  </a:lnTo>
                  <a:lnTo>
                    <a:pt x="31844" y="4198"/>
                  </a:lnTo>
                  <a:lnTo>
                    <a:pt x="32086" y="4521"/>
                  </a:lnTo>
                  <a:lnTo>
                    <a:pt x="32288" y="4844"/>
                  </a:lnTo>
                  <a:lnTo>
                    <a:pt x="32470" y="5167"/>
                  </a:lnTo>
                  <a:lnTo>
                    <a:pt x="32631" y="5490"/>
                  </a:lnTo>
                  <a:lnTo>
                    <a:pt x="32772" y="5833"/>
                  </a:lnTo>
                  <a:lnTo>
                    <a:pt x="32894" y="6176"/>
                  </a:lnTo>
                  <a:lnTo>
                    <a:pt x="33015" y="6519"/>
                  </a:lnTo>
                  <a:lnTo>
                    <a:pt x="33095" y="6862"/>
                  </a:lnTo>
                  <a:lnTo>
                    <a:pt x="33156" y="7205"/>
                  </a:lnTo>
                  <a:lnTo>
                    <a:pt x="33216" y="7548"/>
                  </a:lnTo>
                  <a:lnTo>
                    <a:pt x="33277" y="8214"/>
                  </a:lnTo>
                  <a:lnTo>
                    <a:pt x="33317" y="8860"/>
                  </a:lnTo>
                  <a:lnTo>
                    <a:pt x="33297" y="9445"/>
                  </a:lnTo>
                  <a:lnTo>
                    <a:pt x="33277" y="9949"/>
                  </a:lnTo>
                  <a:lnTo>
                    <a:pt x="33216" y="10454"/>
                  </a:lnTo>
                  <a:lnTo>
                    <a:pt x="33156" y="10938"/>
                  </a:lnTo>
                  <a:lnTo>
                    <a:pt x="33095" y="11443"/>
                  </a:lnTo>
                  <a:lnTo>
                    <a:pt x="32914" y="12431"/>
                  </a:lnTo>
                  <a:lnTo>
                    <a:pt x="32732" y="13420"/>
                  </a:lnTo>
                  <a:lnTo>
                    <a:pt x="32450" y="14954"/>
                  </a:lnTo>
                  <a:lnTo>
                    <a:pt x="32288" y="15923"/>
                  </a:lnTo>
                  <a:lnTo>
                    <a:pt x="32167" y="16710"/>
                  </a:lnTo>
                  <a:lnTo>
                    <a:pt x="32026" y="17497"/>
                  </a:lnTo>
                  <a:lnTo>
                    <a:pt x="31844" y="18284"/>
                  </a:lnTo>
                  <a:lnTo>
                    <a:pt x="31743" y="18667"/>
                  </a:lnTo>
                  <a:lnTo>
                    <a:pt x="31622" y="19051"/>
                  </a:lnTo>
                  <a:lnTo>
                    <a:pt x="31481" y="19454"/>
                  </a:lnTo>
                  <a:lnTo>
                    <a:pt x="31319" y="19898"/>
                  </a:lnTo>
                  <a:lnTo>
                    <a:pt x="31098" y="20342"/>
                  </a:lnTo>
                  <a:lnTo>
                    <a:pt x="30835" y="20806"/>
                  </a:lnTo>
                  <a:lnTo>
                    <a:pt x="30553" y="21250"/>
                  </a:lnTo>
                  <a:lnTo>
                    <a:pt x="30371" y="21472"/>
                  </a:lnTo>
                  <a:lnTo>
                    <a:pt x="30210" y="21674"/>
                  </a:lnTo>
                  <a:lnTo>
                    <a:pt x="30008" y="21876"/>
                  </a:lnTo>
                  <a:lnTo>
                    <a:pt x="29806" y="22078"/>
                  </a:lnTo>
                  <a:lnTo>
                    <a:pt x="29584" y="22259"/>
                  </a:lnTo>
                  <a:lnTo>
                    <a:pt x="29362" y="22441"/>
                  </a:lnTo>
                  <a:lnTo>
                    <a:pt x="29402" y="22501"/>
                  </a:lnTo>
                  <a:lnTo>
                    <a:pt x="29766" y="22219"/>
                  </a:lnTo>
                  <a:lnTo>
                    <a:pt x="30129" y="21876"/>
                  </a:lnTo>
                  <a:lnTo>
                    <a:pt x="30452" y="21513"/>
                  </a:lnTo>
                  <a:lnTo>
                    <a:pt x="30754" y="21089"/>
                  </a:lnTo>
                  <a:lnTo>
                    <a:pt x="31037" y="20645"/>
                  </a:lnTo>
                  <a:lnTo>
                    <a:pt x="31279" y="20160"/>
                  </a:lnTo>
                  <a:lnTo>
                    <a:pt x="31501" y="19636"/>
                  </a:lnTo>
                  <a:lnTo>
                    <a:pt x="31703" y="19071"/>
                  </a:lnTo>
                  <a:lnTo>
                    <a:pt x="31824" y="18687"/>
                  </a:lnTo>
                  <a:lnTo>
                    <a:pt x="31925" y="18304"/>
                  </a:lnTo>
                  <a:lnTo>
                    <a:pt x="32086" y="17517"/>
                  </a:lnTo>
                  <a:lnTo>
                    <a:pt x="32248" y="16730"/>
                  </a:lnTo>
                  <a:lnTo>
                    <a:pt x="32369" y="15943"/>
                  </a:lnTo>
                  <a:lnTo>
                    <a:pt x="32530" y="14954"/>
                  </a:lnTo>
                  <a:lnTo>
                    <a:pt x="32813" y="13440"/>
                  </a:lnTo>
                  <a:lnTo>
                    <a:pt x="32994" y="12452"/>
                  </a:lnTo>
                  <a:lnTo>
                    <a:pt x="33176" y="11463"/>
                  </a:lnTo>
                  <a:lnTo>
                    <a:pt x="33237" y="10958"/>
                  </a:lnTo>
                  <a:lnTo>
                    <a:pt x="33297" y="10454"/>
                  </a:lnTo>
                  <a:lnTo>
                    <a:pt x="33358" y="9949"/>
                  </a:lnTo>
                  <a:lnTo>
                    <a:pt x="33378" y="9445"/>
                  </a:lnTo>
                  <a:lnTo>
                    <a:pt x="33398" y="8860"/>
                  </a:lnTo>
                  <a:lnTo>
                    <a:pt x="33358" y="8214"/>
                  </a:lnTo>
                  <a:lnTo>
                    <a:pt x="33337" y="7871"/>
                  </a:lnTo>
                  <a:lnTo>
                    <a:pt x="33297" y="7548"/>
                  </a:lnTo>
                  <a:lnTo>
                    <a:pt x="33237" y="7205"/>
                  </a:lnTo>
                  <a:lnTo>
                    <a:pt x="33176" y="6842"/>
                  </a:lnTo>
                  <a:lnTo>
                    <a:pt x="33075" y="6499"/>
                  </a:lnTo>
                  <a:lnTo>
                    <a:pt x="32974" y="6155"/>
                  </a:lnTo>
                  <a:lnTo>
                    <a:pt x="32853" y="5812"/>
                  </a:lnTo>
                  <a:lnTo>
                    <a:pt x="32712" y="5469"/>
                  </a:lnTo>
                  <a:lnTo>
                    <a:pt x="32550" y="5126"/>
                  </a:lnTo>
                  <a:lnTo>
                    <a:pt x="32369" y="4783"/>
                  </a:lnTo>
                  <a:lnTo>
                    <a:pt x="32147" y="4460"/>
                  </a:lnTo>
                  <a:lnTo>
                    <a:pt x="31925" y="4158"/>
                  </a:lnTo>
                  <a:lnTo>
                    <a:pt x="31642" y="3855"/>
                  </a:lnTo>
                  <a:lnTo>
                    <a:pt x="31360" y="3552"/>
                  </a:lnTo>
                  <a:lnTo>
                    <a:pt x="31057" y="3290"/>
                  </a:lnTo>
                  <a:lnTo>
                    <a:pt x="30734" y="3048"/>
                  </a:lnTo>
                  <a:lnTo>
                    <a:pt x="30411" y="2826"/>
                  </a:lnTo>
                  <a:lnTo>
                    <a:pt x="30068" y="2624"/>
                  </a:lnTo>
                  <a:lnTo>
                    <a:pt x="29725" y="2422"/>
                  </a:lnTo>
                  <a:lnTo>
                    <a:pt x="29362" y="2241"/>
                  </a:lnTo>
                  <a:lnTo>
                    <a:pt x="28979" y="2079"/>
                  </a:lnTo>
                  <a:lnTo>
                    <a:pt x="28615" y="1938"/>
                  </a:lnTo>
                  <a:lnTo>
                    <a:pt x="27849" y="1675"/>
                  </a:lnTo>
                  <a:lnTo>
                    <a:pt x="27102" y="1454"/>
                  </a:lnTo>
                  <a:lnTo>
                    <a:pt x="26355" y="1272"/>
                  </a:lnTo>
                  <a:lnTo>
                    <a:pt x="25467" y="1070"/>
                  </a:lnTo>
                  <a:lnTo>
                    <a:pt x="24579" y="888"/>
                  </a:lnTo>
                  <a:lnTo>
                    <a:pt x="23671" y="727"/>
                  </a:lnTo>
                  <a:lnTo>
                    <a:pt x="22743" y="586"/>
                  </a:lnTo>
                  <a:lnTo>
                    <a:pt x="21795" y="445"/>
                  </a:lnTo>
                  <a:lnTo>
                    <a:pt x="20846" y="344"/>
                  </a:lnTo>
                  <a:lnTo>
                    <a:pt x="19857" y="243"/>
                  </a:lnTo>
                  <a:lnTo>
                    <a:pt x="18868" y="162"/>
                  </a:lnTo>
                  <a:lnTo>
                    <a:pt x="17839" y="101"/>
                  </a:lnTo>
                  <a:lnTo>
                    <a:pt x="16810" y="41"/>
                  </a:lnTo>
                  <a:lnTo>
                    <a:pt x="15741" y="21"/>
                  </a:lnTo>
                  <a:lnTo>
                    <a:pt x="146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7"/>
            <p:cNvSpPr/>
            <p:nvPr/>
          </p:nvSpPr>
          <p:spPr>
            <a:xfrm flipH="1">
              <a:off x="-3224708" y="-4984335"/>
              <a:ext cx="1754433" cy="1582965"/>
            </a:xfrm>
            <a:custGeom>
              <a:rect b="b" l="l" r="r" t="t"/>
              <a:pathLst>
                <a:path extrusionOk="0" h="28314" w="31381">
                  <a:moveTo>
                    <a:pt x="3310" y="0"/>
                  </a:moveTo>
                  <a:lnTo>
                    <a:pt x="1938" y="121"/>
                  </a:lnTo>
                  <a:lnTo>
                    <a:pt x="1554" y="162"/>
                  </a:lnTo>
                  <a:lnTo>
                    <a:pt x="1231" y="222"/>
                  </a:lnTo>
                  <a:lnTo>
                    <a:pt x="989" y="303"/>
                  </a:lnTo>
                  <a:lnTo>
                    <a:pt x="868" y="343"/>
                  </a:lnTo>
                  <a:lnTo>
                    <a:pt x="787" y="404"/>
                  </a:lnTo>
                  <a:lnTo>
                    <a:pt x="687" y="485"/>
                  </a:lnTo>
                  <a:lnTo>
                    <a:pt x="626" y="565"/>
                  </a:lnTo>
                  <a:lnTo>
                    <a:pt x="545" y="666"/>
                  </a:lnTo>
                  <a:lnTo>
                    <a:pt x="485" y="787"/>
                  </a:lnTo>
                  <a:lnTo>
                    <a:pt x="384" y="1070"/>
                  </a:lnTo>
                  <a:lnTo>
                    <a:pt x="283" y="1453"/>
                  </a:lnTo>
                  <a:lnTo>
                    <a:pt x="162" y="2180"/>
                  </a:lnTo>
                  <a:lnTo>
                    <a:pt x="61" y="2926"/>
                  </a:lnTo>
                  <a:lnTo>
                    <a:pt x="21" y="3693"/>
                  </a:lnTo>
                  <a:lnTo>
                    <a:pt x="0" y="4501"/>
                  </a:lnTo>
                  <a:lnTo>
                    <a:pt x="21" y="5247"/>
                  </a:lnTo>
                  <a:lnTo>
                    <a:pt x="61" y="5974"/>
                  </a:lnTo>
                  <a:lnTo>
                    <a:pt x="122" y="6700"/>
                  </a:lnTo>
                  <a:lnTo>
                    <a:pt x="202" y="7447"/>
                  </a:lnTo>
                  <a:lnTo>
                    <a:pt x="303" y="8193"/>
                  </a:lnTo>
                  <a:lnTo>
                    <a:pt x="424" y="8940"/>
                  </a:lnTo>
                  <a:lnTo>
                    <a:pt x="666" y="10514"/>
                  </a:lnTo>
                  <a:lnTo>
                    <a:pt x="909" y="11826"/>
                  </a:lnTo>
                  <a:lnTo>
                    <a:pt x="1534" y="15559"/>
                  </a:lnTo>
                  <a:lnTo>
                    <a:pt x="1837" y="17436"/>
                  </a:lnTo>
                  <a:lnTo>
                    <a:pt x="2099" y="19333"/>
                  </a:lnTo>
                  <a:lnTo>
                    <a:pt x="2341" y="21230"/>
                  </a:lnTo>
                  <a:lnTo>
                    <a:pt x="2442" y="22198"/>
                  </a:lnTo>
                  <a:lnTo>
                    <a:pt x="2543" y="23147"/>
                  </a:lnTo>
                  <a:lnTo>
                    <a:pt x="2604" y="24095"/>
                  </a:lnTo>
                  <a:lnTo>
                    <a:pt x="2684" y="25044"/>
                  </a:lnTo>
                  <a:lnTo>
                    <a:pt x="2725" y="26013"/>
                  </a:lnTo>
                  <a:lnTo>
                    <a:pt x="2745" y="26961"/>
                  </a:lnTo>
                  <a:lnTo>
                    <a:pt x="2765" y="27143"/>
                  </a:lnTo>
                  <a:lnTo>
                    <a:pt x="2785" y="27304"/>
                  </a:lnTo>
                  <a:lnTo>
                    <a:pt x="2826" y="27486"/>
                  </a:lnTo>
                  <a:lnTo>
                    <a:pt x="2866" y="27667"/>
                  </a:lnTo>
                  <a:lnTo>
                    <a:pt x="2927" y="27829"/>
                  </a:lnTo>
                  <a:lnTo>
                    <a:pt x="3007" y="27970"/>
                  </a:lnTo>
                  <a:lnTo>
                    <a:pt x="3108" y="28091"/>
                  </a:lnTo>
                  <a:lnTo>
                    <a:pt x="3209" y="28192"/>
                  </a:lnTo>
                  <a:lnTo>
                    <a:pt x="3290" y="28253"/>
                  </a:lnTo>
                  <a:lnTo>
                    <a:pt x="3371" y="28273"/>
                  </a:lnTo>
                  <a:lnTo>
                    <a:pt x="3451" y="28313"/>
                  </a:lnTo>
                  <a:lnTo>
                    <a:pt x="3532" y="28313"/>
                  </a:lnTo>
                  <a:lnTo>
                    <a:pt x="3673" y="28293"/>
                  </a:lnTo>
                  <a:lnTo>
                    <a:pt x="3754" y="28273"/>
                  </a:lnTo>
                  <a:lnTo>
                    <a:pt x="3835" y="28232"/>
                  </a:lnTo>
                  <a:lnTo>
                    <a:pt x="3956" y="28131"/>
                  </a:lnTo>
                  <a:lnTo>
                    <a:pt x="4077" y="28031"/>
                  </a:lnTo>
                  <a:lnTo>
                    <a:pt x="4178" y="27909"/>
                  </a:lnTo>
                  <a:lnTo>
                    <a:pt x="4380" y="27667"/>
                  </a:lnTo>
                  <a:lnTo>
                    <a:pt x="5126" y="26820"/>
                  </a:lnTo>
                  <a:lnTo>
                    <a:pt x="5510" y="26396"/>
                  </a:lnTo>
                  <a:lnTo>
                    <a:pt x="5893" y="25992"/>
                  </a:lnTo>
                  <a:lnTo>
                    <a:pt x="6297" y="25589"/>
                  </a:lnTo>
                  <a:lnTo>
                    <a:pt x="6700" y="25205"/>
                  </a:lnTo>
                  <a:lnTo>
                    <a:pt x="7124" y="24842"/>
                  </a:lnTo>
                  <a:lnTo>
                    <a:pt x="7588" y="24499"/>
                  </a:lnTo>
                  <a:lnTo>
                    <a:pt x="8012" y="24196"/>
                  </a:lnTo>
                  <a:lnTo>
                    <a:pt x="8476" y="23914"/>
                  </a:lnTo>
                  <a:lnTo>
                    <a:pt x="8940" y="23651"/>
                  </a:lnTo>
                  <a:lnTo>
                    <a:pt x="9445" y="23409"/>
                  </a:lnTo>
                  <a:lnTo>
                    <a:pt x="9949" y="23187"/>
                  </a:lnTo>
                  <a:lnTo>
                    <a:pt x="10474" y="22985"/>
                  </a:lnTo>
                  <a:lnTo>
                    <a:pt x="11039" y="22804"/>
                  </a:lnTo>
                  <a:lnTo>
                    <a:pt x="11604" y="22642"/>
                  </a:lnTo>
                  <a:lnTo>
                    <a:pt x="12209" y="22501"/>
                  </a:lnTo>
                  <a:lnTo>
                    <a:pt x="12815" y="22380"/>
                  </a:lnTo>
                  <a:lnTo>
                    <a:pt x="13440" y="22279"/>
                  </a:lnTo>
                  <a:lnTo>
                    <a:pt x="14086" y="22219"/>
                  </a:lnTo>
                  <a:lnTo>
                    <a:pt x="14752" y="22158"/>
                  </a:lnTo>
                  <a:lnTo>
                    <a:pt x="15438" y="22118"/>
                  </a:lnTo>
                  <a:lnTo>
                    <a:pt x="16144" y="22098"/>
                  </a:lnTo>
                  <a:lnTo>
                    <a:pt x="16871" y="22098"/>
                  </a:lnTo>
                  <a:lnTo>
                    <a:pt x="18082" y="22138"/>
                  </a:lnTo>
                  <a:lnTo>
                    <a:pt x="19293" y="22219"/>
                  </a:lnTo>
                  <a:lnTo>
                    <a:pt x="20503" y="22320"/>
                  </a:lnTo>
                  <a:lnTo>
                    <a:pt x="21694" y="22441"/>
                  </a:lnTo>
                  <a:lnTo>
                    <a:pt x="22905" y="22562"/>
                  </a:lnTo>
                  <a:lnTo>
                    <a:pt x="24156" y="22663"/>
                  </a:lnTo>
                  <a:lnTo>
                    <a:pt x="25387" y="22743"/>
                  </a:lnTo>
                  <a:lnTo>
                    <a:pt x="26638" y="22784"/>
                  </a:lnTo>
                  <a:lnTo>
                    <a:pt x="27788" y="22784"/>
                  </a:lnTo>
                  <a:lnTo>
                    <a:pt x="28414" y="22723"/>
                  </a:lnTo>
                  <a:lnTo>
                    <a:pt x="29019" y="22642"/>
                  </a:lnTo>
                  <a:lnTo>
                    <a:pt x="29342" y="22582"/>
                  </a:lnTo>
                  <a:lnTo>
                    <a:pt x="29645" y="22501"/>
                  </a:lnTo>
                  <a:lnTo>
                    <a:pt x="29948" y="22420"/>
                  </a:lnTo>
                  <a:lnTo>
                    <a:pt x="30250" y="22320"/>
                  </a:lnTo>
                  <a:lnTo>
                    <a:pt x="30533" y="22198"/>
                  </a:lnTo>
                  <a:lnTo>
                    <a:pt x="30836" y="22057"/>
                  </a:lnTo>
                  <a:lnTo>
                    <a:pt x="31118" y="21896"/>
                  </a:lnTo>
                  <a:lnTo>
                    <a:pt x="31380" y="21734"/>
                  </a:lnTo>
                  <a:lnTo>
                    <a:pt x="31340" y="21674"/>
                  </a:lnTo>
                  <a:lnTo>
                    <a:pt x="31037" y="21855"/>
                  </a:lnTo>
                  <a:lnTo>
                    <a:pt x="30674" y="22057"/>
                  </a:lnTo>
                  <a:lnTo>
                    <a:pt x="30250" y="22239"/>
                  </a:lnTo>
                  <a:lnTo>
                    <a:pt x="30008" y="22320"/>
                  </a:lnTo>
                  <a:lnTo>
                    <a:pt x="29746" y="22400"/>
                  </a:lnTo>
                  <a:lnTo>
                    <a:pt x="29463" y="22461"/>
                  </a:lnTo>
                  <a:lnTo>
                    <a:pt x="29140" y="22542"/>
                  </a:lnTo>
                  <a:lnTo>
                    <a:pt x="28797" y="22582"/>
                  </a:lnTo>
                  <a:lnTo>
                    <a:pt x="28434" y="22642"/>
                  </a:lnTo>
                  <a:lnTo>
                    <a:pt x="28031" y="22683"/>
                  </a:lnTo>
                  <a:lnTo>
                    <a:pt x="27607" y="22703"/>
                  </a:lnTo>
                  <a:lnTo>
                    <a:pt x="26638" y="22703"/>
                  </a:lnTo>
                  <a:lnTo>
                    <a:pt x="25387" y="22663"/>
                  </a:lnTo>
                  <a:lnTo>
                    <a:pt x="24156" y="22582"/>
                  </a:lnTo>
                  <a:lnTo>
                    <a:pt x="22925" y="22481"/>
                  </a:lnTo>
                  <a:lnTo>
                    <a:pt x="21694" y="22360"/>
                  </a:lnTo>
                  <a:lnTo>
                    <a:pt x="20503" y="22259"/>
                  </a:lnTo>
                  <a:lnTo>
                    <a:pt x="19293" y="22138"/>
                  </a:lnTo>
                  <a:lnTo>
                    <a:pt x="18082" y="22057"/>
                  </a:lnTo>
                  <a:lnTo>
                    <a:pt x="16871" y="22017"/>
                  </a:lnTo>
                  <a:lnTo>
                    <a:pt x="16144" y="22017"/>
                  </a:lnTo>
                  <a:lnTo>
                    <a:pt x="15438" y="22037"/>
                  </a:lnTo>
                  <a:lnTo>
                    <a:pt x="14752" y="22077"/>
                  </a:lnTo>
                  <a:lnTo>
                    <a:pt x="14086" y="22138"/>
                  </a:lnTo>
                  <a:lnTo>
                    <a:pt x="13420" y="22219"/>
                  </a:lnTo>
                  <a:lnTo>
                    <a:pt x="12795" y="22299"/>
                  </a:lnTo>
                  <a:lnTo>
                    <a:pt x="12189" y="22420"/>
                  </a:lnTo>
                  <a:lnTo>
                    <a:pt x="11584" y="22562"/>
                  </a:lnTo>
                  <a:lnTo>
                    <a:pt x="11019" y="22723"/>
                  </a:lnTo>
                  <a:lnTo>
                    <a:pt x="10454" y="22905"/>
                  </a:lnTo>
                  <a:lnTo>
                    <a:pt x="9909" y="23107"/>
                  </a:lnTo>
                  <a:lnTo>
                    <a:pt x="9404" y="23329"/>
                  </a:lnTo>
                  <a:lnTo>
                    <a:pt x="8900" y="23571"/>
                  </a:lnTo>
                  <a:lnTo>
                    <a:pt x="8416" y="23833"/>
                  </a:lnTo>
                  <a:lnTo>
                    <a:pt x="7972" y="24116"/>
                  </a:lnTo>
                  <a:lnTo>
                    <a:pt x="7528" y="24418"/>
                  </a:lnTo>
                  <a:lnTo>
                    <a:pt x="7084" y="24782"/>
                  </a:lnTo>
                  <a:lnTo>
                    <a:pt x="6660" y="25145"/>
                  </a:lnTo>
                  <a:lnTo>
                    <a:pt x="6236" y="25528"/>
                  </a:lnTo>
                  <a:lnTo>
                    <a:pt x="5832" y="25932"/>
                  </a:lnTo>
                  <a:lnTo>
                    <a:pt x="5449" y="26356"/>
                  </a:lnTo>
                  <a:lnTo>
                    <a:pt x="5066" y="26759"/>
                  </a:lnTo>
                  <a:lnTo>
                    <a:pt x="4319" y="27607"/>
                  </a:lnTo>
                  <a:lnTo>
                    <a:pt x="4117" y="27869"/>
                  </a:lnTo>
                  <a:lnTo>
                    <a:pt x="3996" y="27990"/>
                  </a:lnTo>
                  <a:lnTo>
                    <a:pt x="3895" y="28091"/>
                  </a:lnTo>
                  <a:lnTo>
                    <a:pt x="3774" y="28172"/>
                  </a:lnTo>
                  <a:lnTo>
                    <a:pt x="3653" y="28212"/>
                  </a:lnTo>
                  <a:lnTo>
                    <a:pt x="3552" y="28232"/>
                  </a:lnTo>
                  <a:lnTo>
                    <a:pt x="3451" y="28212"/>
                  </a:lnTo>
                  <a:lnTo>
                    <a:pt x="3350" y="28192"/>
                  </a:lnTo>
                  <a:lnTo>
                    <a:pt x="3270" y="28131"/>
                  </a:lnTo>
                  <a:lnTo>
                    <a:pt x="3169" y="28031"/>
                  </a:lnTo>
                  <a:lnTo>
                    <a:pt x="3068" y="27909"/>
                  </a:lnTo>
                  <a:lnTo>
                    <a:pt x="3007" y="27768"/>
                  </a:lnTo>
                  <a:lnTo>
                    <a:pt x="2947" y="27627"/>
                  </a:lnTo>
                  <a:lnTo>
                    <a:pt x="2906" y="27465"/>
                  </a:lnTo>
                  <a:lnTo>
                    <a:pt x="2866" y="27284"/>
                  </a:lnTo>
                  <a:lnTo>
                    <a:pt x="2826" y="26961"/>
                  </a:lnTo>
                  <a:lnTo>
                    <a:pt x="2805" y="26013"/>
                  </a:lnTo>
                  <a:lnTo>
                    <a:pt x="2765" y="25044"/>
                  </a:lnTo>
                  <a:lnTo>
                    <a:pt x="2684" y="24095"/>
                  </a:lnTo>
                  <a:lnTo>
                    <a:pt x="2624" y="23147"/>
                  </a:lnTo>
                  <a:lnTo>
                    <a:pt x="2523" y="22178"/>
                  </a:lnTo>
                  <a:lnTo>
                    <a:pt x="2422" y="21230"/>
                  </a:lnTo>
                  <a:lnTo>
                    <a:pt x="2180" y="19333"/>
                  </a:lnTo>
                  <a:lnTo>
                    <a:pt x="1918" y="17436"/>
                  </a:lnTo>
                  <a:lnTo>
                    <a:pt x="1615" y="15539"/>
                  </a:lnTo>
                  <a:lnTo>
                    <a:pt x="989" y="11806"/>
                  </a:lnTo>
                  <a:lnTo>
                    <a:pt x="747" y="10494"/>
                  </a:lnTo>
                  <a:lnTo>
                    <a:pt x="505" y="8940"/>
                  </a:lnTo>
                  <a:lnTo>
                    <a:pt x="384" y="8173"/>
                  </a:lnTo>
                  <a:lnTo>
                    <a:pt x="283" y="7447"/>
                  </a:lnTo>
                  <a:lnTo>
                    <a:pt x="202" y="6700"/>
                  </a:lnTo>
                  <a:lnTo>
                    <a:pt x="142" y="5974"/>
                  </a:lnTo>
                  <a:lnTo>
                    <a:pt x="101" y="5247"/>
                  </a:lnTo>
                  <a:lnTo>
                    <a:pt x="81" y="4501"/>
                  </a:lnTo>
                  <a:lnTo>
                    <a:pt x="101" y="3693"/>
                  </a:lnTo>
                  <a:lnTo>
                    <a:pt x="142" y="2926"/>
                  </a:lnTo>
                  <a:lnTo>
                    <a:pt x="243" y="2180"/>
                  </a:lnTo>
                  <a:lnTo>
                    <a:pt x="364" y="1474"/>
                  </a:lnTo>
                  <a:lnTo>
                    <a:pt x="444" y="1110"/>
                  </a:lnTo>
                  <a:lnTo>
                    <a:pt x="545" y="828"/>
                  </a:lnTo>
                  <a:lnTo>
                    <a:pt x="606" y="707"/>
                  </a:lnTo>
                  <a:lnTo>
                    <a:pt x="666" y="626"/>
                  </a:lnTo>
                  <a:lnTo>
                    <a:pt x="747" y="545"/>
                  </a:lnTo>
                  <a:lnTo>
                    <a:pt x="828" y="465"/>
                  </a:lnTo>
                  <a:lnTo>
                    <a:pt x="909" y="404"/>
                  </a:lnTo>
                  <a:lnTo>
                    <a:pt x="1009" y="364"/>
                  </a:lnTo>
                  <a:lnTo>
                    <a:pt x="1252" y="303"/>
                  </a:lnTo>
                  <a:lnTo>
                    <a:pt x="1574" y="243"/>
                  </a:lnTo>
                  <a:lnTo>
                    <a:pt x="1958" y="202"/>
                  </a:lnTo>
                  <a:lnTo>
                    <a:pt x="3310" y="81"/>
                  </a:lnTo>
                  <a:lnTo>
                    <a:pt x="33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7"/>
            <p:cNvSpPr/>
            <p:nvPr/>
          </p:nvSpPr>
          <p:spPr>
            <a:xfrm flipH="1">
              <a:off x="-3298053" y="-5040745"/>
              <a:ext cx="1571672" cy="1149682"/>
            </a:xfrm>
            <a:custGeom>
              <a:rect b="b" l="l" r="r" t="t"/>
              <a:pathLst>
                <a:path extrusionOk="0" h="20564" w="28112">
                  <a:moveTo>
                    <a:pt x="7083" y="81"/>
                  </a:moveTo>
                  <a:lnTo>
                    <a:pt x="8436" y="142"/>
                  </a:lnTo>
                  <a:lnTo>
                    <a:pt x="9767" y="202"/>
                  </a:lnTo>
                  <a:lnTo>
                    <a:pt x="12956" y="384"/>
                  </a:lnTo>
                  <a:lnTo>
                    <a:pt x="14550" y="485"/>
                  </a:lnTo>
                  <a:lnTo>
                    <a:pt x="16165" y="586"/>
                  </a:lnTo>
                  <a:lnTo>
                    <a:pt x="17779" y="727"/>
                  </a:lnTo>
                  <a:lnTo>
                    <a:pt x="19393" y="868"/>
                  </a:lnTo>
                  <a:lnTo>
                    <a:pt x="21008" y="1030"/>
                  </a:lnTo>
                  <a:lnTo>
                    <a:pt x="22602" y="1211"/>
                  </a:lnTo>
                  <a:lnTo>
                    <a:pt x="23248" y="1312"/>
                  </a:lnTo>
                  <a:lnTo>
                    <a:pt x="23873" y="1433"/>
                  </a:lnTo>
                  <a:lnTo>
                    <a:pt x="24499" y="1574"/>
                  </a:lnTo>
                  <a:lnTo>
                    <a:pt x="24781" y="1675"/>
                  </a:lnTo>
                  <a:lnTo>
                    <a:pt x="25084" y="1776"/>
                  </a:lnTo>
                  <a:lnTo>
                    <a:pt x="25346" y="1877"/>
                  </a:lnTo>
                  <a:lnTo>
                    <a:pt x="25629" y="2018"/>
                  </a:lnTo>
                  <a:lnTo>
                    <a:pt x="25871" y="2160"/>
                  </a:lnTo>
                  <a:lnTo>
                    <a:pt x="26113" y="2301"/>
                  </a:lnTo>
                  <a:lnTo>
                    <a:pt x="26355" y="2483"/>
                  </a:lnTo>
                  <a:lnTo>
                    <a:pt x="26557" y="2684"/>
                  </a:lnTo>
                  <a:lnTo>
                    <a:pt x="26759" y="2886"/>
                  </a:lnTo>
                  <a:lnTo>
                    <a:pt x="26941" y="3128"/>
                  </a:lnTo>
                  <a:lnTo>
                    <a:pt x="27082" y="3370"/>
                  </a:lnTo>
                  <a:lnTo>
                    <a:pt x="27203" y="3613"/>
                  </a:lnTo>
                  <a:lnTo>
                    <a:pt x="27304" y="3855"/>
                  </a:lnTo>
                  <a:lnTo>
                    <a:pt x="27405" y="4137"/>
                  </a:lnTo>
                  <a:lnTo>
                    <a:pt x="27486" y="4400"/>
                  </a:lnTo>
                  <a:lnTo>
                    <a:pt x="27546" y="4662"/>
                  </a:lnTo>
                  <a:lnTo>
                    <a:pt x="27667" y="5207"/>
                  </a:lnTo>
                  <a:lnTo>
                    <a:pt x="27748" y="5772"/>
                  </a:lnTo>
                  <a:lnTo>
                    <a:pt x="27829" y="6337"/>
                  </a:lnTo>
                  <a:lnTo>
                    <a:pt x="27909" y="6922"/>
                  </a:lnTo>
                  <a:lnTo>
                    <a:pt x="27950" y="7487"/>
                  </a:lnTo>
                  <a:lnTo>
                    <a:pt x="27990" y="8072"/>
                  </a:lnTo>
                  <a:lnTo>
                    <a:pt x="28030" y="8678"/>
                  </a:lnTo>
                  <a:lnTo>
                    <a:pt x="28030" y="9283"/>
                  </a:lnTo>
                  <a:lnTo>
                    <a:pt x="28030" y="9889"/>
                  </a:lnTo>
                  <a:lnTo>
                    <a:pt x="28010" y="10494"/>
                  </a:lnTo>
                  <a:lnTo>
                    <a:pt x="27990" y="11120"/>
                  </a:lnTo>
                  <a:lnTo>
                    <a:pt x="27950" y="11765"/>
                  </a:lnTo>
                  <a:lnTo>
                    <a:pt x="27889" y="12411"/>
                  </a:lnTo>
                  <a:lnTo>
                    <a:pt x="27829" y="13057"/>
                  </a:lnTo>
                  <a:lnTo>
                    <a:pt x="27748" y="13723"/>
                  </a:lnTo>
                  <a:lnTo>
                    <a:pt x="27526" y="15075"/>
                  </a:lnTo>
                  <a:lnTo>
                    <a:pt x="27405" y="15700"/>
                  </a:lnTo>
                  <a:lnTo>
                    <a:pt x="27344" y="16003"/>
                  </a:lnTo>
                  <a:lnTo>
                    <a:pt x="27264" y="16306"/>
                  </a:lnTo>
                  <a:lnTo>
                    <a:pt x="27142" y="16609"/>
                  </a:lnTo>
                  <a:lnTo>
                    <a:pt x="27021" y="16891"/>
                  </a:lnTo>
                  <a:lnTo>
                    <a:pt x="26880" y="17174"/>
                  </a:lnTo>
                  <a:lnTo>
                    <a:pt x="26698" y="17436"/>
                  </a:lnTo>
                  <a:lnTo>
                    <a:pt x="26577" y="17597"/>
                  </a:lnTo>
                  <a:lnTo>
                    <a:pt x="26436" y="17739"/>
                  </a:lnTo>
                  <a:lnTo>
                    <a:pt x="26275" y="17900"/>
                  </a:lnTo>
                  <a:lnTo>
                    <a:pt x="26113" y="18021"/>
                  </a:lnTo>
                  <a:lnTo>
                    <a:pt x="25932" y="18162"/>
                  </a:lnTo>
                  <a:lnTo>
                    <a:pt x="25750" y="18284"/>
                  </a:lnTo>
                  <a:lnTo>
                    <a:pt x="25548" y="18384"/>
                  </a:lnTo>
                  <a:lnTo>
                    <a:pt x="25326" y="18485"/>
                  </a:lnTo>
                  <a:lnTo>
                    <a:pt x="25104" y="18586"/>
                  </a:lnTo>
                  <a:lnTo>
                    <a:pt x="24862" y="18667"/>
                  </a:lnTo>
                  <a:lnTo>
                    <a:pt x="24337" y="18828"/>
                  </a:lnTo>
                  <a:lnTo>
                    <a:pt x="23772" y="18949"/>
                  </a:lnTo>
                  <a:lnTo>
                    <a:pt x="23147" y="19030"/>
                  </a:lnTo>
                  <a:lnTo>
                    <a:pt x="22299" y="19091"/>
                  </a:lnTo>
                  <a:lnTo>
                    <a:pt x="21452" y="19111"/>
                  </a:lnTo>
                  <a:lnTo>
                    <a:pt x="20604" y="19091"/>
                  </a:lnTo>
                  <a:lnTo>
                    <a:pt x="19757" y="19050"/>
                  </a:lnTo>
                  <a:lnTo>
                    <a:pt x="18909" y="18990"/>
                  </a:lnTo>
                  <a:lnTo>
                    <a:pt x="18061" y="18909"/>
                  </a:lnTo>
                  <a:lnTo>
                    <a:pt x="16386" y="18727"/>
                  </a:lnTo>
                  <a:lnTo>
                    <a:pt x="15277" y="18606"/>
                  </a:lnTo>
                  <a:lnTo>
                    <a:pt x="14187" y="18485"/>
                  </a:lnTo>
                  <a:lnTo>
                    <a:pt x="13077" y="18405"/>
                  </a:lnTo>
                  <a:lnTo>
                    <a:pt x="11987" y="18344"/>
                  </a:lnTo>
                  <a:lnTo>
                    <a:pt x="10877" y="18344"/>
                  </a:lnTo>
                  <a:lnTo>
                    <a:pt x="10332" y="18384"/>
                  </a:lnTo>
                  <a:lnTo>
                    <a:pt x="9788" y="18425"/>
                  </a:lnTo>
                  <a:lnTo>
                    <a:pt x="9243" y="18485"/>
                  </a:lnTo>
                  <a:lnTo>
                    <a:pt x="8698" y="18566"/>
                  </a:lnTo>
                  <a:lnTo>
                    <a:pt x="8153" y="18667"/>
                  </a:lnTo>
                  <a:lnTo>
                    <a:pt x="7608" y="18808"/>
                  </a:lnTo>
                  <a:lnTo>
                    <a:pt x="7184" y="18929"/>
                  </a:lnTo>
                  <a:lnTo>
                    <a:pt x="6761" y="19071"/>
                  </a:lnTo>
                  <a:lnTo>
                    <a:pt x="5933" y="19373"/>
                  </a:lnTo>
                  <a:lnTo>
                    <a:pt x="5126" y="19716"/>
                  </a:lnTo>
                  <a:lnTo>
                    <a:pt x="4319" y="20059"/>
                  </a:lnTo>
                  <a:lnTo>
                    <a:pt x="4117" y="20140"/>
                  </a:lnTo>
                  <a:lnTo>
                    <a:pt x="3693" y="20322"/>
                  </a:lnTo>
                  <a:lnTo>
                    <a:pt x="3491" y="20382"/>
                  </a:lnTo>
                  <a:lnTo>
                    <a:pt x="3269" y="20443"/>
                  </a:lnTo>
                  <a:lnTo>
                    <a:pt x="3068" y="20463"/>
                  </a:lnTo>
                  <a:lnTo>
                    <a:pt x="2866" y="20483"/>
                  </a:lnTo>
                  <a:lnTo>
                    <a:pt x="2664" y="20443"/>
                  </a:lnTo>
                  <a:lnTo>
                    <a:pt x="2462" y="20382"/>
                  </a:lnTo>
                  <a:lnTo>
                    <a:pt x="2301" y="20302"/>
                  </a:lnTo>
                  <a:lnTo>
                    <a:pt x="2139" y="20180"/>
                  </a:lnTo>
                  <a:lnTo>
                    <a:pt x="2018" y="20059"/>
                  </a:lnTo>
                  <a:lnTo>
                    <a:pt x="1917" y="19898"/>
                  </a:lnTo>
                  <a:lnTo>
                    <a:pt x="1817" y="19737"/>
                  </a:lnTo>
                  <a:lnTo>
                    <a:pt x="1756" y="19575"/>
                  </a:lnTo>
                  <a:lnTo>
                    <a:pt x="1695" y="19414"/>
                  </a:lnTo>
                  <a:lnTo>
                    <a:pt x="1655" y="19252"/>
                  </a:lnTo>
                  <a:lnTo>
                    <a:pt x="1635" y="18909"/>
                  </a:lnTo>
                  <a:lnTo>
                    <a:pt x="1635" y="18586"/>
                  </a:lnTo>
                  <a:lnTo>
                    <a:pt x="1655" y="18243"/>
                  </a:lnTo>
                  <a:lnTo>
                    <a:pt x="1695" y="17920"/>
                  </a:lnTo>
                  <a:lnTo>
                    <a:pt x="1716" y="17759"/>
                  </a:lnTo>
                  <a:lnTo>
                    <a:pt x="1796" y="16851"/>
                  </a:lnTo>
                  <a:lnTo>
                    <a:pt x="1857" y="15922"/>
                  </a:lnTo>
                  <a:lnTo>
                    <a:pt x="1857" y="15014"/>
                  </a:lnTo>
                  <a:lnTo>
                    <a:pt x="1817" y="14106"/>
                  </a:lnTo>
                  <a:lnTo>
                    <a:pt x="1736" y="13198"/>
                  </a:lnTo>
                  <a:lnTo>
                    <a:pt x="1615" y="12290"/>
                  </a:lnTo>
                  <a:lnTo>
                    <a:pt x="1453" y="11382"/>
                  </a:lnTo>
                  <a:lnTo>
                    <a:pt x="1251" y="10474"/>
                  </a:lnTo>
                  <a:lnTo>
                    <a:pt x="1050" y="9747"/>
                  </a:lnTo>
                  <a:lnTo>
                    <a:pt x="848" y="9021"/>
                  </a:lnTo>
                  <a:lnTo>
                    <a:pt x="626" y="8234"/>
                  </a:lnTo>
                  <a:lnTo>
                    <a:pt x="424" y="7447"/>
                  </a:lnTo>
                  <a:lnTo>
                    <a:pt x="323" y="7043"/>
                  </a:lnTo>
                  <a:lnTo>
                    <a:pt x="242" y="6640"/>
                  </a:lnTo>
                  <a:lnTo>
                    <a:pt x="182" y="6236"/>
                  </a:lnTo>
                  <a:lnTo>
                    <a:pt x="121" y="5812"/>
                  </a:lnTo>
                  <a:lnTo>
                    <a:pt x="101" y="5510"/>
                  </a:lnTo>
                  <a:lnTo>
                    <a:pt x="81" y="5227"/>
                  </a:lnTo>
                  <a:lnTo>
                    <a:pt x="81" y="4924"/>
                  </a:lnTo>
                  <a:lnTo>
                    <a:pt x="101" y="4642"/>
                  </a:lnTo>
                  <a:lnTo>
                    <a:pt x="121" y="4339"/>
                  </a:lnTo>
                  <a:lnTo>
                    <a:pt x="162" y="4077"/>
                  </a:lnTo>
                  <a:lnTo>
                    <a:pt x="222" y="3794"/>
                  </a:lnTo>
                  <a:lnTo>
                    <a:pt x="283" y="3532"/>
                  </a:lnTo>
                  <a:lnTo>
                    <a:pt x="343" y="3270"/>
                  </a:lnTo>
                  <a:lnTo>
                    <a:pt x="444" y="3027"/>
                  </a:lnTo>
                  <a:lnTo>
                    <a:pt x="545" y="2765"/>
                  </a:lnTo>
                  <a:lnTo>
                    <a:pt x="646" y="2543"/>
                  </a:lnTo>
                  <a:lnTo>
                    <a:pt x="767" y="2301"/>
                  </a:lnTo>
                  <a:lnTo>
                    <a:pt x="908" y="2099"/>
                  </a:lnTo>
                  <a:lnTo>
                    <a:pt x="1050" y="1877"/>
                  </a:lnTo>
                  <a:lnTo>
                    <a:pt x="1211" y="1675"/>
                  </a:lnTo>
                  <a:lnTo>
                    <a:pt x="1494" y="1352"/>
                  </a:lnTo>
                  <a:lnTo>
                    <a:pt x="1837" y="1070"/>
                  </a:lnTo>
                  <a:lnTo>
                    <a:pt x="2200" y="828"/>
                  </a:lnTo>
                  <a:lnTo>
                    <a:pt x="2583" y="606"/>
                  </a:lnTo>
                  <a:lnTo>
                    <a:pt x="2987" y="444"/>
                  </a:lnTo>
                  <a:lnTo>
                    <a:pt x="3431" y="303"/>
                  </a:lnTo>
                  <a:lnTo>
                    <a:pt x="3895" y="202"/>
                  </a:lnTo>
                  <a:lnTo>
                    <a:pt x="4379" y="142"/>
                  </a:lnTo>
                  <a:lnTo>
                    <a:pt x="5045" y="101"/>
                  </a:lnTo>
                  <a:lnTo>
                    <a:pt x="5731" y="81"/>
                  </a:lnTo>
                  <a:close/>
                  <a:moveTo>
                    <a:pt x="5731" y="0"/>
                  </a:moveTo>
                  <a:lnTo>
                    <a:pt x="5045" y="21"/>
                  </a:lnTo>
                  <a:lnTo>
                    <a:pt x="4359" y="61"/>
                  </a:lnTo>
                  <a:lnTo>
                    <a:pt x="3875" y="121"/>
                  </a:lnTo>
                  <a:lnTo>
                    <a:pt x="3411" y="222"/>
                  </a:lnTo>
                  <a:lnTo>
                    <a:pt x="2967" y="364"/>
                  </a:lnTo>
                  <a:lnTo>
                    <a:pt x="2543" y="545"/>
                  </a:lnTo>
                  <a:lnTo>
                    <a:pt x="2139" y="767"/>
                  </a:lnTo>
                  <a:lnTo>
                    <a:pt x="1776" y="1009"/>
                  </a:lnTo>
                  <a:lnTo>
                    <a:pt x="1453" y="1312"/>
                  </a:lnTo>
                  <a:lnTo>
                    <a:pt x="1151" y="1635"/>
                  </a:lnTo>
                  <a:lnTo>
                    <a:pt x="989" y="1837"/>
                  </a:lnTo>
                  <a:lnTo>
                    <a:pt x="828" y="2039"/>
                  </a:lnTo>
                  <a:lnTo>
                    <a:pt x="707" y="2261"/>
                  </a:lnTo>
                  <a:lnTo>
                    <a:pt x="565" y="2503"/>
                  </a:lnTo>
                  <a:lnTo>
                    <a:pt x="464" y="2745"/>
                  </a:lnTo>
                  <a:lnTo>
                    <a:pt x="364" y="2987"/>
                  </a:lnTo>
                  <a:lnTo>
                    <a:pt x="283" y="3249"/>
                  </a:lnTo>
                  <a:lnTo>
                    <a:pt x="202" y="3512"/>
                  </a:lnTo>
                  <a:lnTo>
                    <a:pt x="142" y="3774"/>
                  </a:lnTo>
                  <a:lnTo>
                    <a:pt x="81" y="4057"/>
                  </a:lnTo>
                  <a:lnTo>
                    <a:pt x="41" y="4339"/>
                  </a:lnTo>
                  <a:lnTo>
                    <a:pt x="20" y="4622"/>
                  </a:lnTo>
                  <a:lnTo>
                    <a:pt x="0" y="4924"/>
                  </a:lnTo>
                  <a:lnTo>
                    <a:pt x="0" y="5227"/>
                  </a:lnTo>
                  <a:lnTo>
                    <a:pt x="20" y="5530"/>
                  </a:lnTo>
                  <a:lnTo>
                    <a:pt x="41" y="5832"/>
                  </a:lnTo>
                  <a:lnTo>
                    <a:pt x="101" y="6236"/>
                  </a:lnTo>
                  <a:lnTo>
                    <a:pt x="162" y="6660"/>
                  </a:lnTo>
                  <a:lnTo>
                    <a:pt x="242" y="7063"/>
                  </a:lnTo>
                  <a:lnTo>
                    <a:pt x="343" y="7467"/>
                  </a:lnTo>
                  <a:lnTo>
                    <a:pt x="545" y="8254"/>
                  </a:lnTo>
                  <a:lnTo>
                    <a:pt x="767" y="9041"/>
                  </a:lnTo>
                  <a:lnTo>
                    <a:pt x="969" y="9768"/>
                  </a:lnTo>
                  <a:lnTo>
                    <a:pt x="1171" y="10494"/>
                  </a:lnTo>
                  <a:lnTo>
                    <a:pt x="1373" y="11402"/>
                  </a:lnTo>
                  <a:lnTo>
                    <a:pt x="1534" y="12290"/>
                  </a:lnTo>
                  <a:lnTo>
                    <a:pt x="1655" y="13198"/>
                  </a:lnTo>
                  <a:lnTo>
                    <a:pt x="1736" y="14106"/>
                  </a:lnTo>
                  <a:lnTo>
                    <a:pt x="1776" y="15014"/>
                  </a:lnTo>
                  <a:lnTo>
                    <a:pt x="1776" y="15922"/>
                  </a:lnTo>
                  <a:lnTo>
                    <a:pt x="1716" y="16851"/>
                  </a:lnTo>
                  <a:lnTo>
                    <a:pt x="1635" y="17759"/>
                  </a:lnTo>
                  <a:lnTo>
                    <a:pt x="1615" y="17900"/>
                  </a:lnTo>
                  <a:lnTo>
                    <a:pt x="1574" y="18243"/>
                  </a:lnTo>
                  <a:lnTo>
                    <a:pt x="1554" y="18586"/>
                  </a:lnTo>
                  <a:lnTo>
                    <a:pt x="1554" y="18929"/>
                  </a:lnTo>
                  <a:lnTo>
                    <a:pt x="1595" y="19252"/>
                  </a:lnTo>
                  <a:lnTo>
                    <a:pt x="1615" y="19434"/>
                  </a:lnTo>
                  <a:lnTo>
                    <a:pt x="1675" y="19595"/>
                  </a:lnTo>
                  <a:lnTo>
                    <a:pt x="1756" y="19777"/>
                  </a:lnTo>
                  <a:lnTo>
                    <a:pt x="1837" y="19938"/>
                  </a:lnTo>
                  <a:lnTo>
                    <a:pt x="1958" y="20100"/>
                  </a:lnTo>
                  <a:lnTo>
                    <a:pt x="2099" y="20241"/>
                  </a:lnTo>
                  <a:lnTo>
                    <a:pt x="2260" y="20362"/>
                  </a:lnTo>
                  <a:lnTo>
                    <a:pt x="2422" y="20463"/>
                  </a:lnTo>
                  <a:lnTo>
                    <a:pt x="2563" y="20503"/>
                  </a:lnTo>
                  <a:lnTo>
                    <a:pt x="2684" y="20544"/>
                  </a:lnTo>
                  <a:lnTo>
                    <a:pt x="2926" y="20564"/>
                  </a:lnTo>
                  <a:lnTo>
                    <a:pt x="3088" y="20544"/>
                  </a:lnTo>
                  <a:lnTo>
                    <a:pt x="3229" y="20524"/>
                  </a:lnTo>
                  <a:lnTo>
                    <a:pt x="3532" y="20463"/>
                  </a:lnTo>
                  <a:lnTo>
                    <a:pt x="3855" y="20342"/>
                  </a:lnTo>
                  <a:lnTo>
                    <a:pt x="4157" y="20221"/>
                  </a:lnTo>
                  <a:lnTo>
                    <a:pt x="4339" y="20140"/>
                  </a:lnTo>
                  <a:lnTo>
                    <a:pt x="5146" y="19777"/>
                  </a:lnTo>
                  <a:lnTo>
                    <a:pt x="5974" y="19454"/>
                  </a:lnTo>
                  <a:lnTo>
                    <a:pt x="6801" y="19131"/>
                  </a:lnTo>
                  <a:lnTo>
                    <a:pt x="7205" y="19010"/>
                  </a:lnTo>
                  <a:lnTo>
                    <a:pt x="7628" y="18889"/>
                  </a:lnTo>
                  <a:lnTo>
                    <a:pt x="8173" y="18748"/>
                  </a:lnTo>
                  <a:lnTo>
                    <a:pt x="8718" y="18647"/>
                  </a:lnTo>
                  <a:lnTo>
                    <a:pt x="9243" y="18566"/>
                  </a:lnTo>
                  <a:lnTo>
                    <a:pt x="9788" y="18506"/>
                  </a:lnTo>
                  <a:lnTo>
                    <a:pt x="10332" y="18465"/>
                  </a:lnTo>
                  <a:lnTo>
                    <a:pt x="10877" y="18425"/>
                  </a:lnTo>
                  <a:lnTo>
                    <a:pt x="11987" y="18425"/>
                  </a:lnTo>
                  <a:lnTo>
                    <a:pt x="13077" y="18485"/>
                  </a:lnTo>
                  <a:lnTo>
                    <a:pt x="14187" y="18566"/>
                  </a:lnTo>
                  <a:lnTo>
                    <a:pt x="15277" y="18687"/>
                  </a:lnTo>
                  <a:lnTo>
                    <a:pt x="16366" y="18808"/>
                  </a:lnTo>
                  <a:lnTo>
                    <a:pt x="18061" y="18990"/>
                  </a:lnTo>
                  <a:lnTo>
                    <a:pt x="18909" y="19071"/>
                  </a:lnTo>
                  <a:lnTo>
                    <a:pt x="19757" y="19131"/>
                  </a:lnTo>
                  <a:lnTo>
                    <a:pt x="20604" y="19171"/>
                  </a:lnTo>
                  <a:lnTo>
                    <a:pt x="21472" y="19192"/>
                  </a:lnTo>
                  <a:lnTo>
                    <a:pt x="22319" y="19171"/>
                  </a:lnTo>
                  <a:lnTo>
                    <a:pt x="23167" y="19111"/>
                  </a:lnTo>
                  <a:lnTo>
                    <a:pt x="23793" y="19010"/>
                  </a:lnTo>
                  <a:lnTo>
                    <a:pt x="24358" y="18909"/>
                  </a:lnTo>
                  <a:lnTo>
                    <a:pt x="24902" y="18748"/>
                  </a:lnTo>
                  <a:lnTo>
                    <a:pt x="25145" y="18667"/>
                  </a:lnTo>
                  <a:lnTo>
                    <a:pt x="25367" y="18566"/>
                  </a:lnTo>
                  <a:lnTo>
                    <a:pt x="25589" y="18465"/>
                  </a:lnTo>
                  <a:lnTo>
                    <a:pt x="25790" y="18344"/>
                  </a:lnTo>
                  <a:lnTo>
                    <a:pt x="25992" y="18223"/>
                  </a:lnTo>
                  <a:lnTo>
                    <a:pt x="26174" y="18082"/>
                  </a:lnTo>
                  <a:lnTo>
                    <a:pt x="26335" y="17961"/>
                  </a:lnTo>
                  <a:lnTo>
                    <a:pt x="26497" y="17799"/>
                  </a:lnTo>
                  <a:lnTo>
                    <a:pt x="26638" y="17638"/>
                  </a:lnTo>
                  <a:lnTo>
                    <a:pt x="26779" y="17476"/>
                  </a:lnTo>
                  <a:lnTo>
                    <a:pt x="26941" y="17214"/>
                  </a:lnTo>
                  <a:lnTo>
                    <a:pt x="27102" y="16931"/>
                  </a:lnTo>
                  <a:lnTo>
                    <a:pt x="27223" y="16629"/>
                  </a:lnTo>
                  <a:lnTo>
                    <a:pt x="27324" y="16326"/>
                  </a:lnTo>
                  <a:lnTo>
                    <a:pt x="27425" y="16023"/>
                  </a:lnTo>
                  <a:lnTo>
                    <a:pt x="27486" y="15721"/>
                  </a:lnTo>
                  <a:lnTo>
                    <a:pt x="27607" y="15095"/>
                  </a:lnTo>
                  <a:lnTo>
                    <a:pt x="27728" y="14409"/>
                  </a:lnTo>
                  <a:lnTo>
                    <a:pt x="27829" y="13723"/>
                  </a:lnTo>
                  <a:lnTo>
                    <a:pt x="27909" y="13057"/>
                  </a:lnTo>
                  <a:lnTo>
                    <a:pt x="27970" y="12411"/>
                  </a:lnTo>
                  <a:lnTo>
                    <a:pt x="28030" y="11765"/>
                  </a:lnTo>
                  <a:lnTo>
                    <a:pt x="28071" y="11140"/>
                  </a:lnTo>
                  <a:lnTo>
                    <a:pt x="28091" y="10494"/>
                  </a:lnTo>
                  <a:lnTo>
                    <a:pt x="28111" y="9889"/>
                  </a:lnTo>
                  <a:lnTo>
                    <a:pt x="28111" y="9263"/>
                  </a:lnTo>
                  <a:lnTo>
                    <a:pt x="28111" y="8678"/>
                  </a:lnTo>
                  <a:lnTo>
                    <a:pt x="28071" y="8072"/>
                  </a:lnTo>
                  <a:lnTo>
                    <a:pt x="28030" y="7487"/>
                  </a:lnTo>
                  <a:lnTo>
                    <a:pt x="27990" y="6902"/>
                  </a:lnTo>
                  <a:lnTo>
                    <a:pt x="27909" y="6337"/>
                  </a:lnTo>
                  <a:lnTo>
                    <a:pt x="27829" y="5752"/>
                  </a:lnTo>
                  <a:lnTo>
                    <a:pt x="27748" y="5207"/>
                  </a:lnTo>
                  <a:lnTo>
                    <a:pt x="27627" y="4642"/>
                  </a:lnTo>
                  <a:lnTo>
                    <a:pt x="27566" y="4379"/>
                  </a:lnTo>
                  <a:lnTo>
                    <a:pt x="27486" y="4097"/>
                  </a:lnTo>
                  <a:lnTo>
                    <a:pt x="27385" y="3835"/>
                  </a:lnTo>
                  <a:lnTo>
                    <a:pt x="27284" y="3572"/>
                  </a:lnTo>
                  <a:lnTo>
                    <a:pt x="27142" y="3330"/>
                  </a:lnTo>
                  <a:lnTo>
                    <a:pt x="27001" y="3088"/>
                  </a:lnTo>
                  <a:lnTo>
                    <a:pt x="26820" y="2846"/>
                  </a:lnTo>
                  <a:lnTo>
                    <a:pt x="26618" y="2624"/>
                  </a:lnTo>
                  <a:lnTo>
                    <a:pt x="26396" y="2422"/>
                  </a:lnTo>
                  <a:lnTo>
                    <a:pt x="26174" y="2240"/>
                  </a:lnTo>
                  <a:lnTo>
                    <a:pt x="25932" y="2079"/>
                  </a:lnTo>
                  <a:lnTo>
                    <a:pt x="25669" y="1938"/>
                  </a:lnTo>
                  <a:lnTo>
                    <a:pt x="25407" y="1817"/>
                  </a:lnTo>
                  <a:lnTo>
                    <a:pt x="25124" y="1696"/>
                  </a:lnTo>
                  <a:lnTo>
                    <a:pt x="24822" y="1595"/>
                  </a:lnTo>
                  <a:lnTo>
                    <a:pt x="24519" y="1494"/>
                  </a:lnTo>
                  <a:lnTo>
                    <a:pt x="23914" y="1352"/>
                  </a:lnTo>
                  <a:lnTo>
                    <a:pt x="23268" y="1231"/>
                  </a:lnTo>
                  <a:lnTo>
                    <a:pt x="22622" y="1130"/>
                  </a:lnTo>
                  <a:lnTo>
                    <a:pt x="21008" y="949"/>
                  </a:lnTo>
                  <a:lnTo>
                    <a:pt x="19413" y="787"/>
                  </a:lnTo>
                  <a:lnTo>
                    <a:pt x="17799" y="646"/>
                  </a:lnTo>
                  <a:lnTo>
                    <a:pt x="16185" y="505"/>
                  </a:lnTo>
                  <a:lnTo>
                    <a:pt x="14570" y="404"/>
                  </a:lnTo>
                  <a:lnTo>
                    <a:pt x="12956" y="303"/>
                  </a:lnTo>
                  <a:lnTo>
                    <a:pt x="9767" y="121"/>
                  </a:lnTo>
                  <a:lnTo>
                    <a:pt x="8436" y="61"/>
                  </a:lnTo>
                  <a:lnTo>
                    <a:pt x="70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7"/>
            <p:cNvSpPr/>
            <p:nvPr/>
          </p:nvSpPr>
          <p:spPr>
            <a:xfrm flipH="1">
              <a:off x="-3275464" y="-5033980"/>
              <a:ext cx="1393383" cy="700689"/>
            </a:xfrm>
            <a:custGeom>
              <a:rect b="b" l="l" r="r" t="t"/>
              <a:pathLst>
                <a:path extrusionOk="0" h="12533" w="24923">
                  <a:moveTo>
                    <a:pt x="9525" y="0"/>
                  </a:moveTo>
                  <a:lnTo>
                    <a:pt x="8536" y="21"/>
                  </a:lnTo>
                  <a:lnTo>
                    <a:pt x="7547" y="41"/>
                  </a:lnTo>
                  <a:lnTo>
                    <a:pt x="6579" y="61"/>
                  </a:lnTo>
                  <a:lnTo>
                    <a:pt x="5630" y="122"/>
                  </a:lnTo>
                  <a:lnTo>
                    <a:pt x="4682" y="182"/>
                  </a:lnTo>
                  <a:lnTo>
                    <a:pt x="3754" y="263"/>
                  </a:lnTo>
                  <a:lnTo>
                    <a:pt x="3269" y="303"/>
                  </a:lnTo>
                  <a:lnTo>
                    <a:pt x="2785" y="384"/>
                  </a:lnTo>
                  <a:lnTo>
                    <a:pt x="2301" y="485"/>
                  </a:lnTo>
                  <a:lnTo>
                    <a:pt x="2079" y="545"/>
                  </a:lnTo>
                  <a:lnTo>
                    <a:pt x="1857" y="626"/>
                  </a:lnTo>
                  <a:lnTo>
                    <a:pt x="1635" y="727"/>
                  </a:lnTo>
                  <a:lnTo>
                    <a:pt x="1433" y="828"/>
                  </a:lnTo>
                  <a:lnTo>
                    <a:pt x="1231" y="949"/>
                  </a:lnTo>
                  <a:lnTo>
                    <a:pt x="1029" y="1090"/>
                  </a:lnTo>
                  <a:lnTo>
                    <a:pt x="868" y="1252"/>
                  </a:lnTo>
                  <a:lnTo>
                    <a:pt x="686" y="1413"/>
                  </a:lnTo>
                  <a:lnTo>
                    <a:pt x="545" y="1615"/>
                  </a:lnTo>
                  <a:lnTo>
                    <a:pt x="404" y="1817"/>
                  </a:lnTo>
                  <a:lnTo>
                    <a:pt x="283" y="2059"/>
                  </a:lnTo>
                  <a:lnTo>
                    <a:pt x="182" y="2301"/>
                  </a:lnTo>
                  <a:lnTo>
                    <a:pt x="81" y="2543"/>
                  </a:lnTo>
                  <a:lnTo>
                    <a:pt x="0" y="2805"/>
                  </a:lnTo>
                  <a:lnTo>
                    <a:pt x="61" y="2826"/>
                  </a:lnTo>
                  <a:lnTo>
                    <a:pt x="162" y="2584"/>
                  </a:lnTo>
                  <a:lnTo>
                    <a:pt x="242" y="2321"/>
                  </a:lnTo>
                  <a:lnTo>
                    <a:pt x="363" y="2079"/>
                  </a:lnTo>
                  <a:lnTo>
                    <a:pt x="484" y="1857"/>
                  </a:lnTo>
                  <a:lnTo>
                    <a:pt x="606" y="1655"/>
                  </a:lnTo>
                  <a:lnTo>
                    <a:pt x="767" y="1474"/>
                  </a:lnTo>
                  <a:lnTo>
                    <a:pt x="908" y="1292"/>
                  </a:lnTo>
                  <a:lnTo>
                    <a:pt x="1090" y="1151"/>
                  </a:lnTo>
                  <a:lnTo>
                    <a:pt x="1271" y="1009"/>
                  </a:lnTo>
                  <a:lnTo>
                    <a:pt x="1473" y="909"/>
                  </a:lnTo>
                  <a:lnTo>
                    <a:pt x="1675" y="787"/>
                  </a:lnTo>
                  <a:lnTo>
                    <a:pt x="1897" y="707"/>
                  </a:lnTo>
                  <a:lnTo>
                    <a:pt x="2119" y="626"/>
                  </a:lnTo>
                  <a:lnTo>
                    <a:pt x="2341" y="566"/>
                  </a:lnTo>
                  <a:lnTo>
                    <a:pt x="2805" y="465"/>
                  </a:lnTo>
                  <a:lnTo>
                    <a:pt x="3269" y="384"/>
                  </a:lnTo>
                  <a:lnTo>
                    <a:pt x="3754" y="344"/>
                  </a:lnTo>
                  <a:lnTo>
                    <a:pt x="4682" y="263"/>
                  </a:lnTo>
                  <a:lnTo>
                    <a:pt x="5630" y="202"/>
                  </a:lnTo>
                  <a:lnTo>
                    <a:pt x="6579" y="142"/>
                  </a:lnTo>
                  <a:lnTo>
                    <a:pt x="7547" y="122"/>
                  </a:lnTo>
                  <a:lnTo>
                    <a:pt x="8536" y="101"/>
                  </a:lnTo>
                  <a:lnTo>
                    <a:pt x="9525" y="81"/>
                  </a:lnTo>
                  <a:lnTo>
                    <a:pt x="10514" y="81"/>
                  </a:lnTo>
                  <a:lnTo>
                    <a:pt x="11523" y="101"/>
                  </a:lnTo>
                  <a:lnTo>
                    <a:pt x="12552" y="142"/>
                  </a:lnTo>
                  <a:lnTo>
                    <a:pt x="13601" y="182"/>
                  </a:lnTo>
                  <a:lnTo>
                    <a:pt x="14651" y="243"/>
                  </a:lnTo>
                  <a:lnTo>
                    <a:pt x="15720" y="323"/>
                  </a:lnTo>
                  <a:lnTo>
                    <a:pt x="17900" y="505"/>
                  </a:lnTo>
                  <a:lnTo>
                    <a:pt x="20140" y="727"/>
                  </a:lnTo>
                  <a:lnTo>
                    <a:pt x="20927" y="848"/>
                  </a:lnTo>
                  <a:lnTo>
                    <a:pt x="21330" y="909"/>
                  </a:lnTo>
                  <a:lnTo>
                    <a:pt x="21694" y="989"/>
                  </a:lnTo>
                  <a:lnTo>
                    <a:pt x="22057" y="1110"/>
                  </a:lnTo>
                  <a:lnTo>
                    <a:pt x="22400" y="1231"/>
                  </a:lnTo>
                  <a:lnTo>
                    <a:pt x="22723" y="1413"/>
                  </a:lnTo>
                  <a:lnTo>
                    <a:pt x="23046" y="1615"/>
                  </a:lnTo>
                  <a:lnTo>
                    <a:pt x="23248" y="1796"/>
                  </a:lnTo>
                  <a:lnTo>
                    <a:pt x="23449" y="1978"/>
                  </a:lnTo>
                  <a:lnTo>
                    <a:pt x="23631" y="2200"/>
                  </a:lnTo>
                  <a:lnTo>
                    <a:pt x="23792" y="2422"/>
                  </a:lnTo>
                  <a:lnTo>
                    <a:pt x="23954" y="2664"/>
                  </a:lnTo>
                  <a:lnTo>
                    <a:pt x="24075" y="2906"/>
                  </a:lnTo>
                  <a:lnTo>
                    <a:pt x="24196" y="3149"/>
                  </a:lnTo>
                  <a:lnTo>
                    <a:pt x="24297" y="3411"/>
                  </a:lnTo>
                  <a:lnTo>
                    <a:pt x="24378" y="3673"/>
                  </a:lnTo>
                  <a:lnTo>
                    <a:pt x="24458" y="3915"/>
                  </a:lnTo>
                  <a:lnTo>
                    <a:pt x="24579" y="4440"/>
                  </a:lnTo>
                  <a:lnTo>
                    <a:pt x="24660" y="4945"/>
                  </a:lnTo>
                  <a:lnTo>
                    <a:pt x="24721" y="5409"/>
                  </a:lnTo>
                  <a:lnTo>
                    <a:pt x="24781" y="6095"/>
                  </a:lnTo>
                  <a:lnTo>
                    <a:pt x="24822" y="6781"/>
                  </a:lnTo>
                  <a:lnTo>
                    <a:pt x="24842" y="7487"/>
                  </a:lnTo>
                  <a:lnTo>
                    <a:pt x="24822" y="8173"/>
                  </a:lnTo>
                  <a:lnTo>
                    <a:pt x="24801" y="8860"/>
                  </a:lnTo>
                  <a:lnTo>
                    <a:pt x="24741" y="9566"/>
                  </a:lnTo>
                  <a:lnTo>
                    <a:pt x="24660" y="10252"/>
                  </a:lnTo>
                  <a:lnTo>
                    <a:pt x="24559" y="10938"/>
                  </a:lnTo>
                  <a:lnTo>
                    <a:pt x="24479" y="11362"/>
                  </a:lnTo>
                  <a:lnTo>
                    <a:pt x="24398" y="11765"/>
                  </a:lnTo>
                  <a:lnTo>
                    <a:pt x="24297" y="12149"/>
                  </a:lnTo>
                  <a:lnTo>
                    <a:pt x="24196" y="12512"/>
                  </a:lnTo>
                  <a:lnTo>
                    <a:pt x="24257" y="12532"/>
                  </a:lnTo>
                  <a:lnTo>
                    <a:pt x="24378" y="12169"/>
                  </a:lnTo>
                  <a:lnTo>
                    <a:pt x="24479" y="11765"/>
                  </a:lnTo>
                  <a:lnTo>
                    <a:pt x="24559" y="11362"/>
                  </a:lnTo>
                  <a:lnTo>
                    <a:pt x="24640" y="10938"/>
                  </a:lnTo>
                  <a:lnTo>
                    <a:pt x="24741" y="10252"/>
                  </a:lnTo>
                  <a:lnTo>
                    <a:pt x="24822" y="9566"/>
                  </a:lnTo>
                  <a:lnTo>
                    <a:pt x="24882" y="8880"/>
                  </a:lnTo>
                  <a:lnTo>
                    <a:pt x="24902" y="8173"/>
                  </a:lnTo>
                  <a:lnTo>
                    <a:pt x="24922" y="7487"/>
                  </a:lnTo>
                  <a:lnTo>
                    <a:pt x="24902" y="6781"/>
                  </a:lnTo>
                  <a:lnTo>
                    <a:pt x="24862" y="6095"/>
                  </a:lnTo>
                  <a:lnTo>
                    <a:pt x="24801" y="5409"/>
                  </a:lnTo>
                  <a:lnTo>
                    <a:pt x="24741" y="4924"/>
                  </a:lnTo>
                  <a:lnTo>
                    <a:pt x="24660" y="4420"/>
                  </a:lnTo>
                  <a:lnTo>
                    <a:pt x="24539" y="3895"/>
                  </a:lnTo>
                  <a:lnTo>
                    <a:pt x="24458" y="3633"/>
                  </a:lnTo>
                  <a:lnTo>
                    <a:pt x="24357" y="3371"/>
                  </a:lnTo>
                  <a:lnTo>
                    <a:pt x="24257" y="3108"/>
                  </a:lnTo>
                  <a:lnTo>
                    <a:pt x="24156" y="2866"/>
                  </a:lnTo>
                  <a:lnTo>
                    <a:pt x="24014" y="2604"/>
                  </a:lnTo>
                  <a:lnTo>
                    <a:pt x="23873" y="2362"/>
                  </a:lnTo>
                  <a:lnTo>
                    <a:pt x="23692" y="2140"/>
                  </a:lnTo>
                  <a:lnTo>
                    <a:pt x="23510" y="1918"/>
                  </a:lnTo>
                  <a:lnTo>
                    <a:pt x="23308" y="1736"/>
                  </a:lnTo>
                  <a:lnTo>
                    <a:pt x="23086" y="1534"/>
                  </a:lnTo>
                  <a:lnTo>
                    <a:pt x="22763" y="1332"/>
                  </a:lnTo>
                  <a:lnTo>
                    <a:pt x="22440" y="1171"/>
                  </a:lnTo>
                  <a:lnTo>
                    <a:pt x="22077" y="1030"/>
                  </a:lnTo>
                  <a:lnTo>
                    <a:pt x="21714" y="929"/>
                  </a:lnTo>
                  <a:lnTo>
                    <a:pt x="21351" y="828"/>
                  </a:lnTo>
                  <a:lnTo>
                    <a:pt x="20947" y="767"/>
                  </a:lnTo>
                  <a:lnTo>
                    <a:pt x="20160" y="646"/>
                  </a:lnTo>
                  <a:lnTo>
                    <a:pt x="17900" y="424"/>
                  </a:lnTo>
                  <a:lnTo>
                    <a:pt x="15720" y="243"/>
                  </a:lnTo>
                  <a:lnTo>
                    <a:pt x="14651" y="162"/>
                  </a:lnTo>
                  <a:lnTo>
                    <a:pt x="13601" y="101"/>
                  </a:lnTo>
                  <a:lnTo>
                    <a:pt x="12552" y="61"/>
                  </a:lnTo>
                  <a:lnTo>
                    <a:pt x="11543" y="21"/>
                  </a:lnTo>
                  <a:lnTo>
                    <a:pt x="10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7"/>
            <p:cNvSpPr/>
            <p:nvPr/>
          </p:nvSpPr>
          <p:spPr>
            <a:xfrm flipH="1">
              <a:off x="-3238229" y="-4877163"/>
              <a:ext cx="1371970" cy="810100"/>
            </a:xfrm>
            <a:custGeom>
              <a:rect b="b" l="l" r="r" t="t"/>
              <a:pathLst>
                <a:path extrusionOk="0" h="14490" w="24540">
                  <a:moveTo>
                    <a:pt x="283" y="0"/>
                  </a:moveTo>
                  <a:lnTo>
                    <a:pt x="182" y="364"/>
                  </a:lnTo>
                  <a:lnTo>
                    <a:pt x="102" y="747"/>
                  </a:lnTo>
                  <a:lnTo>
                    <a:pt x="41" y="1131"/>
                  </a:lnTo>
                  <a:lnTo>
                    <a:pt x="21" y="1534"/>
                  </a:lnTo>
                  <a:lnTo>
                    <a:pt x="1" y="1938"/>
                  </a:lnTo>
                  <a:lnTo>
                    <a:pt x="21" y="2341"/>
                  </a:lnTo>
                  <a:lnTo>
                    <a:pt x="61" y="2765"/>
                  </a:lnTo>
                  <a:lnTo>
                    <a:pt x="122" y="3189"/>
                  </a:lnTo>
                  <a:lnTo>
                    <a:pt x="223" y="3633"/>
                  </a:lnTo>
                  <a:lnTo>
                    <a:pt x="324" y="4097"/>
                  </a:lnTo>
                  <a:lnTo>
                    <a:pt x="566" y="4985"/>
                  </a:lnTo>
                  <a:lnTo>
                    <a:pt x="848" y="6055"/>
                  </a:lnTo>
                  <a:lnTo>
                    <a:pt x="969" y="6599"/>
                  </a:lnTo>
                  <a:lnTo>
                    <a:pt x="1050" y="7144"/>
                  </a:lnTo>
                  <a:lnTo>
                    <a:pt x="1111" y="7649"/>
                  </a:lnTo>
                  <a:lnTo>
                    <a:pt x="1151" y="8173"/>
                  </a:lnTo>
                  <a:lnTo>
                    <a:pt x="1151" y="8718"/>
                  </a:lnTo>
                  <a:lnTo>
                    <a:pt x="1151" y="9243"/>
                  </a:lnTo>
                  <a:lnTo>
                    <a:pt x="1131" y="9768"/>
                  </a:lnTo>
                  <a:lnTo>
                    <a:pt x="1090" y="10292"/>
                  </a:lnTo>
                  <a:lnTo>
                    <a:pt x="989" y="11342"/>
                  </a:lnTo>
                  <a:lnTo>
                    <a:pt x="929" y="12088"/>
                  </a:lnTo>
                  <a:lnTo>
                    <a:pt x="868" y="12855"/>
                  </a:lnTo>
                  <a:lnTo>
                    <a:pt x="848" y="13218"/>
                  </a:lnTo>
                  <a:lnTo>
                    <a:pt x="868" y="13400"/>
                  </a:lnTo>
                  <a:lnTo>
                    <a:pt x="889" y="13582"/>
                  </a:lnTo>
                  <a:lnTo>
                    <a:pt x="929" y="13743"/>
                  </a:lnTo>
                  <a:lnTo>
                    <a:pt x="989" y="13905"/>
                  </a:lnTo>
                  <a:lnTo>
                    <a:pt x="1070" y="14046"/>
                  </a:lnTo>
                  <a:lnTo>
                    <a:pt x="1171" y="14187"/>
                  </a:lnTo>
                  <a:lnTo>
                    <a:pt x="1252" y="14268"/>
                  </a:lnTo>
                  <a:lnTo>
                    <a:pt x="1353" y="14328"/>
                  </a:lnTo>
                  <a:lnTo>
                    <a:pt x="1433" y="14369"/>
                  </a:lnTo>
                  <a:lnTo>
                    <a:pt x="1534" y="14409"/>
                  </a:lnTo>
                  <a:lnTo>
                    <a:pt x="1756" y="14470"/>
                  </a:lnTo>
                  <a:lnTo>
                    <a:pt x="1958" y="14490"/>
                  </a:lnTo>
                  <a:lnTo>
                    <a:pt x="2180" y="14470"/>
                  </a:lnTo>
                  <a:lnTo>
                    <a:pt x="2402" y="14429"/>
                  </a:lnTo>
                  <a:lnTo>
                    <a:pt x="2644" y="14349"/>
                  </a:lnTo>
                  <a:lnTo>
                    <a:pt x="2886" y="14227"/>
                  </a:lnTo>
                  <a:lnTo>
                    <a:pt x="3330" y="13965"/>
                  </a:lnTo>
                  <a:lnTo>
                    <a:pt x="3532" y="13844"/>
                  </a:lnTo>
                  <a:lnTo>
                    <a:pt x="3895" y="13642"/>
                  </a:lnTo>
                  <a:lnTo>
                    <a:pt x="4259" y="13461"/>
                  </a:lnTo>
                  <a:lnTo>
                    <a:pt x="4642" y="13299"/>
                  </a:lnTo>
                  <a:lnTo>
                    <a:pt x="5046" y="13138"/>
                  </a:lnTo>
                  <a:lnTo>
                    <a:pt x="5449" y="12996"/>
                  </a:lnTo>
                  <a:lnTo>
                    <a:pt x="5873" y="12875"/>
                  </a:lnTo>
                  <a:lnTo>
                    <a:pt x="6317" y="12754"/>
                  </a:lnTo>
                  <a:lnTo>
                    <a:pt x="6761" y="12653"/>
                  </a:lnTo>
                  <a:lnTo>
                    <a:pt x="7225" y="12573"/>
                  </a:lnTo>
                  <a:lnTo>
                    <a:pt x="7689" y="12512"/>
                  </a:lnTo>
                  <a:lnTo>
                    <a:pt x="8174" y="12472"/>
                  </a:lnTo>
                  <a:lnTo>
                    <a:pt x="8678" y="12431"/>
                  </a:lnTo>
                  <a:lnTo>
                    <a:pt x="9183" y="12411"/>
                  </a:lnTo>
                  <a:lnTo>
                    <a:pt x="10232" y="12411"/>
                  </a:lnTo>
                  <a:lnTo>
                    <a:pt x="10777" y="12431"/>
                  </a:lnTo>
                  <a:lnTo>
                    <a:pt x="11887" y="12532"/>
                  </a:lnTo>
                  <a:lnTo>
                    <a:pt x="12976" y="12653"/>
                  </a:lnTo>
                  <a:lnTo>
                    <a:pt x="14066" y="12815"/>
                  </a:lnTo>
                  <a:lnTo>
                    <a:pt x="15156" y="12976"/>
                  </a:lnTo>
                  <a:lnTo>
                    <a:pt x="16690" y="13198"/>
                  </a:lnTo>
                  <a:lnTo>
                    <a:pt x="17477" y="13299"/>
                  </a:lnTo>
                  <a:lnTo>
                    <a:pt x="18243" y="13400"/>
                  </a:lnTo>
                  <a:lnTo>
                    <a:pt x="18768" y="13440"/>
                  </a:lnTo>
                  <a:lnTo>
                    <a:pt x="19273" y="13481"/>
                  </a:lnTo>
                  <a:lnTo>
                    <a:pt x="19797" y="13481"/>
                  </a:lnTo>
                  <a:lnTo>
                    <a:pt x="20302" y="13461"/>
                  </a:lnTo>
                  <a:lnTo>
                    <a:pt x="20806" y="13400"/>
                  </a:lnTo>
                  <a:lnTo>
                    <a:pt x="21048" y="13360"/>
                  </a:lnTo>
                  <a:lnTo>
                    <a:pt x="21291" y="13299"/>
                  </a:lnTo>
                  <a:lnTo>
                    <a:pt x="21533" y="13218"/>
                  </a:lnTo>
                  <a:lnTo>
                    <a:pt x="21775" y="13138"/>
                  </a:lnTo>
                  <a:lnTo>
                    <a:pt x="21997" y="13037"/>
                  </a:lnTo>
                  <a:lnTo>
                    <a:pt x="22219" y="12936"/>
                  </a:lnTo>
                  <a:lnTo>
                    <a:pt x="22421" y="12815"/>
                  </a:lnTo>
                  <a:lnTo>
                    <a:pt x="22602" y="12694"/>
                  </a:lnTo>
                  <a:lnTo>
                    <a:pt x="22784" y="12553"/>
                  </a:lnTo>
                  <a:lnTo>
                    <a:pt x="22966" y="12411"/>
                  </a:lnTo>
                  <a:lnTo>
                    <a:pt x="23127" y="12250"/>
                  </a:lnTo>
                  <a:lnTo>
                    <a:pt x="23288" y="12068"/>
                  </a:lnTo>
                  <a:lnTo>
                    <a:pt x="23450" y="11887"/>
                  </a:lnTo>
                  <a:lnTo>
                    <a:pt x="23591" y="11685"/>
                  </a:lnTo>
                  <a:lnTo>
                    <a:pt x="23874" y="11261"/>
                  </a:lnTo>
                  <a:lnTo>
                    <a:pt x="24116" y="10797"/>
                  </a:lnTo>
                  <a:lnTo>
                    <a:pt x="24358" y="10292"/>
                  </a:lnTo>
                  <a:lnTo>
                    <a:pt x="24540" y="9727"/>
                  </a:lnTo>
                  <a:lnTo>
                    <a:pt x="24479" y="9707"/>
                  </a:lnTo>
                  <a:lnTo>
                    <a:pt x="24277" y="10252"/>
                  </a:lnTo>
                  <a:lnTo>
                    <a:pt x="24055" y="10756"/>
                  </a:lnTo>
                  <a:lnTo>
                    <a:pt x="23813" y="11221"/>
                  </a:lnTo>
                  <a:lnTo>
                    <a:pt x="23531" y="11644"/>
                  </a:lnTo>
                  <a:lnTo>
                    <a:pt x="23228" y="12008"/>
                  </a:lnTo>
                  <a:lnTo>
                    <a:pt x="23066" y="12189"/>
                  </a:lnTo>
                  <a:lnTo>
                    <a:pt x="22905" y="12351"/>
                  </a:lnTo>
                  <a:lnTo>
                    <a:pt x="22744" y="12492"/>
                  </a:lnTo>
                  <a:lnTo>
                    <a:pt x="22562" y="12613"/>
                  </a:lnTo>
                  <a:lnTo>
                    <a:pt x="22380" y="12754"/>
                  </a:lnTo>
                  <a:lnTo>
                    <a:pt x="22178" y="12855"/>
                  </a:lnTo>
                  <a:lnTo>
                    <a:pt x="21957" y="12976"/>
                  </a:lnTo>
                  <a:lnTo>
                    <a:pt x="21735" y="13077"/>
                  </a:lnTo>
                  <a:lnTo>
                    <a:pt x="21492" y="13158"/>
                  </a:lnTo>
                  <a:lnTo>
                    <a:pt x="21270" y="13218"/>
                  </a:lnTo>
                  <a:lnTo>
                    <a:pt x="21028" y="13279"/>
                  </a:lnTo>
                  <a:lnTo>
                    <a:pt x="20786" y="13319"/>
                  </a:lnTo>
                  <a:lnTo>
                    <a:pt x="20282" y="13380"/>
                  </a:lnTo>
                  <a:lnTo>
                    <a:pt x="19777" y="13400"/>
                  </a:lnTo>
                  <a:lnTo>
                    <a:pt x="19273" y="13400"/>
                  </a:lnTo>
                  <a:lnTo>
                    <a:pt x="18768" y="13360"/>
                  </a:lnTo>
                  <a:lnTo>
                    <a:pt x="18264" y="13319"/>
                  </a:lnTo>
                  <a:lnTo>
                    <a:pt x="17477" y="13218"/>
                  </a:lnTo>
                  <a:lnTo>
                    <a:pt x="16710" y="13118"/>
                  </a:lnTo>
                  <a:lnTo>
                    <a:pt x="15156" y="12896"/>
                  </a:lnTo>
                  <a:lnTo>
                    <a:pt x="14086" y="12734"/>
                  </a:lnTo>
                  <a:lnTo>
                    <a:pt x="12997" y="12573"/>
                  </a:lnTo>
                  <a:lnTo>
                    <a:pt x="11887" y="12452"/>
                  </a:lnTo>
                  <a:lnTo>
                    <a:pt x="10797" y="12351"/>
                  </a:lnTo>
                  <a:lnTo>
                    <a:pt x="10252" y="12331"/>
                  </a:lnTo>
                  <a:lnTo>
                    <a:pt x="9183" y="12331"/>
                  </a:lnTo>
                  <a:lnTo>
                    <a:pt x="8658" y="12351"/>
                  </a:lnTo>
                  <a:lnTo>
                    <a:pt x="8174" y="12391"/>
                  </a:lnTo>
                  <a:lnTo>
                    <a:pt x="7669" y="12431"/>
                  </a:lnTo>
                  <a:lnTo>
                    <a:pt x="7205" y="12492"/>
                  </a:lnTo>
                  <a:lnTo>
                    <a:pt x="6741" y="12573"/>
                  </a:lnTo>
                  <a:lnTo>
                    <a:pt x="6277" y="12674"/>
                  </a:lnTo>
                  <a:lnTo>
                    <a:pt x="5853" y="12795"/>
                  </a:lnTo>
                  <a:lnTo>
                    <a:pt x="5429" y="12916"/>
                  </a:lnTo>
                  <a:lnTo>
                    <a:pt x="5005" y="13057"/>
                  </a:lnTo>
                  <a:lnTo>
                    <a:pt x="4602" y="13218"/>
                  </a:lnTo>
                  <a:lnTo>
                    <a:pt x="4218" y="13380"/>
                  </a:lnTo>
                  <a:lnTo>
                    <a:pt x="3855" y="13582"/>
                  </a:lnTo>
                  <a:lnTo>
                    <a:pt x="3492" y="13783"/>
                  </a:lnTo>
                  <a:lnTo>
                    <a:pt x="3290" y="13905"/>
                  </a:lnTo>
                  <a:lnTo>
                    <a:pt x="2846" y="14147"/>
                  </a:lnTo>
                  <a:lnTo>
                    <a:pt x="2624" y="14268"/>
                  </a:lnTo>
                  <a:lnTo>
                    <a:pt x="2382" y="14349"/>
                  </a:lnTo>
                  <a:lnTo>
                    <a:pt x="2241" y="14389"/>
                  </a:lnTo>
                  <a:lnTo>
                    <a:pt x="2079" y="14409"/>
                  </a:lnTo>
                  <a:lnTo>
                    <a:pt x="1938" y="14409"/>
                  </a:lnTo>
                  <a:lnTo>
                    <a:pt x="1776" y="14389"/>
                  </a:lnTo>
                  <a:lnTo>
                    <a:pt x="1635" y="14369"/>
                  </a:lnTo>
                  <a:lnTo>
                    <a:pt x="1494" y="14308"/>
                  </a:lnTo>
                  <a:lnTo>
                    <a:pt x="1353" y="14227"/>
                  </a:lnTo>
                  <a:lnTo>
                    <a:pt x="1232" y="14127"/>
                  </a:lnTo>
                  <a:lnTo>
                    <a:pt x="1131" y="14005"/>
                  </a:lnTo>
                  <a:lnTo>
                    <a:pt x="1050" y="13864"/>
                  </a:lnTo>
                  <a:lnTo>
                    <a:pt x="1010" y="13723"/>
                  </a:lnTo>
                  <a:lnTo>
                    <a:pt x="969" y="13562"/>
                  </a:lnTo>
                  <a:lnTo>
                    <a:pt x="949" y="13380"/>
                  </a:lnTo>
                  <a:lnTo>
                    <a:pt x="929" y="13218"/>
                  </a:lnTo>
                  <a:lnTo>
                    <a:pt x="949" y="12855"/>
                  </a:lnTo>
                  <a:lnTo>
                    <a:pt x="1010" y="12109"/>
                  </a:lnTo>
                  <a:lnTo>
                    <a:pt x="1070" y="11342"/>
                  </a:lnTo>
                  <a:lnTo>
                    <a:pt x="1171" y="10292"/>
                  </a:lnTo>
                  <a:lnTo>
                    <a:pt x="1211" y="9768"/>
                  </a:lnTo>
                  <a:lnTo>
                    <a:pt x="1232" y="9243"/>
                  </a:lnTo>
                  <a:lnTo>
                    <a:pt x="1232" y="8698"/>
                  </a:lnTo>
                  <a:lnTo>
                    <a:pt x="1232" y="8173"/>
                  </a:lnTo>
                  <a:lnTo>
                    <a:pt x="1191" y="7649"/>
                  </a:lnTo>
                  <a:lnTo>
                    <a:pt x="1131" y="7124"/>
                  </a:lnTo>
                  <a:lnTo>
                    <a:pt x="1050" y="6579"/>
                  </a:lnTo>
                  <a:lnTo>
                    <a:pt x="929" y="6034"/>
                  </a:lnTo>
                  <a:lnTo>
                    <a:pt x="646" y="4965"/>
                  </a:lnTo>
                  <a:lnTo>
                    <a:pt x="404" y="4077"/>
                  </a:lnTo>
                  <a:lnTo>
                    <a:pt x="303" y="3633"/>
                  </a:lnTo>
                  <a:lnTo>
                    <a:pt x="202" y="3169"/>
                  </a:lnTo>
                  <a:lnTo>
                    <a:pt x="142" y="2765"/>
                  </a:lnTo>
                  <a:lnTo>
                    <a:pt x="102" y="2341"/>
                  </a:lnTo>
                  <a:lnTo>
                    <a:pt x="81" y="1938"/>
                  </a:lnTo>
                  <a:lnTo>
                    <a:pt x="102" y="1534"/>
                  </a:lnTo>
                  <a:lnTo>
                    <a:pt x="122" y="1151"/>
                  </a:lnTo>
                  <a:lnTo>
                    <a:pt x="182" y="767"/>
                  </a:lnTo>
                  <a:lnTo>
                    <a:pt x="243" y="384"/>
                  </a:lnTo>
                  <a:lnTo>
                    <a:pt x="344" y="21"/>
                  </a:lnTo>
                  <a:lnTo>
                    <a:pt x="2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7"/>
            <p:cNvSpPr/>
            <p:nvPr/>
          </p:nvSpPr>
          <p:spPr>
            <a:xfrm flipH="1">
              <a:off x="-3249516" y="-5106211"/>
              <a:ext cx="1060565" cy="526984"/>
            </a:xfrm>
            <a:custGeom>
              <a:rect b="b" l="l" r="r" t="t"/>
              <a:pathLst>
                <a:path extrusionOk="0" h="9426" w="18970">
                  <a:moveTo>
                    <a:pt x="7103" y="1"/>
                  </a:moveTo>
                  <a:lnTo>
                    <a:pt x="5812" y="41"/>
                  </a:lnTo>
                  <a:lnTo>
                    <a:pt x="4480" y="142"/>
                  </a:lnTo>
                  <a:lnTo>
                    <a:pt x="3976" y="183"/>
                  </a:lnTo>
                  <a:lnTo>
                    <a:pt x="3552" y="223"/>
                  </a:lnTo>
                  <a:lnTo>
                    <a:pt x="3168" y="263"/>
                  </a:lnTo>
                  <a:lnTo>
                    <a:pt x="2805" y="324"/>
                  </a:lnTo>
                  <a:lnTo>
                    <a:pt x="2462" y="425"/>
                  </a:lnTo>
                  <a:lnTo>
                    <a:pt x="2301" y="505"/>
                  </a:lnTo>
                  <a:lnTo>
                    <a:pt x="2139" y="586"/>
                  </a:lnTo>
                  <a:lnTo>
                    <a:pt x="1958" y="667"/>
                  </a:lnTo>
                  <a:lnTo>
                    <a:pt x="1796" y="788"/>
                  </a:lnTo>
                  <a:lnTo>
                    <a:pt x="1635" y="909"/>
                  </a:lnTo>
                  <a:lnTo>
                    <a:pt x="1453" y="1070"/>
                  </a:lnTo>
                  <a:lnTo>
                    <a:pt x="1090" y="1434"/>
                  </a:lnTo>
                  <a:lnTo>
                    <a:pt x="827" y="1736"/>
                  </a:lnTo>
                  <a:lnTo>
                    <a:pt x="585" y="2059"/>
                  </a:lnTo>
                  <a:lnTo>
                    <a:pt x="404" y="2362"/>
                  </a:lnTo>
                  <a:lnTo>
                    <a:pt x="242" y="2665"/>
                  </a:lnTo>
                  <a:lnTo>
                    <a:pt x="121" y="2988"/>
                  </a:lnTo>
                  <a:lnTo>
                    <a:pt x="40" y="3290"/>
                  </a:lnTo>
                  <a:lnTo>
                    <a:pt x="0" y="3593"/>
                  </a:lnTo>
                  <a:lnTo>
                    <a:pt x="0" y="3896"/>
                  </a:lnTo>
                  <a:lnTo>
                    <a:pt x="81" y="3896"/>
                  </a:lnTo>
                  <a:lnTo>
                    <a:pt x="81" y="3593"/>
                  </a:lnTo>
                  <a:lnTo>
                    <a:pt x="121" y="3290"/>
                  </a:lnTo>
                  <a:lnTo>
                    <a:pt x="202" y="3008"/>
                  </a:lnTo>
                  <a:lnTo>
                    <a:pt x="323" y="2705"/>
                  </a:lnTo>
                  <a:lnTo>
                    <a:pt x="464" y="2402"/>
                  </a:lnTo>
                  <a:lnTo>
                    <a:pt x="666" y="2100"/>
                  </a:lnTo>
                  <a:lnTo>
                    <a:pt x="888" y="1797"/>
                  </a:lnTo>
                  <a:lnTo>
                    <a:pt x="1150" y="1474"/>
                  </a:lnTo>
                  <a:lnTo>
                    <a:pt x="1514" y="1131"/>
                  </a:lnTo>
                  <a:lnTo>
                    <a:pt x="1675" y="970"/>
                  </a:lnTo>
                  <a:lnTo>
                    <a:pt x="1837" y="848"/>
                  </a:lnTo>
                  <a:lnTo>
                    <a:pt x="2018" y="748"/>
                  </a:lnTo>
                  <a:lnTo>
                    <a:pt x="2180" y="647"/>
                  </a:lnTo>
                  <a:lnTo>
                    <a:pt x="2341" y="566"/>
                  </a:lnTo>
                  <a:lnTo>
                    <a:pt x="2502" y="505"/>
                  </a:lnTo>
                  <a:lnTo>
                    <a:pt x="2825" y="405"/>
                  </a:lnTo>
                  <a:lnTo>
                    <a:pt x="3189" y="344"/>
                  </a:lnTo>
                  <a:lnTo>
                    <a:pt x="3572" y="304"/>
                  </a:lnTo>
                  <a:lnTo>
                    <a:pt x="3996" y="263"/>
                  </a:lnTo>
                  <a:lnTo>
                    <a:pt x="4500" y="223"/>
                  </a:lnTo>
                  <a:lnTo>
                    <a:pt x="5812" y="122"/>
                  </a:lnTo>
                  <a:lnTo>
                    <a:pt x="7103" y="82"/>
                  </a:lnTo>
                  <a:lnTo>
                    <a:pt x="8355" y="82"/>
                  </a:lnTo>
                  <a:lnTo>
                    <a:pt x="9586" y="102"/>
                  </a:lnTo>
                  <a:lnTo>
                    <a:pt x="10574" y="162"/>
                  </a:lnTo>
                  <a:lnTo>
                    <a:pt x="11099" y="223"/>
                  </a:lnTo>
                  <a:lnTo>
                    <a:pt x="11664" y="283"/>
                  </a:lnTo>
                  <a:lnTo>
                    <a:pt x="12209" y="384"/>
                  </a:lnTo>
                  <a:lnTo>
                    <a:pt x="12794" y="505"/>
                  </a:lnTo>
                  <a:lnTo>
                    <a:pt x="13359" y="647"/>
                  </a:lnTo>
                  <a:lnTo>
                    <a:pt x="13945" y="828"/>
                  </a:lnTo>
                  <a:lnTo>
                    <a:pt x="14348" y="990"/>
                  </a:lnTo>
                  <a:lnTo>
                    <a:pt x="14812" y="1171"/>
                  </a:lnTo>
                  <a:lnTo>
                    <a:pt x="15276" y="1414"/>
                  </a:lnTo>
                  <a:lnTo>
                    <a:pt x="15741" y="1696"/>
                  </a:lnTo>
                  <a:lnTo>
                    <a:pt x="16205" y="2019"/>
                  </a:lnTo>
                  <a:lnTo>
                    <a:pt x="16447" y="2201"/>
                  </a:lnTo>
                  <a:lnTo>
                    <a:pt x="16669" y="2382"/>
                  </a:lnTo>
                  <a:lnTo>
                    <a:pt x="16891" y="2604"/>
                  </a:lnTo>
                  <a:lnTo>
                    <a:pt x="17113" y="2826"/>
                  </a:lnTo>
                  <a:lnTo>
                    <a:pt x="17315" y="3068"/>
                  </a:lnTo>
                  <a:lnTo>
                    <a:pt x="17516" y="3310"/>
                  </a:lnTo>
                  <a:lnTo>
                    <a:pt x="17698" y="3593"/>
                  </a:lnTo>
                  <a:lnTo>
                    <a:pt x="17880" y="3876"/>
                  </a:lnTo>
                  <a:lnTo>
                    <a:pt x="18041" y="4178"/>
                  </a:lnTo>
                  <a:lnTo>
                    <a:pt x="18182" y="4501"/>
                  </a:lnTo>
                  <a:lnTo>
                    <a:pt x="18324" y="4824"/>
                  </a:lnTo>
                  <a:lnTo>
                    <a:pt x="18445" y="5187"/>
                  </a:lnTo>
                  <a:lnTo>
                    <a:pt x="18546" y="5530"/>
                  </a:lnTo>
                  <a:lnTo>
                    <a:pt x="18646" y="5914"/>
                  </a:lnTo>
                  <a:lnTo>
                    <a:pt x="18727" y="6297"/>
                  </a:lnTo>
                  <a:lnTo>
                    <a:pt x="18788" y="6701"/>
                  </a:lnTo>
                  <a:lnTo>
                    <a:pt x="18828" y="7125"/>
                  </a:lnTo>
                  <a:lnTo>
                    <a:pt x="18868" y="7548"/>
                  </a:lnTo>
                  <a:lnTo>
                    <a:pt x="18889" y="7992"/>
                  </a:lnTo>
                  <a:lnTo>
                    <a:pt x="18889" y="8456"/>
                  </a:lnTo>
                  <a:lnTo>
                    <a:pt x="18889" y="8941"/>
                  </a:lnTo>
                  <a:lnTo>
                    <a:pt x="18868" y="9425"/>
                  </a:lnTo>
                  <a:lnTo>
                    <a:pt x="18949" y="9425"/>
                  </a:lnTo>
                  <a:lnTo>
                    <a:pt x="18969" y="8941"/>
                  </a:lnTo>
                  <a:lnTo>
                    <a:pt x="18969" y="8456"/>
                  </a:lnTo>
                  <a:lnTo>
                    <a:pt x="18969" y="7992"/>
                  </a:lnTo>
                  <a:lnTo>
                    <a:pt x="18949" y="7528"/>
                  </a:lnTo>
                  <a:lnTo>
                    <a:pt x="18909" y="7104"/>
                  </a:lnTo>
                  <a:lnTo>
                    <a:pt x="18868" y="6681"/>
                  </a:lnTo>
                  <a:lnTo>
                    <a:pt x="18788" y="6277"/>
                  </a:lnTo>
                  <a:lnTo>
                    <a:pt x="18727" y="5894"/>
                  </a:lnTo>
                  <a:lnTo>
                    <a:pt x="18626" y="5510"/>
                  </a:lnTo>
                  <a:lnTo>
                    <a:pt x="18525" y="5147"/>
                  </a:lnTo>
                  <a:lnTo>
                    <a:pt x="18404" y="4804"/>
                  </a:lnTo>
                  <a:lnTo>
                    <a:pt x="18263" y="4461"/>
                  </a:lnTo>
                  <a:lnTo>
                    <a:pt x="18102" y="4138"/>
                  </a:lnTo>
                  <a:lnTo>
                    <a:pt x="17940" y="3835"/>
                  </a:lnTo>
                  <a:lnTo>
                    <a:pt x="17759" y="3553"/>
                  </a:lnTo>
                  <a:lnTo>
                    <a:pt x="17577" y="3270"/>
                  </a:lnTo>
                  <a:lnTo>
                    <a:pt x="17375" y="3008"/>
                  </a:lnTo>
                  <a:lnTo>
                    <a:pt x="17173" y="2766"/>
                  </a:lnTo>
                  <a:lnTo>
                    <a:pt x="16951" y="2544"/>
                  </a:lnTo>
                  <a:lnTo>
                    <a:pt x="16729" y="2322"/>
                  </a:lnTo>
                  <a:lnTo>
                    <a:pt x="16507" y="2140"/>
                  </a:lnTo>
                  <a:lnTo>
                    <a:pt x="16265" y="1958"/>
                  </a:lnTo>
                  <a:lnTo>
                    <a:pt x="15781" y="1615"/>
                  </a:lnTo>
                  <a:lnTo>
                    <a:pt x="15317" y="1333"/>
                  </a:lnTo>
                  <a:lnTo>
                    <a:pt x="14832" y="1111"/>
                  </a:lnTo>
                  <a:lnTo>
                    <a:pt x="14388" y="909"/>
                  </a:lnTo>
                  <a:lnTo>
                    <a:pt x="13965" y="748"/>
                  </a:lnTo>
                  <a:lnTo>
                    <a:pt x="13400" y="566"/>
                  </a:lnTo>
                  <a:lnTo>
                    <a:pt x="12814" y="425"/>
                  </a:lnTo>
                  <a:lnTo>
                    <a:pt x="12229" y="304"/>
                  </a:lnTo>
                  <a:lnTo>
                    <a:pt x="11664" y="223"/>
                  </a:lnTo>
                  <a:lnTo>
                    <a:pt x="11119" y="142"/>
                  </a:lnTo>
                  <a:lnTo>
                    <a:pt x="10574" y="82"/>
                  </a:lnTo>
                  <a:lnTo>
                    <a:pt x="9586" y="21"/>
                  </a:lnTo>
                  <a:lnTo>
                    <a:pt x="83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7"/>
            <p:cNvSpPr/>
            <p:nvPr/>
          </p:nvSpPr>
          <p:spPr>
            <a:xfrm flipH="1">
              <a:off x="-3364577" y="-5090390"/>
              <a:ext cx="1339208" cy="816864"/>
            </a:xfrm>
            <a:custGeom>
              <a:rect b="b" l="l" r="r" t="t"/>
              <a:pathLst>
                <a:path extrusionOk="0" h="14611" w="23954">
                  <a:moveTo>
                    <a:pt x="8637" y="0"/>
                  </a:moveTo>
                  <a:lnTo>
                    <a:pt x="7870" y="41"/>
                  </a:lnTo>
                  <a:lnTo>
                    <a:pt x="7083" y="81"/>
                  </a:lnTo>
                  <a:lnTo>
                    <a:pt x="6296" y="162"/>
                  </a:lnTo>
                  <a:lnTo>
                    <a:pt x="5509" y="243"/>
                  </a:lnTo>
                  <a:lnTo>
                    <a:pt x="5065" y="303"/>
                  </a:lnTo>
                  <a:lnTo>
                    <a:pt x="4601" y="384"/>
                  </a:lnTo>
                  <a:lnTo>
                    <a:pt x="4097" y="485"/>
                  </a:lnTo>
                  <a:lnTo>
                    <a:pt x="3592" y="626"/>
                  </a:lnTo>
                  <a:lnTo>
                    <a:pt x="3067" y="787"/>
                  </a:lnTo>
                  <a:lnTo>
                    <a:pt x="2563" y="1009"/>
                  </a:lnTo>
                  <a:lnTo>
                    <a:pt x="2321" y="1131"/>
                  </a:lnTo>
                  <a:lnTo>
                    <a:pt x="2079" y="1252"/>
                  </a:lnTo>
                  <a:lnTo>
                    <a:pt x="1836" y="1393"/>
                  </a:lnTo>
                  <a:lnTo>
                    <a:pt x="1614" y="1554"/>
                  </a:lnTo>
                  <a:lnTo>
                    <a:pt x="1392" y="1716"/>
                  </a:lnTo>
                  <a:lnTo>
                    <a:pt x="1191" y="1897"/>
                  </a:lnTo>
                  <a:lnTo>
                    <a:pt x="1009" y="2079"/>
                  </a:lnTo>
                  <a:lnTo>
                    <a:pt x="827" y="2261"/>
                  </a:lnTo>
                  <a:lnTo>
                    <a:pt x="686" y="2462"/>
                  </a:lnTo>
                  <a:lnTo>
                    <a:pt x="545" y="2664"/>
                  </a:lnTo>
                  <a:lnTo>
                    <a:pt x="404" y="2866"/>
                  </a:lnTo>
                  <a:lnTo>
                    <a:pt x="303" y="3088"/>
                  </a:lnTo>
                  <a:lnTo>
                    <a:pt x="222" y="3330"/>
                  </a:lnTo>
                  <a:lnTo>
                    <a:pt x="141" y="3552"/>
                  </a:lnTo>
                  <a:lnTo>
                    <a:pt x="81" y="3814"/>
                  </a:lnTo>
                  <a:lnTo>
                    <a:pt x="40" y="4057"/>
                  </a:lnTo>
                  <a:lnTo>
                    <a:pt x="0" y="4319"/>
                  </a:lnTo>
                  <a:lnTo>
                    <a:pt x="0" y="4581"/>
                  </a:lnTo>
                  <a:lnTo>
                    <a:pt x="0" y="4864"/>
                  </a:lnTo>
                  <a:lnTo>
                    <a:pt x="20" y="5146"/>
                  </a:lnTo>
                  <a:lnTo>
                    <a:pt x="81" y="5611"/>
                  </a:lnTo>
                  <a:lnTo>
                    <a:pt x="182" y="6095"/>
                  </a:lnTo>
                  <a:lnTo>
                    <a:pt x="303" y="6559"/>
                  </a:lnTo>
                  <a:lnTo>
                    <a:pt x="424" y="7023"/>
                  </a:lnTo>
                  <a:lnTo>
                    <a:pt x="565" y="7588"/>
                  </a:lnTo>
                  <a:lnTo>
                    <a:pt x="706" y="8173"/>
                  </a:lnTo>
                  <a:lnTo>
                    <a:pt x="767" y="8537"/>
                  </a:lnTo>
                  <a:lnTo>
                    <a:pt x="827" y="8920"/>
                  </a:lnTo>
                  <a:lnTo>
                    <a:pt x="868" y="9324"/>
                  </a:lnTo>
                  <a:lnTo>
                    <a:pt x="888" y="9707"/>
                  </a:lnTo>
                  <a:lnTo>
                    <a:pt x="908" y="10090"/>
                  </a:lnTo>
                  <a:lnTo>
                    <a:pt x="888" y="10474"/>
                  </a:lnTo>
                  <a:lnTo>
                    <a:pt x="868" y="10857"/>
                  </a:lnTo>
                  <a:lnTo>
                    <a:pt x="827" y="11241"/>
                  </a:lnTo>
                  <a:lnTo>
                    <a:pt x="807" y="11483"/>
                  </a:lnTo>
                  <a:lnTo>
                    <a:pt x="767" y="11765"/>
                  </a:lnTo>
                  <a:lnTo>
                    <a:pt x="747" y="12068"/>
                  </a:lnTo>
                  <a:lnTo>
                    <a:pt x="747" y="12351"/>
                  </a:lnTo>
                  <a:lnTo>
                    <a:pt x="767" y="12653"/>
                  </a:lnTo>
                  <a:lnTo>
                    <a:pt x="807" y="12815"/>
                  </a:lnTo>
                  <a:lnTo>
                    <a:pt x="848" y="12976"/>
                  </a:lnTo>
                  <a:lnTo>
                    <a:pt x="928" y="13138"/>
                  </a:lnTo>
                  <a:lnTo>
                    <a:pt x="1029" y="13299"/>
                  </a:lnTo>
                  <a:lnTo>
                    <a:pt x="1130" y="13440"/>
                  </a:lnTo>
                  <a:lnTo>
                    <a:pt x="1271" y="13561"/>
                  </a:lnTo>
                  <a:lnTo>
                    <a:pt x="1433" y="13662"/>
                  </a:lnTo>
                  <a:lnTo>
                    <a:pt x="1614" y="13723"/>
                  </a:lnTo>
                  <a:lnTo>
                    <a:pt x="1715" y="13763"/>
                  </a:lnTo>
                  <a:lnTo>
                    <a:pt x="2058" y="13763"/>
                  </a:lnTo>
                  <a:lnTo>
                    <a:pt x="2280" y="13723"/>
                  </a:lnTo>
                  <a:lnTo>
                    <a:pt x="2502" y="13683"/>
                  </a:lnTo>
                  <a:lnTo>
                    <a:pt x="3794" y="13420"/>
                  </a:lnTo>
                  <a:lnTo>
                    <a:pt x="4419" y="13299"/>
                  </a:lnTo>
                  <a:lnTo>
                    <a:pt x="5065" y="13198"/>
                  </a:lnTo>
                  <a:lnTo>
                    <a:pt x="5691" y="13118"/>
                  </a:lnTo>
                  <a:lnTo>
                    <a:pt x="6337" y="13057"/>
                  </a:lnTo>
                  <a:lnTo>
                    <a:pt x="6962" y="13037"/>
                  </a:lnTo>
                  <a:lnTo>
                    <a:pt x="7588" y="13037"/>
                  </a:lnTo>
                  <a:lnTo>
                    <a:pt x="8133" y="13077"/>
                  </a:lnTo>
                  <a:lnTo>
                    <a:pt x="8657" y="13138"/>
                  </a:lnTo>
                  <a:lnTo>
                    <a:pt x="9202" y="13218"/>
                  </a:lnTo>
                  <a:lnTo>
                    <a:pt x="9747" y="13319"/>
                  </a:lnTo>
                  <a:lnTo>
                    <a:pt x="10796" y="13561"/>
                  </a:lnTo>
                  <a:lnTo>
                    <a:pt x="11846" y="13824"/>
                  </a:lnTo>
                  <a:lnTo>
                    <a:pt x="13218" y="14167"/>
                  </a:lnTo>
                  <a:lnTo>
                    <a:pt x="13924" y="14328"/>
                  </a:lnTo>
                  <a:lnTo>
                    <a:pt x="14610" y="14449"/>
                  </a:lnTo>
                  <a:lnTo>
                    <a:pt x="15095" y="14530"/>
                  </a:lnTo>
                  <a:lnTo>
                    <a:pt x="15559" y="14570"/>
                  </a:lnTo>
                  <a:lnTo>
                    <a:pt x="16023" y="14611"/>
                  </a:lnTo>
                  <a:lnTo>
                    <a:pt x="16871" y="14611"/>
                  </a:lnTo>
                  <a:lnTo>
                    <a:pt x="17274" y="14570"/>
                  </a:lnTo>
                  <a:lnTo>
                    <a:pt x="17658" y="14530"/>
                  </a:lnTo>
                  <a:lnTo>
                    <a:pt x="18021" y="14449"/>
                  </a:lnTo>
                  <a:lnTo>
                    <a:pt x="18485" y="14328"/>
                  </a:lnTo>
                  <a:lnTo>
                    <a:pt x="18909" y="14187"/>
                  </a:lnTo>
                  <a:lnTo>
                    <a:pt x="19312" y="14005"/>
                  </a:lnTo>
                  <a:lnTo>
                    <a:pt x="19676" y="13783"/>
                  </a:lnTo>
                  <a:lnTo>
                    <a:pt x="20039" y="13541"/>
                  </a:lnTo>
                  <a:lnTo>
                    <a:pt x="20341" y="13279"/>
                  </a:lnTo>
                  <a:lnTo>
                    <a:pt x="20644" y="12976"/>
                  </a:lnTo>
                  <a:lnTo>
                    <a:pt x="20886" y="12674"/>
                  </a:lnTo>
                  <a:lnTo>
                    <a:pt x="21028" y="12472"/>
                  </a:lnTo>
                  <a:lnTo>
                    <a:pt x="21149" y="12270"/>
                  </a:lnTo>
                  <a:lnTo>
                    <a:pt x="21250" y="12048"/>
                  </a:lnTo>
                  <a:lnTo>
                    <a:pt x="21350" y="11846"/>
                  </a:lnTo>
                  <a:lnTo>
                    <a:pt x="21512" y="11402"/>
                  </a:lnTo>
                  <a:lnTo>
                    <a:pt x="21633" y="10958"/>
                  </a:lnTo>
                  <a:lnTo>
                    <a:pt x="21734" y="10494"/>
                  </a:lnTo>
                  <a:lnTo>
                    <a:pt x="21794" y="10030"/>
                  </a:lnTo>
                  <a:lnTo>
                    <a:pt x="21835" y="9586"/>
                  </a:lnTo>
                  <a:lnTo>
                    <a:pt x="21875" y="9142"/>
                  </a:lnTo>
                  <a:lnTo>
                    <a:pt x="21794" y="9142"/>
                  </a:lnTo>
                  <a:lnTo>
                    <a:pt x="21754" y="9586"/>
                  </a:lnTo>
                  <a:lnTo>
                    <a:pt x="21714" y="10030"/>
                  </a:lnTo>
                  <a:lnTo>
                    <a:pt x="21653" y="10474"/>
                  </a:lnTo>
                  <a:lnTo>
                    <a:pt x="21552" y="10918"/>
                  </a:lnTo>
                  <a:lnTo>
                    <a:pt x="21431" y="11362"/>
                  </a:lnTo>
                  <a:lnTo>
                    <a:pt x="21270" y="11806"/>
                  </a:lnTo>
                  <a:lnTo>
                    <a:pt x="21189" y="12008"/>
                  </a:lnTo>
                  <a:lnTo>
                    <a:pt x="21068" y="12230"/>
                  </a:lnTo>
                  <a:lnTo>
                    <a:pt x="20947" y="12431"/>
                  </a:lnTo>
                  <a:lnTo>
                    <a:pt x="20826" y="12613"/>
                  </a:lnTo>
                  <a:lnTo>
                    <a:pt x="20584" y="12936"/>
                  </a:lnTo>
                  <a:lnTo>
                    <a:pt x="20301" y="13218"/>
                  </a:lnTo>
                  <a:lnTo>
                    <a:pt x="19978" y="13481"/>
                  </a:lnTo>
                  <a:lnTo>
                    <a:pt x="19635" y="13723"/>
                  </a:lnTo>
                  <a:lnTo>
                    <a:pt x="19272" y="13925"/>
                  </a:lnTo>
                  <a:lnTo>
                    <a:pt x="18868" y="14106"/>
                  </a:lnTo>
                  <a:lnTo>
                    <a:pt x="18445" y="14248"/>
                  </a:lnTo>
                  <a:lnTo>
                    <a:pt x="18001" y="14369"/>
                  </a:lnTo>
                  <a:lnTo>
                    <a:pt x="17637" y="14449"/>
                  </a:lnTo>
                  <a:lnTo>
                    <a:pt x="17254" y="14490"/>
                  </a:lnTo>
                  <a:lnTo>
                    <a:pt x="16871" y="14530"/>
                  </a:lnTo>
                  <a:lnTo>
                    <a:pt x="16023" y="14530"/>
                  </a:lnTo>
                  <a:lnTo>
                    <a:pt x="15579" y="14490"/>
                  </a:lnTo>
                  <a:lnTo>
                    <a:pt x="15115" y="14449"/>
                  </a:lnTo>
                  <a:lnTo>
                    <a:pt x="14631" y="14369"/>
                  </a:lnTo>
                  <a:lnTo>
                    <a:pt x="13924" y="14248"/>
                  </a:lnTo>
                  <a:lnTo>
                    <a:pt x="13238" y="14086"/>
                  </a:lnTo>
                  <a:lnTo>
                    <a:pt x="11866" y="13743"/>
                  </a:lnTo>
                  <a:lnTo>
                    <a:pt x="10817" y="13481"/>
                  </a:lnTo>
                  <a:lnTo>
                    <a:pt x="9747" y="13239"/>
                  </a:lnTo>
                  <a:lnTo>
                    <a:pt x="9222" y="13138"/>
                  </a:lnTo>
                  <a:lnTo>
                    <a:pt x="8677" y="13057"/>
                  </a:lnTo>
                  <a:lnTo>
                    <a:pt x="8133" y="12996"/>
                  </a:lnTo>
                  <a:lnTo>
                    <a:pt x="7588" y="12956"/>
                  </a:lnTo>
                  <a:lnTo>
                    <a:pt x="6962" y="12956"/>
                  </a:lnTo>
                  <a:lnTo>
                    <a:pt x="6316" y="12976"/>
                  </a:lnTo>
                  <a:lnTo>
                    <a:pt x="5691" y="13037"/>
                  </a:lnTo>
                  <a:lnTo>
                    <a:pt x="5065" y="13118"/>
                  </a:lnTo>
                  <a:lnTo>
                    <a:pt x="4419" y="13218"/>
                  </a:lnTo>
                  <a:lnTo>
                    <a:pt x="3774" y="13339"/>
                  </a:lnTo>
                  <a:lnTo>
                    <a:pt x="2482" y="13602"/>
                  </a:lnTo>
                  <a:lnTo>
                    <a:pt x="2280" y="13642"/>
                  </a:lnTo>
                  <a:lnTo>
                    <a:pt x="2058" y="13683"/>
                  </a:lnTo>
                  <a:lnTo>
                    <a:pt x="1735" y="13683"/>
                  </a:lnTo>
                  <a:lnTo>
                    <a:pt x="1635" y="13662"/>
                  </a:lnTo>
                  <a:lnTo>
                    <a:pt x="1453" y="13582"/>
                  </a:lnTo>
                  <a:lnTo>
                    <a:pt x="1312" y="13501"/>
                  </a:lnTo>
                  <a:lnTo>
                    <a:pt x="1191" y="13380"/>
                  </a:lnTo>
                  <a:lnTo>
                    <a:pt x="1090" y="13239"/>
                  </a:lnTo>
                  <a:lnTo>
                    <a:pt x="989" y="13097"/>
                  </a:lnTo>
                  <a:lnTo>
                    <a:pt x="928" y="12936"/>
                  </a:lnTo>
                  <a:lnTo>
                    <a:pt x="888" y="12795"/>
                  </a:lnTo>
                  <a:lnTo>
                    <a:pt x="848" y="12633"/>
                  </a:lnTo>
                  <a:lnTo>
                    <a:pt x="827" y="12351"/>
                  </a:lnTo>
                  <a:lnTo>
                    <a:pt x="827" y="12068"/>
                  </a:lnTo>
                  <a:lnTo>
                    <a:pt x="848" y="11765"/>
                  </a:lnTo>
                  <a:lnTo>
                    <a:pt x="888" y="11483"/>
                  </a:lnTo>
                  <a:lnTo>
                    <a:pt x="908" y="11261"/>
                  </a:lnTo>
                  <a:lnTo>
                    <a:pt x="948" y="10857"/>
                  </a:lnTo>
                  <a:lnTo>
                    <a:pt x="969" y="10474"/>
                  </a:lnTo>
                  <a:lnTo>
                    <a:pt x="989" y="10090"/>
                  </a:lnTo>
                  <a:lnTo>
                    <a:pt x="969" y="9707"/>
                  </a:lnTo>
                  <a:lnTo>
                    <a:pt x="948" y="9303"/>
                  </a:lnTo>
                  <a:lnTo>
                    <a:pt x="908" y="8920"/>
                  </a:lnTo>
                  <a:lnTo>
                    <a:pt x="848" y="8537"/>
                  </a:lnTo>
                  <a:lnTo>
                    <a:pt x="787" y="8153"/>
                  </a:lnTo>
                  <a:lnTo>
                    <a:pt x="646" y="7568"/>
                  </a:lnTo>
                  <a:lnTo>
                    <a:pt x="505" y="7003"/>
                  </a:lnTo>
                  <a:lnTo>
                    <a:pt x="383" y="6539"/>
                  </a:lnTo>
                  <a:lnTo>
                    <a:pt x="262" y="6075"/>
                  </a:lnTo>
                  <a:lnTo>
                    <a:pt x="161" y="5611"/>
                  </a:lnTo>
                  <a:lnTo>
                    <a:pt x="101" y="5126"/>
                  </a:lnTo>
                  <a:lnTo>
                    <a:pt x="81" y="4844"/>
                  </a:lnTo>
                  <a:lnTo>
                    <a:pt x="81" y="4581"/>
                  </a:lnTo>
                  <a:lnTo>
                    <a:pt x="81" y="4319"/>
                  </a:lnTo>
                  <a:lnTo>
                    <a:pt x="121" y="4077"/>
                  </a:lnTo>
                  <a:lnTo>
                    <a:pt x="161" y="3835"/>
                  </a:lnTo>
                  <a:lnTo>
                    <a:pt x="222" y="3593"/>
                  </a:lnTo>
                  <a:lnTo>
                    <a:pt x="283" y="3350"/>
                  </a:lnTo>
                  <a:lnTo>
                    <a:pt x="383" y="3128"/>
                  </a:lnTo>
                  <a:lnTo>
                    <a:pt x="484" y="2906"/>
                  </a:lnTo>
                  <a:lnTo>
                    <a:pt x="605" y="2705"/>
                  </a:lnTo>
                  <a:lnTo>
                    <a:pt x="747" y="2503"/>
                  </a:lnTo>
                  <a:lnTo>
                    <a:pt x="888" y="2301"/>
                  </a:lnTo>
                  <a:lnTo>
                    <a:pt x="1070" y="2119"/>
                  </a:lnTo>
                  <a:lnTo>
                    <a:pt x="1251" y="1938"/>
                  </a:lnTo>
                  <a:lnTo>
                    <a:pt x="1453" y="1776"/>
                  </a:lnTo>
                  <a:lnTo>
                    <a:pt x="1655" y="1615"/>
                  </a:lnTo>
                  <a:lnTo>
                    <a:pt x="1897" y="1453"/>
                  </a:lnTo>
                  <a:lnTo>
                    <a:pt x="2119" y="1332"/>
                  </a:lnTo>
                  <a:lnTo>
                    <a:pt x="2361" y="1191"/>
                  </a:lnTo>
                  <a:lnTo>
                    <a:pt x="2603" y="1070"/>
                  </a:lnTo>
                  <a:lnTo>
                    <a:pt x="3108" y="868"/>
                  </a:lnTo>
                  <a:lnTo>
                    <a:pt x="3612" y="707"/>
                  </a:lnTo>
                  <a:lnTo>
                    <a:pt x="4117" y="565"/>
                  </a:lnTo>
                  <a:lnTo>
                    <a:pt x="4621" y="465"/>
                  </a:lnTo>
                  <a:lnTo>
                    <a:pt x="5085" y="384"/>
                  </a:lnTo>
                  <a:lnTo>
                    <a:pt x="5529" y="323"/>
                  </a:lnTo>
                  <a:lnTo>
                    <a:pt x="6316" y="243"/>
                  </a:lnTo>
                  <a:lnTo>
                    <a:pt x="7083" y="162"/>
                  </a:lnTo>
                  <a:lnTo>
                    <a:pt x="7870" y="122"/>
                  </a:lnTo>
                  <a:lnTo>
                    <a:pt x="8637" y="81"/>
                  </a:lnTo>
                  <a:lnTo>
                    <a:pt x="10171" y="81"/>
                  </a:lnTo>
                  <a:lnTo>
                    <a:pt x="10938" y="101"/>
                  </a:lnTo>
                  <a:lnTo>
                    <a:pt x="11704" y="142"/>
                  </a:lnTo>
                  <a:lnTo>
                    <a:pt x="12451" y="202"/>
                  </a:lnTo>
                  <a:lnTo>
                    <a:pt x="13218" y="283"/>
                  </a:lnTo>
                  <a:lnTo>
                    <a:pt x="13965" y="364"/>
                  </a:lnTo>
                  <a:lnTo>
                    <a:pt x="14711" y="485"/>
                  </a:lnTo>
                  <a:lnTo>
                    <a:pt x="15458" y="606"/>
                  </a:lnTo>
                  <a:lnTo>
                    <a:pt x="16225" y="767"/>
                  </a:lnTo>
                  <a:lnTo>
                    <a:pt x="16971" y="929"/>
                  </a:lnTo>
                  <a:lnTo>
                    <a:pt x="17718" y="1110"/>
                  </a:lnTo>
                  <a:lnTo>
                    <a:pt x="18445" y="1312"/>
                  </a:lnTo>
                  <a:lnTo>
                    <a:pt x="19191" y="1554"/>
                  </a:lnTo>
                  <a:lnTo>
                    <a:pt x="19554" y="1675"/>
                  </a:lnTo>
                  <a:lnTo>
                    <a:pt x="19938" y="1817"/>
                  </a:lnTo>
                  <a:lnTo>
                    <a:pt x="20301" y="1978"/>
                  </a:lnTo>
                  <a:lnTo>
                    <a:pt x="20644" y="2140"/>
                  </a:lnTo>
                  <a:lnTo>
                    <a:pt x="20987" y="2321"/>
                  </a:lnTo>
                  <a:lnTo>
                    <a:pt x="21330" y="2523"/>
                  </a:lnTo>
                  <a:lnTo>
                    <a:pt x="21653" y="2745"/>
                  </a:lnTo>
                  <a:lnTo>
                    <a:pt x="21956" y="2967"/>
                  </a:lnTo>
                  <a:lnTo>
                    <a:pt x="22259" y="3229"/>
                  </a:lnTo>
                  <a:lnTo>
                    <a:pt x="22541" y="3492"/>
                  </a:lnTo>
                  <a:lnTo>
                    <a:pt x="22783" y="3794"/>
                  </a:lnTo>
                  <a:lnTo>
                    <a:pt x="23025" y="4097"/>
                  </a:lnTo>
                  <a:lnTo>
                    <a:pt x="23207" y="4380"/>
                  </a:lnTo>
                  <a:lnTo>
                    <a:pt x="23368" y="4682"/>
                  </a:lnTo>
                  <a:lnTo>
                    <a:pt x="23510" y="4965"/>
                  </a:lnTo>
                  <a:lnTo>
                    <a:pt x="23611" y="5288"/>
                  </a:lnTo>
                  <a:lnTo>
                    <a:pt x="23712" y="5611"/>
                  </a:lnTo>
                  <a:lnTo>
                    <a:pt x="23792" y="5933"/>
                  </a:lnTo>
                  <a:lnTo>
                    <a:pt x="23833" y="6256"/>
                  </a:lnTo>
                  <a:lnTo>
                    <a:pt x="23873" y="6579"/>
                  </a:lnTo>
                  <a:lnTo>
                    <a:pt x="23873" y="6922"/>
                  </a:lnTo>
                  <a:lnTo>
                    <a:pt x="23873" y="7245"/>
                  </a:lnTo>
                  <a:lnTo>
                    <a:pt x="23833" y="7588"/>
                  </a:lnTo>
                  <a:lnTo>
                    <a:pt x="23772" y="7911"/>
                  </a:lnTo>
                  <a:lnTo>
                    <a:pt x="23712" y="8234"/>
                  </a:lnTo>
                  <a:lnTo>
                    <a:pt x="23611" y="8537"/>
                  </a:lnTo>
                  <a:lnTo>
                    <a:pt x="23490" y="8860"/>
                  </a:lnTo>
                  <a:lnTo>
                    <a:pt x="23328" y="9162"/>
                  </a:lnTo>
                  <a:lnTo>
                    <a:pt x="23409" y="9182"/>
                  </a:lnTo>
                  <a:lnTo>
                    <a:pt x="23550" y="8880"/>
                  </a:lnTo>
                  <a:lnTo>
                    <a:pt x="23671" y="8577"/>
                  </a:lnTo>
                  <a:lnTo>
                    <a:pt x="23772" y="8254"/>
                  </a:lnTo>
                  <a:lnTo>
                    <a:pt x="23853" y="7931"/>
                  </a:lnTo>
                  <a:lnTo>
                    <a:pt x="23913" y="7588"/>
                  </a:lnTo>
                  <a:lnTo>
                    <a:pt x="23954" y="7265"/>
                  </a:lnTo>
                  <a:lnTo>
                    <a:pt x="23954" y="6922"/>
                  </a:lnTo>
                  <a:lnTo>
                    <a:pt x="23954" y="6579"/>
                  </a:lnTo>
                  <a:lnTo>
                    <a:pt x="23913" y="6236"/>
                  </a:lnTo>
                  <a:lnTo>
                    <a:pt x="23873" y="5913"/>
                  </a:lnTo>
                  <a:lnTo>
                    <a:pt x="23792" y="5590"/>
                  </a:lnTo>
                  <a:lnTo>
                    <a:pt x="23691" y="5267"/>
                  </a:lnTo>
                  <a:lnTo>
                    <a:pt x="23570" y="4945"/>
                  </a:lnTo>
                  <a:lnTo>
                    <a:pt x="23429" y="4642"/>
                  </a:lnTo>
                  <a:lnTo>
                    <a:pt x="23268" y="4339"/>
                  </a:lnTo>
                  <a:lnTo>
                    <a:pt x="23086" y="4057"/>
                  </a:lnTo>
                  <a:lnTo>
                    <a:pt x="22844" y="3734"/>
                  </a:lnTo>
                  <a:lnTo>
                    <a:pt x="22602" y="3451"/>
                  </a:lnTo>
                  <a:lnTo>
                    <a:pt x="22319" y="3169"/>
                  </a:lnTo>
                  <a:lnTo>
                    <a:pt x="22016" y="2906"/>
                  </a:lnTo>
                  <a:lnTo>
                    <a:pt x="21694" y="2684"/>
                  </a:lnTo>
                  <a:lnTo>
                    <a:pt x="21371" y="2462"/>
                  </a:lnTo>
                  <a:lnTo>
                    <a:pt x="21048" y="2261"/>
                  </a:lnTo>
                  <a:lnTo>
                    <a:pt x="20685" y="2079"/>
                  </a:lnTo>
                  <a:lnTo>
                    <a:pt x="20341" y="1897"/>
                  </a:lnTo>
                  <a:lnTo>
                    <a:pt x="19978" y="1756"/>
                  </a:lnTo>
                  <a:lnTo>
                    <a:pt x="19595" y="1595"/>
                  </a:lnTo>
                  <a:lnTo>
                    <a:pt x="19232" y="1474"/>
                  </a:lnTo>
                  <a:lnTo>
                    <a:pt x="18465" y="1231"/>
                  </a:lnTo>
                  <a:lnTo>
                    <a:pt x="17738" y="1030"/>
                  </a:lnTo>
                  <a:lnTo>
                    <a:pt x="16971" y="848"/>
                  </a:lnTo>
                  <a:lnTo>
                    <a:pt x="16225" y="687"/>
                  </a:lnTo>
                  <a:lnTo>
                    <a:pt x="15478" y="545"/>
                  </a:lnTo>
                  <a:lnTo>
                    <a:pt x="14731" y="404"/>
                  </a:lnTo>
                  <a:lnTo>
                    <a:pt x="13985" y="283"/>
                  </a:lnTo>
                  <a:lnTo>
                    <a:pt x="13218" y="202"/>
                  </a:lnTo>
                  <a:lnTo>
                    <a:pt x="12471" y="122"/>
                  </a:lnTo>
                  <a:lnTo>
                    <a:pt x="11704" y="61"/>
                  </a:lnTo>
                  <a:lnTo>
                    <a:pt x="10938" y="21"/>
                  </a:lnTo>
                  <a:lnTo>
                    <a:pt x="10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7"/>
            <p:cNvSpPr/>
            <p:nvPr/>
          </p:nvSpPr>
          <p:spPr>
            <a:xfrm flipH="1">
              <a:off x="-3334104" y="-4888456"/>
              <a:ext cx="1145153" cy="459224"/>
            </a:xfrm>
            <a:custGeom>
              <a:rect b="b" l="l" r="r" t="t"/>
              <a:pathLst>
                <a:path extrusionOk="0" h="8214" w="20483">
                  <a:moveTo>
                    <a:pt x="0" y="1"/>
                  </a:moveTo>
                  <a:lnTo>
                    <a:pt x="20" y="182"/>
                  </a:lnTo>
                  <a:lnTo>
                    <a:pt x="40" y="384"/>
                  </a:lnTo>
                  <a:lnTo>
                    <a:pt x="141" y="768"/>
                  </a:lnTo>
                  <a:lnTo>
                    <a:pt x="283" y="1131"/>
                  </a:lnTo>
                  <a:lnTo>
                    <a:pt x="424" y="1494"/>
                  </a:lnTo>
                  <a:lnTo>
                    <a:pt x="585" y="1877"/>
                  </a:lnTo>
                  <a:lnTo>
                    <a:pt x="727" y="2261"/>
                  </a:lnTo>
                  <a:lnTo>
                    <a:pt x="787" y="2463"/>
                  </a:lnTo>
                  <a:lnTo>
                    <a:pt x="827" y="2664"/>
                  </a:lnTo>
                  <a:lnTo>
                    <a:pt x="848" y="2886"/>
                  </a:lnTo>
                  <a:lnTo>
                    <a:pt x="868" y="3088"/>
                  </a:lnTo>
                  <a:lnTo>
                    <a:pt x="848" y="3330"/>
                  </a:lnTo>
                  <a:lnTo>
                    <a:pt x="807" y="3573"/>
                  </a:lnTo>
                  <a:lnTo>
                    <a:pt x="686" y="4057"/>
                  </a:lnTo>
                  <a:lnTo>
                    <a:pt x="585" y="4460"/>
                  </a:lnTo>
                  <a:lnTo>
                    <a:pt x="545" y="4662"/>
                  </a:lnTo>
                  <a:lnTo>
                    <a:pt x="525" y="4864"/>
                  </a:lnTo>
                  <a:lnTo>
                    <a:pt x="525" y="5066"/>
                  </a:lnTo>
                  <a:lnTo>
                    <a:pt x="525" y="5248"/>
                  </a:lnTo>
                  <a:lnTo>
                    <a:pt x="565" y="5449"/>
                  </a:lnTo>
                  <a:lnTo>
                    <a:pt x="646" y="5631"/>
                  </a:lnTo>
                  <a:lnTo>
                    <a:pt x="706" y="5752"/>
                  </a:lnTo>
                  <a:lnTo>
                    <a:pt x="767" y="5873"/>
                  </a:lnTo>
                  <a:lnTo>
                    <a:pt x="848" y="5974"/>
                  </a:lnTo>
                  <a:lnTo>
                    <a:pt x="949" y="6075"/>
                  </a:lnTo>
                  <a:lnTo>
                    <a:pt x="1049" y="6156"/>
                  </a:lnTo>
                  <a:lnTo>
                    <a:pt x="1171" y="6236"/>
                  </a:lnTo>
                  <a:lnTo>
                    <a:pt x="1453" y="6378"/>
                  </a:lnTo>
                  <a:lnTo>
                    <a:pt x="1756" y="6478"/>
                  </a:lnTo>
                  <a:lnTo>
                    <a:pt x="2139" y="6559"/>
                  </a:lnTo>
                  <a:lnTo>
                    <a:pt x="2543" y="6600"/>
                  </a:lnTo>
                  <a:lnTo>
                    <a:pt x="3007" y="6620"/>
                  </a:lnTo>
                  <a:lnTo>
                    <a:pt x="4682" y="6600"/>
                  </a:lnTo>
                  <a:lnTo>
                    <a:pt x="7426" y="6600"/>
                  </a:lnTo>
                  <a:lnTo>
                    <a:pt x="8334" y="6640"/>
                  </a:lnTo>
                  <a:lnTo>
                    <a:pt x="9243" y="6721"/>
                  </a:lnTo>
                  <a:lnTo>
                    <a:pt x="10151" y="6822"/>
                  </a:lnTo>
                  <a:lnTo>
                    <a:pt x="10595" y="6902"/>
                  </a:lnTo>
                  <a:lnTo>
                    <a:pt x="11059" y="6983"/>
                  </a:lnTo>
                  <a:lnTo>
                    <a:pt x="11503" y="7084"/>
                  </a:lnTo>
                  <a:lnTo>
                    <a:pt x="11927" y="7205"/>
                  </a:lnTo>
                  <a:lnTo>
                    <a:pt x="12512" y="7387"/>
                  </a:lnTo>
                  <a:lnTo>
                    <a:pt x="13077" y="7568"/>
                  </a:lnTo>
                  <a:lnTo>
                    <a:pt x="13803" y="7790"/>
                  </a:lnTo>
                  <a:lnTo>
                    <a:pt x="14167" y="7911"/>
                  </a:lnTo>
                  <a:lnTo>
                    <a:pt x="14550" y="8012"/>
                  </a:lnTo>
                  <a:lnTo>
                    <a:pt x="14913" y="8093"/>
                  </a:lnTo>
                  <a:lnTo>
                    <a:pt x="15297" y="8153"/>
                  </a:lnTo>
                  <a:lnTo>
                    <a:pt x="15680" y="8194"/>
                  </a:lnTo>
                  <a:lnTo>
                    <a:pt x="16063" y="8214"/>
                  </a:lnTo>
                  <a:lnTo>
                    <a:pt x="16427" y="8214"/>
                  </a:lnTo>
                  <a:lnTo>
                    <a:pt x="16770" y="8174"/>
                  </a:lnTo>
                  <a:lnTo>
                    <a:pt x="17093" y="8113"/>
                  </a:lnTo>
                  <a:lnTo>
                    <a:pt x="17415" y="8032"/>
                  </a:lnTo>
                  <a:lnTo>
                    <a:pt x="17738" y="7931"/>
                  </a:lnTo>
                  <a:lnTo>
                    <a:pt x="18061" y="7810"/>
                  </a:lnTo>
                  <a:lnTo>
                    <a:pt x="18364" y="7649"/>
                  </a:lnTo>
                  <a:lnTo>
                    <a:pt x="18646" y="7488"/>
                  </a:lnTo>
                  <a:lnTo>
                    <a:pt x="18929" y="7306"/>
                  </a:lnTo>
                  <a:lnTo>
                    <a:pt x="19191" y="7104"/>
                  </a:lnTo>
                  <a:lnTo>
                    <a:pt x="19454" y="6902"/>
                  </a:lnTo>
                  <a:lnTo>
                    <a:pt x="19696" y="6660"/>
                  </a:lnTo>
                  <a:lnTo>
                    <a:pt x="19918" y="6418"/>
                  </a:lnTo>
                  <a:lnTo>
                    <a:pt x="20120" y="6156"/>
                  </a:lnTo>
                  <a:lnTo>
                    <a:pt x="20321" y="5873"/>
                  </a:lnTo>
                  <a:lnTo>
                    <a:pt x="20483" y="5570"/>
                  </a:lnTo>
                  <a:lnTo>
                    <a:pt x="20402" y="5550"/>
                  </a:lnTo>
                  <a:lnTo>
                    <a:pt x="20241" y="5833"/>
                  </a:lnTo>
                  <a:lnTo>
                    <a:pt x="20059" y="6095"/>
                  </a:lnTo>
                  <a:lnTo>
                    <a:pt x="19857" y="6357"/>
                  </a:lnTo>
                  <a:lnTo>
                    <a:pt x="19635" y="6600"/>
                  </a:lnTo>
                  <a:lnTo>
                    <a:pt x="19393" y="6842"/>
                  </a:lnTo>
                  <a:lnTo>
                    <a:pt x="19151" y="7044"/>
                  </a:lnTo>
                  <a:lnTo>
                    <a:pt x="18889" y="7245"/>
                  </a:lnTo>
                  <a:lnTo>
                    <a:pt x="18606" y="7427"/>
                  </a:lnTo>
                  <a:lnTo>
                    <a:pt x="18324" y="7588"/>
                  </a:lnTo>
                  <a:lnTo>
                    <a:pt x="18021" y="7730"/>
                  </a:lnTo>
                  <a:lnTo>
                    <a:pt x="17718" y="7851"/>
                  </a:lnTo>
                  <a:lnTo>
                    <a:pt x="17395" y="7952"/>
                  </a:lnTo>
                  <a:lnTo>
                    <a:pt x="17072" y="8032"/>
                  </a:lnTo>
                  <a:lnTo>
                    <a:pt x="16750" y="8093"/>
                  </a:lnTo>
                  <a:lnTo>
                    <a:pt x="16427" y="8133"/>
                  </a:lnTo>
                  <a:lnTo>
                    <a:pt x="16063" y="8133"/>
                  </a:lnTo>
                  <a:lnTo>
                    <a:pt x="15680" y="8113"/>
                  </a:lnTo>
                  <a:lnTo>
                    <a:pt x="15317" y="8073"/>
                  </a:lnTo>
                  <a:lnTo>
                    <a:pt x="14933" y="8012"/>
                  </a:lnTo>
                  <a:lnTo>
                    <a:pt x="14550" y="7931"/>
                  </a:lnTo>
                  <a:lnTo>
                    <a:pt x="14187" y="7831"/>
                  </a:lnTo>
                  <a:lnTo>
                    <a:pt x="13823" y="7730"/>
                  </a:lnTo>
                  <a:lnTo>
                    <a:pt x="13097" y="7488"/>
                  </a:lnTo>
                  <a:lnTo>
                    <a:pt x="12532" y="7306"/>
                  </a:lnTo>
                  <a:lnTo>
                    <a:pt x="11947" y="7124"/>
                  </a:lnTo>
                  <a:lnTo>
                    <a:pt x="11523" y="7003"/>
                  </a:lnTo>
                  <a:lnTo>
                    <a:pt x="11059" y="6902"/>
                  </a:lnTo>
                  <a:lnTo>
                    <a:pt x="10615" y="6822"/>
                  </a:lnTo>
                  <a:lnTo>
                    <a:pt x="10171" y="6741"/>
                  </a:lnTo>
                  <a:lnTo>
                    <a:pt x="9263" y="6640"/>
                  </a:lnTo>
                  <a:lnTo>
                    <a:pt x="8355" y="6559"/>
                  </a:lnTo>
                  <a:lnTo>
                    <a:pt x="7426" y="6519"/>
                  </a:lnTo>
                  <a:lnTo>
                    <a:pt x="4682" y="6519"/>
                  </a:lnTo>
                  <a:lnTo>
                    <a:pt x="3007" y="6539"/>
                  </a:lnTo>
                  <a:lnTo>
                    <a:pt x="2563" y="6519"/>
                  </a:lnTo>
                  <a:lnTo>
                    <a:pt x="2159" y="6478"/>
                  </a:lnTo>
                  <a:lnTo>
                    <a:pt x="1796" y="6398"/>
                  </a:lnTo>
                  <a:lnTo>
                    <a:pt x="1493" y="6297"/>
                  </a:lnTo>
                  <a:lnTo>
                    <a:pt x="1231" y="6176"/>
                  </a:lnTo>
                  <a:lnTo>
                    <a:pt x="1110" y="6095"/>
                  </a:lnTo>
                  <a:lnTo>
                    <a:pt x="1009" y="6014"/>
                  </a:lnTo>
                  <a:lnTo>
                    <a:pt x="928" y="5913"/>
                  </a:lnTo>
                  <a:lnTo>
                    <a:pt x="848" y="5833"/>
                  </a:lnTo>
                  <a:lnTo>
                    <a:pt x="767" y="5712"/>
                  </a:lnTo>
                  <a:lnTo>
                    <a:pt x="706" y="5611"/>
                  </a:lnTo>
                  <a:lnTo>
                    <a:pt x="646" y="5429"/>
                  </a:lnTo>
                  <a:lnTo>
                    <a:pt x="606" y="5248"/>
                  </a:lnTo>
                  <a:lnTo>
                    <a:pt x="606" y="5046"/>
                  </a:lnTo>
                  <a:lnTo>
                    <a:pt x="606" y="4864"/>
                  </a:lnTo>
                  <a:lnTo>
                    <a:pt x="626" y="4662"/>
                  </a:lnTo>
                  <a:lnTo>
                    <a:pt x="666" y="4481"/>
                  </a:lnTo>
                  <a:lnTo>
                    <a:pt x="767" y="4077"/>
                  </a:lnTo>
                  <a:lnTo>
                    <a:pt x="888" y="3593"/>
                  </a:lnTo>
                  <a:lnTo>
                    <a:pt x="928" y="3330"/>
                  </a:lnTo>
                  <a:lnTo>
                    <a:pt x="949" y="3088"/>
                  </a:lnTo>
                  <a:lnTo>
                    <a:pt x="928" y="2866"/>
                  </a:lnTo>
                  <a:lnTo>
                    <a:pt x="908" y="2664"/>
                  </a:lnTo>
                  <a:lnTo>
                    <a:pt x="868" y="2463"/>
                  </a:lnTo>
                  <a:lnTo>
                    <a:pt x="807" y="2261"/>
                  </a:lnTo>
                  <a:lnTo>
                    <a:pt x="666" y="1857"/>
                  </a:lnTo>
                  <a:lnTo>
                    <a:pt x="505" y="1454"/>
                  </a:lnTo>
                  <a:lnTo>
                    <a:pt x="363" y="1090"/>
                  </a:lnTo>
                  <a:lnTo>
                    <a:pt x="222" y="727"/>
                  </a:lnTo>
                  <a:lnTo>
                    <a:pt x="121" y="364"/>
                  </a:lnTo>
                  <a:lnTo>
                    <a:pt x="101" y="182"/>
                  </a:lnTo>
                  <a:lnTo>
                    <a:pt x="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7"/>
            <p:cNvSpPr/>
            <p:nvPr/>
          </p:nvSpPr>
          <p:spPr>
            <a:xfrm flipH="1">
              <a:off x="-3310451" y="-5112976"/>
              <a:ext cx="886861" cy="530339"/>
            </a:xfrm>
            <a:custGeom>
              <a:rect b="b" l="l" r="r" t="t"/>
              <a:pathLst>
                <a:path extrusionOk="0" h="9486" w="15863">
                  <a:moveTo>
                    <a:pt x="4117" y="82"/>
                  </a:moveTo>
                  <a:lnTo>
                    <a:pt x="4581" y="122"/>
                  </a:lnTo>
                  <a:lnTo>
                    <a:pt x="5025" y="162"/>
                  </a:lnTo>
                  <a:lnTo>
                    <a:pt x="5429" y="223"/>
                  </a:lnTo>
                  <a:lnTo>
                    <a:pt x="6176" y="344"/>
                  </a:lnTo>
                  <a:lnTo>
                    <a:pt x="6741" y="465"/>
                  </a:lnTo>
                  <a:lnTo>
                    <a:pt x="7427" y="626"/>
                  </a:lnTo>
                  <a:lnTo>
                    <a:pt x="8113" y="788"/>
                  </a:lnTo>
                  <a:lnTo>
                    <a:pt x="8799" y="990"/>
                  </a:lnTo>
                  <a:lnTo>
                    <a:pt x="9485" y="1171"/>
                  </a:lnTo>
                  <a:lnTo>
                    <a:pt x="10171" y="1393"/>
                  </a:lnTo>
                  <a:lnTo>
                    <a:pt x="10837" y="1615"/>
                  </a:lnTo>
                  <a:lnTo>
                    <a:pt x="11503" y="1857"/>
                  </a:lnTo>
                  <a:lnTo>
                    <a:pt x="12169" y="2100"/>
                  </a:lnTo>
                  <a:lnTo>
                    <a:pt x="12815" y="2382"/>
                  </a:lnTo>
                  <a:lnTo>
                    <a:pt x="13158" y="2523"/>
                  </a:lnTo>
                  <a:lnTo>
                    <a:pt x="13481" y="2705"/>
                  </a:lnTo>
                  <a:lnTo>
                    <a:pt x="13824" y="2887"/>
                  </a:lnTo>
                  <a:lnTo>
                    <a:pt x="14127" y="3109"/>
                  </a:lnTo>
                  <a:lnTo>
                    <a:pt x="14429" y="3331"/>
                  </a:lnTo>
                  <a:lnTo>
                    <a:pt x="14712" y="3593"/>
                  </a:lnTo>
                  <a:lnTo>
                    <a:pt x="14954" y="3875"/>
                  </a:lnTo>
                  <a:lnTo>
                    <a:pt x="15176" y="4158"/>
                  </a:lnTo>
                  <a:lnTo>
                    <a:pt x="15358" y="4481"/>
                  </a:lnTo>
                  <a:lnTo>
                    <a:pt x="15519" y="4804"/>
                  </a:lnTo>
                  <a:lnTo>
                    <a:pt x="15620" y="5127"/>
                  </a:lnTo>
                  <a:lnTo>
                    <a:pt x="15721" y="5490"/>
                  </a:lnTo>
                  <a:lnTo>
                    <a:pt x="15761" y="5833"/>
                  </a:lnTo>
                  <a:lnTo>
                    <a:pt x="15781" y="6176"/>
                  </a:lnTo>
                  <a:lnTo>
                    <a:pt x="15741" y="6539"/>
                  </a:lnTo>
                  <a:lnTo>
                    <a:pt x="15680" y="6902"/>
                  </a:lnTo>
                  <a:lnTo>
                    <a:pt x="15580" y="7246"/>
                  </a:lnTo>
                  <a:lnTo>
                    <a:pt x="15438" y="7589"/>
                  </a:lnTo>
                  <a:lnTo>
                    <a:pt x="15257" y="7891"/>
                  </a:lnTo>
                  <a:lnTo>
                    <a:pt x="15055" y="8174"/>
                  </a:lnTo>
                  <a:lnTo>
                    <a:pt x="14813" y="8436"/>
                  </a:lnTo>
                  <a:lnTo>
                    <a:pt x="14550" y="8678"/>
                  </a:lnTo>
                  <a:lnTo>
                    <a:pt x="14389" y="8799"/>
                  </a:lnTo>
                  <a:lnTo>
                    <a:pt x="14207" y="8900"/>
                  </a:lnTo>
                  <a:lnTo>
                    <a:pt x="14026" y="8981"/>
                  </a:lnTo>
                  <a:lnTo>
                    <a:pt x="13844" y="9082"/>
                  </a:lnTo>
                  <a:lnTo>
                    <a:pt x="13481" y="9203"/>
                  </a:lnTo>
                  <a:lnTo>
                    <a:pt x="13097" y="9304"/>
                  </a:lnTo>
                  <a:lnTo>
                    <a:pt x="12734" y="9364"/>
                  </a:lnTo>
                  <a:lnTo>
                    <a:pt x="12371" y="9385"/>
                  </a:lnTo>
                  <a:lnTo>
                    <a:pt x="12028" y="9405"/>
                  </a:lnTo>
                  <a:lnTo>
                    <a:pt x="11725" y="9385"/>
                  </a:lnTo>
                  <a:lnTo>
                    <a:pt x="11362" y="9364"/>
                  </a:lnTo>
                  <a:lnTo>
                    <a:pt x="10999" y="9324"/>
                  </a:lnTo>
                  <a:lnTo>
                    <a:pt x="10615" y="9264"/>
                  </a:lnTo>
                  <a:lnTo>
                    <a:pt x="10272" y="9183"/>
                  </a:lnTo>
                  <a:lnTo>
                    <a:pt x="9546" y="9021"/>
                  </a:lnTo>
                  <a:lnTo>
                    <a:pt x="8839" y="8840"/>
                  </a:lnTo>
                  <a:lnTo>
                    <a:pt x="7810" y="8577"/>
                  </a:lnTo>
                  <a:lnTo>
                    <a:pt x="7306" y="8476"/>
                  </a:lnTo>
                  <a:lnTo>
                    <a:pt x="6781" y="8376"/>
                  </a:lnTo>
                  <a:lnTo>
                    <a:pt x="6055" y="8295"/>
                  </a:lnTo>
                  <a:lnTo>
                    <a:pt x="5328" y="8234"/>
                  </a:lnTo>
                  <a:lnTo>
                    <a:pt x="4622" y="8214"/>
                  </a:lnTo>
                  <a:lnTo>
                    <a:pt x="3895" y="8214"/>
                  </a:lnTo>
                  <a:lnTo>
                    <a:pt x="2866" y="8194"/>
                  </a:lnTo>
                  <a:lnTo>
                    <a:pt x="2341" y="8174"/>
                  </a:lnTo>
                  <a:lnTo>
                    <a:pt x="1837" y="8133"/>
                  </a:lnTo>
                  <a:lnTo>
                    <a:pt x="1393" y="8073"/>
                  </a:lnTo>
                  <a:lnTo>
                    <a:pt x="1171" y="8033"/>
                  </a:lnTo>
                  <a:lnTo>
                    <a:pt x="969" y="7972"/>
                  </a:lnTo>
                  <a:lnTo>
                    <a:pt x="767" y="7871"/>
                  </a:lnTo>
                  <a:lnTo>
                    <a:pt x="586" y="7770"/>
                  </a:lnTo>
                  <a:lnTo>
                    <a:pt x="404" y="7629"/>
                  </a:lnTo>
                  <a:lnTo>
                    <a:pt x="283" y="7467"/>
                  </a:lnTo>
                  <a:lnTo>
                    <a:pt x="223" y="7367"/>
                  </a:lnTo>
                  <a:lnTo>
                    <a:pt x="162" y="7246"/>
                  </a:lnTo>
                  <a:lnTo>
                    <a:pt x="101" y="7024"/>
                  </a:lnTo>
                  <a:lnTo>
                    <a:pt x="81" y="6802"/>
                  </a:lnTo>
                  <a:lnTo>
                    <a:pt x="101" y="6580"/>
                  </a:lnTo>
                  <a:lnTo>
                    <a:pt x="142" y="6337"/>
                  </a:lnTo>
                  <a:lnTo>
                    <a:pt x="182" y="6095"/>
                  </a:lnTo>
                  <a:lnTo>
                    <a:pt x="323" y="5611"/>
                  </a:lnTo>
                  <a:lnTo>
                    <a:pt x="445" y="5248"/>
                  </a:lnTo>
                  <a:lnTo>
                    <a:pt x="525" y="4905"/>
                  </a:lnTo>
                  <a:lnTo>
                    <a:pt x="545" y="4723"/>
                  </a:lnTo>
                  <a:lnTo>
                    <a:pt x="566" y="4562"/>
                  </a:lnTo>
                  <a:lnTo>
                    <a:pt x="586" y="4380"/>
                  </a:lnTo>
                  <a:lnTo>
                    <a:pt x="566" y="4218"/>
                  </a:lnTo>
                  <a:lnTo>
                    <a:pt x="485" y="3795"/>
                  </a:lnTo>
                  <a:lnTo>
                    <a:pt x="384" y="3391"/>
                  </a:lnTo>
                  <a:lnTo>
                    <a:pt x="263" y="2887"/>
                  </a:lnTo>
                  <a:lnTo>
                    <a:pt x="223" y="2644"/>
                  </a:lnTo>
                  <a:lnTo>
                    <a:pt x="182" y="2382"/>
                  </a:lnTo>
                  <a:lnTo>
                    <a:pt x="202" y="2140"/>
                  </a:lnTo>
                  <a:lnTo>
                    <a:pt x="243" y="1898"/>
                  </a:lnTo>
                  <a:lnTo>
                    <a:pt x="323" y="1656"/>
                  </a:lnTo>
                  <a:lnTo>
                    <a:pt x="445" y="1393"/>
                  </a:lnTo>
                  <a:lnTo>
                    <a:pt x="566" y="1212"/>
                  </a:lnTo>
                  <a:lnTo>
                    <a:pt x="707" y="1050"/>
                  </a:lnTo>
                  <a:lnTo>
                    <a:pt x="868" y="889"/>
                  </a:lnTo>
                  <a:lnTo>
                    <a:pt x="1030" y="748"/>
                  </a:lnTo>
                  <a:lnTo>
                    <a:pt x="1211" y="626"/>
                  </a:lnTo>
                  <a:lnTo>
                    <a:pt x="1393" y="526"/>
                  </a:lnTo>
                  <a:lnTo>
                    <a:pt x="1595" y="425"/>
                  </a:lnTo>
                  <a:lnTo>
                    <a:pt x="1797" y="344"/>
                  </a:lnTo>
                  <a:lnTo>
                    <a:pt x="2019" y="283"/>
                  </a:lnTo>
                  <a:lnTo>
                    <a:pt x="2241" y="223"/>
                  </a:lnTo>
                  <a:lnTo>
                    <a:pt x="2705" y="142"/>
                  </a:lnTo>
                  <a:lnTo>
                    <a:pt x="3189" y="82"/>
                  </a:lnTo>
                  <a:close/>
                  <a:moveTo>
                    <a:pt x="3552" y="1"/>
                  </a:moveTo>
                  <a:lnTo>
                    <a:pt x="3088" y="21"/>
                  </a:lnTo>
                  <a:lnTo>
                    <a:pt x="2604" y="61"/>
                  </a:lnTo>
                  <a:lnTo>
                    <a:pt x="2160" y="162"/>
                  </a:lnTo>
                  <a:lnTo>
                    <a:pt x="1938" y="223"/>
                  </a:lnTo>
                  <a:lnTo>
                    <a:pt x="1716" y="283"/>
                  </a:lnTo>
                  <a:lnTo>
                    <a:pt x="1514" y="384"/>
                  </a:lnTo>
                  <a:lnTo>
                    <a:pt x="1312" y="465"/>
                  </a:lnTo>
                  <a:lnTo>
                    <a:pt x="1131" y="586"/>
                  </a:lnTo>
                  <a:lnTo>
                    <a:pt x="949" y="707"/>
                  </a:lnTo>
                  <a:lnTo>
                    <a:pt x="788" y="848"/>
                  </a:lnTo>
                  <a:lnTo>
                    <a:pt x="646" y="990"/>
                  </a:lnTo>
                  <a:lnTo>
                    <a:pt x="505" y="1171"/>
                  </a:lnTo>
                  <a:lnTo>
                    <a:pt x="384" y="1353"/>
                  </a:lnTo>
                  <a:lnTo>
                    <a:pt x="243" y="1615"/>
                  </a:lnTo>
                  <a:lnTo>
                    <a:pt x="162" y="1878"/>
                  </a:lnTo>
                  <a:lnTo>
                    <a:pt x="122" y="2140"/>
                  </a:lnTo>
                  <a:lnTo>
                    <a:pt x="101" y="2382"/>
                  </a:lnTo>
                  <a:lnTo>
                    <a:pt x="142" y="2644"/>
                  </a:lnTo>
                  <a:lnTo>
                    <a:pt x="182" y="2887"/>
                  </a:lnTo>
                  <a:lnTo>
                    <a:pt x="303" y="3411"/>
                  </a:lnTo>
                  <a:lnTo>
                    <a:pt x="404" y="3815"/>
                  </a:lnTo>
                  <a:lnTo>
                    <a:pt x="485" y="4218"/>
                  </a:lnTo>
                  <a:lnTo>
                    <a:pt x="505" y="4380"/>
                  </a:lnTo>
                  <a:lnTo>
                    <a:pt x="485" y="4541"/>
                  </a:lnTo>
                  <a:lnTo>
                    <a:pt x="445" y="4884"/>
                  </a:lnTo>
                  <a:lnTo>
                    <a:pt x="364" y="5227"/>
                  </a:lnTo>
                  <a:lnTo>
                    <a:pt x="263" y="5591"/>
                  </a:lnTo>
                  <a:lnTo>
                    <a:pt x="101" y="6075"/>
                  </a:lnTo>
                  <a:lnTo>
                    <a:pt x="61" y="6337"/>
                  </a:lnTo>
                  <a:lnTo>
                    <a:pt x="21" y="6580"/>
                  </a:lnTo>
                  <a:lnTo>
                    <a:pt x="1" y="6822"/>
                  </a:lnTo>
                  <a:lnTo>
                    <a:pt x="41" y="7064"/>
                  </a:lnTo>
                  <a:lnTo>
                    <a:pt x="101" y="7286"/>
                  </a:lnTo>
                  <a:lnTo>
                    <a:pt x="142" y="7387"/>
                  </a:lnTo>
                  <a:lnTo>
                    <a:pt x="202" y="7508"/>
                  </a:lnTo>
                  <a:lnTo>
                    <a:pt x="344" y="7689"/>
                  </a:lnTo>
                  <a:lnTo>
                    <a:pt x="525" y="7831"/>
                  </a:lnTo>
                  <a:lnTo>
                    <a:pt x="727" y="7952"/>
                  </a:lnTo>
                  <a:lnTo>
                    <a:pt x="929" y="8033"/>
                  </a:lnTo>
                  <a:lnTo>
                    <a:pt x="1151" y="8113"/>
                  </a:lnTo>
                  <a:lnTo>
                    <a:pt x="1373" y="8154"/>
                  </a:lnTo>
                  <a:lnTo>
                    <a:pt x="1817" y="8214"/>
                  </a:lnTo>
                  <a:lnTo>
                    <a:pt x="2341" y="8255"/>
                  </a:lnTo>
                  <a:lnTo>
                    <a:pt x="2866" y="8275"/>
                  </a:lnTo>
                  <a:lnTo>
                    <a:pt x="3895" y="8295"/>
                  </a:lnTo>
                  <a:lnTo>
                    <a:pt x="4602" y="8295"/>
                  </a:lnTo>
                  <a:lnTo>
                    <a:pt x="5328" y="8315"/>
                  </a:lnTo>
                  <a:lnTo>
                    <a:pt x="6055" y="8376"/>
                  </a:lnTo>
                  <a:lnTo>
                    <a:pt x="6761" y="8456"/>
                  </a:lnTo>
                  <a:lnTo>
                    <a:pt x="7286" y="8557"/>
                  </a:lnTo>
                  <a:lnTo>
                    <a:pt x="7790" y="8658"/>
                  </a:lnTo>
                  <a:lnTo>
                    <a:pt x="8819" y="8920"/>
                  </a:lnTo>
                  <a:lnTo>
                    <a:pt x="9526" y="9102"/>
                  </a:lnTo>
                  <a:lnTo>
                    <a:pt x="10252" y="9264"/>
                  </a:lnTo>
                  <a:lnTo>
                    <a:pt x="10615" y="9344"/>
                  </a:lnTo>
                  <a:lnTo>
                    <a:pt x="10979" y="9385"/>
                  </a:lnTo>
                  <a:lnTo>
                    <a:pt x="11342" y="9445"/>
                  </a:lnTo>
                  <a:lnTo>
                    <a:pt x="11725" y="9465"/>
                  </a:lnTo>
                  <a:lnTo>
                    <a:pt x="12048" y="9485"/>
                  </a:lnTo>
                  <a:lnTo>
                    <a:pt x="12351" y="9465"/>
                  </a:lnTo>
                  <a:lnTo>
                    <a:pt x="12674" y="9445"/>
                  </a:lnTo>
                  <a:lnTo>
                    <a:pt x="12997" y="9405"/>
                  </a:lnTo>
                  <a:lnTo>
                    <a:pt x="13319" y="9324"/>
                  </a:lnTo>
                  <a:lnTo>
                    <a:pt x="13662" y="9223"/>
                  </a:lnTo>
                  <a:lnTo>
                    <a:pt x="13985" y="9102"/>
                  </a:lnTo>
                  <a:lnTo>
                    <a:pt x="14288" y="8941"/>
                  </a:lnTo>
                  <a:lnTo>
                    <a:pt x="14591" y="8739"/>
                  </a:lnTo>
                  <a:lnTo>
                    <a:pt x="14873" y="8497"/>
                  </a:lnTo>
                  <a:lnTo>
                    <a:pt x="15115" y="8234"/>
                  </a:lnTo>
                  <a:lnTo>
                    <a:pt x="15337" y="7932"/>
                  </a:lnTo>
                  <a:lnTo>
                    <a:pt x="15499" y="7609"/>
                  </a:lnTo>
                  <a:lnTo>
                    <a:pt x="15660" y="7286"/>
                  </a:lnTo>
                  <a:lnTo>
                    <a:pt x="15761" y="6923"/>
                  </a:lnTo>
                  <a:lnTo>
                    <a:pt x="15822" y="6559"/>
                  </a:lnTo>
                  <a:lnTo>
                    <a:pt x="15862" y="6176"/>
                  </a:lnTo>
                  <a:lnTo>
                    <a:pt x="15842" y="5833"/>
                  </a:lnTo>
                  <a:lnTo>
                    <a:pt x="15802" y="5470"/>
                  </a:lnTo>
                  <a:lnTo>
                    <a:pt x="15701" y="5106"/>
                  </a:lnTo>
                  <a:lnTo>
                    <a:pt x="15580" y="4763"/>
                  </a:lnTo>
                  <a:lnTo>
                    <a:pt x="15418" y="4440"/>
                  </a:lnTo>
                  <a:lnTo>
                    <a:pt x="15236" y="4118"/>
                  </a:lnTo>
                  <a:lnTo>
                    <a:pt x="15015" y="3815"/>
                  </a:lnTo>
                  <a:lnTo>
                    <a:pt x="14772" y="3532"/>
                  </a:lnTo>
                  <a:lnTo>
                    <a:pt x="14490" y="3270"/>
                  </a:lnTo>
                  <a:lnTo>
                    <a:pt x="14187" y="3028"/>
                  </a:lnTo>
                  <a:lnTo>
                    <a:pt x="13864" y="2826"/>
                  </a:lnTo>
                  <a:lnTo>
                    <a:pt x="13541" y="2624"/>
                  </a:lnTo>
                  <a:lnTo>
                    <a:pt x="13198" y="2463"/>
                  </a:lnTo>
                  <a:lnTo>
                    <a:pt x="12855" y="2301"/>
                  </a:lnTo>
                  <a:lnTo>
                    <a:pt x="12189" y="2039"/>
                  </a:lnTo>
                  <a:lnTo>
                    <a:pt x="11523" y="1777"/>
                  </a:lnTo>
                  <a:lnTo>
                    <a:pt x="10857" y="1535"/>
                  </a:lnTo>
                  <a:lnTo>
                    <a:pt x="10191" y="1313"/>
                  </a:lnTo>
                  <a:lnTo>
                    <a:pt x="9505" y="1111"/>
                  </a:lnTo>
                  <a:lnTo>
                    <a:pt x="8819" y="909"/>
                  </a:lnTo>
                  <a:lnTo>
                    <a:pt x="8133" y="707"/>
                  </a:lnTo>
                  <a:lnTo>
                    <a:pt x="7447" y="546"/>
                  </a:lnTo>
                  <a:lnTo>
                    <a:pt x="6761" y="384"/>
                  </a:lnTo>
                  <a:lnTo>
                    <a:pt x="6176" y="263"/>
                  </a:lnTo>
                  <a:lnTo>
                    <a:pt x="5389" y="142"/>
                  </a:lnTo>
                  <a:lnTo>
                    <a:pt x="4965" y="82"/>
                  </a:lnTo>
                  <a:lnTo>
                    <a:pt x="4501" y="21"/>
                  </a:lnTo>
                  <a:lnTo>
                    <a:pt x="403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7"/>
            <p:cNvSpPr/>
            <p:nvPr/>
          </p:nvSpPr>
          <p:spPr>
            <a:xfrm flipH="1">
              <a:off x="-3290097" y="-5084743"/>
              <a:ext cx="669045" cy="364461"/>
            </a:xfrm>
            <a:custGeom>
              <a:rect b="b" l="l" r="r" t="t"/>
              <a:pathLst>
                <a:path extrusionOk="0" h="6519" w="11967">
                  <a:moveTo>
                    <a:pt x="6216" y="81"/>
                  </a:moveTo>
                  <a:lnTo>
                    <a:pt x="6720" y="121"/>
                  </a:lnTo>
                  <a:lnTo>
                    <a:pt x="7204" y="202"/>
                  </a:lnTo>
                  <a:lnTo>
                    <a:pt x="7709" y="283"/>
                  </a:lnTo>
                  <a:lnTo>
                    <a:pt x="8173" y="404"/>
                  </a:lnTo>
                  <a:lnTo>
                    <a:pt x="8657" y="565"/>
                  </a:lnTo>
                  <a:lnTo>
                    <a:pt x="9121" y="727"/>
                  </a:lnTo>
                  <a:lnTo>
                    <a:pt x="9565" y="929"/>
                  </a:lnTo>
                  <a:lnTo>
                    <a:pt x="9868" y="1090"/>
                  </a:lnTo>
                  <a:lnTo>
                    <a:pt x="10171" y="1272"/>
                  </a:lnTo>
                  <a:lnTo>
                    <a:pt x="10433" y="1433"/>
                  </a:lnTo>
                  <a:lnTo>
                    <a:pt x="10675" y="1615"/>
                  </a:lnTo>
                  <a:lnTo>
                    <a:pt x="10897" y="1796"/>
                  </a:lnTo>
                  <a:lnTo>
                    <a:pt x="11099" y="1998"/>
                  </a:lnTo>
                  <a:lnTo>
                    <a:pt x="11261" y="2200"/>
                  </a:lnTo>
                  <a:lnTo>
                    <a:pt x="11422" y="2402"/>
                  </a:lnTo>
                  <a:lnTo>
                    <a:pt x="11583" y="2684"/>
                  </a:lnTo>
                  <a:lnTo>
                    <a:pt x="11725" y="2967"/>
                  </a:lnTo>
                  <a:lnTo>
                    <a:pt x="11805" y="3270"/>
                  </a:lnTo>
                  <a:lnTo>
                    <a:pt x="11866" y="3552"/>
                  </a:lnTo>
                  <a:lnTo>
                    <a:pt x="11886" y="3855"/>
                  </a:lnTo>
                  <a:lnTo>
                    <a:pt x="11866" y="4137"/>
                  </a:lnTo>
                  <a:lnTo>
                    <a:pt x="11805" y="4420"/>
                  </a:lnTo>
                  <a:lnTo>
                    <a:pt x="11725" y="4662"/>
                  </a:lnTo>
                  <a:lnTo>
                    <a:pt x="11644" y="4823"/>
                  </a:lnTo>
                  <a:lnTo>
                    <a:pt x="11543" y="4965"/>
                  </a:lnTo>
                  <a:lnTo>
                    <a:pt x="11442" y="5106"/>
                  </a:lnTo>
                  <a:lnTo>
                    <a:pt x="11321" y="5247"/>
                  </a:lnTo>
                  <a:lnTo>
                    <a:pt x="11180" y="5388"/>
                  </a:lnTo>
                  <a:lnTo>
                    <a:pt x="11039" y="5510"/>
                  </a:lnTo>
                  <a:lnTo>
                    <a:pt x="10877" y="5631"/>
                  </a:lnTo>
                  <a:lnTo>
                    <a:pt x="10695" y="5752"/>
                  </a:lnTo>
                  <a:lnTo>
                    <a:pt x="10494" y="5853"/>
                  </a:lnTo>
                  <a:lnTo>
                    <a:pt x="10292" y="5953"/>
                  </a:lnTo>
                  <a:lnTo>
                    <a:pt x="10070" y="6054"/>
                  </a:lnTo>
                  <a:lnTo>
                    <a:pt x="9848" y="6135"/>
                  </a:lnTo>
                  <a:lnTo>
                    <a:pt x="9606" y="6216"/>
                  </a:lnTo>
                  <a:lnTo>
                    <a:pt x="9364" y="6276"/>
                  </a:lnTo>
                  <a:lnTo>
                    <a:pt x="8859" y="6377"/>
                  </a:lnTo>
                  <a:lnTo>
                    <a:pt x="8314" y="6438"/>
                  </a:lnTo>
                  <a:lnTo>
                    <a:pt x="7729" y="6438"/>
                  </a:lnTo>
                  <a:lnTo>
                    <a:pt x="7103" y="6418"/>
                  </a:lnTo>
                  <a:lnTo>
                    <a:pt x="6438" y="6357"/>
                  </a:lnTo>
                  <a:lnTo>
                    <a:pt x="5731" y="6256"/>
                  </a:lnTo>
                  <a:lnTo>
                    <a:pt x="5025" y="6115"/>
                  </a:lnTo>
                  <a:lnTo>
                    <a:pt x="4339" y="5953"/>
                  </a:lnTo>
                  <a:lnTo>
                    <a:pt x="3653" y="5772"/>
                  </a:lnTo>
                  <a:lnTo>
                    <a:pt x="2987" y="5550"/>
                  </a:lnTo>
                  <a:lnTo>
                    <a:pt x="2321" y="5308"/>
                  </a:lnTo>
                  <a:lnTo>
                    <a:pt x="1655" y="5025"/>
                  </a:lnTo>
                  <a:lnTo>
                    <a:pt x="1009" y="4722"/>
                  </a:lnTo>
                  <a:lnTo>
                    <a:pt x="787" y="4581"/>
                  </a:lnTo>
                  <a:lnTo>
                    <a:pt x="585" y="4460"/>
                  </a:lnTo>
                  <a:lnTo>
                    <a:pt x="424" y="4299"/>
                  </a:lnTo>
                  <a:lnTo>
                    <a:pt x="283" y="4137"/>
                  </a:lnTo>
                  <a:lnTo>
                    <a:pt x="182" y="3956"/>
                  </a:lnTo>
                  <a:lnTo>
                    <a:pt x="121" y="3754"/>
                  </a:lnTo>
                  <a:lnTo>
                    <a:pt x="81" y="3552"/>
                  </a:lnTo>
                  <a:lnTo>
                    <a:pt x="81" y="3350"/>
                  </a:lnTo>
                  <a:lnTo>
                    <a:pt x="101" y="3148"/>
                  </a:lnTo>
                  <a:lnTo>
                    <a:pt x="141" y="2947"/>
                  </a:lnTo>
                  <a:lnTo>
                    <a:pt x="222" y="2745"/>
                  </a:lnTo>
                  <a:lnTo>
                    <a:pt x="303" y="2543"/>
                  </a:lnTo>
                  <a:lnTo>
                    <a:pt x="424" y="2341"/>
                  </a:lnTo>
                  <a:lnTo>
                    <a:pt x="545" y="2139"/>
                  </a:lnTo>
                  <a:lnTo>
                    <a:pt x="686" y="1958"/>
                  </a:lnTo>
                  <a:lnTo>
                    <a:pt x="827" y="1776"/>
                  </a:lnTo>
                  <a:lnTo>
                    <a:pt x="989" y="1595"/>
                  </a:lnTo>
                  <a:lnTo>
                    <a:pt x="1171" y="1433"/>
                  </a:lnTo>
                  <a:lnTo>
                    <a:pt x="1352" y="1272"/>
                  </a:lnTo>
                  <a:lnTo>
                    <a:pt x="1534" y="1130"/>
                  </a:lnTo>
                  <a:lnTo>
                    <a:pt x="1715" y="1009"/>
                  </a:lnTo>
                  <a:lnTo>
                    <a:pt x="1917" y="888"/>
                  </a:lnTo>
                  <a:lnTo>
                    <a:pt x="2099" y="787"/>
                  </a:lnTo>
                  <a:lnTo>
                    <a:pt x="2301" y="707"/>
                  </a:lnTo>
                  <a:lnTo>
                    <a:pt x="2724" y="565"/>
                  </a:lnTo>
                  <a:lnTo>
                    <a:pt x="3148" y="424"/>
                  </a:lnTo>
                  <a:lnTo>
                    <a:pt x="3572" y="323"/>
                  </a:lnTo>
                  <a:lnTo>
                    <a:pt x="3996" y="222"/>
                  </a:lnTo>
                  <a:lnTo>
                    <a:pt x="4419" y="162"/>
                  </a:lnTo>
                  <a:lnTo>
                    <a:pt x="4863" y="121"/>
                  </a:lnTo>
                  <a:lnTo>
                    <a:pt x="5287" y="81"/>
                  </a:lnTo>
                  <a:close/>
                  <a:moveTo>
                    <a:pt x="5550" y="0"/>
                  </a:moveTo>
                  <a:lnTo>
                    <a:pt x="5085" y="21"/>
                  </a:lnTo>
                  <a:lnTo>
                    <a:pt x="4601" y="61"/>
                  </a:lnTo>
                  <a:lnTo>
                    <a:pt x="4137" y="121"/>
                  </a:lnTo>
                  <a:lnTo>
                    <a:pt x="3653" y="222"/>
                  </a:lnTo>
                  <a:lnTo>
                    <a:pt x="3189" y="323"/>
                  </a:lnTo>
                  <a:lnTo>
                    <a:pt x="2724" y="464"/>
                  </a:lnTo>
                  <a:lnTo>
                    <a:pt x="2260" y="626"/>
                  </a:lnTo>
                  <a:lnTo>
                    <a:pt x="2079" y="707"/>
                  </a:lnTo>
                  <a:lnTo>
                    <a:pt x="1877" y="808"/>
                  </a:lnTo>
                  <a:lnTo>
                    <a:pt x="1675" y="929"/>
                  </a:lnTo>
                  <a:lnTo>
                    <a:pt x="1493" y="1070"/>
                  </a:lnTo>
                  <a:lnTo>
                    <a:pt x="1292" y="1211"/>
                  </a:lnTo>
                  <a:lnTo>
                    <a:pt x="1110" y="1373"/>
                  </a:lnTo>
                  <a:lnTo>
                    <a:pt x="928" y="1554"/>
                  </a:lnTo>
                  <a:lnTo>
                    <a:pt x="767" y="1716"/>
                  </a:lnTo>
                  <a:lnTo>
                    <a:pt x="605" y="1917"/>
                  </a:lnTo>
                  <a:lnTo>
                    <a:pt x="464" y="2119"/>
                  </a:lnTo>
                  <a:lnTo>
                    <a:pt x="343" y="2301"/>
                  </a:lnTo>
                  <a:lnTo>
                    <a:pt x="242" y="2523"/>
                  </a:lnTo>
                  <a:lnTo>
                    <a:pt x="141" y="2725"/>
                  </a:lnTo>
                  <a:lnTo>
                    <a:pt x="81" y="2926"/>
                  </a:lnTo>
                  <a:lnTo>
                    <a:pt x="20" y="3128"/>
                  </a:lnTo>
                  <a:lnTo>
                    <a:pt x="0" y="3330"/>
                  </a:lnTo>
                  <a:lnTo>
                    <a:pt x="0" y="3572"/>
                  </a:lnTo>
                  <a:lnTo>
                    <a:pt x="40" y="3774"/>
                  </a:lnTo>
                  <a:lnTo>
                    <a:pt x="121" y="3976"/>
                  </a:lnTo>
                  <a:lnTo>
                    <a:pt x="222" y="4178"/>
                  </a:lnTo>
                  <a:lnTo>
                    <a:pt x="363" y="4339"/>
                  </a:lnTo>
                  <a:lnTo>
                    <a:pt x="525" y="4501"/>
                  </a:lnTo>
                  <a:lnTo>
                    <a:pt x="747" y="4662"/>
                  </a:lnTo>
                  <a:lnTo>
                    <a:pt x="969" y="4783"/>
                  </a:lnTo>
                  <a:lnTo>
                    <a:pt x="1614" y="5106"/>
                  </a:lnTo>
                  <a:lnTo>
                    <a:pt x="2280" y="5368"/>
                  </a:lnTo>
                  <a:lnTo>
                    <a:pt x="2946" y="5631"/>
                  </a:lnTo>
                  <a:lnTo>
                    <a:pt x="3632" y="5853"/>
                  </a:lnTo>
                  <a:lnTo>
                    <a:pt x="4319" y="6034"/>
                  </a:lnTo>
                  <a:lnTo>
                    <a:pt x="5025" y="6196"/>
                  </a:lnTo>
                  <a:lnTo>
                    <a:pt x="5731" y="6337"/>
                  </a:lnTo>
                  <a:lnTo>
                    <a:pt x="6438" y="6438"/>
                  </a:lnTo>
                  <a:lnTo>
                    <a:pt x="7144" y="6498"/>
                  </a:lnTo>
                  <a:lnTo>
                    <a:pt x="7790" y="6519"/>
                  </a:lnTo>
                  <a:lnTo>
                    <a:pt x="8234" y="6519"/>
                  </a:lnTo>
                  <a:lnTo>
                    <a:pt x="8637" y="6478"/>
                  </a:lnTo>
                  <a:lnTo>
                    <a:pt x="9041" y="6418"/>
                  </a:lnTo>
                  <a:lnTo>
                    <a:pt x="9424" y="6357"/>
                  </a:lnTo>
                  <a:lnTo>
                    <a:pt x="9767" y="6256"/>
                  </a:lnTo>
                  <a:lnTo>
                    <a:pt x="10110" y="6135"/>
                  </a:lnTo>
                  <a:lnTo>
                    <a:pt x="10433" y="5974"/>
                  </a:lnTo>
                  <a:lnTo>
                    <a:pt x="10736" y="5812"/>
                  </a:lnTo>
                  <a:lnTo>
                    <a:pt x="10917" y="5691"/>
                  </a:lnTo>
                  <a:lnTo>
                    <a:pt x="11079" y="5570"/>
                  </a:lnTo>
                  <a:lnTo>
                    <a:pt x="11240" y="5429"/>
                  </a:lnTo>
                  <a:lnTo>
                    <a:pt x="11382" y="5308"/>
                  </a:lnTo>
                  <a:lnTo>
                    <a:pt x="11503" y="5166"/>
                  </a:lnTo>
                  <a:lnTo>
                    <a:pt x="11604" y="5005"/>
                  </a:lnTo>
                  <a:lnTo>
                    <a:pt x="11704" y="4864"/>
                  </a:lnTo>
                  <a:lnTo>
                    <a:pt x="11785" y="4702"/>
                  </a:lnTo>
                  <a:lnTo>
                    <a:pt x="11886" y="4440"/>
                  </a:lnTo>
                  <a:lnTo>
                    <a:pt x="11947" y="4137"/>
                  </a:lnTo>
                  <a:lnTo>
                    <a:pt x="11967" y="3855"/>
                  </a:lnTo>
                  <a:lnTo>
                    <a:pt x="11947" y="3552"/>
                  </a:lnTo>
                  <a:lnTo>
                    <a:pt x="11886" y="3249"/>
                  </a:lnTo>
                  <a:lnTo>
                    <a:pt x="11805" y="2947"/>
                  </a:lnTo>
                  <a:lnTo>
                    <a:pt x="11664" y="2644"/>
                  </a:lnTo>
                  <a:lnTo>
                    <a:pt x="11483" y="2361"/>
                  </a:lnTo>
                  <a:lnTo>
                    <a:pt x="11341" y="2160"/>
                  </a:lnTo>
                  <a:lnTo>
                    <a:pt x="11160" y="1938"/>
                  </a:lnTo>
                  <a:lnTo>
                    <a:pt x="10958" y="1736"/>
                  </a:lnTo>
                  <a:lnTo>
                    <a:pt x="10716" y="1554"/>
                  </a:lnTo>
                  <a:lnTo>
                    <a:pt x="10474" y="1373"/>
                  </a:lnTo>
                  <a:lnTo>
                    <a:pt x="10211" y="1191"/>
                  </a:lnTo>
                  <a:lnTo>
                    <a:pt x="9908" y="1030"/>
                  </a:lnTo>
                  <a:lnTo>
                    <a:pt x="9606" y="868"/>
                  </a:lnTo>
                  <a:lnTo>
                    <a:pt x="9182" y="666"/>
                  </a:lnTo>
                  <a:lnTo>
                    <a:pt x="8758" y="505"/>
                  </a:lnTo>
                  <a:lnTo>
                    <a:pt x="8314" y="364"/>
                  </a:lnTo>
                  <a:lnTo>
                    <a:pt x="7870" y="243"/>
                  </a:lnTo>
                  <a:lnTo>
                    <a:pt x="7406" y="142"/>
                  </a:lnTo>
                  <a:lnTo>
                    <a:pt x="6942" y="81"/>
                  </a:lnTo>
                  <a:lnTo>
                    <a:pt x="6478" y="21"/>
                  </a:lnTo>
                  <a:lnTo>
                    <a:pt x="60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7"/>
            <p:cNvSpPr/>
            <p:nvPr/>
          </p:nvSpPr>
          <p:spPr>
            <a:xfrm flipH="1">
              <a:off x="-246264" y="-1063843"/>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7"/>
            <p:cNvSpPr/>
            <p:nvPr/>
          </p:nvSpPr>
          <p:spPr>
            <a:xfrm flipH="1">
              <a:off x="-486582" y="-3332637"/>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7"/>
            <p:cNvSpPr/>
            <p:nvPr/>
          </p:nvSpPr>
          <p:spPr>
            <a:xfrm flipH="1">
              <a:off x="396816" y="-3077703"/>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7"/>
            <p:cNvSpPr/>
            <p:nvPr/>
          </p:nvSpPr>
          <p:spPr>
            <a:xfrm flipH="1">
              <a:off x="2086879" y="-1327833"/>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7"/>
            <p:cNvSpPr/>
            <p:nvPr/>
          </p:nvSpPr>
          <p:spPr>
            <a:xfrm flipH="1">
              <a:off x="-459496" y="-494710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7"/>
            <p:cNvSpPr/>
            <p:nvPr/>
          </p:nvSpPr>
          <p:spPr>
            <a:xfrm flipH="1">
              <a:off x="2120703" y="-1885164"/>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7"/>
            <p:cNvSpPr/>
            <p:nvPr/>
          </p:nvSpPr>
          <p:spPr>
            <a:xfrm flipH="1">
              <a:off x="2118467" y="-1887456"/>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7"/>
            <p:cNvSpPr/>
            <p:nvPr/>
          </p:nvSpPr>
          <p:spPr>
            <a:xfrm flipH="1">
              <a:off x="1892829" y="-3305578"/>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7"/>
            <p:cNvSpPr/>
            <p:nvPr/>
          </p:nvSpPr>
          <p:spPr>
            <a:xfrm flipH="1">
              <a:off x="1890536" y="-330787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7"/>
            <p:cNvSpPr/>
            <p:nvPr/>
          </p:nvSpPr>
          <p:spPr>
            <a:xfrm flipH="1">
              <a:off x="511885" y="-3871966"/>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7"/>
            <p:cNvSpPr/>
            <p:nvPr/>
          </p:nvSpPr>
          <p:spPr>
            <a:xfrm flipH="1">
              <a:off x="509648" y="-3874202"/>
              <a:ext cx="104994" cy="106112"/>
            </a:xfrm>
            <a:custGeom>
              <a:rect b="b" l="l" r="r" t="t"/>
              <a:pathLst>
                <a:path extrusionOk="0" h="1898" w="1878">
                  <a:moveTo>
                    <a:pt x="949" y="81"/>
                  </a:moveTo>
                  <a:lnTo>
                    <a:pt x="1111" y="101"/>
                  </a:lnTo>
                  <a:lnTo>
                    <a:pt x="1272" y="162"/>
                  </a:lnTo>
                  <a:lnTo>
                    <a:pt x="1413" y="243"/>
                  </a:lnTo>
                  <a:lnTo>
                    <a:pt x="1555" y="344"/>
                  </a:lnTo>
                  <a:lnTo>
                    <a:pt x="1655" y="465"/>
                  </a:lnTo>
                  <a:lnTo>
                    <a:pt x="1736" y="606"/>
                  </a:lnTo>
                  <a:lnTo>
                    <a:pt x="1777" y="767"/>
                  </a:lnTo>
                  <a:lnTo>
                    <a:pt x="1797" y="949"/>
                  </a:lnTo>
                  <a:lnTo>
                    <a:pt x="1777" y="1110"/>
                  </a:lnTo>
                  <a:lnTo>
                    <a:pt x="1736" y="1272"/>
                  </a:lnTo>
                  <a:lnTo>
                    <a:pt x="1655" y="1433"/>
                  </a:lnTo>
                  <a:lnTo>
                    <a:pt x="1555" y="1554"/>
                  </a:lnTo>
                  <a:lnTo>
                    <a:pt x="1413" y="1655"/>
                  </a:lnTo>
                  <a:lnTo>
                    <a:pt x="1272" y="1736"/>
                  </a:lnTo>
                  <a:lnTo>
                    <a:pt x="1111" y="1797"/>
                  </a:lnTo>
                  <a:lnTo>
                    <a:pt x="949" y="1817"/>
                  </a:lnTo>
                  <a:lnTo>
                    <a:pt x="768" y="1797"/>
                  </a:lnTo>
                  <a:lnTo>
                    <a:pt x="606" y="1736"/>
                  </a:lnTo>
                  <a:lnTo>
                    <a:pt x="465" y="1655"/>
                  </a:lnTo>
                  <a:lnTo>
                    <a:pt x="324" y="1554"/>
                  </a:lnTo>
                  <a:lnTo>
                    <a:pt x="223" y="1433"/>
                  </a:lnTo>
                  <a:lnTo>
                    <a:pt x="142" y="1272"/>
                  </a:lnTo>
                  <a:lnTo>
                    <a:pt x="102" y="1110"/>
                  </a:lnTo>
                  <a:lnTo>
                    <a:pt x="81" y="949"/>
                  </a:lnTo>
                  <a:lnTo>
                    <a:pt x="102" y="767"/>
                  </a:lnTo>
                  <a:lnTo>
                    <a:pt x="142" y="606"/>
                  </a:lnTo>
                  <a:lnTo>
                    <a:pt x="223" y="465"/>
                  </a:lnTo>
                  <a:lnTo>
                    <a:pt x="324" y="344"/>
                  </a:lnTo>
                  <a:lnTo>
                    <a:pt x="465" y="243"/>
                  </a:lnTo>
                  <a:lnTo>
                    <a:pt x="606" y="162"/>
                  </a:lnTo>
                  <a:lnTo>
                    <a:pt x="768" y="101"/>
                  </a:lnTo>
                  <a:lnTo>
                    <a:pt x="949" y="81"/>
                  </a:lnTo>
                  <a:close/>
                  <a:moveTo>
                    <a:pt x="949" y="1"/>
                  </a:moveTo>
                  <a:lnTo>
                    <a:pt x="747" y="21"/>
                  </a:lnTo>
                  <a:lnTo>
                    <a:pt x="56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66" y="1817"/>
                  </a:lnTo>
                  <a:lnTo>
                    <a:pt x="747" y="1877"/>
                  </a:lnTo>
                  <a:lnTo>
                    <a:pt x="949" y="1898"/>
                  </a:lnTo>
                  <a:lnTo>
                    <a:pt x="1131" y="1877"/>
                  </a:lnTo>
                  <a:lnTo>
                    <a:pt x="1312" y="1817"/>
                  </a:lnTo>
                  <a:lnTo>
                    <a:pt x="1474" y="1736"/>
                  </a:lnTo>
                  <a:lnTo>
                    <a:pt x="1615" y="1615"/>
                  </a:lnTo>
                  <a:lnTo>
                    <a:pt x="1716" y="1474"/>
                  </a:lnTo>
                  <a:lnTo>
                    <a:pt x="1817" y="1312"/>
                  </a:lnTo>
                  <a:lnTo>
                    <a:pt x="1857" y="1131"/>
                  </a:lnTo>
                  <a:lnTo>
                    <a:pt x="1877" y="949"/>
                  </a:lnTo>
                  <a:lnTo>
                    <a:pt x="1857" y="767"/>
                  </a:lnTo>
                  <a:lnTo>
                    <a:pt x="1817" y="586"/>
                  </a:lnTo>
                  <a:lnTo>
                    <a:pt x="1716" y="424"/>
                  </a:lnTo>
                  <a:lnTo>
                    <a:pt x="1615" y="283"/>
                  </a:lnTo>
                  <a:lnTo>
                    <a:pt x="1474" y="162"/>
                  </a:lnTo>
                  <a:lnTo>
                    <a:pt x="1312"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7"/>
            <p:cNvSpPr/>
            <p:nvPr/>
          </p:nvSpPr>
          <p:spPr>
            <a:xfrm flipH="1">
              <a:off x="-1037114" y="-3361987"/>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7"/>
            <p:cNvSpPr/>
            <p:nvPr/>
          </p:nvSpPr>
          <p:spPr>
            <a:xfrm flipH="1">
              <a:off x="-1039350" y="-3364280"/>
              <a:ext cx="104994" cy="104994"/>
            </a:xfrm>
            <a:custGeom>
              <a:rect b="b" l="l" r="r" t="t"/>
              <a:pathLst>
                <a:path extrusionOk="0" h="1878" w="1878">
                  <a:moveTo>
                    <a:pt x="949" y="82"/>
                  </a:moveTo>
                  <a:lnTo>
                    <a:pt x="1111" y="102"/>
                  </a:lnTo>
                  <a:lnTo>
                    <a:pt x="1272" y="142"/>
                  </a:lnTo>
                  <a:lnTo>
                    <a:pt x="1434" y="223"/>
                  </a:lnTo>
                  <a:lnTo>
                    <a:pt x="1555" y="324"/>
                  </a:lnTo>
                  <a:lnTo>
                    <a:pt x="1656" y="465"/>
                  </a:lnTo>
                  <a:lnTo>
                    <a:pt x="1736" y="606"/>
                  </a:lnTo>
                  <a:lnTo>
                    <a:pt x="1797" y="768"/>
                  </a:lnTo>
                  <a:lnTo>
                    <a:pt x="1797" y="949"/>
                  </a:lnTo>
                  <a:lnTo>
                    <a:pt x="1797" y="1111"/>
                  </a:lnTo>
                  <a:lnTo>
                    <a:pt x="1736" y="1272"/>
                  </a:lnTo>
                  <a:lnTo>
                    <a:pt x="1656" y="1414"/>
                  </a:lnTo>
                  <a:lnTo>
                    <a:pt x="1555" y="1555"/>
                  </a:lnTo>
                  <a:lnTo>
                    <a:pt x="1434" y="1656"/>
                  </a:lnTo>
                  <a:lnTo>
                    <a:pt x="1272" y="1736"/>
                  </a:lnTo>
                  <a:lnTo>
                    <a:pt x="1111" y="1777"/>
                  </a:lnTo>
                  <a:lnTo>
                    <a:pt x="949" y="1797"/>
                  </a:lnTo>
                  <a:lnTo>
                    <a:pt x="768" y="1777"/>
                  </a:lnTo>
                  <a:lnTo>
                    <a:pt x="606" y="1736"/>
                  </a:lnTo>
                  <a:lnTo>
                    <a:pt x="465" y="1656"/>
                  </a:lnTo>
                  <a:lnTo>
                    <a:pt x="344" y="1555"/>
                  </a:lnTo>
                  <a:lnTo>
                    <a:pt x="223" y="1414"/>
                  </a:lnTo>
                  <a:lnTo>
                    <a:pt x="162" y="1272"/>
                  </a:lnTo>
                  <a:lnTo>
                    <a:pt x="102" y="1111"/>
                  </a:lnTo>
                  <a:lnTo>
                    <a:pt x="82" y="949"/>
                  </a:lnTo>
                  <a:lnTo>
                    <a:pt x="102" y="768"/>
                  </a:lnTo>
                  <a:lnTo>
                    <a:pt x="162" y="606"/>
                  </a:lnTo>
                  <a:lnTo>
                    <a:pt x="223" y="465"/>
                  </a:lnTo>
                  <a:lnTo>
                    <a:pt x="344" y="324"/>
                  </a:lnTo>
                  <a:lnTo>
                    <a:pt x="465" y="223"/>
                  </a:lnTo>
                  <a:lnTo>
                    <a:pt x="606" y="142"/>
                  </a:lnTo>
                  <a:lnTo>
                    <a:pt x="768" y="102"/>
                  </a:lnTo>
                  <a:lnTo>
                    <a:pt x="949" y="82"/>
                  </a:lnTo>
                  <a:close/>
                  <a:moveTo>
                    <a:pt x="949" y="1"/>
                  </a:moveTo>
                  <a:lnTo>
                    <a:pt x="748" y="21"/>
                  </a:lnTo>
                  <a:lnTo>
                    <a:pt x="586" y="82"/>
                  </a:lnTo>
                  <a:lnTo>
                    <a:pt x="425" y="162"/>
                  </a:lnTo>
                  <a:lnTo>
                    <a:pt x="283" y="284"/>
                  </a:lnTo>
                  <a:lnTo>
                    <a:pt x="162" y="405"/>
                  </a:lnTo>
                  <a:lnTo>
                    <a:pt x="82" y="566"/>
                  </a:lnTo>
                  <a:lnTo>
                    <a:pt x="21" y="748"/>
                  </a:lnTo>
                  <a:lnTo>
                    <a:pt x="1" y="949"/>
                  </a:lnTo>
                  <a:lnTo>
                    <a:pt x="21" y="1131"/>
                  </a:lnTo>
                  <a:lnTo>
                    <a:pt x="82" y="1313"/>
                  </a:lnTo>
                  <a:lnTo>
                    <a:pt x="162" y="1474"/>
                  </a:lnTo>
                  <a:lnTo>
                    <a:pt x="283" y="1595"/>
                  </a:lnTo>
                  <a:lnTo>
                    <a:pt x="425" y="1716"/>
                  </a:lnTo>
                  <a:lnTo>
                    <a:pt x="586" y="1817"/>
                  </a:lnTo>
                  <a:lnTo>
                    <a:pt x="748" y="1858"/>
                  </a:lnTo>
                  <a:lnTo>
                    <a:pt x="949" y="1878"/>
                  </a:lnTo>
                  <a:lnTo>
                    <a:pt x="1131" y="1858"/>
                  </a:lnTo>
                  <a:lnTo>
                    <a:pt x="1313" y="1817"/>
                  </a:lnTo>
                  <a:lnTo>
                    <a:pt x="1474" y="1716"/>
                  </a:lnTo>
                  <a:lnTo>
                    <a:pt x="1615" y="1595"/>
                  </a:lnTo>
                  <a:lnTo>
                    <a:pt x="1716" y="1474"/>
                  </a:lnTo>
                  <a:lnTo>
                    <a:pt x="1817" y="1313"/>
                  </a:lnTo>
                  <a:lnTo>
                    <a:pt x="1878" y="1131"/>
                  </a:lnTo>
                  <a:lnTo>
                    <a:pt x="1878" y="949"/>
                  </a:lnTo>
                  <a:lnTo>
                    <a:pt x="1878" y="748"/>
                  </a:lnTo>
                  <a:lnTo>
                    <a:pt x="1817" y="566"/>
                  </a:lnTo>
                  <a:lnTo>
                    <a:pt x="1716" y="405"/>
                  </a:lnTo>
                  <a:lnTo>
                    <a:pt x="1615" y="284"/>
                  </a:lnTo>
                  <a:lnTo>
                    <a:pt x="1474" y="162"/>
                  </a:lnTo>
                  <a:lnTo>
                    <a:pt x="1313" y="82"/>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7"/>
            <p:cNvSpPr/>
            <p:nvPr/>
          </p:nvSpPr>
          <p:spPr>
            <a:xfrm flipH="1">
              <a:off x="1080509" y="-136624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7"/>
            <p:cNvSpPr/>
            <p:nvPr/>
          </p:nvSpPr>
          <p:spPr>
            <a:xfrm flipH="1">
              <a:off x="1078272" y="-1368477"/>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7"/>
            <p:cNvSpPr/>
            <p:nvPr/>
          </p:nvSpPr>
          <p:spPr>
            <a:xfrm flipH="1">
              <a:off x="-1522213" y="-1840048"/>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7"/>
            <p:cNvSpPr/>
            <p:nvPr/>
          </p:nvSpPr>
          <p:spPr>
            <a:xfrm flipH="1">
              <a:off x="-1524506" y="-1842340"/>
              <a:ext cx="104994" cy="104994"/>
            </a:xfrm>
            <a:custGeom>
              <a:rect b="b" l="l" r="r" t="t"/>
              <a:pathLst>
                <a:path extrusionOk="0" h="1878" w="1878">
                  <a:moveTo>
                    <a:pt x="949" y="82"/>
                  </a:moveTo>
                  <a:lnTo>
                    <a:pt x="1110" y="102"/>
                  </a:lnTo>
                  <a:lnTo>
                    <a:pt x="1272" y="142"/>
                  </a:lnTo>
                  <a:lnTo>
                    <a:pt x="1413" y="223"/>
                  </a:lnTo>
                  <a:lnTo>
                    <a:pt x="1554" y="324"/>
                  </a:lnTo>
                  <a:lnTo>
                    <a:pt x="1655" y="465"/>
                  </a:lnTo>
                  <a:lnTo>
                    <a:pt x="1736" y="606"/>
                  </a:lnTo>
                  <a:lnTo>
                    <a:pt x="1776" y="768"/>
                  </a:lnTo>
                  <a:lnTo>
                    <a:pt x="1796" y="949"/>
                  </a:lnTo>
                  <a:lnTo>
                    <a:pt x="1776" y="1111"/>
                  </a:lnTo>
                  <a:lnTo>
                    <a:pt x="1736" y="1272"/>
                  </a:lnTo>
                  <a:lnTo>
                    <a:pt x="1655" y="1414"/>
                  </a:lnTo>
                  <a:lnTo>
                    <a:pt x="1554" y="1555"/>
                  </a:lnTo>
                  <a:lnTo>
                    <a:pt x="1413" y="1656"/>
                  </a:lnTo>
                  <a:lnTo>
                    <a:pt x="1272" y="1736"/>
                  </a:lnTo>
                  <a:lnTo>
                    <a:pt x="1110" y="1777"/>
                  </a:lnTo>
                  <a:lnTo>
                    <a:pt x="949" y="1797"/>
                  </a:lnTo>
                  <a:lnTo>
                    <a:pt x="767" y="1777"/>
                  </a:lnTo>
                  <a:lnTo>
                    <a:pt x="606" y="1736"/>
                  </a:lnTo>
                  <a:lnTo>
                    <a:pt x="464" y="1656"/>
                  </a:lnTo>
                  <a:lnTo>
                    <a:pt x="323" y="1555"/>
                  </a:lnTo>
                  <a:lnTo>
                    <a:pt x="222" y="1414"/>
                  </a:lnTo>
                  <a:lnTo>
                    <a:pt x="142" y="1272"/>
                  </a:lnTo>
                  <a:lnTo>
                    <a:pt x="101" y="1111"/>
                  </a:lnTo>
                  <a:lnTo>
                    <a:pt x="81" y="949"/>
                  </a:lnTo>
                  <a:lnTo>
                    <a:pt x="101" y="768"/>
                  </a:lnTo>
                  <a:lnTo>
                    <a:pt x="142" y="606"/>
                  </a:lnTo>
                  <a:lnTo>
                    <a:pt x="222" y="465"/>
                  </a:lnTo>
                  <a:lnTo>
                    <a:pt x="323" y="324"/>
                  </a:lnTo>
                  <a:lnTo>
                    <a:pt x="464" y="223"/>
                  </a:lnTo>
                  <a:lnTo>
                    <a:pt x="606" y="142"/>
                  </a:lnTo>
                  <a:lnTo>
                    <a:pt x="767" y="102"/>
                  </a:lnTo>
                  <a:lnTo>
                    <a:pt x="949" y="82"/>
                  </a:lnTo>
                  <a:close/>
                  <a:moveTo>
                    <a:pt x="949" y="1"/>
                  </a:moveTo>
                  <a:lnTo>
                    <a:pt x="747" y="21"/>
                  </a:lnTo>
                  <a:lnTo>
                    <a:pt x="565" y="82"/>
                  </a:lnTo>
                  <a:lnTo>
                    <a:pt x="424" y="162"/>
                  </a:lnTo>
                  <a:lnTo>
                    <a:pt x="283" y="283"/>
                  </a:lnTo>
                  <a:lnTo>
                    <a:pt x="162" y="405"/>
                  </a:lnTo>
                  <a:lnTo>
                    <a:pt x="81" y="566"/>
                  </a:lnTo>
                  <a:lnTo>
                    <a:pt x="21" y="748"/>
                  </a:lnTo>
                  <a:lnTo>
                    <a:pt x="0" y="949"/>
                  </a:lnTo>
                  <a:lnTo>
                    <a:pt x="21" y="1131"/>
                  </a:lnTo>
                  <a:lnTo>
                    <a:pt x="81" y="1313"/>
                  </a:lnTo>
                  <a:lnTo>
                    <a:pt x="162" y="1474"/>
                  </a:lnTo>
                  <a:lnTo>
                    <a:pt x="283" y="1595"/>
                  </a:lnTo>
                  <a:lnTo>
                    <a:pt x="424" y="1716"/>
                  </a:lnTo>
                  <a:lnTo>
                    <a:pt x="565" y="1797"/>
                  </a:lnTo>
                  <a:lnTo>
                    <a:pt x="747" y="1857"/>
                  </a:lnTo>
                  <a:lnTo>
                    <a:pt x="949" y="1878"/>
                  </a:lnTo>
                  <a:lnTo>
                    <a:pt x="1130" y="1857"/>
                  </a:lnTo>
                  <a:lnTo>
                    <a:pt x="1312" y="1797"/>
                  </a:lnTo>
                  <a:lnTo>
                    <a:pt x="1473" y="1716"/>
                  </a:lnTo>
                  <a:lnTo>
                    <a:pt x="1615" y="1595"/>
                  </a:lnTo>
                  <a:lnTo>
                    <a:pt x="1716" y="1474"/>
                  </a:lnTo>
                  <a:lnTo>
                    <a:pt x="1817" y="1313"/>
                  </a:lnTo>
                  <a:lnTo>
                    <a:pt x="1857" y="1131"/>
                  </a:lnTo>
                  <a:lnTo>
                    <a:pt x="1877" y="949"/>
                  </a:lnTo>
                  <a:lnTo>
                    <a:pt x="1857" y="748"/>
                  </a:lnTo>
                  <a:lnTo>
                    <a:pt x="1817" y="566"/>
                  </a:lnTo>
                  <a:lnTo>
                    <a:pt x="1716" y="405"/>
                  </a:lnTo>
                  <a:lnTo>
                    <a:pt x="1615" y="283"/>
                  </a:lnTo>
                  <a:lnTo>
                    <a:pt x="1473" y="162"/>
                  </a:lnTo>
                  <a:lnTo>
                    <a:pt x="1312" y="82"/>
                  </a:lnTo>
                  <a:lnTo>
                    <a:pt x="1130"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7"/>
            <p:cNvSpPr/>
            <p:nvPr/>
          </p:nvSpPr>
          <p:spPr>
            <a:xfrm flipH="1">
              <a:off x="-3230321" y="-2914121"/>
              <a:ext cx="101584" cy="101640"/>
            </a:xfrm>
            <a:custGeom>
              <a:rect b="b" l="l" r="r" t="t"/>
              <a:pathLst>
                <a:path extrusionOk="0" h="1818" w="1817">
                  <a:moveTo>
                    <a:pt x="908" y="1"/>
                  </a:moveTo>
                  <a:lnTo>
                    <a:pt x="727" y="21"/>
                  </a:lnTo>
                  <a:lnTo>
                    <a:pt x="565" y="82"/>
                  </a:lnTo>
                  <a:lnTo>
                    <a:pt x="404" y="162"/>
                  </a:lnTo>
                  <a:lnTo>
                    <a:pt x="262" y="263"/>
                  </a:lnTo>
                  <a:lnTo>
                    <a:pt x="162" y="404"/>
                  </a:lnTo>
                  <a:lnTo>
                    <a:pt x="81" y="566"/>
                  </a:lnTo>
                  <a:lnTo>
                    <a:pt x="20" y="727"/>
                  </a:lnTo>
                  <a:lnTo>
                    <a:pt x="0" y="909"/>
                  </a:lnTo>
                  <a:lnTo>
                    <a:pt x="20" y="1091"/>
                  </a:lnTo>
                  <a:lnTo>
                    <a:pt x="81" y="1252"/>
                  </a:lnTo>
                  <a:lnTo>
                    <a:pt x="162" y="1413"/>
                  </a:lnTo>
                  <a:lnTo>
                    <a:pt x="262" y="1555"/>
                  </a:lnTo>
                  <a:lnTo>
                    <a:pt x="404" y="1656"/>
                  </a:lnTo>
                  <a:lnTo>
                    <a:pt x="565" y="1736"/>
                  </a:lnTo>
                  <a:lnTo>
                    <a:pt x="727" y="1797"/>
                  </a:lnTo>
                  <a:lnTo>
                    <a:pt x="908" y="1817"/>
                  </a:lnTo>
                  <a:lnTo>
                    <a:pt x="1090" y="1797"/>
                  </a:lnTo>
                  <a:lnTo>
                    <a:pt x="1251" y="1736"/>
                  </a:lnTo>
                  <a:lnTo>
                    <a:pt x="1413" y="1656"/>
                  </a:lnTo>
                  <a:lnTo>
                    <a:pt x="1534" y="1555"/>
                  </a:lnTo>
                  <a:lnTo>
                    <a:pt x="1655" y="1413"/>
                  </a:lnTo>
                  <a:lnTo>
                    <a:pt x="1736" y="1252"/>
                  </a:lnTo>
                  <a:lnTo>
                    <a:pt x="1796" y="1091"/>
                  </a:lnTo>
                  <a:lnTo>
                    <a:pt x="1816" y="909"/>
                  </a:lnTo>
                  <a:lnTo>
                    <a:pt x="1796" y="727"/>
                  </a:lnTo>
                  <a:lnTo>
                    <a:pt x="1736" y="566"/>
                  </a:lnTo>
                  <a:lnTo>
                    <a:pt x="1655" y="404"/>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7"/>
            <p:cNvSpPr/>
            <p:nvPr/>
          </p:nvSpPr>
          <p:spPr>
            <a:xfrm flipH="1">
              <a:off x="-3232558" y="-2916358"/>
              <a:ext cx="106112" cy="106112"/>
            </a:xfrm>
            <a:custGeom>
              <a:rect b="b" l="l" r="r" t="t"/>
              <a:pathLst>
                <a:path extrusionOk="0" h="1898" w="1898">
                  <a:moveTo>
                    <a:pt x="949" y="81"/>
                  </a:moveTo>
                  <a:lnTo>
                    <a:pt x="1131" y="101"/>
                  </a:lnTo>
                  <a:lnTo>
                    <a:pt x="1292" y="162"/>
                  </a:lnTo>
                  <a:lnTo>
                    <a:pt x="1434" y="243"/>
                  </a:lnTo>
                  <a:lnTo>
                    <a:pt x="1555" y="344"/>
                  </a:lnTo>
                  <a:lnTo>
                    <a:pt x="1655" y="465"/>
                  </a:lnTo>
                  <a:lnTo>
                    <a:pt x="1736" y="606"/>
                  </a:lnTo>
                  <a:lnTo>
                    <a:pt x="1797" y="767"/>
                  </a:lnTo>
                  <a:lnTo>
                    <a:pt x="1817" y="949"/>
                  </a:lnTo>
                  <a:lnTo>
                    <a:pt x="1797" y="1131"/>
                  </a:lnTo>
                  <a:lnTo>
                    <a:pt x="1736" y="1292"/>
                  </a:lnTo>
                  <a:lnTo>
                    <a:pt x="1655" y="1433"/>
                  </a:lnTo>
                  <a:lnTo>
                    <a:pt x="1555" y="1554"/>
                  </a:lnTo>
                  <a:lnTo>
                    <a:pt x="1434" y="1655"/>
                  </a:lnTo>
                  <a:lnTo>
                    <a:pt x="1292" y="1736"/>
                  </a:lnTo>
                  <a:lnTo>
                    <a:pt x="1131" y="1797"/>
                  </a:lnTo>
                  <a:lnTo>
                    <a:pt x="949" y="1817"/>
                  </a:lnTo>
                  <a:lnTo>
                    <a:pt x="768" y="1797"/>
                  </a:lnTo>
                  <a:lnTo>
                    <a:pt x="606" y="1736"/>
                  </a:lnTo>
                  <a:lnTo>
                    <a:pt x="465" y="1655"/>
                  </a:lnTo>
                  <a:lnTo>
                    <a:pt x="344" y="1554"/>
                  </a:lnTo>
                  <a:lnTo>
                    <a:pt x="243" y="1433"/>
                  </a:lnTo>
                  <a:lnTo>
                    <a:pt x="162" y="1292"/>
                  </a:lnTo>
                  <a:lnTo>
                    <a:pt x="102" y="1131"/>
                  </a:lnTo>
                  <a:lnTo>
                    <a:pt x="81" y="949"/>
                  </a:lnTo>
                  <a:lnTo>
                    <a:pt x="102" y="767"/>
                  </a:lnTo>
                  <a:lnTo>
                    <a:pt x="162" y="606"/>
                  </a:lnTo>
                  <a:lnTo>
                    <a:pt x="243" y="465"/>
                  </a:lnTo>
                  <a:lnTo>
                    <a:pt x="344" y="344"/>
                  </a:lnTo>
                  <a:lnTo>
                    <a:pt x="465" y="243"/>
                  </a:lnTo>
                  <a:lnTo>
                    <a:pt x="606" y="162"/>
                  </a:lnTo>
                  <a:lnTo>
                    <a:pt x="768" y="101"/>
                  </a:lnTo>
                  <a:lnTo>
                    <a:pt x="949" y="81"/>
                  </a:lnTo>
                  <a:close/>
                  <a:moveTo>
                    <a:pt x="949" y="0"/>
                  </a:moveTo>
                  <a:lnTo>
                    <a:pt x="768" y="21"/>
                  </a:lnTo>
                  <a:lnTo>
                    <a:pt x="58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86" y="1817"/>
                  </a:lnTo>
                  <a:lnTo>
                    <a:pt x="768" y="1877"/>
                  </a:lnTo>
                  <a:lnTo>
                    <a:pt x="949" y="1897"/>
                  </a:lnTo>
                  <a:lnTo>
                    <a:pt x="1131" y="1877"/>
                  </a:lnTo>
                  <a:lnTo>
                    <a:pt x="1312" y="1817"/>
                  </a:lnTo>
                  <a:lnTo>
                    <a:pt x="1474" y="1736"/>
                  </a:lnTo>
                  <a:lnTo>
                    <a:pt x="1615" y="1615"/>
                  </a:lnTo>
                  <a:lnTo>
                    <a:pt x="1736" y="1474"/>
                  </a:lnTo>
                  <a:lnTo>
                    <a:pt x="1817" y="1312"/>
                  </a:lnTo>
                  <a:lnTo>
                    <a:pt x="1877" y="1131"/>
                  </a:lnTo>
                  <a:lnTo>
                    <a:pt x="1898" y="949"/>
                  </a:lnTo>
                  <a:lnTo>
                    <a:pt x="1877" y="767"/>
                  </a:lnTo>
                  <a:lnTo>
                    <a:pt x="1817" y="586"/>
                  </a:lnTo>
                  <a:lnTo>
                    <a:pt x="1736" y="424"/>
                  </a:lnTo>
                  <a:lnTo>
                    <a:pt x="1615" y="283"/>
                  </a:lnTo>
                  <a:lnTo>
                    <a:pt x="1474" y="162"/>
                  </a:lnTo>
                  <a:lnTo>
                    <a:pt x="1312" y="81"/>
                  </a:lnTo>
                  <a:lnTo>
                    <a:pt x="1131"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7"/>
            <p:cNvSpPr/>
            <p:nvPr/>
          </p:nvSpPr>
          <p:spPr>
            <a:xfrm flipH="1">
              <a:off x="-1102524" y="-486928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7"/>
            <p:cNvSpPr/>
            <p:nvPr/>
          </p:nvSpPr>
          <p:spPr>
            <a:xfrm flipH="1">
              <a:off x="-1104816" y="-4871516"/>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7"/>
            <p:cNvSpPr/>
            <p:nvPr/>
          </p:nvSpPr>
          <p:spPr>
            <a:xfrm flipH="1">
              <a:off x="915810" y="-28261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7"/>
            <p:cNvSpPr/>
            <p:nvPr/>
          </p:nvSpPr>
          <p:spPr>
            <a:xfrm flipH="1">
              <a:off x="892105" y="-280242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7"/>
            <p:cNvSpPr/>
            <p:nvPr/>
          </p:nvSpPr>
          <p:spPr>
            <a:xfrm flipH="1">
              <a:off x="161018" y="-3857262"/>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7"/>
            <p:cNvSpPr/>
            <p:nvPr/>
          </p:nvSpPr>
          <p:spPr>
            <a:xfrm flipH="1">
              <a:off x="136195" y="-3832440"/>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7"/>
            <p:cNvSpPr/>
            <p:nvPr/>
          </p:nvSpPr>
          <p:spPr>
            <a:xfrm flipH="1">
              <a:off x="-2522936" y="-2096155"/>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7"/>
            <p:cNvSpPr/>
            <p:nvPr/>
          </p:nvSpPr>
          <p:spPr>
            <a:xfrm flipH="1">
              <a:off x="-2548878" y="-2071332"/>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 name="Google Shape;556;p7"/>
          <p:cNvGrpSpPr/>
          <p:nvPr/>
        </p:nvGrpSpPr>
        <p:grpSpPr>
          <a:xfrm>
            <a:off x="7135796" y="3599491"/>
            <a:ext cx="1209708" cy="1147945"/>
            <a:chOff x="5235125" y="2636100"/>
            <a:chExt cx="796175" cy="755525"/>
          </a:xfrm>
        </p:grpSpPr>
        <p:sp>
          <p:nvSpPr>
            <p:cNvPr id="557" name="Google Shape;557;p7"/>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7"/>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7"/>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7"/>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7"/>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7"/>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7"/>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7"/>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7"/>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7"/>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7"/>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7"/>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7"/>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7"/>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7"/>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7"/>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7"/>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7"/>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7"/>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7"/>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7"/>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7"/>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7"/>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7"/>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7"/>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7"/>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7"/>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7"/>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7"/>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7"/>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7"/>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7"/>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7"/>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7"/>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7"/>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7"/>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7"/>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7"/>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7"/>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7"/>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7"/>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7"/>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7"/>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7"/>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7"/>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7"/>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7"/>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7"/>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7"/>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7"/>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7"/>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7"/>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7"/>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7"/>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7"/>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7"/>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7"/>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7"/>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7"/>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7"/>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7"/>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7"/>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7"/>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7"/>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21" name="Shape 621"/>
        <p:cNvGrpSpPr/>
        <p:nvPr/>
      </p:nvGrpSpPr>
      <p:grpSpPr>
        <a:xfrm>
          <a:off x="0" y="0"/>
          <a:ext cx="0" cy="0"/>
          <a:chOff x="0" y="0"/>
          <a:chExt cx="0" cy="0"/>
        </a:xfrm>
      </p:grpSpPr>
      <p:sp>
        <p:nvSpPr>
          <p:cNvPr id="622" name="Google Shape;622;p8"/>
          <p:cNvSpPr txBox="1"/>
          <p:nvPr>
            <p:ph type="title"/>
          </p:nvPr>
        </p:nvSpPr>
        <p:spPr>
          <a:xfrm>
            <a:off x="1827300" y="1626600"/>
            <a:ext cx="5489400" cy="1890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7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623" name="Google Shape;623;p8"/>
          <p:cNvSpPr/>
          <p:nvPr/>
        </p:nvSpPr>
        <p:spPr>
          <a:xfrm flipH="1">
            <a:off x="-37500" y="3947100"/>
            <a:ext cx="9219000" cy="1196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8"/>
          <p:cNvSpPr/>
          <p:nvPr/>
        </p:nvSpPr>
        <p:spPr>
          <a:xfrm flipH="1">
            <a:off x="-37500" y="0"/>
            <a:ext cx="9219000" cy="1196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8"/>
          <p:cNvSpPr/>
          <p:nvPr/>
        </p:nvSpPr>
        <p:spPr>
          <a:xfrm>
            <a:off x="689070" y="380518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8"/>
          <p:cNvSpPr/>
          <p:nvPr/>
        </p:nvSpPr>
        <p:spPr>
          <a:xfrm flipH="1">
            <a:off x="80418" y="3516899"/>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8"/>
          <p:cNvSpPr/>
          <p:nvPr/>
        </p:nvSpPr>
        <p:spPr>
          <a:xfrm flipH="1">
            <a:off x="282366" y="3573308"/>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8"/>
          <p:cNvSpPr/>
          <p:nvPr/>
        </p:nvSpPr>
        <p:spPr>
          <a:xfrm flipH="1">
            <a:off x="568954" y="3680481"/>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8"/>
          <p:cNvSpPr/>
          <p:nvPr/>
        </p:nvSpPr>
        <p:spPr>
          <a:xfrm flipH="1">
            <a:off x="1140961" y="4091169"/>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8"/>
          <p:cNvSpPr/>
          <p:nvPr/>
        </p:nvSpPr>
        <p:spPr>
          <a:xfrm>
            <a:off x="8495347" y="204440"/>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8"/>
          <p:cNvSpPr/>
          <p:nvPr/>
        </p:nvSpPr>
        <p:spPr>
          <a:xfrm flipH="1">
            <a:off x="6624317" y="-129457"/>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8"/>
          <p:cNvSpPr/>
          <p:nvPr/>
        </p:nvSpPr>
        <p:spPr>
          <a:xfrm flipH="1">
            <a:off x="7823600" y="1072027"/>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8"/>
          <p:cNvSpPr/>
          <p:nvPr/>
        </p:nvSpPr>
        <p:spPr>
          <a:xfrm flipH="1">
            <a:off x="6751789" y="14949"/>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8"/>
          <p:cNvSpPr/>
          <p:nvPr/>
        </p:nvSpPr>
        <p:spPr>
          <a:xfrm flipH="1">
            <a:off x="7968010" y="1140848"/>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8"/>
          <p:cNvSpPr/>
          <p:nvPr/>
        </p:nvSpPr>
        <p:spPr>
          <a:xfrm flipH="1">
            <a:off x="6877024" y="75831"/>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8"/>
          <p:cNvSpPr/>
          <p:nvPr/>
        </p:nvSpPr>
        <p:spPr>
          <a:xfrm flipH="1">
            <a:off x="8112477" y="1250313"/>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8"/>
          <p:cNvSpPr/>
          <p:nvPr/>
        </p:nvSpPr>
        <p:spPr>
          <a:xfrm>
            <a:off x="414425" y="211116"/>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8"/>
          <p:cNvSpPr/>
          <p:nvPr/>
        </p:nvSpPr>
        <p:spPr>
          <a:xfrm rot="5400000">
            <a:off x="414425" y="816218"/>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8"/>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8"/>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1" name="Google Shape;641;p8"/>
          <p:cNvGrpSpPr/>
          <p:nvPr/>
        </p:nvGrpSpPr>
        <p:grpSpPr>
          <a:xfrm>
            <a:off x="3970979" y="4195255"/>
            <a:ext cx="1205112" cy="835252"/>
            <a:chOff x="3970979" y="4168866"/>
            <a:chExt cx="1205112" cy="835252"/>
          </a:xfrm>
        </p:grpSpPr>
        <p:sp>
          <p:nvSpPr>
            <p:cNvPr id="642" name="Google Shape;642;p8"/>
            <p:cNvSpPr/>
            <p:nvPr/>
          </p:nvSpPr>
          <p:spPr>
            <a:xfrm>
              <a:off x="4793924" y="463642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8"/>
            <p:cNvSpPr/>
            <p:nvPr/>
          </p:nvSpPr>
          <p:spPr>
            <a:xfrm>
              <a:off x="4955626" y="4789730"/>
              <a:ext cx="56484" cy="5268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8"/>
            <p:cNvSpPr/>
            <p:nvPr/>
          </p:nvSpPr>
          <p:spPr>
            <a:xfrm>
              <a:off x="4465201" y="416886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8"/>
            <p:cNvSpPr/>
            <p:nvPr/>
          </p:nvSpPr>
          <p:spPr>
            <a:xfrm>
              <a:off x="4632221" y="416886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8"/>
            <p:cNvSpPr/>
            <p:nvPr/>
          </p:nvSpPr>
          <p:spPr>
            <a:xfrm>
              <a:off x="4466721" y="432449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8"/>
            <p:cNvSpPr/>
            <p:nvPr/>
          </p:nvSpPr>
          <p:spPr>
            <a:xfrm>
              <a:off x="4629942" y="432373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8"/>
            <p:cNvSpPr/>
            <p:nvPr/>
          </p:nvSpPr>
          <p:spPr>
            <a:xfrm>
              <a:off x="4796203" y="432449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8"/>
            <p:cNvSpPr/>
            <p:nvPr/>
          </p:nvSpPr>
          <p:spPr>
            <a:xfrm>
              <a:off x="4459086" y="447548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8"/>
            <p:cNvSpPr/>
            <p:nvPr/>
          </p:nvSpPr>
          <p:spPr>
            <a:xfrm>
              <a:off x="4631462" y="448007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8"/>
            <p:cNvSpPr/>
            <p:nvPr/>
          </p:nvSpPr>
          <p:spPr>
            <a:xfrm>
              <a:off x="4796203" y="448083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8"/>
            <p:cNvSpPr/>
            <p:nvPr/>
          </p:nvSpPr>
          <p:spPr>
            <a:xfrm>
              <a:off x="4957905" y="4945317"/>
              <a:ext cx="54205" cy="51166"/>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8"/>
            <p:cNvSpPr/>
            <p:nvPr/>
          </p:nvSpPr>
          <p:spPr>
            <a:xfrm>
              <a:off x="4462163" y="463490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8"/>
            <p:cNvSpPr/>
            <p:nvPr/>
          </p:nvSpPr>
          <p:spPr>
            <a:xfrm>
              <a:off x="4630702" y="463566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8"/>
            <p:cNvSpPr/>
            <p:nvPr/>
          </p:nvSpPr>
          <p:spPr>
            <a:xfrm>
              <a:off x="4797000" y="416966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8"/>
            <p:cNvSpPr/>
            <p:nvPr/>
          </p:nvSpPr>
          <p:spPr>
            <a:xfrm>
              <a:off x="4793924" y="4946874"/>
              <a:ext cx="54205" cy="50368"/>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8"/>
            <p:cNvSpPr/>
            <p:nvPr/>
          </p:nvSpPr>
          <p:spPr>
            <a:xfrm>
              <a:off x="4626144" y="4942278"/>
              <a:ext cx="70196" cy="58003"/>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8"/>
            <p:cNvSpPr/>
            <p:nvPr/>
          </p:nvSpPr>
          <p:spPr>
            <a:xfrm>
              <a:off x="4464442" y="4944557"/>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8"/>
            <p:cNvSpPr/>
            <p:nvPr/>
          </p:nvSpPr>
          <p:spPr>
            <a:xfrm>
              <a:off x="4299701" y="4939999"/>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8"/>
            <p:cNvSpPr/>
            <p:nvPr/>
          </p:nvSpPr>
          <p:spPr>
            <a:xfrm>
              <a:off x="4790125" y="4792010"/>
              <a:ext cx="57243" cy="5420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8"/>
            <p:cNvSpPr/>
            <p:nvPr/>
          </p:nvSpPr>
          <p:spPr>
            <a:xfrm>
              <a:off x="4464442" y="4790490"/>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8"/>
            <p:cNvSpPr/>
            <p:nvPr/>
          </p:nvSpPr>
          <p:spPr>
            <a:xfrm>
              <a:off x="4630702" y="4788971"/>
              <a:ext cx="58003" cy="54964"/>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8"/>
            <p:cNvSpPr/>
            <p:nvPr/>
          </p:nvSpPr>
          <p:spPr>
            <a:xfrm>
              <a:off x="4960982" y="417194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8"/>
            <p:cNvSpPr/>
            <p:nvPr/>
          </p:nvSpPr>
          <p:spPr>
            <a:xfrm>
              <a:off x="4301220" y="4787451"/>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8"/>
            <p:cNvSpPr/>
            <p:nvPr/>
          </p:nvSpPr>
          <p:spPr>
            <a:xfrm>
              <a:off x="5123443" y="4792769"/>
              <a:ext cx="51888" cy="48089"/>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8"/>
            <p:cNvSpPr/>
            <p:nvPr/>
          </p:nvSpPr>
          <p:spPr>
            <a:xfrm>
              <a:off x="4303499" y="416966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8"/>
            <p:cNvSpPr/>
            <p:nvPr/>
          </p:nvSpPr>
          <p:spPr>
            <a:xfrm>
              <a:off x="4137239" y="4943798"/>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8"/>
            <p:cNvSpPr/>
            <p:nvPr/>
          </p:nvSpPr>
          <p:spPr>
            <a:xfrm>
              <a:off x="4136479" y="4785932"/>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8"/>
            <p:cNvSpPr/>
            <p:nvPr/>
          </p:nvSpPr>
          <p:spPr>
            <a:xfrm>
              <a:off x="4303499" y="432449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8"/>
            <p:cNvSpPr/>
            <p:nvPr/>
          </p:nvSpPr>
          <p:spPr>
            <a:xfrm>
              <a:off x="4959424" y="463642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8"/>
            <p:cNvSpPr/>
            <p:nvPr/>
          </p:nvSpPr>
          <p:spPr>
            <a:xfrm>
              <a:off x="4301980" y="463566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8"/>
            <p:cNvSpPr/>
            <p:nvPr/>
          </p:nvSpPr>
          <p:spPr>
            <a:xfrm>
              <a:off x="5122684" y="4947634"/>
              <a:ext cx="53407" cy="51128"/>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8"/>
            <p:cNvSpPr/>
            <p:nvPr/>
          </p:nvSpPr>
          <p:spPr>
            <a:xfrm>
              <a:off x="4960222" y="432676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8"/>
            <p:cNvSpPr/>
            <p:nvPr/>
          </p:nvSpPr>
          <p:spPr>
            <a:xfrm>
              <a:off x="4137239" y="463414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8"/>
            <p:cNvSpPr/>
            <p:nvPr/>
          </p:nvSpPr>
          <p:spPr>
            <a:xfrm>
              <a:off x="4959424" y="448235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8"/>
            <p:cNvSpPr/>
            <p:nvPr/>
          </p:nvSpPr>
          <p:spPr>
            <a:xfrm>
              <a:off x="4302740" y="447931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8"/>
            <p:cNvSpPr/>
            <p:nvPr/>
          </p:nvSpPr>
          <p:spPr>
            <a:xfrm>
              <a:off x="4138758" y="447092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8"/>
            <p:cNvSpPr/>
            <p:nvPr/>
          </p:nvSpPr>
          <p:spPr>
            <a:xfrm>
              <a:off x="3970979" y="463490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8"/>
            <p:cNvSpPr/>
            <p:nvPr/>
          </p:nvSpPr>
          <p:spPr>
            <a:xfrm>
              <a:off x="3973258" y="448007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8"/>
            <p:cNvSpPr/>
            <p:nvPr/>
          </p:nvSpPr>
          <p:spPr>
            <a:xfrm>
              <a:off x="5123443" y="463870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8"/>
            <p:cNvSpPr/>
            <p:nvPr/>
          </p:nvSpPr>
          <p:spPr>
            <a:xfrm>
              <a:off x="3970979" y="4789730"/>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8"/>
            <p:cNvSpPr/>
            <p:nvPr/>
          </p:nvSpPr>
          <p:spPr>
            <a:xfrm>
              <a:off x="4137239" y="432601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8"/>
            <p:cNvSpPr/>
            <p:nvPr/>
          </p:nvSpPr>
          <p:spPr>
            <a:xfrm>
              <a:off x="3972498" y="4945317"/>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8"/>
            <p:cNvSpPr/>
            <p:nvPr/>
          </p:nvSpPr>
          <p:spPr>
            <a:xfrm>
              <a:off x="4134960" y="417042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8"/>
            <p:cNvSpPr/>
            <p:nvPr/>
          </p:nvSpPr>
          <p:spPr>
            <a:xfrm>
              <a:off x="5121886" y="448387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8"/>
            <p:cNvSpPr/>
            <p:nvPr/>
          </p:nvSpPr>
          <p:spPr>
            <a:xfrm>
              <a:off x="5124203" y="432828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8"/>
            <p:cNvSpPr/>
            <p:nvPr/>
          </p:nvSpPr>
          <p:spPr>
            <a:xfrm>
              <a:off x="3974777" y="432373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8"/>
            <p:cNvSpPr/>
            <p:nvPr/>
          </p:nvSpPr>
          <p:spPr>
            <a:xfrm>
              <a:off x="3975537" y="416886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8"/>
            <p:cNvSpPr/>
            <p:nvPr/>
          </p:nvSpPr>
          <p:spPr>
            <a:xfrm>
              <a:off x="5124963" y="417270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0" name="Google Shape;690;p8"/>
          <p:cNvSpPr/>
          <p:nvPr/>
        </p:nvSpPr>
        <p:spPr>
          <a:xfrm flipH="1">
            <a:off x="8130627" y="1470868"/>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8"/>
          <p:cNvSpPr/>
          <p:nvPr/>
        </p:nvSpPr>
        <p:spPr>
          <a:xfrm flipH="1">
            <a:off x="7216227" y="576260"/>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8"/>
          <p:cNvSpPr/>
          <p:nvPr/>
        </p:nvSpPr>
        <p:spPr>
          <a:xfrm flipH="1">
            <a:off x="7978227" y="854670"/>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8"/>
          <p:cNvSpPr/>
          <p:nvPr/>
        </p:nvSpPr>
        <p:spPr>
          <a:xfrm flipH="1">
            <a:off x="1674905" y="115122"/>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8"/>
          <p:cNvSpPr/>
          <p:nvPr/>
        </p:nvSpPr>
        <p:spPr>
          <a:xfrm flipH="1">
            <a:off x="1776437" y="22229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8"/>
          <p:cNvSpPr/>
          <p:nvPr/>
        </p:nvSpPr>
        <p:spPr>
          <a:xfrm flipH="1">
            <a:off x="1773752" y="691105"/>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8"/>
          <p:cNvSpPr/>
          <p:nvPr/>
        </p:nvSpPr>
        <p:spPr>
          <a:xfrm flipH="1">
            <a:off x="2058760" y="415309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8"/>
          <p:cNvSpPr/>
          <p:nvPr/>
        </p:nvSpPr>
        <p:spPr>
          <a:xfrm flipH="1">
            <a:off x="2058760" y="496490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98" name="Shape 698"/>
        <p:cNvGrpSpPr/>
        <p:nvPr/>
      </p:nvGrpSpPr>
      <p:grpSpPr>
        <a:xfrm>
          <a:off x="0" y="0"/>
          <a:ext cx="0" cy="0"/>
          <a:chOff x="0" y="0"/>
          <a:chExt cx="0" cy="0"/>
        </a:xfrm>
      </p:grpSpPr>
      <p:sp>
        <p:nvSpPr>
          <p:cNvPr id="699" name="Google Shape;699;p9"/>
          <p:cNvSpPr txBox="1"/>
          <p:nvPr>
            <p:ph type="title"/>
          </p:nvPr>
        </p:nvSpPr>
        <p:spPr>
          <a:xfrm>
            <a:off x="2148900" y="2510023"/>
            <a:ext cx="4846200" cy="411600"/>
          </a:xfrm>
          <a:prstGeom prst="rect">
            <a:avLst/>
          </a:prstGeom>
          <a:effectLst>
            <a:outerShdw rotWithShape="0" algn="bl" dir="5400000" dist="19050">
              <a:schemeClr val="lt1"/>
            </a:outerShdw>
          </a:effectLst>
        </p:spPr>
        <p:txBody>
          <a:bodyPr anchorCtr="0" anchor="ctr" bIns="91425" lIns="91425" spcFirstLastPara="1" rIns="91425" wrap="square" tIns="91425">
            <a:noAutofit/>
          </a:bodyPr>
          <a:lstStyle>
            <a:lvl1pPr lvl="0">
              <a:spcBef>
                <a:spcPts val="0"/>
              </a:spcBef>
              <a:spcAft>
                <a:spcPts val="0"/>
              </a:spcAft>
              <a:buSzPts val="4200"/>
              <a:buNone/>
              <a:defRPr sz="45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00" name="Google Shape;700;p9"/>
          <p:cNvSpPr txBox="1"/>
          <p:nvPr>
            <p:ph idx="1" type="subTitle"/>
          </p:nvPr>
        </p:nvSpPr>
        <p:spPr>
          <a:xfrm>
            <a:off x="2148900" y="3077090"/>
            <a:ext cx="4846200" cy="7314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01" name="Google Shape;701;p9"/>
          <p:cNvSpPr/>
          <p:nvPr/>
        </p:nvSpPr>
        <p:spPr>
          <a:xfrm flipH="1">
            <a:off x="843077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9"/>
          <p:cNvSpPr/>
          <p:nvPr/>
        </p:nvSpPr>
        <p:spPr>
          <a:xfrm flipH="1">
            <a:off x="12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9"/>
          <p:cNvSpPr/>
          <p:nvPr/>
        </p:nvSpPr>
        <p:spPr>
          <a:xfrm>
            <a:off x="440572" y="562503"/>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9"/>
          <p:cNvSpPr/>
          <p:nvPr/>
        </p:nvSpPr>
        <p:spPr>
          <a:xfrm flipH="1">
            <a:off x="-1430458" y="228606"/>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9"/>
          <p:cNvSpPr/>
          <p:nvPr/>
        </p:nvSpPr>
        <p:spPr>
          <a:xfrm flipH="1">
            <a:off x="-231175" y="143009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9"/>
          <p:cNvSpPr/>
          <p:nvPr/>
        </p:nvSpPr>
        <p:spPr>
          <a:xfrm flipH="1">
            <a:off x="-1302986" y="373012"/>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9"/>
          <p:cNvSpPr/>
          <p:nvPr/>
        </p:nvSpPr>
        <p:spPr>
          <a:xfrm flipH="1">
            <a:off x="-86765" y="149891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9"/>
          <p:cNvSpPr/>
          <p:nvPr/>
        </p:nvSpPr>
        <p:spPr>
          <a:xfrm flipH="1">
            <a:off x="-1177751" y="4338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9"/>
          <p:cNvSpPr/>
          <p:nvPr/>
        </p:nvSpPr>
        <p:spPr>
          <a:xfrm flipH="1">
            <a:off x="57702" y="160837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9"/>
          <p:cNvSpPr/>
          <p:nvPr/>
        </p:nvSpPr>
        <p:spPr>
          <a:xfrm flipH="1">
            <a:off x="8481959" y="305387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9"/>
          <p:cNvSpPr/>
          <p:nvPr/>
        </p:nvSpPr>
        <p:spPr>
          <a:xfrm flipH="1">
            <a:off x="8140105" y="42305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9"/>
          <p:cNvSpPr/>
          <p:nvPr/>
        </p:nvSpPr>
        <p:spPr>
          <a:xfrm flipH="1">
            <a:off x="8601547" y="314075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9"/>
          <p:cNvSpPr/>
          <p:nvPr/>
        </p:nvSpPr>
        <p:spPr>
          <a:xfrm flipH="1">
            <a:off x="8241637" y="43377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9"/>
          <p:cNvSpPr/>
          <p:nvPr/>
        </p:nvSpPr>
        <p:spPr>
          <a:xfrm flipH="1">
            <a:off x="8701959" y="325245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9"/>
          <p:cNvSpPr/>
          <p:nvPr/>
        </p:nvSpPr>
        <p:spPr>
          <a:xfrm flipH="1">
            <a:off x="8861019" y="33946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9"/>
          <p:cNvSpPr/>
          <p:nvPr/>
        </p:nvSpPr>
        <p:spPr>
          <a:xfrm flipH="1">
            <a:off x="8942266" y="35051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9"/>
          <p:cNvSpPr/>
          <p:nvPr/>
        </p:nvSpPr>
        <p:spPr>
          <a:xfrm flipH="1">
            <a:off x="9011089" y="364620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9"/>
          <p:cNvSpPr/>
          <p:nvPr/>
        </p:nvSpPr>
        <p:spPr>
          <a:xfrm flipH="1">
            <a:off x="8985147" y="36710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9"/>
          <p:cNvSpPr/>
          <p:nvPr/>
        </p:nvSpPr>
        <p:spPr>
          <a:xfrm>
            <a:off x="8489408" y="1177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9"/>
          <p:cNvSpPr/>
          <p:nvPr/>
        </p:nvSpPr>
        <p:spPr>
          <a:xfrm rot="5400000">
            <a:off x="8489408" y="7228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1" name="Google Shape;721;p9"/>
          <p:cNvGrpSpPr/>
          <p:nvPr/>
        </p:nvGrpSpPr>
        <p:grpSpPr>
          <a:xfrm>
            <a:off x="111415" y="4314125"/>
            <a:ext cx="754524" cy="750237"/>
            <a:chOff x="8523754" y="10"/>
            <a:chExt cx="516408" cy="513439"/>
          </a:xfrm>
        </p:grpSpPr>
        <p:sp>
          <p:nvSpPr>
            <p:cNvPr id="722" name="Google Shape;722;p9"/>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9"/>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4" name="Google Shape;724;p9"/>
          <p:cNvGrpSpPr/>
          <p:nvPr/>
        </p:nvGrpSpPr>
        <p:grpSpPr>
          <a:xfrm>
            <a:off x="3960075" y="4692585"/>
            <a:ext cx="1202833" cy="365416"/>
            <a:chOff x="3973270" y="4603191"/>
            <a:chExt cx="1202833" cy="365416"/>
          </a:xfrm>
        </p:grpSpPr>
        <p:sp>
          <p:nvSpPr>
            <p:cNvPr id="725" name="Google Shape;725;p9"/>
            <p:cNvSpPr/>
            <p:nvPr/>
          </p:nvSpPr>
          <p:spPr>
            <a:xfrm>
              <a:off x="4465214" y="4603191"/>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9"/>
            <p:cNvSpPr/>
            <p:nvPr/>
          </p:nvSpPr>
          <p:spPr>
            <a:xfrm>
              <a:off x="4632234" y="4603191"/>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9"/>
            <p:cNvSpPr/>
            <p:nvPr/>
          </p:nvSpPr>
          <p:spPr>
            <a:xfrm>
              <a:off x="4466733" y="4758815"/>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9"/>
            <p:cNvSpPr/>
            <p:nvPr/>
          </p:nvSpPr>
          <p:spPr>
            <a:xfrm>
              <a:off x="4629955" y="4758055"/>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9"/>
            <p:cNvSpPr/>
            <p:nvPr/>
          </p:nvSpPr>
          <p:spPr>
            <a:xfrm>
              <a:off x="4796215" y="4758815"/>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9"/>
            <p:cNvSpPr/>
            <p:nvPr/>
          </p:nvSpPr>
          <p:spPr>
            <a:xfrm>
              <a:off x="4459098" y="4909806"/>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9"/>
            <p:cNvSpPr/>
            <p:nvPr/>
          </p:nvSpPr>
          <p:spPr>
            <a:xfrm>
              <a:off x="4631474" y="4914402"/>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9"/>
            <p:cNvSpPr/>
            <p:nvPr/>
          </p:nvSpPr>
          <p:spPr>
            <a:xfrm>
              <a:off x="4796215" y="4915161"/>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9"/>
            <p:cNvSpPr/>
            <p:nvPr/>
          </p:nvSpPr>
          <p:spPr>
            <a:xfrm>
              <a:off x="4797013" y="4603988"/>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9"/>
            <p:cNvSpPr/>
            <p:nvPr/>
          </p:nvSpPr>
          <p:spPr>
            <a:xfrm>
              <a:off x="4960994" y="4606267"/>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9"/>
            <p:cNvSpPr/>
            <p:nvPr/>
          </p:nvSpPr>
          <p:spPr>
            <a:xfrm>
              <a:off x="4303512" y="460398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9"/>
            <p:cNvSpPr/>
            <p:nvPr/>
          </p:nvSpPr>
          <p:spPr>
            <a:xfrm>
              <a:off x="4303512" y="475881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9"/>
            <p:cNvSpPr/>
            <p:nvPr/>
          </p:nvSpPr>
          <p:spPr>
            <a:xfrm>
              <a:off x="4960234" y="4761094"/>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9"/>
            <p:cNvSpPr/>
            <p:nvPr/>
          </p:nvSpPr>
          <p:spPr>
            <a:xfrm>
              <a:off x="4959437" y="4916681"/>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9"/>
            <p:cNvSpPr/>
            <p:nvPr/>
          </p:nvSpPr>
          <p:spPr>
            <a:xfrm>
              <a:off x="4302752" y="491364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9"/>
            <p:cNvSpPr/>
            <p:nvPr/>
          </p:nvSpPr>
          <p:spPr>
            <a:xfrm>
              <a:off x="4138771" y="490524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9"/>
            <p:cNvSpPr/>
            <p:nvPr/>
          </p:nvSpPr>
          <p:spPr>
            <a:xfrm>
              <a:off x="3973270" y="491440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9"/>
            <p:cNvSpPr/>
            <p:nvPr/>
          </p:nvSpPr>
          <p:spPr>
            <a:xfrm>
              <a:off x="4137251" y="476033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9"/>
            <p:cNvSpPr/>
            <p:nvPr/>
          </p:nvSpPr>
          <p:spPr>
            <a:xfrm>
              <a:off x="4134972" y="460474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9"/>
            <p:cNvSpPr/>
            <p:nvPr/>
          </p:nvSpPr>
          <p:spPr>
            <a:xfrm>
              <a:off x="5121899" y="4918200"/>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9"/>
            <p:cNvSpPr/>
            <p:nvPr/>
          </p:nvSpPr>
          <p:spPr>
            <a:xfrm>
              <a:off x="5124216" y="4762614"/>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9"/>
            <p:cNvSpPr/>
            <p:nvPr/>
          </p:nvSpPr>
          <p:spPr>
            <a:xfrm>
              <a:off x="3974790" y="475805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9"/>
            <p:cNvSpPr/>
            <p:nvPr/>
          </p:nvSpPr>
          <p:spPr>
            <a:xfrm>
              <a:off x="3975549" y="460319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9"/>
            <p:cNvSpPr/>
            <p:nvPr/>
          </p:nvSpPr>
          <p:spPr>
            <a:xfrm>
              <a:off x="5124975" y="4607027"/>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9" name="Google Shape;749;p9"/>
          <p:cNvSpPr/>
          <p:nvPr/>
        </p:nvSpPr>
        <p:spPr>
          <a:xfrm flipH="1">
            <a:off x="8638349" y="308629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9"/>
          <p:cNvSpPr/>
          <p:nvPr/>
        </p:nvSpPr>
        <p:spPr>
          <a:xfrm flipH="1">
            <a:off x="8790749" y="361969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9"/>
          <p:cNvSpPr/>
          <p:nvPr/>
        </p:nvSpPr>
        <p:spPr>
          <a:xfrm flipH="1">
            <a:off x="8638349" y="450770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9"/>
          <p:cNvSpPr/>
          <p:nvPr/>
        </p:nvSpPr>
        <p:spPr>
          <a:xfrm flipH="1">
            <a:off x="865949" y="13204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9"/>
          <p:cNvSpPr/>
          <p:nvPr/>
        </p:nvSpPr>
        <p:spPr>
          <a:xfrm flipH="1">
            <a:off x="256349" y="125749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54" name="Shape 754"/>
        <p:cNvGrpSpPr/>
        <p:nvPr/>
      </p:nvGrpSpPr>
      <p:grpSpPr>
        <a:xfrm>
          <a:off x="0" y="0"/>
          <a:ext cx="0" cy="0"/>
          <a:chOff x="0" y="0"/>
          <a:chExt cx="0" cy="0"/>
        </a:xfrm>
      </p:grpSpPr>
      <p:sp>
        <p:nvSpPr>
          <p:cNvPr id="755" name="Google Shape;755;p10"/>
          <p:cNvSpPr/>
          <p:nvPr/>
        </p:nvSpPr>
        <p:spPr>
          <a:xfrm>
            <a:off x="0" y="1450"/>
            <a:ext cx="4572000" cy="1935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0"/>
          <p:cNvSpPr/>
          <p:nvPr/>
        </p:nvSpPr>
        <p:spPr>
          <a:xfrm>
            <a:off x="8561250" y="1929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0"/>
          <p:cNvSpPr/>
          <p:nvPr/>
        </p:nvSpPr>
        <p:spPr>
          <a:xfrm>
            <a:off x="8561263" y="7246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8" name="Google Shape;758;p10"/>
          <p:cNvGrpSpPr/>
          <p:nvPr/>
        </p:nvGrpSpPr>
        <p:grpSpPr>
          <a:xfrm rot="-5400000">
            <a:off x="2692007" y="-1167429"/>
            <a:ext cx="1730784" cy="1441910"/>
            <a:chOff x="-979618" y="-5128741"/>
            <a:chExt cx="1730784" cy="1441910"/>
          </a:xfrm>
        </p:grpSpPr>
        <p:sp>
          <p:nvSpPr>
            <p:cNvPr id="759" name="Google Shape;759;p10"/>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0"/>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0"/>
            <p:cNvSpPr/>
            <p:nvPr/>
          </p:nvSpPr>
          <p:spPr>
            <a:xfrm flipH="1">
              <a:off x="-459496" y="-494710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2" name="Google Shape;762;p10"/>
          <p:cNvGrpSpPr/>
          <p:nvPr/>
        </p:nvGrpSpPr>
        <p:grpSpPr>
          <a:xfrm>
            <a:off x="-1975258" y="34168"/>
            <a:ext cx="2383952" cy="1642730"/>
            <a:chOff x="497192" y="-5154682"/>
            <a:chExt cx="2383952" cy="1642730"/>
          </a:xfrm>
        </p:grpSpPr>
        <p:sp>
          <p:nvSpPr>
            <p:cNvPr id="763" name="Google Shape;763;p10"/>
            <p:cNvSpPr/>
            <p:nvPr/>
          </p:nvSpPr>
          <p:spPr>
            <a:xfrm flipH="1">
              <a:off x="497192" y="-5154682"/>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0"/>
            <p:cNvSpPr/>
            <p:nvPr/>
          </p:nvSpPr>
          <p:spPr>
            <a:xfrm flipH="1">
              <a:off x="624664" y="-5010276"/>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0"/>
            <p:cNvSpPr/>
            <p:nvPr/>
          </p:nvSpPr>
          <p:spPr>
            <a:xfrm flipH="1">
              <a:off x="749899" y="-49493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6" name="Google Shape;766;p10"/>
          <p:cNvSpPr/>
          <p:nvPr/>
        </p:nvSpPr>
        <p:spPr>
          <a:xfrm>
            <a:off x="131905" y="3777016"/>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0"/>
          <p:cNvSpPr/>
          <p:nvPr/>
        </p:nvSpPr>
        <p:spPr>
          <a:xfrm rot="5400000">
            <a:off x="739740" y="4382123"/>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0"/>
          <p:cNvSpPr/>
          <p:nvPr/>
        </p:nvSpPr>
        <p:spPr>
          <a:xfrm rot="5400000">
            <a:off x="131905" y="4382118"/>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9" name="Google Shape;769;p10"/>
          <p:cNvGrpSpPr/>
          <p:nvPr/>
        </p:nvGrpSpPr>
        <p:grpSpPr>
          <a:xfrm>
            <a:off x="7934296" y="4599416"/>
            <a:ext cx="1209708" cy="1147945"/>
            <a:chOff x="5235125" y="2636100"/>
            <a:chExt cx="796175" cy="755525"/>
          </a:xfrm>
        </p:grpSpPr>
        <p:sp>
          <p:nvSpPr>
            <p:cNvPr id="770" name="Google Shape;770;p10"/>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0"/>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0"/>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0"/>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0"/>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0"/>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0"/>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0"/>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0"/>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0"/>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0"/>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0"/>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0"/>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0"/>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0"/>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0"/>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0"/>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0"/>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0"/>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0"/>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0"/>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0"/>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0"/>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0"/>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0"/>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0"/>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0"/>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0"/>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0"/>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0"/>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0"/>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0"/>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0"/>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0"/>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0"/>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0"/>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0"/>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0"/>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0"/>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0"/>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0"/>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0"/>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0"/>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0"/>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0"/>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0"/>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0"/>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0"/>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0"/>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0"/>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0"/>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0"/>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0"/>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0"/>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0"/>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0"/>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0"/>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0"/>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0"/>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0"/>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0"/>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0"/>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0"/>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0"/>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4" name="Google Shape;834;p10"/>
          <p:cNvSpPr txBox="1"/>
          <p:nvPr>
            <p:ph idx="1" type="body"/>
          </p:nvPr>
        </p:nvSpPr>
        <p:spPr>
          <a:xfrm>
            <a:off x="713225" y="844300"/>
            <a:ext cx="3402900" cy="7209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600"/>
              <a:buNone/>
              <a:defRPr b="1" sz="2800">
                <a:latin typeface="Lexend Deca"/>
                <a:ea typeface="Lexend Deca"/>
                <a:cs typeface="Lexend Deca"/>
                <a:sym typeface="Lexend Deca"/>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35" name="Shape 835"/>
        <p:cNvGrpSpPr/>
        <p:nvPr/>
      </p:nvGrpSpPr>
      <p:grpSpPr>
        <a:xfrm>
          <a:off x="0" y="0"/>
          <a:ext cx="0" cy="0"/>
          <a:chOff x="0" y="0"/>
          <a:chExt cx="0" cy="0"/>
        </a:xfrm>
      </p:grpSpPr>
      <p:sp>
        <p:nvSpPr>
          <p:cNvPr id="836" name="Google Shape;836;p11"/>
          <p:cNvSpPr txBox="1"/>
          <p:nvPr>
            <p:ph hasCustomPrompt="1" type="title"/>
          </p:nvPr>
        </p:nvSpPr>
        <p:spPr>
          <a:xfrm>
            <a:off x="1517400" y="1704150"/>
            <a:ext cx="6109200" cy="1371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0"/>
              <a:buNone/>
              <a:defRPr sz="10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837" name="Google Shape;837;p11"/>
          <p:cNvSpPr txBox="1"/>
          <p:nvPr>
            <p:ph idx="1" type="body"/>
          </p:nvPr>
        </p:nvSpPr>
        <p:spPr>
          <a:xfrm>
            <a:off x="1576800" y="3241200"/>
            <a:ext cx="5990400" cy="1830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a:lvl2pPr>
            <a:lvl3pPr indent="-330200" lvl="2" marL="1371600" algn="ctr">
              <a:spcBef>
                <a:spcPts val="0"/>
              </a:spcBef>
              <a:spcAft>
                <a:spcPts val="0"/>
              </a:spcAft>
              <a:buSzPts val="1600"/>
              <a:buChar char="■"/>
              <a:defRPr/>
            </a:lvl3pPr>
            <a:lvl4pPr indent="-330200" lvl="3" marL="1828800" algn="ctr">
              <a:spcBef>
                <a:spcPts val="0"/>
              </a:spcBef>
              <a:spcAft>
                <a:spcPts val="0"/>
              </a:spcAft>
              <a:buSzPts val="1600"/>
              <a:buChar char="●"/>
              <a:defRPr/>
            </a:lvl4pPr>
            <a:lvl5pPr indent="-330200" lvl="4" marL="2286000" algn="ctr">
              <a:spcBef>
                <a:spcPts val="0"/>
              </a:spcBef>
              <a:spcAft>
                <a:spcPts val="0"/>
              </a:spcAft>
              <a:buSzPts val="1600"/>
              <a:buChar char="○"/>
              <a:defRPr/>
            </a:lvl5pPr>
            <a:lvl6pPr indent="-330200" lvl="5" marL="2743200" algn="ctr">
              <a:spcBef>
                <a:spcPts val="0"/>
              </a:spcBef>
              <a:spcAft>
                <a:spcPts val="0"/>
              </a:spcAft>
              <a:buSzPts val="1600"/>
              <a:buChar char="■"/>
              <a:defRPr/>
            </a:lvl6pPr>
            <a:lvl7pPr indent="-330200" lvl="6" marL="3200400" algn="ctr">
              <a:spcBef>
                <a:spcPts val="0"/>
              </a:spcBef>
              <a:spcAft>
                <a:spcPts val="0"/>
              </a:spcAft>
              <a:buSzPts val="1600"/>
              <a:buChar char="●"/>
              <a:defRPr/>
            </a:lvl7pPr>
            <a:lvl8pPr indent="-330200" lvl="7" marL="3657600" algn="ctr">
              <a:spcBef>
                <a:spcPts val="0"/>
              </a:spcBef>
              <a:spcAft>
                <a:spcPts val="0"/>
              </a:spcAft>
              <a:buSzPts val="1600"/>
              <a:buChar char="○"/>
              <a:defRPr/>
            </a:lvl8pPr>
            <a:lvl9pPr indent="-330200" lvl="8" marL="4114800" algn="ctr">
              <a:spcBef>
                <a:spcPts val="0"/>
              </a:spcBef>
              <a:spcAft>
                <a:spcPts val="0"/>
              </a:spcAft>
              <a:buSzPts val="1600"/>
              <a:buChar char="■"/>
              <a:defRPr/>
            </a:lvl9pPr>
          </a:lstStyle>
          <a:p/>
        </p:txBody>
      </p:sp>
      <p:sp>
        <p:nvSpPr>
          <p:cNvPr id="838" name="Google Shape;838;p11"/>
          <p:cNvSpPr/>
          <p:nvPr/>
        </p:nvSpPr>
        <p:spPr>
          <a:xfrm flipH="1">
            <a:off x="7635600" y="-11400"/>
            <a:ext cx="1521600" cy="51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1"/>
          <p:cNvSpPr/>
          <p:nvPr/>
        </p:nvSpPr>
        <p:spPr>
          <a:xfrm flipH="1">
            <a:off x="-99" y="-11400"/>
            <a:ext cx="1521600" cy="51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1"/>
          <p:cNvSpPr/>
          <p:nvPr/>
        </p:nvSpPr>
        <p:spPr>
          <a:xfrm flipH="1" rot="10800000">
            <a:off x="-5" y="10453"/>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1"/>
          <p:cNvSpPr/>
          <p:nvPr/>
        </p:nvSpPr>
        <p:spPr>
          <a:xfrm rot="10800000">
            <a:off x="333238" y="144117"/>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1"/>
          <p:cNvSpPr/>
          <p:nvPr/>
        </p:nvSpPr>
        <p:spPr>
          <a:xfrm>
            <a:off x="8457005" y="3773706"/>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1"/>
          <p:cNvSpPr/>
          <p:nvPr/>
        </p:nvSpPr>
        <p:spPr>
          <a:xfrm rot="5400000">
            <a:off x="8457005" y="4378808"/>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4" name="Google Shape;844;p11"/>
          <p:cNvGrpSpPr/>
          <p:nvPr/>
        </p:nvGrpSpPr>
        <p:grpSpPr>
          <a:xfrm>
            <a:off x="3970508" y="100006"/>
            <a:ext cx="1202833" cy="365416"/>
            <a:chOff x="3973358" y="4599416"/>
            <a:chExt cx="1202833" cy="365416"/>
          </a:xfrm>
        </p:grpSpPr>
        <p:sp>
          <p:nvSpPr>
            <p:cNvPr id="845" name="Google Shape;845;p11"/>
            <p:cNvSpPr/>
            <p:nvPr/>
          </p:nvSpPr>
          <p:spPr>
            <a:xfrm>
              <a:off x="4465301"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1"/>
            <p:cNvSpPr/>
            <p:nvPr/>
          </p:nvSpPr>
          <p:spPr>
            <a:xfrm>
              <a:off x="4632321"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1"/>
            <p:cNvSpPr/>
            <p:nvPr/>
          </p:nvSpPr>
          <p:spPr>
            <a:xfrm>
              <a:off x="4466821"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1"/>
            <p:cNvSpPr/>
            <p:nvPr/>
          </p:nvSpPr>
          <p:spPr>
            <a:xfrm>
              <a:off x="4630042"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1"/>
            <p:cNvSpPr/>
            <p:nvPr/>
          </p:nvSpPr>
          <p:spPr>
            <a:xfrm>
              <a:off x="4796303"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1"/>
            <p:cNvSpPr/>
            <p:nvPr/>
          </p:nvSpPr>
          <p:spPr>
            <a:xfrm>
              <a:off x="4459186"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1"/>
            <p:cNvSpPr/>
            <p:nvPr/>
          </p:nvSpPr>
          <p:spPr>
            <a:xfrm>
              <a:off x="4631562"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1"/>
            <p:cNvSpPr/>
            <p:nvPr/>
          </p:nvSpPr>
          <p:spPr>
            <a:xfrm>
              <a:off x="4796303"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1"/>
            <p:cNvSpPr/>
            <p:nvPr/>
          </p:nvSpPr>
          <p:spPr>
            <a:xfrm>
              <a:off x="4797100"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1"/>
            <p:cNvSpPr/>
            <p:nvPr/>
          </p:nvSpPr>
          <p:spPr>
            <a:xfrm>
              <a:off x="4961082"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1"/>
            <p:cNvSpPr/>
            <p:nvPr/>
          </p:nvSpPr>
          <p:spPr>
            <a:xfrm>
              <a:off x="4303599"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1"/>
            <p:cNvSpPr/>
            <p:nvPr/>
          </p:nvSpPr>
          <p:spPr>
            <a:xfrm>
              <a:off x="4303599"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1"/>
            <p:cNvSpPr/>
            <p:nvPr/>
          </p:nvSpPr>
          <p:spPr>
            <a:xfrm>
              <a:off x="4960322"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1"/>
            <p:cNvSpPr/>
            <p:nvPr/>
          </p:nvSpPr>
          <p:spPr>
            <a:xfrm>
              <a:off x="4959524"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1"/>
            <p:cNvSpPr/>
            <p:nvPr/>
          </p:nvSpPr>
          <p:spPr>
            <a:xfrm>
              <a:off x="4302840"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1"/>
            <p:cNvSpPr/>
            <p:nvPr/>
          </p:nvSpPr>
          <p:spPr>
            <a:xfrm>
              <a:off x="4138858"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1"/>
            <p:cNvSpPr/>
            <p:nvPr/>
          </p:nvSpPr>
          <p:spPr>
            <a:xfrm>
              <a:off x="3973358"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1"/>
            <p:cNvSpPr/>
            <p:nvPr/>
          </p:nvSpPr>
          <p:spPr>
            <a:xfrm>
              <a:off x="4137339"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1"/>
            <p:cNvSpPr/>
            <p:nvPr/>
          </p:nvSpPr>
          <p:spPr>
            <a:xfrm>
              <a:off x="4135060"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1"/>
            <p:cNvSpPr/>
            <p:nvPr/>
          </p:nvSpPr>
          <p:spPr>
            <a:xfrm>
              <a:off x="5121986"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1"/>
            <p:cNvSpPr/>
            <p:nvPr/>
          </p:nvSpPr>
          <p:spPr>
            <a:xfrm>
              <a:off x="5124303"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1"/>
            <p:cNvSpPr/>
            <p:nvPr/>
          </p:nvSpPr>
          <p:spPr>
            <a:xfrm>
              <a:off x="3974877"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1"/>
            <p:cNvSpPr/>
            <p:nvPr/>
          </p:nvSpPr>
          <p:spPr>
            <a:xfrm>
              <a:off x="3975637"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1"/>
            <p:cNvSpPr/>
            <p:nvPr/>
          </p:nvSpPr>
          <p:spPr>
            <a:xfrm>
              <a:off x="5125063"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9" name="Google Shape;869;p11"/>
          <p:cNvGrpSpPr/>
          <p:nvPr/>
        </p:nvGrpSpPr>
        <p:grpSpPr>
          <a:xfrm>
            <a:off x="3973358" y="4712231"/>
            <a:ext cx="1202833" cy="365416"/>
            <a:chOff x="3973358" y="4599416"/>
            <a:chExt cx="1202833" cy="365416"/>
          </a:xfrm>
        </p:grpSpPr>
        <p:sp>
          <p:nvSpPr>
            <p:cNvPr id="870" name="Google Shape;870;p11"/>
            <p:cNvSpPr/>
            <p:nvPr/>
          </p:nvSpPr>
          <p:spPr>
            <a:xfrm>
              <a:off x="4465301"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1"/>
            <p:cNvSpPr/>
            <p:nvPr/>
          </p:nvSpPr>
          <p:spPr>
            <a:xfrm>
              <a:off x="4632321"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1"/>
            <p:cNvSpPr/>
            <p:nvPr/>
          </p:nvSpPr>
          <p:spPr>
            <a:xfrm>
              <a:off x="4466821"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1"/>
            <p:cNvSpPr/>
            <p:nvPr/>
          </p:nvSpPr>
          <p:spPr>
            <a:xfrm>
              <a:off x="4630042"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1"/>
            <p:cNvSpPr/>
            <p:nvPr/>
          </p:nvSpPr>
          <p:spPr>
            <a:xfrm>
              <a:off x="4796303"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1"/>
            <p:cNvSpPr/>
            <p:nvPr/>
          </p:nvSpPr>
          <p:spPr>
            <a:xfrm>
              <a:off x="4459186"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1"/>
            <p:cNvSpPr/>
            <p:nvPr/>
          </p:nvSpPr>
          <p:spPr>
            <a:xfrm>
              <a:off x="4631562"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1"/>
            <p:cNvSpPr/>
            <p:nvPr/>
          </p:nvSpPr>
          <p:spPr>
            <a:xfrm>
              <a:off x="4796303"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1"/>
            <p:cNvSpPr/>
            <p:nvPr/>
          </p:nvSpPr>
          <p:spPr>
            <a:xfrm>
              <a:off x="4797100"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1"/>
            <p:cNvSpPr/>
            <p:nvPr/>
          </p:nvSpPr>
          <p:spPr>
            <a:xfrm>
              <a:off x="4961082"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1"/>
            <p:cNvSpPr/>
            <p:nvPr/>
          </p:nvSpPr>
          <p:spPr>
            <a:xfrm>
              <a:off x="4303599"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1"/>
            <p:cNvSpPr/>
            <p:nvPr/>
          </p:nvSpPr>
          <p:spPr>
            <a:xfrm>
              <a:off x="4303599"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1"/>
            <p:cNvSpPr/>
            <p:nvPr/>
          </p:nvSpPr>
          <p:spPr>
            <a:xfrm>
              <a:off x="4960322"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1"/>
            <p:cNvSpPr/>
            <p:nvPr/>
          </p:nvSpPr>
          <p:spPr>
            <a:xfrm>
              <a:off x="4959524"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1"/>
            <p:cNvSpPr/>
            <p:nvPr/>
          </p:nvSpPr>
          <p:spPr>
            <a:xfrm>
              <a:off x="4302840"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1"/>
            <p:cNvSpPr/>
            <p:nvPr/>
          </p:nvSpPr>
          <p:spPr>
            <a:xfrm>
              <a:off x="4138858"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1"/>
            <p:cNvSpPr/>
            <p:nvPr/>
          </p:nvSpPr>
          <p:spPr>
            <a:xfrm>
              <a:off x="3973358"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1"/>
            <p:cNvSpPr/>
            <p:nvPr/>
          </p:nvSpPr>
          <p:spPr>
            <a:xfrm>
              <a:off x="4137339"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1"/>
            <p:cNvSpPr/>
            <p:nvPr/>
          </p:nvSpPr>
          <p:spPr>
            <a:xfrm>
              <a:off x="4135060"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1"/>
            <p:cNvSpPr/>
            <p:nvPr/>
          </p:nvSpPr>
          <p:spPr>
            <a:xfrm>
              <a:off x="5121986"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1"/>
            <p:cNvSpPr/>
            <p:nvPr/>
          </p:nvSpPr>
          <p:spPr>
            <a:xfrm>
              <a:off x="5124303"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1"/>
            <p:cNvSpPr/>
            <p:nvPr/>
          </p:nvSpPr>
          <p:spPr>
            <a:xfrm>
              <a:off x="3974877"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1"/>
            <p:cNvSpPr/>
            <p:nvPr/>
          </p:nvSpPr>
          <p:spPr>
            <a:xfrm>
              <a:off x="3975637"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1"/>
            <p:cNvSpPr/>
            <p:nvPr/>
          </p:nvSpPr>
          <p:spPr>
            <a:xfrm>
              <a:off x="5125063"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4" name="Google Shape;894;p11"/>
          <p:cNvSpPr/>
          <p:nvPr/>
        </p:nvSpPr>
        <p:spPr>
          <a:xfrm flipH="1">
            <a:off x="307771" y="130061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1"/>
          <p:cNvSpPr/>
          <p:nvPr/>
        </p:nvSpPr>
        <p:spPr>
          <a:xfrm flipH="1">
            <a:off x="456659" y="142355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1"/>
          <p:cNvSpPr/>
          <p:nvPr/>
        </p:nvSpPr>
        <p:spPr>
          <a:xfrm flipH="1">
            <a:off x="8159359" y="24172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1"/>
          <p:cNvSpPr/>
          <p:nvPr/>
        </p:nvSpPr>
        <p:spPr>
          <a:xfrm flipH="1">
            <a:off x="7817505" y="141844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1"/>
          <p:cNvSpPr/>
          <p:nvPr/>
        </p:nvSpPr>
        <p:spPr>
          <a:xfrm flipH="1">
            <a:off x="8278947" y="32860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1"/>
          <p:cNvSpPr/>
          <p:nvPr/>
        </p:nvSpPr>
        <p:spPr>
          <a:xfrm flipH="1">
            <a:off x="7919037" y="152562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1"/>
          <p:cNvSpPr/>
          <p:nvPr/>
        </p:nvSpPr>
        <p:spPr>
          <a:xfrm flipH="1">
            <a:off x="8379359" y="44030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1"/>
          <p:cNvSpPr/>
          <p:nvPr/>
        </p:nvSpPr>
        <p:spPr>
          <a:xfrm flipH="1">
            <a:off x="8538419" y="58247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1"/>
          <p:cNvSpPr/>
          <p:nvPr/>
        </p:nvSpPr>
        <p:spPr>
          <a:xfrm flipH="1">
            <a:off x="8619666" y="69300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1"/>
          <p:cNvSpPr/>
          <p:nvPr/>
        </p:nvSpPr>
        <p:spPr>
          <a:xfrm flipH="1">
            <a:off x="8688489" y="83405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1"/>
          <p:cNvSpPr/>
          <p:nvPr/>
        </p:nvSpPr>
        <p:spPr>
          <a:xfrm flipH="1">
            <a:off x="8662547" y="85888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1"/>
          <p:cNvSpPr/>
          <p:nvPr/>
        </p:nvSpPr>
        <p:spPr>
          <a:xfrm flipH="1">
            <a:off x="-1651941" y="3249282"/>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1"/>
          <p:cNvSpPr/>
          <p:nvPr/>
        </p:nvSpPr>
        <p:spPr>
          <a:xfrm flipH="1">
            <a:off x="-682782" y="3372276"/>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1"/>
          <p:cNvSpPr/>
          <p:nvPr/>
        </p:nvSpPr>
        <p:spPr>
          <a:xfrm flipH="1">
            <a:off x="200616" y="3627209"/>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1"/>
          <p:cNvSpPr/>
          <p:nvPr/>
        </p:nvSpPr>
        <p:spPr>
          <a:xfrm flipH="1">
            <a:off x="719610" y="3878788"/>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1"/>
          <p:cNvSpPr/>
          <p:nvPr/>
        </p:nvSpPr>
        <p:spPr>
          <a:xfrm flipH="1">
            <a:off x="695905" y="3902492"/>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1"/>
          <p:cNvSpPr/>
          <p:nvPr/>
        </p:nvSpPr>
        <p:spPr>
          <a:xfrm flipH="1">
            <a:off x="8234036" y="20053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1"/>
          <p:cNvSpPr/>
          <p:nvPr/>
        </p:nvSpPr>
        <p:spPr>
          <a:xfrm flipH="1">
            <a:off x="8761836" y="36916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1"/>
          <p:cNvSpPr/>
          <p:nvPr/>
        </p:nvSpPr>
        <p:spPr>
          <a:xfrm flipH="1">
            <a:off x="8862311" y="1431335"/>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1"/>
          <p:cNvSpPr/>
          <p:nvPr/>
        </p:nvSpPr>
        <p:spPr>
          <a:xfrm flipH="1">
            <a:off x="1261229" y="19037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1"/>
          <p:cNvSpPr/>
          <p:nvPr/>
        </p:nvSpPr>
        <p:spPr>
          <a:xfrm flipH="1">
            <a:off x="403236" y="20561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1"/>
          <p:cNvSpPr/>
          <p:nvPr/>
        </p:nvSpPr>
        <p:spPr>
          <a:xfrm flipH="1">
            <a:off x="555636" y="37325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1"/>
          <p:cNvSpPr/>
          <p:nvPr/>
        </p:nvSpPr>
        <p:spPr>
          <a:xfrm flipH="1">
            <a:off x="1089036" y="41897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917" name="Shape 91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918" name="Shape 918"/>
        <p:cNvGrpSpPr/>
        <p:nvPr/>
      </p:nvGrpSpPr>
      <p:grpSpPr>
        <a:xfrm>
          <a:off x="0" y="0"/>
          <a:ext cx="0" cy="0"/>
          <a:chOff x="0" y="0"/>
          <a:chExt cx="0" cy="0"/>
        </a:xfrm>
      </p:grpSpPr>
      <p:sp>
        <p:nvSpPr>
          <p:cNvPr id="919" name="Google Shape;919;p13"/>
          <p:cNvSpPr txBox="1"/>
          <p:nvPr>
            <p:ph idx="1" type="subTitle"/>
          </p:nvPr>
        </p:nvSpPr>
        <p:spPr>
          <a:xfrm>
            <a:off x="714799" y="1926081"/>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0" name="Google Shape;920;p13"/>
          <p:cNvSpPr txBox="1"/>
          <p:nvPr>
            <p:ph idx="2" type="subTitle"/>
          </p:nvPr>
        </p:nvSpPr>
        <p:spPr>
          <a:xfrm>
            <a:off x="871699" y="2293986"/>
            <a:ext cx="2255700" cy="398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1" name="Google Shape;921;p13"/>
          <p:cNvSpPr txBox="1"/>
          <p:nvPr>
            <p:ph idx="3" type="subTitle"/>
          </p:nvPr>
        </p:nvSpPr>
        <p:spPr>
          <a:xfrm>
            <a:off x="714799" y="3813768"/>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2" name="Google Shape;922;p13"/>
          <p:cNvSpPr txBox="1"/>
          <p:nvPr>
            <p:ph idx="4" type="subTitle"/>
          </p:nvPr>
        </p:nvSpPr>
        <p:spPr>
          <a:xfrm>
            <a:off x="871699" y="4178202"/>
            <a:ext cx="22557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3" name="Google Shape;923;p13"/>
          <p:cNvSpPr txBox="1"/>
          <p:nvPr>
            <p:ph hasCustomPrompt="1" type="title"/>
          </p:nvPr>
        </p:nvSpPr>
        <p:spPr>
          <a:xfrm>
            <a:off x="1600099" y="1282367"/>
            <a:ext cx="7989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924" name="Google Shape;924;p13"/>
          <p:cNvSpPr txBox="1"/>
          <p:nvPr>
            <p:ph hasCustomPrompt="1" idx="5" type="title"/>
          </p:nvPr>
        </p:nvSpPr>
        <p:spPr>
          <a:xfrm>
            <a:off x="4174200" y="1282367"/>
            <a:ext cx="7956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925" name="Google Shape;925;p13"/>
          <p:cNvSpPr txBox="1"/>
          <p:nvPr>
            <p:ph idx="6"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926" name="Google Shape;926;p13"/>
          <p:cNvSpPr/>
          <p:nvPr/>
        </p:nvSpPr>
        <p:spPr>
          <a:xfrm flipH="1">
            <a:off x="8540" y="15950"/>
            <a:ext cx="7314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3"/>
          <p:cNvSpPr txBox="1"/>
          <p:nvPr>
            <p:ph idx="7" type="subTitle"/>
          </p:nvPr>
        </p:nvSpPr>
        <p:spPr>
          <a:xfrm>
            <a:off x="3287250" y="1926081"/>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8" name="Google Shape;928;p13"/>
          <p:cNvSpPr txBox="1"/>
          <p:nvPr>
            <p:ph idx="8" type="subTitle"/>
          </p:nvPr>
        </p:nvSpPr>
        <p:spPr>
          <a:xfrm>
            <a:off x="3444150" y="2293986"/>
            <a:ext cx="2255700" cy="398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9" name="Google Shape;929;p13"/>
          <p:cNvSpPr txBox="1"/>
          <p:nvPr>
            <p:ph idx="9" type="subTitle"/>
          </p:nvPr>
        </p:nvSpPr>
        <p:spPr>
          <a:xfrm>
            <a:off x="3287250" y="3813768"/>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30" name="Google Shape;930;p13"/>
          <p:cNvSpPr txBox="1"/>
          <p:nvPr>
            <p:ph idx="13" type="subTitle"/>
          </p:nvPr>
        </p:nvSpPr>
        <p:spPr>
          <a:xfrm>
            <a:off x="3444150" y="4178202"/>
            <a:ext cx="22557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31" name="Google Shape;931;p13"/>
          <p:cNvSpPr txBox="1"/>
          <p:nvPr>
            <p:ph hasCustomPrompt="1" idx="14" type="title"/>
          </p:nvPr>
        </p:nvSpPr>
        <p:spPr>
          <a:xfrm>
            <a:off x="1600999" y="3175731"/>
            <a:ext cx="7971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932" name="Google Shape;932;p13"/>
          <p:cNvSpPr txBox="1"/>
          <p:nvPr>
            <p:ph hasCustomPrompt="1" idx="15" type="title"/>
          </p:nvPr>
        </p:nvSpPr>
        <p:spPr>
          <a:xfrm>
            <a:off x="4172550" y="3175731"/>
            <a:ext cx="7989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grpSp>
        <p:nvGrpSpPr>
          <p:cNvPr id="933" name="Google Shape;933;p13"/>
          <p:cNvGrpSpPr/>
          <p:nvPr/>
        </p:nvGrpSpPr>
        <p:grpSpPr>
          <a:xfrm rot="2456699">
            <a:off x="-1168525" y="4122558"/>
            <a:ext cx="2289126" cy="1739695"/>
            <a:chOff x="-1055215" y="-5268675"/>
            <a:chExt cx="2289244" cy="1739785"/>
          </a:xfrm>
        </p:grpSpPr>
        <p:sp>
          <p:nvSpPr>
            <p:cNvPr id="934" name="Google Shape;934;p13"/>
            <p:cNvSpPr/>
            <p:nvPr/>
          </p:nvSpPr>
          <p:spPr>
            <a:xfrm flipH="1">
              <a:off x="-1055215" y="-526867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3"/>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3"/>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7" name="Google Shape;937;p13"/>
          <p:cNvGrpSpPr/>
          <p:nvPr/>
        </p:nvGrpSpPr>
        <p:grpSpPr>
          <a:xfrm rot="-5400000">
            <a:off x="-245893" y="2684791"/>
            <a:ext cx="1205112" cy="520243"/>
            <a:chOff x="3970982" y="4604466"/>
            <a:chExt cx="1205112" cy="520243"/>
          </a:xfrm>
        </p:grpSpPr>
        <p:sp>
          <p:nvSpPr>
            <p:cNvPr id="938" name="Google Shape;938;p13"/>
            <p:cNvSpPr/>
            <p:nvPr/>
          </p:nvSpPr>
          <p:spPr>
            <a:xfrm>
              <a:off x="4793927" y="507202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3"/>
            <p:cNvSpPr/>
            <p:nvPr/>
          </p:nvSpPr>
          <p:spPr>
            <a:xfrm>
              <a:off x="4465205" y="460446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3"/>
            <p:cNvSpPr/>
            <p:nvPr/>
          </p:nvSpPr>
          <p:spPr>
            <a:xfrm>
              <a:off x="4632225" y="460446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3"/>
            <p:cNvSpPr/>
            <p:nvPr/>
          </p:nvSpPr>
          <p:spPr>
            <a:xfrm>
              <a:off x="4466725" y="476009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3"/>
            <p:cNvSpPr/>
            <p:nvPr/>
          </p:nvSpPr>
          <p:spPr>
            <a:xfrm>
              <a:off x="4629946" y="475933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3"/>
            <p:cNvSpPr/>
            <p:nvPr/>
          </p:nvSpPr>
          <p:spPr>
            <a:xfrm>
              <a:off x="4796206" y="476009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3"/>
            <p:cNvSpPr/>
            <p:nvPr/>
          </p:nvSpPr>
          <p:spPr>
            <a:xfrm>
              <a:off x="4459090" y="491108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3"/>
            <p:cNvSpPr/>
            <p:nvPr/>
          </p:nvSpPr>
          <p:spPr>
            <a:xfrm>
              <a:off x="4631466" y="491567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3"/>
            <p:cNvSpPr/>
            <p:nvPr/>
          </p:nvSpPr>
          <p:spPr>
            <a:xfrm>
              <a:off x="4796206" y="491643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3"/>
            <p:cNvSpPr/>
            <p:nvPr/>
          </p:nvSpPr>
          <p:spPr>
            <a:xfrm>
              <a:off x="4462166" y="507050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3"/>
            <p:cNvSpPr/>
            <p:nvPr/>
          </p:nvSpPr>
          <p:spPr>
            <a:xfrm>
              <a:off x="4630706" y="507126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3"/>
            <p:cNvSpPr/>
            <p:nvPr/>
          </p:nvSpPr>
          <p:spPr>
            <a:xfrm>
              <a:off x="4797004" y="460526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3"/>
            <p:cNvSpPr/>
            <p:nvPr/>
          </p:nvSpPr>
          <p:spPr>
            <a:xfrm>
              <a:off x="4960985" y="460754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3"/>
            <p:cNvSpPr/>
            <p:nvPr/>
          </p:nvSpPr>
          <p:spPr>
            <a:xfrm>
              <a:off x="4303503" y="460526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3"/>
            <p:cNvSpPr/>
            <p:nvPr/>
          </p:nvSpPr>
          <p:spPr>
            <a:xfrm>
              <a:off x="4303503" y="476009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3"/>
            <p:cNvSpPr/>
            <p:nvPr/>
          </p:nvSpPr>
          <p:spPr>
            <a:xfrm>
              <a:off x="4959428" y="507202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3"/>
            <p:cNvSpPr/>
            <p:nvPr/>
          </p:nvSpPr>
          <p:spPr>
            <a:xfrm>
              <a:off x="4301984" y="507126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3"/>
            <p:cNvSpPr/>
            <p:nvPr/>
          </p:nvSpPr>
          <p:spPr>
            <a:xfrm>
              <a:off x="4960226" y="476236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3"/>
            <p:cNvSpPr/>
            <p:nvPr/>
          </p:nvSpPr>
          <p:spPr>
            <a:xfrm>
              <a:off x="4137243" y="506974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3"/>
            <p:cNvSpPr/>
            <p:nvPr/>
          </p:nvSpPr>
          <p:spPr>
            <a:xfrm>
              <a:off x="4959428" y="491795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3"/>
            <p:cNvSpPr/>
            <p:nvPr/>
          </p:nvSpPr>
          <p:spPr>
            <a:xfrm>
              <a:off x="4302743" y="491491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3"/>
            <p:cNvSpPr/>
            <p:nvPr/>
          </p:nvSpPr>
          <p:spPr>
            <a:xfrm>
              <a:off x="4138762" y="490652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3"/>
            <p:cNvSpPr/>
            <p:nvPr/>
          </p:nvSpPr>
          <p:spPr>
            <a:xfrm>
              <a:off x="3970982" y="507050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3"/>
            <p:cNvSpPr/>
            <p:nvPr/>
          </p:nvSpPr>
          <p:spPr>
            <a:xfrm>
              <a:off x="3973261" y="491567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3"/>
            <p:cNvSpPr/>
            <p:nvPr/>
          </p:nvSpPr>
          <p:spPr>
            <a:xfrm>
              <a:off x="5123447" y="507430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3"/>
            <p:cNvSpPr/>
            <p:nvPr/>
          </p:nvSpPr>
          <p:spPr>
            <a:xfrm>
              <a:off x="4137243" y="476161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3"/>
            <p:cNvSpPr/>
            <p:nvPr/>
          </p:nvSpPr>
          <p:spPr>
            <a:xfrm>
              <a:off x="4134964" y="460602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3"/>
            <p:cNvSpPr/>
            <p:nvPr/>
          </p:nvSpPr>
          <p:spPr>
            <a:xfrm>
              <a:off x="5121890" y="491947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3"/>
            <p:cNvSpPr/>
            <p:nvPr/>
          </p:nvSpPr>
          <p:spPr>
            <a:xfrm>
              <a:off x="5124207" y="476388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3"/>
            <p:cNvSpPr/>
            <p:nvPr/>
          </p:nvSpPr>
          <p:spPr>
            <a:xfrm>
              <a:off x="3974781" y="475933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3"/>
            <p:cNvSpPr/>
            <p:nvPr/>
          </p:nvSpPr>
          <p:spPr>
            <a:xfrm>
              <a:off x="3975541" y="460446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3"/>
            <p:cNvSpPr/>
            <p:nvPr/>
          </p:nvSpPr>
          <p:spPr>
            <a:xfrm>
              <a:off x="5124967" y="460830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0" name="Google Shape;970;p13"/>
          <p:cNvSpPr/>
          <p:nvPr/>
        </p:nvSpPr>
        <p:spPr>
          <a:xfrm>
            <a:off x="-385975" y="-555275"/>
            <a:ext cx="1002000" cy="1002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3"/>
          <p:cNvSpPr/>
          <p:nvPr/>
        </p:nvSpPr>
        <p:spPr>
          <a:xfrm>
            <a:off x="128050" y="64811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3"/>
          <p:cNvSpPr/>
          <p:nvPr/>
        </p:nvSpPr>
        <p:spPr>
          <a:xfrm>
            <a:off x="128063" y="117983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3"/>
          <p:cNvSpPr/>
          <p:nvPr/>
        </p:nvSpPr>
        <p:spPr>
          <a:xfrm flipH="1">
            <a:off x="8432000" y="15950"/>
            <a:ext cx="7314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3"/>
          <p:cNvSpPr/>
          <p:nvPr/>
        </p:nvSpPr>
        <p:spPr>
          <a:xfrm flipH="1" rot="-5400000">
            <a:off x="8208225" y="-8"/>
            <a:ext cx="961200" cy="961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3"/>
          <p:cNvSpPr/>
          <p:nvPr/>
        </p:nvSpPr>
        <p:spPr>
          <a:xfrm>
            <a:off x="8868620" y="278938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6" name="Google Shape;976;p13"/>
          <p:cNvGrpSpPr/>
          <p:nvPr/>
        </p:nvGrpSpPr>
        <p:grpSpPr>
          <a:xfrm>
            <a:off x="8563132" y="407721"/>
            <a:ext cx="1730784" cy="1441910"/>
            <a:chOff x="-979618" y="-5128741"/>
            <a:chExt cx="1730784" cy="1441910"/>
          </a:xfrm>
        </p:grpSpPr>
        <p:sp>
          <p:nvSpPr>
            <p:cNvPr id="977" name="Google Shape;977;p13"/>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3"/>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3"/>
            <p:cNvSpPr/>
            <p:nvPr/>
          </p:nvSpPr>
          <p:spPr>
            <a:xfrm flipH="1">
              <a:off x="-459496" y="-494710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0" name="Google Shape;980;p13"/>
          <p:cNvGrpSpPr/>
          <p:nvPr/>
        </p:nvGrpSpPr>
        <p:grpSpPr>
          <a:xfrm>
            <a:off x="8716221" y="3079094"/>
            <a:ext cx="1001862" cy="1525380"/>
            <a:chOff x="2060921" y="-3413869"/>
            <a:chExt cx="1001862" cy="1525380"/>
          </a:xfrm>
        </p:grpSpPr>
        <p:sp>
          <p:nvSpPr>
            <p:cNvPr id="981" name="Google Shape;981;p13"/>
            <p:cNvSpPr/>
            <p:nvPr/>
          </p:nvSpPr>
          <p:spPr>
            <a:xfrm flipH="1">
              <a:off x="2060921" y="-34138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3"/>
            <p:cNvSpPr/>
            <p:nvPr/>
          </p:nvSpPr>
          <p:spPr>
            <a:xfrm flipH="1">
              <a:off x="2209809" y="-329093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3" name="Google Shape;983;p13"/>
          <p:cNvSpPr txBox="1"/>
          <p:nvPr>
            <p:ph hasCustomPrompt="1" idx="16" type="title"/>
          </p:nvPr>
        </p:nvSpPr>
        <p:spPr>
          <a:xfrm>
            <a:off x="6748988" y="1282367"/>
            <a:ext cx="7956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984" name="Google Shape;984;p13"/>
          <p:cNvSpPr txBox="1"/>
          <p:nvPr>
            <p:ph idx="17" type="subTitle"/>
          </p:nvPr>
        </p:nvSpPr>
        <p:spPr>
          <a:xfrm>
            <a:off x="5862038" y="1926081"/>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85" name="Google Shape;985;p13"/>
          <p:cNvSpPr txBox="1"/>
          <p:nvPr>
            <p:ph idx="18" type="subTitle"/>
          </p:nvPr>
        </p:nvSpPr>
        <p:spPr>
          <a:xfrm>
            <a:off x="6018938" y="2293986"/>
            <a:ext cx="2255700" cy="398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86" name="Google Shape;986;p13"/>
          <p:cNvSpPr txBox="1"/>
          <p:nvPr>
            <p:ph idx="19" type="subTitle"/>
          </p:nvPr>
        </p:nvSpPr>
        <p:spPr>
          <a:xfrm>
            <a:off x="5862038" y="3813768"/>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87" name="Google Shape;987;p13"/>
          <p:cNvSpPr txBox="1"/>
          <p:nvPr>
            <p:ph idx="20" type="subTitle"/>
          </p:nvPr>
        </p:nvSpPr>
        <p:spPr>
          <a:xfrm>
            <a:off x="6018938" y="4178202"/>
            <a:ext cx="22557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88" name="Google Shape;988;p13"/>
          <p:cNvSpPr txBox="1"/>
          <p:nvPr>
            <p:ph hasCustomPrompt="1" idx="21" type="title"/>
          </p:nvPr>
        </p:nvSpPr>
        <p:spPr>
          <a:xfrm>
            <a:off x="6747338" y="3175731"/>
            <a:ext cx="7989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8">
    <p:spTree>
      <p:nvGrpSpPr>
        <p:cNvPr id="989" name="Shape 989"/>
        <p:cNvGrpSpPr/>
        <p:nvPr/>
      </p:nvGrpSpPr>
      <p:grpSpPr>
        <a:xfrm>
          <a:off x="0" y="0"/>
          <a:ext cx="0" cy="0"/>
          <a:chOff x="0" y="0"/>
          <a:chExt cx="0" cy="0"/>
        </a:xfrm>
      </p:grpSpPr>
      <p:sp>
        <p:nvSpPr>
          <p:cNvPr id="990" name="Google Shape;990;p14"/>
          <p:cNvSpPr txBox="1"/>
          <p:nvPr>
            <p:ph type="title"/>
          </p:nvPr>
        </p:nvSpPr>
        <p:spPr>
          <a:xfrm>
            <a:off x="1371600" y="3114683"/>
            <a:ext cx="6400800" cy="183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6"/>
              </a:buClr>
              <a:buSzPts val="1800"/>
              <a:buNone/>
              <a:defRPr sz="2000"/>
            </a:lvl1pPr>
            <a:lvl2pPr lvl="1" rtl="0">
              <a:spcBef>
                <a:spcPts val="0"/>
              </a:spcBef>
              <a:spcAft>
                <a:spcPts val="0"/>
              </a:spcAft>
              <a:buSzPts val="1800"/>
              <a:buNone/>
              <a:defRPr b="1" sz="1800"/>
            </a:lvl2pPr>
            <a:lvl3pPr lvl="2" rtl="0">
              <a:spcBef>
                <a:spcPts val="0"/>
              </a:spcBef>
              <a:spcAft>
                <a:spcPts val="0"/>
              </a:spcAft>
              <a:buSzPts val="1800"/>
              <a:buNone/>
              <a:defRPr b="1" sz="1800"/>
            </a:lvl3pPr>
            <a:lvl4pPr lvl="3" rtl="0">
              <a:spcBef>
                <a:spcPts val="0"/>
              </a:spcBef>
              <a:spcAft>
                <a:spcPts val="0"/>
              </a:spcAft>
              <a:buSzPts val="1800"/>
              <a:buNone/>
              <a:defRPr b="1" sz="1800"/>
            </a:lvl4pPr>
            <a:lvl5pPr lvl="4" rtl="0">
              <a:spcBef>
                <a:spcPts val="0"/>
              </a:spcBef>
              <a:spcAft>
                <a:spcPts val="0"/>
              </a:spcAft>
              <a:buSzPts val="1800"/>
              <a:buNone/>
              <a:defRPr b="1" sz="1800"/>
            </a:lvl5pPr>
            <a:lvl6pPr lvl="5" rtl="0">
              <a:spcBef>
                <a:spcPts val="0"/>
              </a:spcBef>
              <a:spcAft>
                <a:spcPts val="0"/>
              </a:spcAft>
              <a:buSzPts val="1800"/>
              <a:buNone/>
              <a:defRPr b="1" sz="1800"/>
            </a:lvl6pPr>
            <a:lvl7pPr lvl="6" rtl="0">
              <a:spcBef>
                <a:spcPts val="0"/>
              </a:spcBef>
              <a:spcAft>
                <a:spcPts val="0"/>
              </a:spcAft>
              <a:buSzPts val="1800"/>
              <a:buNone/>
              <a:defRPr b="1" sz="1800"/>
            </a:lvl7pPr>
            <a:lvl8pPr lvl="7" rtl="0">
              <a:spcBef>
                <a:spcPts val="0"/>
              </a:spcBef>
              <a:spcAft>
                <a:spcPts val="0"/>
              </a:spcAft>
              <a:buSzPts val="1800"/>
              <a:buNone/>
              <a:defRPr b="1" sz="1800"/>
            </a:lvl8pPr>
            <a:lvl9pPr lvl="8" rtl="0">
              <a:spcBef>
                <a:spcPts val="0"/>
              </a:spcBef>
              <a:spcAft>
                <a:spcPts val="0"/>
              </a:spcAft>
              <a:buSzPts val="1800"/>
              <a:buNone/>
              <a:defRPr b="1" sz="1800"/>
            </a:lvl9pPr>
          </a:lstStyle>
          <a:p/>
        </p:txBody>
      </p:sp>
      <p:sp>
        <p:nvSpPr>
          <p:cNvPr id="991" name="Google Shape;991;p14"/>
          <p:cNvSpPr txBox="1"/>
          <p:nvPr>
            <p:ph idx="1" type="subTitle"/>
          </p:nvPr>
        </p:nvSpPr>
        <p:spPr>
          <a:xfrm>
            <a:off x="1371600" y="1845817"/>
            <a:ext cx="6400800" cy="1097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2500"/>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992" name="Google Shape;992;p14"/>
          <p:cNvSpPr/>
          <p:nvPr/>
        </p:nvSpPr>
        <p:spPr>
          <a:xfrm flipH="1">
            <a:off x="0" y="0"/>
            <a:ext cx="9144000" cy="1333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4"/>
          <p:cNvSpPr/>
          <p:nvPr/>
        </p:nvSpPr>
        <p:spPr>
          <a:xfrm flipH="1">
            <a:off x="0" y="3809750"/>
            <a:ext cx="9144000" cy="1333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4" name="Google Shape;994;p14"/>
          <p:cNvGrpSpPr/>
          <p:nvPr/>
        </p:nvGrpSpPr>
        <p:grpSpPr>
          <a:xfrm>
            <a:off x="4194777" y="4230733"/>
            <a:ext cx="754445" cy="775380"/>
            <a:chOff x="4194777" y="3988596"/>
            <a:chExt cx="754445" cy="775380"/>
          </a:xfrm>
        </p:grpSpPr>
        <p:sp>
          <p:nvSpPr>
            <p:cNvPr id="995" name="Google Shape;995;p14"/>
            <p:cNvSpPr/>
            <p:nvPr/>
          </p:nvSpPr>
          <p:spPr>
            <a:xfrm>
              <a:off x="4194777" y="4386645"/>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4"/>
            <p:cNvSpPr/>
            <p:nvPr/>
          </p:nvSpPr>
          <p:spPr>
            <a:xfrm>
              <a:off x="4194777" y="3988596"/>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7" name="Google Shape;997;p14"/>
          <p:cNvGrpSpPr/>
          <p:nvPr/>
        </p:nvGrpSpPr>
        <p:grpSpPr>
          <a:xfrm>
            <a:off x="3967142" y="49806"/>
            <a:ext cx="1209708" cy="682666"/>
            <a:chOff x="3967142" y="49806"/>
            <a:chExt cx="1209708" cy="682666"/>
          </a:xfrm>
        </p:grpSpPr>
        <p:sp>
          <p:nvSpPr>
            <p:cNvPr id="998" name="Google Shape;998;p14"/>
            <p:cNvSpPr/>
            <p:nvPr/>
          </p:nvSpPr>
          <p:spPr>
            <a:xfrm>
              <a:off x="4793924" y="52086"/>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4"/>
            <p:cNvSpPr/>
            <p:nvPr/>
          </p:nvSpPr>
          <p:spPr>
            <a:xfrm>
              <a:off x="4955626" y="205393"/>
              <a:ext cx="56484" cy="5268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4"/>
            <p:cNvSpPr/>
            <p:nvPr/>
          </p:nvSpPr>
          <p:spPr>
            <a:xfrm>
              <a:off x="4957145" y="671431"/>
              <a:ext cx="57243" cy="55724"/>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14"/>
            <p:cNvSpPr/>
            <p:nvPr/>
          </p:nvSpPr>
          <p:spPr>
            <a:xfrm>
              <a:off x="4791644" y="672950"/>
              <a:ext cx="58003" cy="51888"/>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4"/>
            <p:cNvSpPr/>
            <p:nvPr/>
          </p:nvSpPr>
          <p:spPr>
            <a:xfrm>
              <a:off x="4626904" y="669912"/>
              <a:ext cx="61042" cy="59522"/>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4"/>
            <p:cNvSpPr/>
            <p:nvPr/>
          </p:nvSpPr>
          <p:spPr>
            <a:xfrm>
              <a:off x="4464442" y="67067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4"/>
            <p:cNvSpPr/>
            <p:nvPr/>
          </p:nvSpPr>
          <p:spPr>
            <a:xfrm>
              <a:off x="4301980" y="671431"/>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4"/>
            <p:cNvSpPr/>
            <p:nvPr/>
          </p:nvSpPr>
          <p:spPr>
            <a:xfrm>
              <a:off x="4958664" y="518123"/>
              <a:ext cx="55724" cy="51888"/>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4"/>
            <p:cNvSpPr/>
            <p:nvPr/>
          </p:nvSpPr>
          <p:spPr>
            <a:xfrm>
              <a:off x="4793924" y="512008"/>
              <a:ext cx="54964" cy="60282"/>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4"/>
            <p:cNvSpPr/>
            <p:nvPr/>
          </p:nvSpPr>
          <p:spPr>
            <a:xfrm>
              <a:off x="4628423" y="516604"/>
              <a:ext cx="57243" cy="57243"/>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4"/>
            <p:cNvSpPr/>
            <p:nvPr/>
          </p:nvSpPr>
          <p:spPr>
            <a:xfrm>
              <a:off x="4464442" y="512768"/>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4"/>
            <p:cNvSpPr/>
            <p:nvPr/>
          </p:nvSpPr>
          <p:spPr>
            <a:xfrm>
              <a:off x="4300460" y="512768"/>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4"/>
            <p:cNvSpPr/>
            <p:nvPr/>
          </p:nvSpPr>
          <p:spPr>
            <a:xfrm>
              <a:off x="4957905" y="360980"/>
              <a:ext cx="54205" cy="51166"/>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4"/>
            <p:cNvSpPr/>
            <p:nvPr/>
          </p:nvSpPr>
          <p:spPr>
            <a:xfrm>
              <a:off x="4462163" y="5056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4"/>
            <p:cNvSpPr/>
            <p:nvPr/>
          </p:nvSpPr>
          <p:spPr>
            <a:xfrm>
              <a:off x="4630702" y="51326"/>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14"/>
            <p:cNvSpPr/>
            <p:nvPr/>
          </p:nvSpPr>
          <p:spPr>
            <a:xfrm>
              <a:off x="4793924" y="362537"/>
              <a:ext cx="54205" cy="50368"/>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4"/>
            <p:cNvSpPr/>
            <p:nvPr/>
          </p:nvSpPr>
          <p:spPr>
            <a:xfrm>
              <a:off x="4626144" y="357941"/>
              <a:ext cx="70196" cy="58003"/>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4"/>
            <p:cNvSpPr/>
            <p:nvPr/>
          </p:nvSpPr>
          <p:spPr>
            <a:xfrm>
              <a:off x="4464442" y="360220"/>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4"/>
            <p:cNvSpPr/>
            <p:nvPr/>
          </p:nvSpPr>
          <p:spPr>
            <a:xfrm>
              <a:off x="4299701" y="355662"/>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4"/>
            <p:cNvSpPr/>
            <p:nvPr/>
          </p:nvSpPr>
          <p:spPr>
            <a:xfrm>
              <a:off x="4790125" y="207672"/>
              <a:ext cx="57243" cy="5420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4"/>
            <p:cNvSpPr/>
            <p:nvPr/>
          </p:nvSpPr>
          <p:spPr>
            <a:xfrm>
              <a:off x="4464442" y="206153"/>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4"/>
            <p:cNvSpPr/>
            <p:nvPr/>
          </p:nvSpPr>
          <p:spPr>
            <a:xfrm>
              <a:off x="4630702" y="204633"/>
              <a:ext cx="58003" cy="54964"/>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4"/>
            <p:cNvSpPr/>
            <p:nvPr/>
          </p:nvSpPr>
          <p:spPr>
            <a:xfrm>
              <a:off x="4301220" y="203114"/>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4"/>
            <p:cNvSpPr/>
            <p:nvPr/>
          </p:nvSpPr>
          <p:spPr>
            <a:xfrm>
              <a:off x="5123443" y="208432"/>
              <a:ext cx="51888" cy="48089"/>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14"/>
            <p:cNvSpPr/>
            <p:nvPr/>
          </p:nvSpPr>
          <p:spPr>
            <a:xfrm>
              <a:off x="4137239" y="35946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4"/>
            <p:cNvSpPr/>
            <p:nvPr/>
          </p:nvSpPr>
          <p:spPr>
            <a:xfrm>
              <a:off x="4136479" y="20159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14"/>
            <p:cNvSpPr/>
            <p:nvPr/>
          </p:nvSpPr>
          <p:spPr>
            <a:xfrm>
              <a:off x="5112732" y="672191"/>
              <a:ext cx="63359" cy="54964"/>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14"/>
            <p:cNvSpPr/>
            <p:nvPr/>
          </p:nvSpPr>
          <p:spPr>
            <a:xfrm>
              <a:off x="4959424" y="52086"/>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4"/>
            <p:cNvSpPr/>
            <p:nvPr/>
          </p:nvSpPr>
          <p:spPr>
            <a:xfrm>
              <a:off x="4301980" y="51326"/>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4"/>
            <p:cNvSpPr/>
            <p:nvPr/>
          </p:nvSpPr>
          <p:spPr>
            <a:xfrm>
              <a:off x="5122684" y="363297"/>
              <a:ext cx="53407" cy="51128"/>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4"/>
            <p:cNvSpPr/>
            <p:nvPr/>
          </p:nvSpPr>
          <p:spPr>
            <a:xfrm>
              <a:off x="4137239" y="51584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14"/>
            <p:cNvSpPr/>
            <p:nvPr/>
          </p:nvSpPr>
          <p:spPr>
            <a:xfrm>
              <a:off x="4137239" y="4980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14"/>
            <p:cNvSpPr/>
            <p:nvPr/>
          </p:nvSpPr>
          <p:spPr>
            <a:xfrm>
              <a:off x="4135719" y="67067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4"/>
            <p:cNvSpPr/>
            <p:nvPr/>
          </p:nvSpPr>
          <p:spPr>
            <a:xfrm>
              <a:off x="3967142" y="66759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4"/>
            <p:cNvSpPr/>
            <p:nvPr/>
          </p:nvSpPr>
          <p:spPr>
            <a:xfrm>
              <a:off x="5121886" y="518123"/>
              <a:ext cx="54964" cy="51128"/>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4"/>
            <p:cNvSpPr/>
            <p:nvPr/>
          </p:nvSpPr>
          <p:spPr>
            <a:xfrm>
              <a:off x="3970979" y="5056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4"/>
            <p:cNvSpPr/>
            <p:nvPr/>
          </p:nvSpPr>
          <p:spPr>
            <a:xfrm>
              <a:off x="3972498" y="515047"/>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14"/>
            <p:cNvSpPr/>
            <p:nvPr/>
          </p:nvSpPr>
          <p:spPr>
            <a:xfrm>
              <a:off x="5123443" y="54365"/>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14"/>
            <p:cNvSpPr/>
            <p:nvPr/>
          </p:nvSpPr>
          <p:spPr>
            <a:xfrm>
              <a:off x="3970979" y="205393"/>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4"/>
            <p:cNvSpPr/>
            <p:nvPr/>
          </p:nvSpPr>
          <p:spPr>
            <a:xfrm>
              <a:off x="3972498" y="360980"/>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8" name="Google Shape;1038;p14"/>
          <p:cNvSpPr/>
          <p:nvPr/>
        </p:nvSpPr>
        <p:spPr>
          <a:xfrm>
            <a:off x="-1202060" y="401567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4"/>
          <p:cNvSpPr/>
          <p:nvPr/>
        </p:nvSpPr>
        <p:spPr>
          <a:xfrm rot="10800000">
            <a:off x="6427817" y="-594069"/>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14"/>
          <p:cNvSpPr/>
          <p:nvPr/>
        </p:nvSpPr>
        <p:spPr>
          <a:xfrm rot="10800000">
            <a:off x="6555289" y="-289427"/>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14"/>
          <p:cNvSpPr/>
          <p:nvPr/>
        </p:nvSpPr>
        <p:spPr>
          <a:xfrm rot="10800000">
            <a:off x="6680524" y="109922"/>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4"/>
          <p:cNvSpPr/>
          <p:nvPr/>
        </p:nvSpPr>
        <p:spPr>
          <a:xfrm flipH="1">
            <a:off x="587959" y="3928804"/>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4"/>
          <p:cNvSpPr/>
          <p:nvPr/>
        </p:nvSpPr>
        <p:spPr>
          <a:xfrm flipH="1">
            <a:off x="1617730" y="4051172"/>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14"/>
          <p:cNvSpPr/>
          <p:nvPr/>
        </p:nvSpPr>
        <p:spPr>
          <a:xfrm flipH="1">
            <a:off x="707547" y="4015683"/>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14"/>
          <p:cNvSpPr/>
          <p:nvPr/>
        </p:nvSpPr>
        <p:spPr>
          <a:xfrm flipH="1">
            <a:off x="1719262" y="415834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4"/>
          <p:cNvSpPr/>
          <p:nvPr/>
        </p:nvSpPr>
        <p:spPr>
          <a:xfrm flipH="1">
            <a:off x="807959" y="4127384"/>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14"/>
          <p:cNvSpPr/>
          <p:nvPr/>
        </p:nvSpPr>
        <p:spPr>
          <a:xfrm flipH="1">
            <a:off x="967019" y="4269554"/>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14"/>
          <p:cNvSpPr/>
          <p:nvPr/>
        </p:nvSpPr>
        <p:spPr>
          <a:xfrm flipH="1">
            <a:off x="1048266" y="4380081"/>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14"/>
          <p:cNvSpPr/>
          <p:nvPr/>
        </p:nvSpPr>
        <p:spPr>
          <a:xfrm flipH="1">
            <a:off x="1117089" y="4521133"/>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14"/>
          <p:cNvSpPr/>
          <p:nvPr/>
        </p:nvSpPr>
        <p:spPr>
          <a:xfrm flipH="1">
            <a:off x="1091147" y="4545955"/>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14"/>
          <p:cNvSpPr/>
          <p:nvPr/>
        </p:nvSpPr>
        <p:spPr>
          <a:xfrm>
            <a:off x="414425" y="228604"/>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4"/>
          <p:cNvSpPr/>
          <p:nvPr/>
        </p:nvSpPr>
        <p:spPr>
          <a:xfrm rot="5400000">
            <a:off x="414425" y="833706"/>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14"/>
          <p:cNvSpPr/>
          <p:nvPr/>
        </p:nvSpPr>
        <p:spPr>
          <a:xfrm flipH="1">
            <a:off x="7962321" y="39456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4"/>
          <p:cNvSpPr/>
          <p:nvPr/>
        </p:nvSpPr>
        <p:spPr>
          <a:xfrm flipH="1">
            <a:off x="8111209" y="406860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4"/>
          <p:cNvSpPr/>
          <p:nvPr/>
        </p:nvSpPr>
        <p:spPr>
          <a:xfrm flipH="1">
            <a:off x="8260143" y="4570694"/>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14"/>
          <p:cNvSpPr/>
          <p:nvPr/>
        </p:nvSpPr>
        <p:spPr>
          <a:xfrm flipH="1">
            <a:off x="8325556" y="4641807"/>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4"/>
          <p:cNvSpPr/>
          <p:nvPr/>
        </p:nvSpPr>
        <p:spPr>
          <a:xfrm flipH="1">
            <a:off x="8357145" y="4718510"/>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4"/>
          <p:cNvSpPr/>
          <p:nvPr/>
        </p:nvSpPr>
        <p:spPr>
          <a:xfrm flipH="1">
            <a:off x="8198093" y="338981"/>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14"/>
          <p:cNvSpPr/>
          <p:nvPr/>
        </p:nvSpPr>
        <p:spPr>
          <a:xfrm flipH="1">
            <a:off x="8263506" y="410094"/>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4"/>
          <p:cNvSpPr/>
          <p:nvPr/>
        </p:nvSpPr>
        <p:spPr>
          <a:xfrm flipH="1">
            <a:off x="8295095" y="486798"/>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4"/>
          <p:cNvSpPr/>
          <p:nvPr/>
        </p:nvSpPr>
        <p:spPr>
          <a:xfrm flipH="1">
            <a:off x="6032243" y="89619"/>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4"/>
          <p:cNvSpPr/>
          <p:nvPr/>
        </p:nvSpPr>
        <p:spPr>
          <a:xfrm flipH="1">
            <a:off x="6097656" y="160732"/>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4"/>
          <p:cNvSpPr/>
          <p:nvPr/>
        </p:nvSpPr>
        <p:spPr>
          <a:xfrm flipH="1">
            <a:off x="6129245" y="237435"/>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4"/>
          <p:cNvSpPr/>
          <p:nvPr/>
        </p:nvSpPr>
        <p:spPr>
          <a:xfrm>
            <a:off x="2103168" y="4015669"/>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4"/>
          <p:cNvSpPr/>
          <p:nvPr/>
        </p:nvSpPr>
        <p:spPr>
          <a:xfrm>
            <a:off x="2165224" y="4086782"/>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4"/>
          <p:cNvSpPr/>
          <p:nvPr/>
        </p:nvSpPr>
        <p:spPr>
          <a:xfrm>
            <a:off x="2213751" y="4163485"/>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4"/>
          <p:cNvSpPr/>
          <p:nvPr/>
        </p:nvSpPr>
        <p:spPr>
          <a:xfrm flipH="1">
            <a:off x="8647184" y="854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4"/>
          <p:cNvSpPr/>
          <p:nvPr/>
        </p:nvSpPr>
        <p:spPr>
          <a:xfrm flipH="1">
            <a:off x="8189984" y="1686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4"/>
          <p:cNvSpPr/>
          <p:nvPr/>
        </p:nvSpPr>
        <p:spPr>
          <a:xfrm flipH="1">
            <a:off x="6513584" y="92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4"/>
          <p:cNvSpPr/>
          <p:nvPr/>
        </p:nvSpPr>
        <p:spPr>
          <a:xfrm flipH="1">
            <a:off x="1941584" y="42072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4"/>
          <p:cNvSpPr/>
          <p:nvPr/>
        </p:nvSpPr>
        <p:spPr>
          <a:xfrm flipH="1">
            <a:off x="1408184" y="4283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4"/>
          <p:cNvSpPr/>
          <p:nvPr/>
        </p:nvSpPr>
        <p:spPr>
          <a:xfrm flipH="1">
            <a:off x="8037584" y="42072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4"/>
          <p:cNvSpPr/>
          <p:nvPr/>
        </p:nvSpPr>
        <p:spPr>
          <a:xfrm flipH="1">
            <a:off x="8570984" y="4435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4"/>
          <p:cNvSpPr/>
          <p:nvPr/>
        </p:nvSpPr>
        <p:spPr>
          <a:xfrm flipH="1">
            <a:off x="8875784" y="4816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14"/>
          <p:cNvSpPr/>
          <p:nvPr/>
        </p:nvSpPr>
        <p:spPr>
          <a:xfrm flipH="1">
            <a:off x="874784" y="4054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0">
    <p:spTree>
      <p:nvGrpSpPr>
        <p:cNvPr id="1076" name="Shape 1076"/>
        <p:cNvGrpSpPr/>
        <p:nvPr/>
      </p:nvGrpSpPr>
      <p:grpSpPr>
        <a:xfrm>
          <a:off x="0" y="0"/>
          <a:ext cx="0" cy="0"/>
          <a:chOff x="0" y="0"/>
          <a:chExt cx="0" cy="0"/>
        </a:xfrm>
      </p:grpSpPr>
      <p:sp>
        <p:nvSpPr>
          <p:cNvPr id="1077" name="Google Shape;1077;p15"/>
          <p:cNvSpPr/>
          <p:nvPr/>
        </p:nvSpPr>
        <p:spPr>
          <a:xfrm>
            <a:off x="1043501" y="4397225"/>
            <a:ext cx="404700" cy="40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5"/>
          <p:cNvSpPr/>
          <p:nvPr/>
        </p:nvSpPr>
        <p:spPr>
          <a:xfrm flipH="1">
            <a:off x="-50" y="0"/>
            <a:ext cx="1254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5"/>
          <p:cNvSpPr txBox="1"/>
          <p:nvPr>
            <p:ph type="title"/>
          </p:nvPr>
        </p:nvSpPr>
        <p:spPr>
          <a:xfrm>
            <a:off x="2620991" y="2157263"/>
            <a:ext cx="5073600" cy="4116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80" name="Google Shape;1080;p15"/>
          <p:cNvSpPr txBox="1"/>
          <p:nvPr>
            <p:ph idx="1" type="subTitle"/>
          </p:nvPr>
        </p:nvSpPr>
        <p:spPr>
          <a:xfrm>
            <a:off x="2620991" y="2803238"/>
            <a:ext cx="5074800" cy="1830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081" name="Google Shape;1081;p15"/>
          <p:cNvSpPr/>
          <p:nvPr/>
        </p:nvSpPr>
        <p:spPr>
          <a:xfrm>
            <a:off x="549120" y="-533624"/>
            <a:ext cx="1193700" cy="1193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5"/>
          <p:cNvSpPr txBox="1"/>
          <p:nvPr>
            <p:ph hasCustomPrompt="1" idx="2" type="title"/>
          </p:nvPr>
        </p:nvSpPr>
        <p:spPr>
          <a:xfrm>
            <a:off x="1448209" y="2334000"/>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grpSp>
        <p:nvGrpSpPr>
          <p:cNvPr id="1083" name="Google Shape;1083;p15"/>
          <p:cNvGrpSpPr/>
          <p:nvPr/>
        </p:nvGrpSpPr>
        <p:grpSpPr>
          <a:xfrm>
            <a:off x="8506980" y="1997778"/>
            <a:ext cx="560659" cy="1147945"/>
            <a:chOff x="8430780" y="1997778"/>
            <a:chExt cx="560659" cy="1147945"/>
          </a:xfrm>
        </p:grpSpPr>
        <p:sp>
          <p:nvSpPr>
            <p:cNvPr id="1084" name="Google Shape;1084;p15"/>
            <p:cNvSpPr/>
            <p:nvPr/>
          </p:nvSpPr>
          <p:spPr>
            <a:xfrm>
              <a:off x="8928839" y="1997778"/>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5"/>
            <p:cNvSpPr/>
            <p:nvPr/>
          </p:nvSpPr>
          <p:spPr>
            <a:xfrm>
              <a:off x="8930358" y="2153402"/>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5"/>
            <p:cNvSpPr/>
            <p:nvPr/>
          </p:nvSpPr>
          <p:spPr>
            <a:xfrm>
              <a:off x="8928079" y="308392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5"/>
            <p:cNvSpPr/>
            <p:nvPr/>
          </p:nvSpPr>
          <p:spPr>
            <a:xfrm>
              <a:off x="8765617" y="3084680"/>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5"/>
            <p:cNvSpPr/>
            <p:nvPr/>
          </p:nvSpPr>
          <p:spPr>
            <a:xfrm>
              <a:off x="8922723" y="2304393"/>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5"/>
            <p:cNvSpPr/>
            <p:nvPr/>
          </p:nvSpPr>
          <p:spPr>
            <a:xfrm>
              <a:off x="8928079" y="2926017"/>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5"/>
            <p:cNvSpPr/>
            <p:nvPr/>
          </p:nvSpPr>
          <p:spPr>
            <a:xfrm>
              <a:off x="8764098" y="2926017"/>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15"/>
            <p:cNvSpPr/>
            <p:nvPr/>
          </p:nvSpPr>
          <p:spPr>
            <a:xfrm>
              <a:off x="8925800" y="246381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5"/>
            <p:cNvSpPr/>
            <p:nvPr/>
          </p:nvSpPr>
          <p:spPr>
            <a:xfrm>
              <a:off x="8928079" y="2773469"/>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5"/>
            <p:cNvSpPr/>
            <p:nvPr/>
          </p:nvSpPr>
          <p:spPr>
            <a:xfrm>
              <a:off x="8763338" y="2768911"/>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5"/>
            <p:cNvSpPr/>
            <p:nvPr/>
          </p:nvSpPr>
          <p:spPr>
            <a:xfrm>
              <a:off x="8928079" y="2619402"/>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5"/>
            <p:cNvSpPr/>
            <p:nvPr/>
          </p:nvSpPr>
          <p:spPr>
            <a:xfrm>
              <a:off x="8764858" y="2616363"/>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5"/>
            <p:cNvSpPr/>
            <p:nvPr/>
          </p:nvSpPr>
          <p:spPr>
            <a:xfrm>
              <a:off x="8767137" y="1998575"/>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5"/>
            <p:cNvSpPr/>
            <p:nvPr/>
          </p:nvSpPr>
          <p:spPr>
            <a:xfrm>
              <a:off x="8600876" y="277271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15"/>
            <p:cNvSpPr/>
            <p:nvPr/>
          </p:nvSpPr>
          <p:spPr>
            <a:xfrm>
              <a:off x="8600117" y="261484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15"/>
            <p:cNvSpPr/>
            <p:nvPr/>
          </p:nvSpPr>
          <p:spPr>
            <a:xfrm>
              <a:off x="8767137" y="2153402"/>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15"/>
            <p:cNvSpPr/>
            <p:nvPr/>
          </p:nvSpPr>
          <p:spPr>
            <a:xfrm>
              <a:off x="8765617" y="2464575"/>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15"/>
            <p:cNvSpPr/>
            <p:nvPr/>
          </p:nvSpPr>
          <p:spPr>
            <a:xfrm>
              <a:off x="8600876" y="292909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15"/>
            <p:cNvSpPr/>
            <p:nvPr/>
          </p:nvSpPr>
          <p:spPr>
            <a:xfrm>
              <a:off x="8600876" y="246305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5"/>
            <p:cNvSpPr/>
            <p:nvPr/>
          </p:nvSpPr>
          <p:spPr>
            <a:xfrm>
              <a:off x="8599357" y="308392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15"/>
            <p:cNvSpPr/>
            <p:nvPr/>
          </p:nvSpPr>
          <p:spPr>
            <a:xfrm>
              <a:off x="8430780" y="308084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15"/>
            <p:cNvSpPr/>
            <p:nvPr/>
          </p:nvSpPr>
          <p:spPr>
            <a:xfrm>
              <a:off x="8766377" y="2308229"/>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15"/>
            <p:cNvSpPr/>
            <p:nvPr/>
          </p:nvSpPr>
          <p:spPr>
            <a:xfrm>
              <a:off x="8602396" y="2299834"/>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15"/>
            <p:cNvSpPr/>
            <p:nvPr/>
          </p:nvSpPr>
          <p:spPr>
            <a:xfrm>
              <a:off x="8434616" y="246381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15"/>
            <p:cNvSpPr/>
            <p:nvPr/>
          </p:nvSpPr>
          <p:spPr>
            <a:xfrm>
              <a:off x="8436895" y="230898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15"/>
            <p:cNvSpPr/>
            <p:nvPr/>
          </p:nvSpPr>
          <p:spPr>
            <a:xfrm>
              <a:off x="8436135" y="2928296"/>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15"/>
            <p:cNvSpPr/>
            <p:nvPr/>
          </p:nvSpPr>
          <p:spPr>
            <a:xfrm>
              <a:off x="8434616" y="2618642"/>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15"/>
            <p:cNvSpPr/>
            <p:nvPr/>
          </p:nvSpPr>
          <p:spPr>
            <a:xfrm>
              <a:off x="8600876" y="215492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5"/>
            <p:cNvSpPr/>
            <p:nvPr/>
          </p:nvSpPr>
          <p:spPr>
            <a:xfrm>
              <a:off x="8436135" y="2774229"/>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15"/>
            <p:cNvSpPr/>
            <p:nvPr/>
          </p:nvSpPr>
          <p:spPr>
            <a:xfrm>
              <a:off x="8598597" y="1999335"/>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15"/>
            <p:cNvSpPr/>
            <p:nvPr/>
          </p:nvSpPr>
          <p:spPr>
            <a:xfrm>
              <a:off x="8438415" y="215264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5"/>
            <p:cNvSpPr/>
            <p:nvPr/>
          </p:nvSpPr>
          <p:spPr>
            <a:xfrm>
              <a:off x="8439174" y="199777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6" name="Google Shape;1116;p15"/>
          <p:cNvSpPr/>
          <p:nvPr/>
        </p:nvSpPr>
        <p:spPr>
          <a:xfrm flipH="1">
            <a:off x="446346" y="15239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5"/>
          <p:cNvSpPr/>
          <p:nvPr/>
        </p:nvSpPr>
        <p:spPr>
          <a:xfrm flipH="1">
            <a:off x="595234" y="27533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8" name="Google Shape;1118;p15"/>
          <p:cNvGrpSpPr/>
          <p:nvPr/>
        </p:nvGrpSpPr>
        <p:grpSpPr>
          <a:xfrm flipH="1">
            <a:off x="-1817332" y="3630549"/>
            <a:ext cx="2946940" cy="1512969"/>
            <a:chOff x="-64732" y="3630549"/>
            <a:chExt cx="2946940" cy="1512969"/>
          </a:xfrm>
        </p:grpSpPr>
        <p:sp>
          <p:nvSpPr>
            <p:cNvPr id="1119" name="Google Shape;1119;p15"/>
            <p:cNvSpPr/>
            <p:nvPr/>
          </p:nvSpPr>
          <p:spPr>
            <a:xfrm flipH="1">
              <a:off x="-64732" y="3630549"/>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15"/>
            <p:cNvSpPr/>
            <p:nvPr/>
          </p:nvSpPr>
          <p:spPr>
            <a:xfrm flipH="1">
              <a:off x="137216" y="3686958"/>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15"/>
            <p:cNvSpPr/>
            <p:nvPr/>
          </p:nvSpPr>
          <p:spPr>
            <a:xfrm flipH="1">
              <a:off x="995811" y="4204819"/>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2" name="Google Shape;1122;p15"/>
          <p:cNvSpPr/>
          <p:nvPr/>
        </p:nvSpPr>
        <p:spPr>
          <a:xfrm rot="1768943">
            <a:off x="-573228" y="1847838"/>
            <a:ext cx="1596426" cy="1802947"/>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15"/>
          <p:cNvSpPr/>
          <p:nvPr/>
        </p:nvSpPr>
        <p:spPr>
          <a:xfrm rot="1768943">
            <a:off x="-494796" y="1923889"/>
            <a:ext cx="1395608" cy="1650656"/>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15"/>
          <p:cNvSpPr/>
          <p:nvPr/>
        </p:nvSpPr>
        <p:spPr>
          <a:xfrm rot="1768943">
            <a:off x="-393343" y="2035865"/>
            <a:ext cx="1193672" cy="1427252"/>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15"/>
          <p:cNvSpPr/>
          <p:nvPr/>
        </p:nvSpPr>
        <p:spPr>
          <a:xfrm rot="1768943">
            <a:off x="-249113" y="2174134"/>
            <a:ext cx="901502" cy="1104556"/>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5"/>
          <p:cNvSpPr/>
          <p:nvPr/>
        </p:nvSpPr>
        <p:spPr>
          <a:xfrm rot="1768943">
            <a:off x="522166" y="2466225"/>
            <a:ext cx="130934" cy="390455"/>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15"/>
          <p:cNvSpPr/>
          <p:nvPr/>
        </p:nvSpPr>
        <p:spPr>
          <a:xfrm flipH="1">
            <a:off x="950984" y="3925083"/>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5"/>
          <p:cNvSpPr/>
          <p:nvPr/>
        </p:nvSpPr>
        <p:spPr>
          <a:xfrm flipH="1">
            <a:off x="1027184" y="28356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15"/>
          <p:cNvSpPr/>
          <p:nvPr/>
        </p:nvSpPr>
        <p:spPr>
          <a:xfrm flipH="1">
            <a:off x="417584" y="28356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15"/>
          <p:cNvSpPr/>
          <p:nvPr/>
        </p:nvSpPr>
        <p:spPr>
          <a:xfrm flipH="1">
            <a:off x="569984" y="14640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15"/>
          <p:cNvSpPr/>
          <p:nvPr/>
        </p:nvSpPr>
        <p:spPr>
          <a:xfrm flipH="1">
            <a:off x="1069391" y="1235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15"/>
          <p:cNvSpPr/>
          <p:nvPr/>
        </p:nvSpPr>
        <p:spPr>
          <a:xfrm flipH="1">
            <a:off x="493784" y="4306083"/>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15"/>
          <p:cNvSpPr/>
          <p:nvPr/>
        </p:nvSpPr>
        <p:spPr>
          <a:xfrm flipH="1">
            <a:off x="81907" y="3727360"/>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5"/>
          <p:cNvSpPr/>
          <p:nvPr/>
        </p:nvSpPr>
        <p:spPr>
          <a:xfrm flipH="1">
            <a:off x="1600605" y="4330360"/>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15"/>
          <p:cNvSpPr/>
          <p:nvPr/>
        </p:nvSpPr>
        <p:spPr>
          <a:xfrm flipH="1">
            <a:off x="1702137" y="4437532"/>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5"/>
          <p:cNvSpPr/>
          <p:nvPr/>
        </p:nvSpPr>
        <p:spPr>
          <a:xfrm flipH="1">
            <a:off x="8131975" y="3785679"/>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15"/>
          <p:cNvSpPr/>
          <p:nvPr/>
        </p:nvSpPr>
        <p:spPr>
          <a:xfrm flipH="1" rot="-5400000">
            <a:off x="8131975" y="4390781"/>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15"/>
          <p:cNvSpPr/>
          <p:nvPr/>
        </p:nvSpPr>
        <p:spPr>
          <a:xfrm>
            <a:off x="8131965" y="-1496272"/>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15"/>
          <p:cNvSpPr/>
          <p:nvPr/>
        </p:nvSpPr>
        <p:spPr>
          <a:xfrm flipH="1">
            <a:off x="7161667" y="-74694"/>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15"/>
          <p:cNvSpPr/>
          <p:nvPr/>
        </p:nvSpPr>
        <p:spPr>
          <a:xfrm>
            <a:off x="4176600" y="459941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15"/>
          <p:cNvSpPr/>
          <p:nvPr/>
        </p:nvSpPr>
        <p:spPr>
          <a:xfrm flipH="1">
            <a:off x="7289139" y="69712"/>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5"/>
          <p:cNvSpPr/>
          <p:nvPr/>
        </p:nvSpPr>
        <p:spPr>
          <a:xfrm flipH="1">
            <a:off x="7414374" y="1305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5"/>
          <p:cNvSpPr/>
          <p:nvPr/>
        </p:nvSpPr>
        <p:spPr>
          <a:xfrm flipH="1" rot="10238554">
            <a:off x="3571755" y="-1362274"/>
            <a:ext cx="2383906" cy="1642699"/>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15"/>
          <p:cNvSpPr/>
          <p:nvPr/>
        </p:nvSpPr>
        <p:spPr>
          <a:xfrm flipH="1" rot="10238554">
            <a:off x="3717855" y="-1059166"/>
            <a:ext cx="2123326" cy="1193658"/>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5"/>
          <p:cNvSpPr/>
          <p:nvPr/>
        </p:nvSpPr>
        <p:spPr>
          <a:xfrm flipH="1" rot="10238554">
            <a:off x="3859382" y="-661161"/>
            <a:ext cx="1884159" cy="733437"/>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10_1">
    <p:spTree>
      <p:nvGrpSpPr>
        <p:cNvPr id="1146" name="Shape 1146"/>
        <p:cNvGrpSpPr/>
        <p:nvPr/>
      </p:nvGrpSpPr>
      <p:grpSpPr>
        <a:xfrm>
          <a:off x="0" y="0"/>
          <a:ext cx="0" cy="0"/>
          <a:chOff x="0" y="0"/>
          <a:chExt cx="0" cy="0"/>
        </a:xfrm>
      </p:grpSpPr>
      <p:sp>
        <p:nvSpPr>
          <p:cNvPr id="1147" name="Google Shape;1147;p16"/>
          <p:cNvSpPr txBox="1"/>
          <p:nvPr>
            <p:ph type="title"/>
          </p:nvPr>
        </p:nvSpPr>
        <p:spPr>
          <a:xfrm>
            <a:off x="1140488" y="2132184"/>
            <a:ext cx="5622300" cy="4116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148" name="Google Shape;1148;p16"/>
          <p:cNvSpPr txBox="1"/>
          <p:nvPr>
            <p:ph idx="1" type="subTitle"/>
          </p:nvPr>
        </p:nvSpPr>
        <p:spPr>
          <a:xfrm>
            <a:off x="1139288" y="2828316"/>
            <a:ext cx="5623500" cy="183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149" name="Google Shape;1149;p16"/>
          <p:cNvSpPr txBox="1"/>
          <p:nvPr>
            <p:ph hasCustomPrompt="1" idx="2" type="title"/>
          </p:nvPr>
        </p:nvSpPr>
        <p:spPr>
          <a:xfrm>
            <a:off x="6916613" y="2334000"/>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grpSp>
        <p:nvGrpSpPr>
          <p:cNvPr id="1150" name="Google Shape;1150;p16"/>
          <p:cNvGrpSpPr/>
          <p:nvPr/>
        </p:nvGrpSpPr>
        <p:grpSpPr>
          <a:xfrm>
            <a:off x="2607452" y="3919366"/>
            <a:ext cx="1209708" cy="1147945"/>
            <a:chOff x="5235125" y="2636100"/>
            <a:chExt cx="796175" cy="755525"/>
          </a:xfrm>
        </p:grpSpPr>
        <p:sp>
          <p:nvSpPr>
            <p:cNvPr id="1151" name="Google Shape;1151;p16"/>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6"/>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16"/>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16"/>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16"/>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16"/>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16"/>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16"/>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16"/>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16"/>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16"/>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16"/>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16"/>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16"/>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16"/>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16"/>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16"/>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16"/>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16"/>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16"/>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6"/>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16"/>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6"/>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16"/>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16"/>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16"/>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16"/>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16"/>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16"/>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16"/>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16"/>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16"/>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16"/>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16"/>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16"/>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16"/>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16"/>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16"/>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16"/>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16"/>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16"/>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16"/>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16"/>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16"/>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16"/>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16"/>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16"/>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6"/>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16"/>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16"/>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16"/>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16"/>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16"/>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16"/>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16"/>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16"/>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16"/>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6"/>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16"/>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16"/>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16"/>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16"/>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16"/>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16"/>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5" name="Google Shape;1215;p16"/>
          <p:cNvGrpSpPr/>
          <p:nvPr/>
        </p:nvGrpSpPr>
        <p:grpSpPr>
          <a:xfrm>
            <a:off x="7858180" y="99016"/>
            <a:ext cx="1209708" cy="1147945"/>
            <a:chOff x="5235125" y="2636100"/>
            <a:chExt cx="796175" cy="755525"/>
          </a:xfrm>
        </p:grpSpPr>
        <p:sp>
          <p:nvSpPr>
            <p:cNvPr id="1216" name="Google Shape;1216;p16"/>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16"/>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16"/>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16"/>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16"/>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16"/>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16"/>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16"/>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16"/>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16"/>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16"/>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16"/>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16"/>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16"/>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16"/>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16"/>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16"/>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16"/>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16"/>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16"/>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16"/>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16"/>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16"/>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16"/>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16"/>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16"/>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16"/>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16"/>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16"/>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6"/>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16"/>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16"/>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16"/>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16"/>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16"/>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16"/>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16"/>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16"/>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16"/>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16"/>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16"/>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16"/>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16"/>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16"/>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16"/>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16"/>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16"/>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16"/>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16"/>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16"/>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16"/>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16"/>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16"/>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16"/>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16"/>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16"/>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16"/>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16"/>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16"/>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16"/>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16"/>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16"/>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16"/>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16"/>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0" name="Google Shape;1280;p16"/>
          <p:cNvSpPr/>
          <p:nvPr/>
        </p:nvSpPr>
        <p:spPr>
          <a:xfrm flipH="1">
            <a:off x="-36" y="3578225"/>
            <a:ext cx="9153000" cy="1565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16"/>
          <p:cNvSpPr/>
          <p:nvPr/>
        </p:nvSpPr>
        <p:spPr>
          <a:xfrm flipH="1">
            <a:off x="-36" y="0"/>
            <a:ext cx="9153000" cy="1565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16"/>
          <p:cNvSpPr/>
          <p:nvPr/>
        </p:nvSpPr>
        <p:spPr>
          <a:xfrm>
            <a:off x="6842470" y="-729095"/>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16"/>
          <p:cNvSpPr/>
          <p:nvPr/>
        </p:nvSpPr>
        <p:spPr>
          <a:xfrm>
            <a:off x="3317210" y="-105347"/>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16"/>
          <p:cNvSpPr/>
          <p:nvPr/>
        </p:nvSpPr>
        <p:spPr>
          <a:xfrm flipH="1">
            <a:off x="2851457" y="3730613"/>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16"/>
          <p:cNvSpPr/>
          <p:nvPr/>
        </p:nvSpPr>
        <p:spPr>
          <a:xfrm flipH="1">
            <a:off x="1446180" y="-439244"/>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16"/>
          <p:cNvSpPr/>
          <p:nvPr/>
        </p:nvSpPr>
        <p:spPr>
          <a:xfrm flipH="1">
            <a:off x="5852818" y="-48397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16"/>
          <p:cNvSpPr/>
          <p:nvPr/>
        </p:nvSpPr>
        <p:spPr>
          <a:xfrm flipH="1">
            <a:off x="2645462" y="76224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16"/>
          <p:cNvSpPr/>
          <p:nvPr/>
        </p:nvSpPr>
        <p:spPr>
          <a:xfrm flipH="1">
            <a:off x="3945865" y="4790431"/>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16"/>
          <p:cNvSpPr/>
          <p:nvPr/>
        </p:nvSpPr>
        <p:spPr>
          <a:xfrm flipH="1">
            <a:off x="6283366" y="-122767"/>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6"/>
          <p:cNvSpPr/>
          <p:nvPr/>
        </p:nvSpPr>
        <p:spPr>
          <a:xfrm flipH="1">
            <a:off x="2927054" y="3870546"/>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16"/>
          <p:cNvSpPr/>
          <p:nvPr/>
        </p:nvSpPr>
        <p:spPr>
          <a:xfrm flipH="1">
            <a:off x="1573651" y="-294838"/>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16"/>
          <p:cNvSpPr/>
          <p:nvPr/>
        </p:nvSpPr>
        <p:spPr>
          <a:xfrm flipH="1">
            <a:off x="2789873" y="83106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16"/>
          <p:cNvSpPr/>
          <p:nvPr/>
        </p:nvSpPr>
        <p:spPr>
          <a:xfrm flipH="1">
            <a:off x="4011278" y="4861544"/>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16"/>
          <p:cNvSpPr/>
          <p:nvPr/>
        </p:nvSpPr>
        <p:spPr>
          <a:xfrm flipH="1">
            <a:off x="6569954" y="-15594"/>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16"/>
          <p:cNvSpPr/>
          <p:nvPr/>
        </p:nvSpPr>
        <p:spPr>
          <a:xfrm flipH="1">
            <a:off x="1698886" y="-2339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16"/>
          <p:cNvSpPr/>
          <p:nvPr/>
        </p:nvSpPr>
        <p:spPr>
          <a:xfrm flipH="1">
            <a:off x="2934340" y="94052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16"/>
          <p:cNvSpPr/>
          <p:nvPr/>
        </p:nvSpPr>
        <p:spPr>
          <a:xfrm flipH="1">
            <a:off x="3150469" y="3941603"/>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16"/>
          <p:cNvSpPr/>
          <p:nvPr/>
        </p:nvSpPr>
        <p:spPr>
          <a:xfrm flipH="1">
            <a:off x="7141961" y="395094"/>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16"/>
          <p:cNvSpPr/>
          <p:nvPr/>
        </p:nvSpPr>
        <p:spPr>
          <a:xfrm flipH="1">
            <a:off x="3447176" y="4052186"/>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16"/>
          <p:cNvSpPr/>
          <p:nvPr/>
        </p:nvSpPr>
        <p:spPr>
          <a:xfrm flipH="1">
            <a:off x="2898133" y="4875300"/>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16"/>
          <p:cNvSpPr/>
          <p:nvPr/>
        </p:nvSpPr>
        <p:spPr>
          <a:xfrm flipH="1">
            <a:off x="6427987" y="7609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16"/>
          <p:cNvSpPr/>
          <p:nvPr/>
        </p:nvSpPr>
        <p:spPr>
          <a:xfrm flipH="1" rot="7510477">
            <a:off x="6092453" y="4413042"/>
            <a:ext cx="101587" cy="101643"/>
          </a:xfrm>
          <a:custGeom>
            <a:rect b="b" l="l" r="r" t="t"/>
            <a:pathLst>
              <a:path extrusionOk="0" h="1818" w="1817">
                <a:moveTo>
                  <a:pt x="908" y="1"/>
                </a:moveTo>
                <a:lnTo>
                  <a:pt x="727" y="21"/>
                </a:lnTo>
                <a:lnTo>
                  <a:pt x="565" y="82"/>
                </a:lnTo>
                <a:lnTo>
                  <a:pt x="404" y="162"/>
                </a:lnTo>
                <a:lnTo>
                  <a:pt x="262" y="263"/>
                </a:lnTo>
                <a:lnTo>
                  <a:pt x="162" y="404"/>
                </a:lnTo>
                <a:lnTo>
                  <a:pt x="81" y="566"/>
                </a:lnTo>
                <a:lnTo>
                  <a:pt x="20" y="727"/>
                </a:lnTo>
                <a:lnTo>
                  <a:pt x="0" y="909"/>
                </a:lnTo>
                <a:lnTo>
                  <a:pt x="20" y="1091"/>
                </a:lnTo>
                <a:lnTo>
                  <a:pt x="81" y="1252"/>
                </a:lnTo>
                <a:lnTo>
                  <a:pt x="162" y="1413"/>
                </a:lnTo>
                <a:lnTo>
                  <a:pt x="262" y="1555"/>
                </a:lnTo>
                <a:lnTo>
                  <a:pt x="404" y="1656"/>
                </a:lnTo>
                <a:lnTo>
                  <a:pt x="565" y="1736"/>
                </a:lnTo>
                <a:lnTo>
                  <a:pt x="727" y="1797"/>
                </a:lnTo>
                <a:lnTo>
                  <a:pt x="908" y="1817"/>
                </a:lnTo>
                <a:lnTo>
                  <a:pt x="1090" y="1797"/>
                </a:lnTo>
                <a:lnTo>
                  <a:pt x="1251" y="1736"/>
                </a:lnTo>
                <a:lnTo>
                  <a:pt x="1413" y="1656"/>
                </a:lnTo>
                <a:lnTo>
                  <a:pt x="1534" y="1555"/>
                </a:lnTo>
                <a:lnTo>
                  <a:pt x="1655" y="1413"/>
                </a:lnTo>
                <a:lnTo>
                  <a:pt x="1736" y="1252"/>
                </a:lnTo>
                <a:lnTo>
                  <a:pt x="1796" y="1091"/>
                </a:lnTo>
                <a:lnTo>
                  <a:pt x="1816" y="909"/>
                </a:lnTo>
                <a:lnTo>
                  <a:pt x="1796" y="727"/>
                </a:lnTo>
                <a:lnTo>
                  <a:pt x="1736" y="566"/>
                </a:lnTo>
                <a:lnTo>
                  <a:pt x="1655" y="404"/>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16"/>
          <p:cNvSpPr/>
          <p:nvPr/>
        </p:nvSpPr>
        <p:spPr>
          <a:xfrm flipH="1">
            <a:off x="2994648" y="4130008"/>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16"/>
          <p:cNvSpPr/>
          <p:nvPr/>
        </p:nvSpPr>
        <p:spPr>
          <a:xfrm flipH="1">
            <a:off x="3334673" y="56967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16"/>
          <p:cNvSpPr/>
          <p:nvPr/>
        </p:nvSpPr>
        <p:spPr>
          <a:xfrm flipH="1">
            <a:off x="3310968" y="59338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16"/>
          <p:cNvSpPr/>
          <p:nvPr/>
        </p:nvSpPr>
        <p:spPr>
          <a:xfrm flipH="1">
            <a:off x="4067690" y="5142025"/>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16"/>
          <p:cNvSpPr/>
          <p:nvPr/>
        </p:nvSpPr>
        <p:spPr>
          <a:xfrm flipH="1">
            <a:off x="4042867" y="5166848"/>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8" name="Google Shape;1308;p16"/>
          <p:cNvGrpSpPr/>
          <p:nvPr/>
        </p:nvGrpSpPr>
        <p:grpSpPr>
          <a:xfrm>
            <a:off x="4143084" y="3504855"/>
            <a:ext cx="2393464" cy="2343623"/>
            <a:chOff x="3516837" y="3428655"/>
            <a:chExt cx="2393464" cy="2343623"/>
          </a:xfrm>
        </p:grpSpPr>
        <p:sp>
          <p:nvSpPr>
            <p:cNvPr id="1309" name="Google Shape;1309;p16"/>
            <p:cNvSpPr/>
            <p:nvPr/>
          </p:nvSpPr>
          <p:spPr>
            <a:xfrm flipH="1" rot="7510477">
              <a:off x="3915329" y="3698962"/>
              <a:ext cx="1596481" cy="1803008"/>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16"/>
            <p:cNvSpPr/>
            <p:nvPr/>
          </p:nvSpPr>
          <p:spPr>
            <a:xfrm flipH="1" rot="7510477">
              <a:off x="3995921" y="3784607"/>
              <a:ext cx="1395656" cy="1650712"/>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16"/>
            <p:cNvSpPr/>
            <p:nvPr/>
          </p:nvSpPr>
          <p:spPr>
            <a:xfrm flipH="1" rot="7510477">
              <a:off x="4097216" y="3895863"/>
              <a:ext cx="1193712" cy="1427300"/>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16"/>
            <p:cNvSpPr/>
            <p:nvPr/>
          </p:nvSpPr>
          <p:spPr>
            <a:xfrm flipH="1" rot="7510477">
              <a:off x="4251510" y="4078874"/>
              <a:ext cx="901532" cy="110459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16"/>
            <p:cNvSpPr/>
            <p:nvPr/>
          </p:nvSpPr>
          <p:spPr>
            <a:xfrm flipH="1" rot="7510477">
              <a:off x="5013466" y="4329445"/>
              <a:ext cx="130939" cy="39046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16"/>
            <p:cNvSpPr/>
            <p:nvPr/>
          </p:nvSpPr>
          <p:spPr>
            <a:xfrm flipH="1" rot="7510477">
              <a:off x="5095056" y="4516892"/>
              <a:ext cx="4585" cy="55350"/>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6"/>
            <p:cNvSpPr/>
            <p:nvPr/>
          </p:nvSpPr>
          <p:spPr>
            <a:xfrm flipH="1" rot="7510477">
              <a:off x="5070454" y="4542140"/>
              <a:ext cx="55350" cy="4585"/>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6" name="Google Shape;1316;p16"/>
          <p:cNvSpPr/>
          <p:nvPr/>
        </p:nvSpPr>
        <p:spPr>
          <a:xfrm>
            <a:off x="8433200" y="3849629"/>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16"/>
          <p:cNvSpPr/>
          <p:nvPr/>
        </p:nvSpPr>
        <p:spPr>
          <a:xfrm rot="5400000">
            <a:off x="8431434" y="4454735"/>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16"/>
          <p:cNvSpPr/>
          <p:nvPr/>
        </p:nvSpPr>
        <p:spPr>
          <a:xfrm>
            <a:off x="144856" y="13988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16"/>
          <p:cNvSpPr/>
          <p:nvPr/>
        </p:nvSpPr>
        <p:spPr>
          <a:xfrm flipH="1">
            <a:off x="3451848" y="4425283"/>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16"/>
          <p:cNvSpPr/>
          <p:nvPr/>
        </p:nvSpPr>
        <p:spPr>
          <a:xfrm flipH="1">
            <a:off x="4975848" y="3929983"/>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16"/>
          <p:cNvSpPr/>
          <p:nvPr/>
        </p:nvSpPr>
        <p:spPr>
          <a:xfrm>
            <a:off x="144856" y="62206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16"/>
          <p:cNvSpPr/>
          <p:nvPr/>
        </p:nvSpPr>
        <p:spPr>
          <a:xfrm flipH="1">
            <a:off x="7094737" y="38089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16"/>
          <p:cNvSpPr/>
          <p:nvPr/>
        </p:nvSpPr>
        <p:spPr>
          <a:xfrm flipH="1">
            <a:off x="8466337" y="60949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6"/>
          <p:cNvSpPr/>
          <p:nvPr/>
        </p:nvSpPr>
        <p:spPr>
          <a:xfrm flipH="1">
            <a:off x="7780537" y="9714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10_1_1">
    <p:bg>
      <p:bgPr>
        <a:solidFill>
          <a:schemeClr val="lt2"/>
        </a:solidFill>
      </p:bgPr>
    </p:bg>
    <p:spTree>
      <p:nvGrpSpPr>
        <p:cNvPr id="1325" name="Shape 1325"/>
        <p:cNvGrpSpPr/>
        <p:nvPr/>
      </p:nvGrpSpPr>
      <p:grpSpPr>
        <a:xfrm>
          <a:off x="0" y="0"/>
          <a:ext cx="0" cy="0"/>
          <a:chOff x="0" y="0"/>
          <a:chExt cx="0" cy="0"/>
        </a:xfrm>
      </p:grpSpPr>
      <p:sp>
        <p:nvSpPr>
          <p:cNvPr id="1326" name="Google Shape;1326;p17"/>
          <p:cNvSpPr txBox="1"/>
          <p:nvPr>
            <p:ph type="title"/>
          </p:nvPr>
        </p:nvSpPr>
        <p:spPr>
          <a:xfrm>
            <a:off x="2514600" y="1484478"/>
            <a:ext cx="4114800" cy="4116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27" name="Google Shape;1327;p17"/>
          <p:cNvSpPr txBox="1"/>
          <p:nvPr>
            <p:ph idx="1" type="subTitle"/>
          </p:nvPr>
        </p:nvSpPr>
        <p:spPr>
          <a:xfrm>
            <a:off x="3037200" y="2100917"/>
            <a:ext cx="3069600" cy="395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328" name="Google Shape;1328;p17"/>
          <p:cNvSpPr txBox="1"/>
          <p:nvPr>
            <p:ph hasCustomPrompt="1" idx="2" type="title"/>
          </p:nvPr>
        </p:nvSpPr>
        <p:spPr>
          <a:xfrm>
            <a:off x="4027950" y="2947572"/>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sp>
        <p:nvSpPr>
          <p:cNvPr id="1329" name="Google Shape;1329;p17"/>
          <p:cNvSpPr/>
          <p:nvPr/>
        </p:nvSpPr>
        <p:spPr>
          <a:xfrm>
            <a:off x="2530200" y="0"/>
            <a:ext cx="4083600" cy="5143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17"/>
          <p:cNvSpPr/>
          <p:nvPr/>
        </p:nvSpPr>
        <p:spPr>
          <a:xfrm>
            <a:off x="8133850" y="1821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17"/>
          <p:cNvSpPr/>
          <p:nvPr/>
        </p:nvSpPr>
        <p:spPr>
          <a:xfrm rot="5400000">
            <a:off x="8133850" y="7872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17"/>
          <p:cNvSpPr/>
          <p:nvPr/>
        </p:nvSpPr>
        <p:spPr>
          <a:xfrm rot="3449335">
            <a:off x="1473204" y="-1086091"/>
            <a:ext cx="1596402" cy="180291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17"/>
          <p:cNvSpPr/>
          <p:nvPr/>
        </p:nvSpPr>
        <p:spPr>
          <a:xfrm>
            <a:off x="7290020" y="98147"/>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7"/>
          <p:cNvSpPr/>
          <p:nvPr/>
        </p:nvSpPr>
        <p:spPr>
          <a:xfrm>
            <a:off x="9011602" y="-2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17"/>
          <p:cNvSpPr/>
          <p:nvPr/>
        </p:nvSpPr>
        <p:spPr>
          <a:xfrm>
            <a:off x="7182848" y="1854781"/>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17"/>
          <p:cNvSpPr/>
          <p:nvPr/>
        </p:nvSpPr>
        <p:spPr>
          <a:xfrm>
            <a:off x="7364488" y="11396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17"/>
          <p:cNvSpPr/>
          <p:nvPr/>
        </p:nvSpPr>
        <p:spPr>
          <a:xfrm>
            <a:off x="8605498" y="363053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17"/>
          <p:cNvSpPr/>
          <p:nvPr/>
        </p:nvSpPr>
        <p:spPr>
          <a:xfrm>
            <a:off x="7917290" y="1315452"/>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17"/>
          <p:cNvSpPr/>
          <p:nvPr/>
        </p:nvSpPr>
        <p:spPr>
          <a:xfrm>
            <a:off x="1573619" y="446948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17"/>
          <p:cNvSpPr/>
          <p:nvPr/>
        </p:nvSpPr>
        <p:spPr>
          <a:xfrm rot="3449335">
            <a:off x="1554254" y="-1020347"/>
            <a:ext cx="1395586" cy="1650631"/>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17"/>
          <p:cNvSpPr/>
          <p:nvPr/>
        </p:nvSpPr>
        <p:spPr>
          <a:xfrm>
            <a:off x="8938198" y="3915546"/>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17"/>
          <p:cNvSpPr/>
          <p:nvPr/>
        </p:nvSpPr>
        <p:spPr>
          <a:xfrm>
            <a:off x="1754085" y="4576657"/>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17"/>
          <p:cNvSpPr/>
          <p:nvPr/>
        </p:nvSpPr>
        <p:spPr>
          <a:xfrm>
            <a:off x="7475015" y="197772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17"/>
          <p:cNvSpPr/>
          <p:nvPr/>
        </p:nvSpPr>
        <p:spPr>
          <a:xfrm>
            <a:off x="7497601" y="258374"/>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7"/>
          <p:cNvSpPr/>
          <p:nvPr/>
        </p:nvSpPr>
        <p:spPr>
          <a:xfrm>
            <a:off x="7989465" y="1384273"/>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17"/>
          <p:cNvSpPr/>
          <p:nvPr/>
        </p:nvSpPr>
        <p:spPr>
          <a:xfrm rot="3449335">
            <a:off x="1655522" y="-908175"/>
            <a:ext cx="1193653" cy="142722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17"/>
          <p:cNvSpPr/>
          <p:nvPr/>
        </p:nvSpPr>
        <p:spPr>
          <a:xfrm>
            <a:off x="7611538" y="3192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7"/>
          <p:cNvSpPr/>
          <p:nvPr/>
        </p:nvSpPr>
        <p:spPr>
          <a:xfrm>
            <a:off x="8093284" y="1493738"/>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17"/>
          <p:cNvSpPr/>
          <p:nvPr/>
        </p:nvSpPr>
        <p:spPr>
          <a:xfrm rot="3449335">
            <a:off x="1810805" y="-768073"/>
            <a:ext cx="901487" cy="110453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17"/>
          <p:cNvSpPr/>
          <p:nvPr/>
        </p:nvSpPr>
        <p:spPr>
          <a:xfrm>
            <a:off x="8740847" y="1813019"/>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17"/>
          <p:cNvSpPr/>
          <p:nvPr/>
        </p:nvSpPr>
        <p:spPr>
          <a:xfrm>
            <a:off x="7850706" y="377382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17"/>
          <p:cNvSpPr/>
          <p:nvPr/>
        </p:nvSpPr>
        <p:spPr>
          <a:xfrm rot="3449335">
            <a:off x="2567386" y="-287123"/>
            <a:ext cx="130932" cy="390449"/>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7"/>
          <p:cNvSpPr/>
          <p:nvPr/>
        </p:nvSpPr>
        <p:spPr>
          <a:xfrm>
            <a:off x="13470249" y="372312"/>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17"/>
          <p:cNvSpPr/>
          <p:nvPr/>
        </p:nvSpPr>
        <p:spPr>
          <a:xfrm>
            <a:off x="8905548" y="1936013"/>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17"/>
          <p:cNvSpPr/>
          <p:nvPr/>
        </p:nvSpPr>
        <p:spPr>
          <a:xfrm>
            <a:off x="9054482" y="2190947"/>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17"/>
          <p:cNvSpPr/>
          <p:nvPr/>
        </p:nvSpPr>
        <p:spPr>
          <a:xfrm>
            <a:off x="8006405" y="394081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17"/>
          <p:cNvSpPr/>
          <p:nvPr/>
        </p:nvSpPr>
        <p:spPr>
          <a:xfrm>
            <a:off x="8024463" y="338348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17"/>
          <p:cNvSpPr/>
          <p:nvPr/>
        </p:nvSpPr>
        <p:spPr>
          <a:xfrm>
            <a:off x="8022171" y="3381194"/>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17"/>
          <p:cNvSpPr/>
          <p:nvPr/>
        </p:nvSpPr>
        <p:spPr>
          <a:xfrm>
            <a:off x="8252337" y="1963072"/>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7"/>
          <p:cNvSpPr/>
          <p:nvPr/>
        </p:nvSpPr>
        <p:spPr>
          <a:xfrm>
            <a:off x="8250101" y="196078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17"/>
          <p:cNvSpPr/>
          <p:nvPr/>
        </p:nvSpPr>
        <p:spPr>
          <a:xfrm>
            <a:off x="8947481" y="1091884"/>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17"/>
          <p:cNvSpPr/>
          <p:nvPr/>
        </p:nvSpPr>
        <p:spPr>
          <a:xfrm>
            <a:off x="9048679" y="1373263"/>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17"/>
          <p:cNvSpPr/>
          <p:nvPr/>
        </p:nvSpPr>
        <p:spPr>
          <a:xfrm>
            <a:off x="9064657" y="390240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17"/>
          <p:cNvSpPr/>
          <p:nvPr/>
        </p:nvSpPr>
        <p:spPr>
          <a:xfrm>
            <a:off x="9062365" y="3900173"/>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17"/>
          <p:cNvSpPr/>
          <p:nvPr/>
        </p:nvSpPr>
        <p:spPr>
          <a:xfrm>
            <a:off x="7397129" y="44694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7"/>
          <p:cNvSpPr/>
          <p:nvPr/>
        </p:nvSpPr>
        <p:spPr>
          <a:xfrm>
            <a:off x="7665172" y="39937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17"/>
          <p:cNvSpPr/>
          <p:nvPr/>
        </p:nvSpPr>
        <p:spPr>
          <a:xfrm>
            <a:off x="9325237" y="24425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17"/>
          <p:cNvSpPr/>
          <p:nvPr/>
        </p:nvSpPr>
        <p:spPr>
          <a:xfrm>
            <a:off x="9301588" y="246623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17"/>
          <p:cNvSpPr/>
          <p:nvPr/>
        </p:nvSpPr>
        <p:spPr>
          <a:xfrm rot="3449335">
            <a:off x="2649872" y="-138575"/>
            <a:ext cx="4584" cy="55347"/>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17"/>
          <p:cNvSpPr/>
          <p:nvPr/>
        </p:nvSpPr>
        <p:spPr>
          <a:xfrm>
            <a:off x="-2003610" y="6372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17"/>
          <p:cNvSpPr/>
          <p:nvPr/>
        </p:nvSpPr>
        <p:spPr>
          <a:xfrm rot="3449335">
            <a:off x="2625262" y="-113023"/>
            <a:ext cx="55347"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2" name="Google Shape;1372;p17"/>
          <p:cNvGrpSpPr/>
          <p:nvPr/>
        </p:nvGrpSpPr>
        <p:grpSpPr>
          <a:xfrm>
            <a:off x="3970982" y="4599416"/>
            <a:ext cx="1205112" cy="520243"/>
            <a:chOff x="3970982" y="4599416"/>
            <a:chExt cx="1205112" cy="520243"/>
          </a:xfrm>
        </p:grpSpPr>
        <p:sp>
          <p:nvSpPr>
            <p:cNvPr id="1373" name="Google Shape;1373;p17"/>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17"/>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17"/>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17"/>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17"/>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17"/>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17"/>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17"/>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17"/>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17"/>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17"/>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17"/>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17"/>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17"/>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17"/>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17"/>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17"/>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17"/>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17"/>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17"/>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7"/>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17"/>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17"/>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17"/>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17"/>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17"/>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17"/>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17"/>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17"/>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17"/>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17"/>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17"/>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5" name="Google Shape;1405;p17"/>
          <p:cNvGrpSpPr/>
          <p:nvPr/>
        </p:nvGrpSpPr>
        <p:grpSpPr>
          <a:xfrm>
            <a:off x="3969444" y="51341"/>
            <a:ext cx="1205112" cy="520243"/>
            <a:chOff x="3970982" y="4599416"/>
            <a:chExt cx="1205112" cy="520243"/>
          </a:xfrm>
        </p:grpSpPr>
        <p:sp>
          <p:nvSpPr>
            <p:cNvPr id="1406" name="Google Shape;1406;p17"/>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17"/>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17"/>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17"/>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17"/>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17"/>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17"/>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17"/>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17"/>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17"/>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17"/>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17"/>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17"/>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17"/>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17"/>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17"/>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17"/>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17"/>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17"/>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17"/>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17"/>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17"/>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17"/>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17"/>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17"/>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17"/>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17"/>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17"/>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17"/>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17"/>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17"/>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17"/>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8" name="Google Shape;1438;p17"/>
          <p:cNvGrpSpPr/>
          <p:nvPr/>
        </p:nvGrpSpPr>
        <p:grpSpPr>
          <a:xfrm>
            <a:off x="335952" y="4224312"/>
            <a:ext cx="754524" cy="750237"/>
            <a:chOff x="8523754" y="10"/>
            <a:chExt cx="516408" cy="513439"/>
          </a:xfrm>
        </p:grpSpPr>
        <p:sp>
          <p:nvSpPr>
            <p:cNvPr id="1439" name="Google Shape;1439;p17"/>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17"/>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1" name="Google Shape;1441;p17"/>
          <p:cNvSpPr/>
          <p:nvPr/>
        </p:nvSpPr>
        <p:spPr>
          <a:xfrm>
            <a:off x="8202150"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17"/>
          <p:cNvSpPr/>
          <p:nvPr/>
        </p:nvSpPr>
        <p:spPr>
          <a:xfrm>
            <a:off x="484600" y="280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3" name="Google Shape;1443;p17"/>
          <p:cNvGrpSpPr/>
          <p:nvPr/>
        </p:nvGrpSpPr>
        <p:grpSpPr>
          <a:xfrm flipH="1" rot="2700000">
            <a:off x="-2243747" y="347213"/>
            <a:ext cx="2946912" cy="1512954"/>
            <a:chOff x="-1306807" y="-1638114"/>
            <a:chExt cx="2946940" cy="1512969"/>
          </a:xfrm>
        </p:grpSpPr>
        <p:sp>
          <p:nvSpPr>
            <p:cNvPr id="1444" name="Google Shape;1444;p17"/>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17"/>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17"/>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7" name="Google Shape;1447;p17"/>
          <p:cNvSpPr/>
          <p:nvPr/>
        </p:nvSpPr>
        <p:spPr>
          <a:xfrm>
            <a:off x="322954" y="27325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17"/>
          <p:cNvSpPr/>
          <p:nvPr/>
        </p:nvSpPr>
        <p:spPr>
          <a:xfrm>
            <a:off x="2337742" y="16245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17"/>
          <p:cNvSpPr/>
          <p:nvPr/>
        </p:nvSpPr>
        <p:spPr>
          <a:xfrm>
            <a:off x="266642" y="13758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17"/>
          <p:cNvSpPr/>
          <p:nvPr/>
        </p:nvSpPr>
        <p:spPr>
          <a:xfrm>
            <a:off x="523842" y="1693465"/>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17"/>
          <p:cNvSpPr/>
          <p:nvPr/>
        </p:nvSpPr>
        <p:spPr>
          <a:xfrm>
            <a:off x="3174892" y="-1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CUSTOM_10_1_1_1">
    <p:bg>
      <p:bgPr>
        <a:solidFill>
          <a:schemeClr val="lt2"/>
        </a:solidFill>
      </p:bgPr>
    </p:bg>
    <p:spTree>
      <p:nvGrpSpPr>
        <p:cNvPr id="1452" name="Shape 1452"/>
        <p:cNvGrpSpPr/>
        <p:nvPr/>
      </p:nvGrpSpPr>
      <p:grpSpPr>
        <a:xfrm>
          <a:off x="0" y="0"/>
          <a:ext cx="0" cy="0"/>
          <a:chOff x="0" y="0"/>
          <a:chExt cx="0" cy="0"/>
        </a:xfrm>
      </p:grpSpPr>
      <p:sp>
        <p:nvSpPr>
          <p:cNvPr id="1453" name="Google Shape;1453;p18"/>
          <p:cNvSpPr/>
          <p:nvPr/>
        </p:nvSpPr>
        <p:spPr>
          <a:xfrm>
            <a:off x="0" y="4075216"/>
            <a:ext cx="9144000" cy="1093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18"/>
          <p:cNvSpPr/>
          <p:nvPr/>
        </p:nvSpPr>
        <p:spPr>
          <a:xfrm>
            <a:off x="0" y="0"/>
            <a:ext cx="9144000" cy="1093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18"/>
          <p:cNvSpPr txBox="1"/>
          <p:nvPr>
            <p:ph type="title"/>
          </p:nvPr>
        </p:nvSpPr>
        <p:spPr>
          <a:xfrm>
            <a:off x="2514600" y="2671608"/>
            <a:ext cx="4114800" cy="4116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456" name="Google Shape;1456;p18"/>
          <p:cNvSpPr txBox="1"/>
          <p:nvPr>
            <p:ph idx="1" type="subTitle"/>
          </p:nvPr>
        </p:nvSpPr>
        <p:spPr>
          <a:xfrm>
            <a:off x="3037200" y="3288047"/>
            <a:ext cx="3069600" cy="395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457" name="Google Shape;1457;p18"/>
          <p:cNvSpPr txBox="1"/>
          <p:nvPr>
            <p:ph hasCustomPrompt="1" idx="2" type="title"/>
          </p:nvPr>
        </p:nvSpPr>
        <p:spPr>
          <a:xfrm>
            <a:off x="4027950" y="1696303"/>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sp>
        <p:nvSpPr>
          <p:cNvPr id="1458" name="Google Shape;1458;p18"/>
          <p:cNvSpPr/>
          <p:nvPr/>
        </p:nvSpPr>
        <p:spPr>
          <a:xfrm>
            <a:off x="8133850" y="1821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18"/>
          <p:cNvSpPr/>
          <p:nvPr/>
        </p:nvSpPr>
        <p:spPr>
          <a:xfrm rot="5400000">
            <a:off x="8133850" y="7872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18"/>
          <p:cNvSpPr/>
          <p:nvPr/>
        </p:nvSpPr>
        <p:spPr>
          <a:xfrm rot="3449335">
            <a:off x="1473204" y="-1086091"/>
            <a:ext cx="1596402" cy="180291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18"/>
          <p:cNvSpPr/>
          <p:nvPr/>
        </p:nvSpPr>
        <p:spPr>
          <a:xfrm>
            <a:off x="7290020" y="98147"/>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18"/>
          <p:cNvSpPr/>
          <p:nvPr/>
        </p:nvSpPr>
        <p:spPr>
          <a:xfrm>
            <a:off x="9011602" y="-2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18"/>
          <p:cNvSpPr/>
          <p:nvPr/>
        </p:nvSpPr>
        <p:spPr>
          <a:xfrm>
            <a:off x="7182848" y="1854781"/>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18"/>
          <p:cNvSpPr/>
          <p:nvPr/>
        </p:nvSpPr>
        <p:spPr>
          <a:xfrm>
            <a:off x="7364488" y="11396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18"/>
          <p:cNvSpPr/>
          <p:nvPr/>
        </p:nvSpPr>
        <p:spPr>
          <a:xfrm>
            <a:off x="8605498" y="363053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18"/>
          <p:cNvSpPr/>
          <p:nvPr/>
        </p:nvSpPr>
        <p:spPr>
          <a:xfrm>
            <a:off x="7917290" y="1315452"/>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18"/>
          <p:cNvSpPr/>
          <p:nvPr/>
        </p:nvSpPr>
        <p:spPr>
          <a:xfrm>
            <a:off x="1573619" y="446948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18"/>
          <p:cNvSpPr/>
          <p:nvPr/>
        </p:nvSpPr>
        <p:spPr>
          <a:xfrm rot="3449335">
            <a:off x="1554254" y="-1020347"/>
            <a:ext cx="1395586" cy="1650631"/>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18"/>
          <p:cNvSpPr/>
          <p:nvPr/>
        </p:nvSpPr>
        <p:spPr>
          <a:xfrm>
            <a:off x="8938198" y="3915546"/>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18"/>
          <p:cNvSpPr/>
          <p:nvPr/>
        </p:nvSpPr>
        <p:spPr>
          <a:xfrm>
            <a:off x="1754085" y="4576657"/>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18"/>
          <p:cNvSpPr/>
          <p:nvPr/>
        </p:nvSpPr>
        <p:spPr>
          <a:xfrm>
            <a:off x="7475015" y="197772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18"/>
          <p:cNvSpPr/>
          <p:nvPr/>
        </p:nvSpPr>
        <p:spPr>
          <a:xfrm>
            <a:off x="7497601" y="258374"/>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18"/>
          <p:cNvSpPr/>
          <p:nvPr/>
        </p:nvSpPr>
        <p:spPr>
          <a:xfrm>
            <a:off x="7989465" y="1384273"/>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18"/>
          <p:cNvSpPr/>
          <p:nvPr/>
        </p:nvSpPr>
        <p:spPr>
          <a:xfrm rot="3449335">
            <a:off x="1655522" y="-908175"/>
            <a:ext cx="1193653" cy="142722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18"/>
          <p:cNvSpPr/>
          <p:nvPr/>
        </p:nvSpPr>
        <p:spPr>
          <a:xfrm>
            <a:off x="7611538" y="3192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18"/>
          <p:cNvSpPr/>
          <p:nvPr/>
        </p:nvSpPr>
        <p:spPr>
          <a:xfrm>
            <a:off x="8093284" y="1493738"/>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18"/>
          <p:cNvSpPr/>
          <p:nvPr/>
        </p:nvSpPr>
        <p:spPr>
          <a:xfrm rot="3449335">
            <a:off x="1810805" y="-768073"/>
            <a:ext cx="901487" cy="110453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18"/>
          <p:cNvSpPr/>
          <p:nvPr/>
        </p:nvSpPr>
        <p:spPr>
          <a:xfrm>
            <a:off x="8740847" y="1813019"/>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18"/>
          <p:cNvSpPr/>
          <p:nvPr/>
        </p:nvSpPr>
        <p:spPr>
          <a:xfrm>
            <a:off x="7850706" y="377382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18"/>
          <p:cNvSpPr/>
          <p:nvPr/>
        </p:nvSpPr>
        <p:spPr>
          <a:xfrm rot="3449335">
            <a:off x="2567386" y="-287123"/>
            <a:ext cx="130932" cy="390449"/>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18"/>
          <p:cNvSpPr/>
          <p:nvPr/>
        </p:nvSpPr>
        <p:spPr>
          <a:xfrm>
            <a:off x="13470249" y="372312"/>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18"/>
          <p:cNvSpPr/>
          <p:nvPr/>
        </p:nvSpPr>
        <p:spPr>
          <a:xfrm>
            <a:off x="8905548" y="1936013"/>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18"/>
          <p:cNvSpPr/>
          <p:nvPr/>
        </p:nvSpPr>
        <p:spPr>
          <a:xfrm>
            <a:off x="9054482" y="2190947"/>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18"/>
          <p:cNvSpPr/>
          <p:nvPr/>
        </p:nvSpPr>
        <p:spPr>
          <a:xfrm>
            <a:off x="8006405" y="394081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18"/>
          <p:cNvSpPr/>
          <p:nvPr/>
        </p:nvSpPr>
        <p:spPr>
          <a:xfrm>
            <a:off x="8024463" y="338348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18"/>
          <p:cNvSpPr/>
          <p:nvPr/>
        </p:nvSpPr>
        <p:spPr>
          <a:xfrm>
            <a:off x="8022171" y="3381194"/>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18"/>
          <p:cNvSpPr/>
          <p:nvPr/>
        </p:nvSpPr>
        <p:spPr>
          <a:xfrm>
            <a:off x="8252337" y="1963072"/>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18"/>
          <p:cNvSpPr/>
          <p:nvPr/>
        </p:nvSpPr>
        <p:spPr>
          <a:xfrm>
            <a:off x="8250101" y="196078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18"/>
          <p:cNvSpPr/>
          <p:nvPr/>
        </p:nvSpPr>
        <p:spPr>
          <a:xfrm>
            <a:off x="8947481" y="1091884"/>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18"/>
          <p:cNvSpPr/>
          <p:nvPr/>
        </p:nvSpPr>
        <p:spPr>
          <a:xfrm>
            <a:off x="9048679" y="1373263"/>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18"/>
          <p:cNvSpPr/>
          <p:nvPr/>
        </p:nvSpPr>
        <p:spPr>
          <a:xfrm>
            <a:off x="9064657" y="390240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18"/>
          <p:cNvSpPr/>
          <p:nvPr/>
        </p:nvSpPr>
        <p:spPr>
          <a:xfrm>
            <a:off x="9062365" y="3900173"/>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18"/>
          <p:cNvSpPr/>
          <p:nvPr/>
        </p:nvSpPr>
        <p:spPr>
          <a:xfrm>
            <a:off x="7397129" y="44694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18"/>
          <p:cNvSpPr/>
          <p:nvPr/>
        </p:nvSpPr>
        <p:spPr>
          <a:xfrm>
            <a:off x="7665172" y="39937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18"/>
          <p:cNvSpPr/>
          <p:nvPr/>
        </p:nvSpPr>
        <p:spPr>
          <a:xfrm>
            <a:off x="9325237" y="24425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18"/>
          <p:cNvSpPr/>
          <p:nvPr/>
        </p:nvSpPr>
        <p:spPr>
          <a:xfrm>
            <a:off x="9301588" y="246623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18"/>
          <p:cNvSpPr/>
          <p:nvPr/>
        </p:nvSpPr>
        <p:spPr>
          <a:xfrm rot="3449335">
            <a:off x="2649872" y="-138575"/>
            <a:ext cx="4584" cy="55347"/>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18"/>
          <p:cNvSpPr/>
          <p:nvPr/>
        </p:nvSpPr>
        <p:spPr>
          <a:xfrm>
            <a:off x="-2003610" y="6372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18"/>
          <p:cNvSpPr/>
          <p:nvPr/>
        </p:nvSpPr>
        <p:spPr>
          <a:xfrm rot="3449335">
            <a:off x="2625262" y="-113023"/>
            <a:ext cx="55347"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0" name="Google Shape;1500;p18"/>
          <p:cNvGrpSpPr/>
          <p:nvPr/>
        </p:nvGrpSpPr>
        <p:grpSpPr>
          <a:xfrm>
            <a:off x="3970982" y="4599416"/>
            <a:ext cx="1205112" cy="520243"/>
            <a:chOff x="3970982" y="4599416"/>
            <a:chExt cx="1205112" cy="520243"/>
          </a:xfrm>
        </p:grpSpPr>
        <p:sp>
          <p:nvSpPr>
            <p:cNvPr id="1501" name="Google Shape;1501;p18"/>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18"/>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18"/>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18"/>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18"/>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18"/>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18"/>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18"/>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18"/>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18"/>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18"/>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18"/>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18"/>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18"/>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18"/>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18"/>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18"/>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18"/>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18"/>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18"/>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18"/>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18"/>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18"/>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18"/>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18"/>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18"/>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18"/>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18"/>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18"/>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18"/>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18"/>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18"/>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3" name="Google Shape;1533;p18"/>
          <p:cNvGrpSpPr/>
          <p:nvPr/>
        </p:nvGrpSpPr>
        <p:grpSpPr>
          <a:xfrm>
            <a:off x="3969444" y="51341"/>
            <a:ext cx="1205112" cy="520243"/>
            <a:chOff x="3970982" y="4599416"/>
            <a:chExt cx="1205112" cy="520243"/>
          </a:xfrm>
        </p:grpSpPr>
        <p:sp>
          <p:nvSpPr>
            <p:cNvPr id="1534" name="Google Shape;1534;p18"/>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18"/>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18"/>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18"/>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18"/>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18"/>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18"/>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18"/>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18"/>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18"/>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18"/>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18"/>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18"/>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18"/>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18"/>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18"/>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18"/>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18"/>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18"/>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18"/>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18"/>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18"/>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18"/>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18"/>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18"/>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18"/>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18"/>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18"/>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18"/>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18"/>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18"/>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18"/>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6" name="Google Shape;1566;p18"/>
          <p:cNvGrpSpPr/>
          <p:nvPr/>
        </p:nvGrpSpPr>
        <p:grpSpPr>
          <a:xfrm>
            <a:off x="335952" y="4224312"/>
            <a:ext cx="754524" cy="750237"/>
            <a:chOff x="8523754" y="10"/>
            <a:chExt cx="516408" cy="513439"/>
          </a:xfrm>
        </p:grpSpPr>
        <p:sp>
          <p:nvSpPr>
            <p:cNvPr id="1567" name="Google Shape;1567;p18"/>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18"/>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9" name="Google Shape;1569;p18"/>
          <p:cNvSpPr/>
          <p:nvPr/>
        </p:nvSpPr>
        <p:spPr>
          <a:xfrm>
            <a:off x="8202150"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18"/>
          <p:cNvSpPr/>
          <p:nvPr/>
        </p:nvSpPr>
        <p:spPr>
          <a:xfrm>
            <a:off x="484600" y="280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1" name="Google Shape;1571;p18"/>
          <p:cNvGrpSpPr/>
          <p:nvPr/>
        </p:nvGrpSpPr>
        <p:grpSpPr>
          <a:xfrm flipH="1" rot="2700000">
            <a:off x="-2243747" y="347213"/>
            <a:ext cx="2946912" cy="1512954"/>
            <a:chOff x="-1306807" y="-1638114"/>
            <a:chExt cx="2946940" cy="1512969"/>
          </a:xfrm>
        </p:grpSpPr>
        <p:sp>
          <p:nvSpPr>
            <p:cNvPr id="1572" name="Google Shape;1572;p18"/>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18"/>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18"/>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5" name="Google Shape;1575;p18"/>
          <p:cNvSpPr/>
          <p:nvPr/>
        </p:nvSpPr>
        <p:spPr>
          <a:xfrm>
            <a:off x="322954" y="27325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18"/>
          <p:cNvSpPr/>
          <p:nvPr/>
        </p:nvSpPr>
        <p:spPr>
          <a:xfrm>
            <a:off x="2337742" y="16245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18"/>
          <p:cNvSpPr/>
          <p:nvPr/>
        </p:nvSpPr>
        <p:spPr>
          <a:xfrm>
            <a:off x="266642" y="13758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18"/>
          <p:cNvSpPr/>
          <p:nvPr/>
        </p:nvSpPr>
        <p:spPr>
          <a:xfrm>
            <a:off x="523842" y="1693465"/>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18"/>
          <p:cNvSpPr/>
          <p:nvPr/>
        </p:nvSpPr>
        <p:spPr>
          <a:xfrm>
            <a:off x="3174892" y="-1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5">
  <p:cSld name="CUSTOM_10_1_1_1_1">
    <p:bg>
      <p:bgPr>
        <a:solidFill>
          <a:schemeClr val="lt2"/>
        </a:solidFill>
      </p:bgPr>
    </p:bg>
    <p:spTree>
      <p:nvGrpSpPr>
        <p:cNvPr id="1580" name="Shape 1580"/>
        <p:cNvGrpSpPr/>
        <p:nvPr/>
      </p:nvGrpSpPr>
      <p:grpSpPr>
        <a:xfrm>
          <a:off x="0" y="0"/>
          <a:ext cx="0" cy="0"/>
          <a:chOff x="0" y="0"/>
          <a:chExt cx="0" cy="0"/>
        </a:xfrm>
      </p:grpSpPr>
      <p:sp>
        <p:nvSpPr>
          <p:cNvPr id="1581" name="Google Shape;1581;p19"/>
          <p:cNvSpPr/>
          <p:nvPr/>
        </p:nvSpPr>
        <p:spPr>
          <a:xfrm flipH="1">
            <a:off x="8403688" y="0"/>
            <a:ext cx="754500" cy="5143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19"/>
          <p:cNvSpPr txBox="1"/>
          <p:nvPr>
            <p:ph type="title"/>
          </p:nvPr>
        </p:nvSpPr>
        <p:spPr>
          <a:xfrm>
            <a:off x="3110400" y="2065980"/>
            <a:ext cx="4114800" cy="4116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83" name="Google Shape;1583;p19"/>
          <p:cNvSpPr txBox="1"/>
          <p:nvPr>
            <p:ph idx="1" type="subTitle"/>
          </p:nvPr>
        </p:nvSpPr>
        <p:spPr>
          <a:xfrm>
            <a:off x="3110400" y="2682420"/>
            <a:ext cx="3069600" cy="3951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584" name="Google Shape;1584;p19"/>
          <p:cNvSpPr txBox="1"/>
          <p:nvPr>
            <p:ph hasCustomPrompt="1" idx="2" type="title"/>
          </p:nvPr>
        </p:nvSpPr>
        <p:spPr>
          <a:xfrm>
            <a:off x="1918800" y="2334000"/>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sp>
        <p:nvSpPr>
          <p:cNvPr id="1585" name="Google Shape;1585;p19"/>
          <p:cNvSpPr/>
          <p:nvPr/>
        </p:nvSpPr>
        <p:spPr>
          <a:xfrm flipH="1">
            <a:off x="25" y="0"/>
            <a:ext cx="754500" cy="5143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19"/>
          <p:cNvSpPr/>
          <p:nvPr/>
        </p:nvSpPr>
        <p:spPr>
          <a:xfrm>
            <a:off x="8133850" y="1821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19"/>
          <p:cNvSpPr/>
          <p:nvPr/>
        </p:nvSpPr>
        <p:spPr>
          <a:xfrm rot="5400000">
            <a:off x="8133850" y="7872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19"/>
          <p:cNvSpPr/>
          <p:nvPr/>
        </p:nvSpPr>
        <p:spPr>
          <a:xfrm rot="3449335">
            <a:off x="1473204" y="-1086091"/>
            <a:ext cx="1596402" cy="180291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19"/>
          <p:cNvSpPr/>
          <p:nvPr/>
        </p:nvSpPr>
        <p:spPr>
          <a:xfrm>
            <a:off x="7290020" y="98147"/>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19"/>
          <p:cNvSpPr/>
          <p:nvPr/>
        </p:nvSpPr>
        <p:spPr>
          <a:xfrm>
            <a:off x="9011602" y="-2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19"/>
          <p:cNvSpPr/>
          <p:nvPr/>
        </p:nvSpPr>
        <p:spPr>
          <a:xfrm>
            <a:off x="7182848" y="1854781"/>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19"/>
          <p:cNvSpPr/>
          <p:nvPr/>
        </p:nvSpPr>
        <p:spPr>
          <a:xfrm>
            <a:off x="7364488" y="11396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19"/>
          <p:cNvSpPr/>
          <p:nvPr/>
        </p:nvSpPr>
        <p:spPr>
          <a:xfrm>
            <a:off x="8605498" y="363053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19"/>
          <p:cNvSpPr/>
          <p:nvPr/>
        </p:nvSpPr>
        <p:spPr>
          <a:xfrm>
            <a:off x="7917290" y="1315452"/>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19"/>
          <p:cNvSpPr/>
          <p:nvPr/>
        </p:nvSpPr>
        <p:spPr>
          <a:xfrm>
            <a:off x="1573619" y="446948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19"/>
          <p:cNvSpPr/>
          <p:nvPr/>
        </p:nvSpPr>
        <p:spPr>
          <a:xfrm rot="3449335">
            <a:off x="1554254" y="-1020347"/>
            <a:ext cx="1395586" cy="1650631"/>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19"/>
          <p:cNvSpPr/>
          <p:nvPr/>
        </p:nvSpPr>
        <p:spPr>
          <a:xfrm>
            <a:off x="8938198" y="3915546"/>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19"/>
          <p:cNvSpPr/>
          <p:nvPr/>
        </p:nvSpPr>
        <p:spPr>
          <a:xfrm>
            <a:off x="1754085" y="4576657"/>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19"/>
          <p:cNvSpPr/>
          <p:nvPr/>
        </p:nvSpPr>
        <p:spPr>
          <a:xfrm>
            <a:off x="7475015" y="197772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19"/>
          <p:cNvSpPr/>
          <p:nvPr/>
        </p:nvSpPr>
        <p:spPr>
          <a:xfrm>
            <a:off x="7497601" y="258374"/>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19"/>
          <p:cNvSpPr/>
          <p:nvPr/>
        </p:nvSpPr>
        <p:spPr>
          <a:xfrm>
            <a:off x="7989465" y="1384273"/>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19"/>
          <p:cNvSpPr/>
          <p:nvPr/>
        </p:nvSpPr>
        <p:spPr>
          <a:xfrm rot="3449335">
            <a:off x="1655522" y="-908175"/>
            <a:ext cx="1193653" cy="142722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19"/>
          <p:cNvSpPr/>
          <p:nvPr/>
        </p:nvSpPr>
        <p:spPr>
          <a:xfrm>
            <a:off x="7611538" y="3192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19"/>
          <p:cNvSpPr/>
          <p:nvPr/>
        </p:nvSpPr>
        <p:spPr>
          <a:xfrm>
            <a:off x="8093284" y="1493738"/>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19"/>
          <p:cNvSpPr/>
          <p:nvPr/>
        </p:nvSpPr>
        <p:spPr>
          <a:xfrm rot="3449335">
            <a:off x="1810805" y="-768073"/>
            <a:ext cx="901487" cy="110453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19"/>
          <p:cNvSpPr/>
          <p:nvPr/>
        </p:nvSpPr>
        <p:spPr>
          <a:xfrm>
            <a:off x="8740847" y="1813019"/>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19"/>
          <p:cNvSpPr/>
          <p:nvPr/>
        </p:nvSpPr>
        <p:spPr>
          <a:xfrm>
            <a:off x="7850706" y="377382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19"/>
          <p:cNvSpPr/>
          <p:nvPr/>
        </p:nvSpPr>
        <p:spPr>
          <a:xfrm rot="3449335">
            <a:off x="2567386" y="-287123"/>
            <a:ext cx="130932" cy="390449"/>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19"/>
          <p:cNvSpPr/>
          <p:nvPr/>
        </p:nvSpPr>
        <p:spPr>
          <a:xfrm>
            <a:off x="13470249" y="372312"/>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19"/>
          <p:cNvSpPr/>
          <p:nvPr/>
        </p:nvSpPr>
        <p:spPr>
          <a:xfrm>
            <a:off x="8905548" y="1936013"/>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19"/>
          <p:cNvSpPr/>
          <p:nvPr/>
        </p:nvSpPr>
        <p:spPr>
          <a:xfrm>
            <a:off x="9054482" y="2190947"/>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19"/>
          <p:cNvSpPr/>
          <p:nvPr/>
        </p:nvSpPr>
        <p:spPr>
          <a:xfrm>
            <a:off x="8006405" y="394081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19"/>
          <p:cNvSpPr/>
          <p:nvPr/>
        </p:nvSpPr>
        <p:spPr>
          <a:xfrm>
            <a:off x="8024463" y="338348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19"/>
          <p:cNvSpPr/>
          <p:nvPr/>
        </p:nvSpPr>
        <p:spPr>
          <a:xfrm>
            <a:off x="8022171" y="3381194"/>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19"/>
          <p:cNvSpPr/>
          <p:nvPr/>
        </p:nvSpPr>
        <p:spPr>
          <a:xfrm>
            <a:off x="8252337" y="1963072"/>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19"/>
          <p:cNvSpPr/>
          <p:nvPr/>
        </p:nvSpPr>
        <p:spPr>
          <a:xfrm>
            <a:off x="8250101" y="196078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19"/>
          <p:cNvSpPr/>
          <p:nvPr/>
        </p:nvSpPr>
        <p:spPr>
          <a:xfrm>
            <a:off x="8947481" y="1091884"/>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19"/>
          <p:cNvSpPr/>
          <p:nvPr/>
        </p:nvSpPr>
        <p:spPr>
          <a:xfrm>
            <a:off x="9048679" y="1373263"/>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19"/>
          <p:cNvSpPr/>
          <p:nvPr/>
        </p:nvSpPr>
        <p:spPr>
          <a:xfrm>
            <a:off x="9064657" y="390240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19"/>
          <p:cNvSpPr/>
          <p:nvPr/>
        </p:nvSpPr>
        <p:spPr>
          <a:xfrm>
            <a:off x="9062365" y="3900173"/>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19"/>
          <p:cNvSpPr/>
          <p:nvPr/>
        </p:nvSpPr>
        <p:spPr>
          <a:xfrm>
            <a:off x="7397129" y="44694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19"/>
          <p:cNvSpPr/>
          <p:nvPr/>
        </p:nvSpPr>
        <p:spPr>
          <a:xfrm>
            <a:off x="7665172" y="39937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19"/>
          <p:cNvSpPr/>
          <p:nvPr/>
        </p:nvSpPr>
        <p:spPr>
          <a:xfrm>
            <a:off x="9325237" y="24425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19"/>
          <p:cNvSpPr/>
          <p:nvPr/>
        </p:nvSpPr>
        <p:spPr>
          <a:xfrm>
            <a:off x="9301588" y="246623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19"/>
          <p:cNvSpPr/>
          <p:nvPr/>
        </p:nvSpPr>
        <p:spPr>
          <a:xfrm rot="3449335">
            <a:off x="2649872" y="-138575"/>
            <a:ext cx="4584" cy="55347"/>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19"/>
          <p:cNvSpPr/>
          <p:nvPr/>
        </p:nvSpPr>
        <p:spPr>
          <a:xfrm>
            <a:off x="-2003610" y="6372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19"/>
          <p:cNvSpPr/>
          <p:nvPr/>
        </p:nvSpPr>
        <p:spPr>
          <a:xfrm rot="3449335">
            <a:off x="2625262" y="-113023"/>
            <a:ext cx="55347"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28" name="Google Shape;1628;p19"/>
          <p:cNvGrpSpPr/>
          <p:nvPr/>
        </p:nvGrpSpPr>
        <p:grpSpPr>
          <a:xfrm>
            <a:off x="3970982" y="4599416"/>
            <a:ext cx="1205112" cy="520243"/>
            <a:chOff x="3970982" y="4599416"/>
            <a:chExt cx="1205112" cy="520243"/>
          </a:xfrm>
        </p:grpSpPr>
        <p:sp>
          <p:nvSpPr>
            <p:cNvPr id="1629" name="Google Shape;1629;p19"/>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19"/>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19"/>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19"/>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19"/>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19"/>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19"/>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19"/>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19"/>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19"/>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19"/>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19"/>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19"/>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19"/>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19"/>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19"/>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19"/>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19"/>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19"/>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19"/>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19"/>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19"/>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19"/>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19"/>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19"/>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19"/>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19"/>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19"/>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19"/>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19"/>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19"/>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19"/>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1" name="Google Shape;1661;p19"/>
          <p:cNvGrpSpPr/>
          <p:nvPr/>
        </p:nvGrpSpPr>
        <p:grpSpPr>
          <a:xfrm>
            <a:off x="3969444" y="51341"/>
            <a:ext cx="1205112" cy="520243"/>
            <a:chOff x="3970982" y="4599416"/>
            <a:chExt cx="1205112" cy="520243"/>
          </a:xfrm>
        </p:grpSpPr>
        <p:sp>
          <p:nvSpPr>
            <p:cNvPr id="1662" name="Google Shape;1662;p19"/>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19"/>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19"/>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19"/>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19"/>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19"/>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19"/>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19"/>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19"/>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19"/>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19"/>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19"/>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19"/>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19"/>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19"/>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19"/>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19"/>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19"/>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19"/>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19"/>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19"/>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19"/>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19"/>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19"/>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19"/>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19"/>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19"/>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19"/>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19"/>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19"/>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19"/>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19"/>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4" name="Google Shape;1694;p19"/>
          <p:cNvGrpSpPr/>
          <p:nvPr/>
        </p:nvGrpSpPr>
        <p:grpSpPr>
          <a:xfrm>
            <a:off x="335952" y="4224312"/>
            <a:ext cx="754524" cy="750237"/>
            <a:chOff x="8523754" y="10"/>
            <a:chExt cx="516408" cy="513439"/>
          </a:xfrm>
        </p:grpSpPr>
        <p:sp>
          <p:nvSpPr>
            <p:cNvPr id="1695" name="Google Shape;1695;p19"/>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19"/>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7" name="Google Shape;1697;p19"/>
          <p:cNvSpPr/>
          <p:nvPr/>
        </p:nvSpPr>
        <p:spPr>
          <a:xfrm>
            <a:off x="8202150"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19"/>
          <p:cNvSpPr/>
          <p:nvPr/>
        </p:nvSpPr>
        <p:spPr>
          <a:xfrm>
            <a:off x="484600" y="280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9" name="Google Shape;1699;p19"/>
          <p:cNvGrpSpPr/>
          <p:nvPr/>
        </p:nvGrpSpPr>
        <p:grpSpPr>
          <a:xfrm flipH="1" rot="2700000">
            <a:off x="-2243747" y="347213"/>
            <a:ext cx="2946912" cy="1512954"/>
            <a:chOff x="-1306807" y="-1638114"/>
            <a:chExt cx="2946940" cy="1512969"/>
          </a:xfrm>
        </p:grpSpPr>
        <p:sp>
          <p:nvSpPr>
            <p:cNvPr id="1700" name="Google Shape;1700;p19"/>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19"/>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19"/>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3" name="Google Shape;1703;p19"/>
          <p:cNvSpPr/>
          <p:nvPr/>
        </p:nvSpPr>
        <p:spPr>
          <a:xfrm>
            <a:off x="322954" y="27325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19"/>
          <p:cNvSpPr/>
          <p:nvPr/>
        </p:nvSpPr>
        <p:spPr>
          <a:xfrm>
            <a:off x="2337742" y="16245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19"/>
          <p:cNvSpPr/>
          <p:nvPr/>
        </p:nvSpPr>
        <p:spPr>
          <a:xfrm>
            <a:off x="266642" y="13758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19"/>
          <p:cNvSpPr/>
          <p:nvPr/>
        </p:nvSpPr>
        <p:spPr>
          <a:xfrm>
            <a:off x="523842" y="1693465"/>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19"/>
          <p:cNvSpPr/>
          <p:nvPr/>
        </p:nvSpPr>
        <p:spPr>
          <a:xfrm>
            <a:off x="3174892" y="-1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2">
    <p:spTree>
      <p:nvGrpSpPr>
        <p:cNvPr id="1708" name="Shape 1708"/>
        <p:cNvGrpSpPr/>
        <p:nvPr/>
      </p:nvGrpSpPr>
      <p:grpSpPr>
        <a:xfrm>
          <a:off x="0" y="0"/>
          <a:ext cx="0" cy="0"/>
          <a:chOff x="0" y="0"/>
          <a:chExt cx="0" cy="0"/>
        </a:xfrm>
      </p:grpSpPr>
      <p:sp>
        <p:nvSpPr>
          <p:cNvPr id="1709" name="Google Shape;1709;p20"/>
          <p:cNvSpPr txBox="1"/>
          <p:nvPr>
            <p:ph type="title"/>
          </p:nvPr>
        </p:nvSpPr>
        <p:spPr>
          <a:xfrm>
            <a:off x="713225" y="530350"/>
            <a:ext cx="77178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1710" name="Google Shape;1710;p20"/>
          <p:cNvSpPr txBox="1"/>
          <p:nvPr>
            <p:ph idx="1" type="body"/>
          </p:nvPr>
        </p:nvSpPr>
        <p:spPr>
          <a:xfrm>
            <a:off x="2286000" y="1638900"/>
            <a:ext cx="4848000" cy="18657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Clr>
                <a:srgbClr val="2A2828"/>
              </a:buClr>
              <a:buSzPts val="1400"/>
              <a:buFont typeface="Open Sans"/>
              <a:buAutoNum type="arabicPeriod"/>
              <a:defRPr/>
            </a:lvl1pPr>
            <a:lvl2pPr indent="-317500" lvl="1" marL="914400">
              <a:spcBef>
                <a:spcPts val="0"/>
              </a:spcBef>
              <a:spcAft>
                <a:spcPts val="0"/>
              </a:spcAft>
              <a:buClr>
                <a:srgbClr val="2A2828"/>
              </a:buClr>
              <a:buSzPts val="1400"/>
              <a:buFont typeface="Open Sans"/>
              <a:buAutoNum type="alphaLcPeriod"/>
              <a:defRPr/>
            </a:lvl2pPr>
            <a:lvl3pPr indent="-317500" lvl="2" marL="1371600">
              <a:spcBef>
                <a:spcPts val="0"/>
              </a:spcBef>
              <a:spcAft>
                <a:spcPts val="0"/>
              </a:spcAft>
              <a:buClr>
                <a:srgbClr val="2A2828"/>
              </a:buClr>
              <a:buSzPts val="1400"/>
              <a:buFont typeface="Open Sans"/>
              <a:buAutoNum type="romanLcPeriod"/>
              <a:defRPr/>
            </a:lvl3pPr>
            <a:lvl4pPr indent="-317500" lvl="3" marL="1828800">
              <a:spcBef>
                <a:spcPts val="0"/>
              </a:spcBef>
              <a:spcAft>
                <a:spcPts val="0"/>
              </a:spcAft>
              <a:buClr>
                <a:srgbClr val="2A2828"/>
              </a:buClr>
              <a:buSzPts val="1400"/>
              <a:buFont typeface="Open Sans"/>
              <a:buAutoNum type="arabicPeriod"/>
              <a:defRPr/>
            </a:lvl4pPr>
            <a:lvl5pPr indent="-317500" lvl="4" marL="2286000">
              <a:spcBef>
                <a:spcPts val="0"/>
              </a:spcBef>
              <a:spcAft>
                <a:spcPts val="0"/>
              </a:spcAft>
              <a:buClr>
                <a:srgbClr val="2A2828"/>
              </a:buClr>
              <a:buSzPts val="1400"/>
              <a:buFont typeface="Open Sans"/>
              <a:buAutoNum type="alphaLcPeriod"/>
              <a:defRPr/>
            </a:lvl5pPr>
            <a:lvl6pPr indent="-317500" lvl="5" marL="2743200">
              <a:spcBef>
                <a:spcPts val="0"/>
              </a:spcBef>
              <a:spcAft>
                <a:spcPts val="0"/>
              </a:spcAft>
              <a:buClr>
                <a:srgbClr val="2A2828"/>
              </a:buClr>
              <a:buSzPts val="1400"/>
              <a:buFont typeface="Open Sans"/>
              <a:buAutoNum type="romanLcPeriod"/>
              <a:defRPr/>
            </a:lvl6pPr>
            <a:lvl7pPr indent="-317500" lvl="6" marL="3200400">
              <a:spcBef>
                <a:spcPts val="0"/>
              </a:spcBef>
              <a:spcAft>
                <a:spcPts val="0"/>
              </a:spcAft>
              <a:buClr>
                <a:srgbClr val="2A2828"/>
              </a:buClr>
              <a:buSzPts val="1400"/>
              <a:buFont typeface="Open Sans"/>
              <a:buAutoNum type="arabicPeriod"/>
              <a:defRPr/>
            </a:lvl7pPr>
            <a:lvl8pPr indent="-317500" lvl="7" marL="3657600">
              <a:spcBef>
                <a:spcPts val="0"/>
              </a:spcBef>
              <a:spcAft>
                <a:spcPts val="0"/>
              </a:spcAft>
              <a:buClr>
                <a:srgbClr val="2A2828"/>
              </a:buClr>
              <a:buSzPts val="1400"/>
              <a:buFont typeface="Open Sans"/>
              <a:buAutoNum type="alphaLcPeriod"/>
              <a:defRPr/>
            </a:lvl8pPr>
            <a:lvl9pPr indent="-317500" lvl="8" marL="4114800">
              <a:spcBef>
                <a:spcPts val="0"/>
              </a:spcBef>
              <a:spcAft>
                <a:spcPts val="0"/>
              </a:spcAft>
              <a:buClr>
                <a:srgbClr val="2A2828"/>
              </a:buClr>
              <a:buSzPts val="1400"/>
              <a:buFont typeface="Open Sans"/>
              <a:buAutoNum type="romanLcPeriod"/>
              <a:defRPr/>
            </a:lvl9pPr>
          </a:lstStyle>
          <a:p/>
        </p:txBody>
      </p:sp>
      <p:sp>
        <p:nvSpPr>
          <p:cNvPr id="1711" name="Google Shape;1711;p20"/>
          <p:cNvSpPr/>
          <p:nvPr/>
        </p:nvSpPr>
        <p:spPr>
          <a:xfrm flipH="1">
            <a:off x="7934700" y="0"/>
            <a:ext cx="12093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20"/>
          <p:cNvSpPr/>
          <p:nvPr/>
        </p:nvSpPr>
        <p:spPr>
          <a:xfrm flipH="1">
            <a:off x="225" y="0"/>
            <a:ext cx="12093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20"/>
          <p:cNvSpPr/>
          <p:nvPr/>
        </p:nvSpPr>
        <p:spPr>
          <a:xfrm>
            <a:off x="343700" y="19603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20"/>
          <p:cNvSpPr/>
          <p:nvPr/>
        </p:nvSpPr>
        <p:spPr>
          <a:xfrm>
            <a:off x="8352925" y="390378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20"/>
          <p:cNvSpPr/>
          <p:nvPr/>
        </p:nvSpPr>
        <p:spPr>
          <a:xfrm>
            <a:off x="8352938" y="443551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20"/>
          <p:cNvSpPr/>
          <p:nvPr/>
        </p:nvSpPr>
        <p:spPr>
          <a:xfrm>
            <a:off x="343713" y="72776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17" name="Google Shape;1717;p20"/>
          <p:cNvGrpSpPr/>
          <p:nvPr/>
        </p:nvGrpSpPr>
        <p:grpSpPr>
          <a:xfrm>
            <a:off x="8389390" y="1997778"/>
            <a:ext cx="398956" cy="1147945"/>
            <a:chOff x="8644380" y="1997778"/>
            <a:chExt cx="398956" cy="1147945"/>
          </a:xfrm>
        </p:grpSpPr>
        <p:sp>
          <p:nvSpPr>
            <p:cNvPr id="1718" name="Google Shape;1718;p20"/>
            <p:cNvSpPr/>
            <p:nvPr/>
          </p:nvSpPr>
          <p:spPr>
            <a:xfrm>
              <a:off x="8979217" y="3084680"/>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20"/>
            <p:cNvSpPr/>
            <p:nvPr/>
          </p:nvSpPr>
          <p:spPr>
            <a:xfrm>
              <a:off x="8977698" y="2926017"/>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20"/>
            <p:cNvSpPr/>
            <p:nvPr/>
          </p:nvSpPr>
          <p:spPr>
            <a:xfrm>
              <a:off x="8976938" y="2768911"/>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20"/>
            <p:cNvSpPr/>
            <p:nvPr/>
          </p:nvSpPr>
          <p:spPr>
            <a:xfrm>
              <a:off x="8978458" y="2616363"/>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20"/>
            <p:cNvSpPr/>
            <p:nvPr/>
          </p:nvSpPr>
          <p:spPr>
            <a:xfrm>
              <a:off x="8980737" y="1998575"/>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20"/>
            <p:cNvSpPr/>
            <p:nvPr/>
          </p:nvSpPr>
          <p:spPr>
            <a:xfrm>
              <a:off x="8814476" y="277271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20"/>
            <p:cNvSpPr/>
            <p:nvPr/>
          </p:nvSpPr>
          <p:spPr>
            <a:xfrm>
              <a:off x="8813717" y="261484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20"/>
            <p:cNvSpPr/>
            <p:nvPr/>
          </p:nvSpPr>
          <p:spPr>
            <a:xfrm>
              <a:off x="8980737" y="2153402"/>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20"/>
            <p:cNvSpPr/>
            <p:nvPr/>
          </p:nvSpPr>
          <p:spPr>
            <a:xfrm>
              <a:off x="8979217" y="2464575"/>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20"/>
            <p:cNvSpPr/>
            <p:nvPr/>
          </p:nvSpPr>
          <p:spPr>
            <a:xfrm>
              <a:off x="8814476" y="292909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20"/>
            <p:cNvSpPr/>
            <p:nvPr/>
          </p:nvSpPr>
          <p:spPr>
            <a:xfrm>
              <a:off x="8814476" y="246305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20"/>
            <p:cNvSpPr/>
            <p:nvPr/>
          </p:nvSpPr>
          <p:spPr>
            <a:xfrm>
              <a:off x="8812957" y="308392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20"/>
            <p:cNvSpPr/>
            <p:nvPr/>
          </p:nvSpPr>
          <p:spPr>
            <a:xfrm>
              <a:off x="8644380" y="308084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20"/>
            <p:cNvSpPr/>
            <p:nvPr/>
          </p:nvSpPr>
          <p:spPr>
            <a:xfrm>
              <a:off x="8979977" y="2308229"/>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20"/>
            <p:cNvSpPr/>
            <p:nvPr/>
          </p:nvSpPr>
          <p:spPr>
            <a:xfrm>
              <a:off x="8815996" y="2299834"/>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20"/>
            <p:cNvSpPr/>
            <p:nvPr/>
          </p:nvSpPr>
          <p:spPr>
            <a:xfrm>
              <a:off x="8648216" y="246381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20"/>
            <p:cNvSpPr/>
            <p:nvPr/>
          </p:nvSpPr>
          <p:spPr>
            <a:xfrm>
              <a:off x="8650495" y="230898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20"/>
            <p:cNvSpPr/>
            <p:nvPr/>
          </p:nvSpPr>
          <p:spPr>
            <a:xfrm>
              <a:off x="8649735" y="2928296"/>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20"/>
            <p:cNvSpPr/>
            <p:nvPr/>
          </p:nvSpPr>
          <p:spPr>
            <a:xfrm>
              <a:off x="8648216" y="2618642"/>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20"/>
            <p:cNvSpPr/>
            <p:nvPr/>
          </p:nvSpPr>
          <p:spPr>
            <a:xfrm>
              <a:off x="8814476" y="215492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20"/>
            <p:cNvSpPr/>
            <p:nvPr/>
          </p:nvSpPr>
          <p:spPr>
            <a:xfrm>
              <a:off x="8649735" y="2774229"/>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20"/>
            <p:cNvSpPr/>
            <p:nvPr/>
          </p:nvSpPr>
          <p:spPr>
            <a:xfrm>
              <a:off x="8812197" y="1999335"/>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20"/>
            <p:cNvSpPr/>
            <p:nvPr/>
          </p:nvSpPr>
          <p:spPr>
            <a:xfrm>
              <a:off x="8652015" y="215264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20"/>
            <p:cNvSpPr/>
            <p:nvPr/>
          </p:nvSpPr>
          <p:spPr>
            <a:xfrm>
              <a:off x="8652774" y="199777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2" name="Google Shape;1742;p20"/>
          <p:cNvGrpSpPr/>
          <p:nvPr/>
        </p:nvGrpSpPr>
        <p:grpSpPr>
          <a:xfrm>
            <a:off x="351774" y="1997778"/>
            <a:ext cx="398956" cy="1147945"/>
            <a:chOff x="8644380" y="1997778"/>
            <a:chExt cx="398956" cy="1147945"/>
          </a:xfrm>
        </p:grpSpPr>
        <p:sp>
          <p:nvSpPr>
            <p:cNvPr id="1743" name="Google Shape;1743;p20"/>
            <p:cNvSpPr/>
            <p:nvPr/>
          </p:nvSpPr>
          <p:spPr>
            <a:xfrm>
              <a:off x="8979217" y="3084680"/>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20"/>
            <p:cNvSpPr/>
            <p:nvPr/>
          </p:nvSpPr>
          <p:spPr>
            <a:xfrm>
              <a:off x="8977698" y="2926017"/>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20"/>
            <p:cNvSpPr/>
            <p:nvPr/>
          </p:nvSpPr>
          <p:spPr>
            <a:xfrm>
              <a:off x="8976938" y="2768911"/>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20"/>
            <p:cNvSpPr/>
            <p:nvPr/>
          </p:nvSpPr>
          <p:spPr>
            <a:xfrm>
              <a:off x="8978458" y="2616363"/>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20"/>
            <p:cNvSpPr/>
            <p:nvPr/>
          </p:nvSpPr>
          <p:spPr>
            <a:xfrm>
              <a:off x="8980737" y="1998575"/>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20"/>
            <p:cNvSpPr/>
            <p:nvPr/>
          </p:nvSpPr>
          <p:spPr>
            <a:xfrm>
              <a:off x="8814476" y="277271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20"/>
            <p:cNvSpPr/>
            <p:nvPr/>
          </p:nvSpPr>
          <p:spPr>
            <a:xfrm>
              <a:off x="8813717" y="261484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20"/>
            <p:cNvSpPr/>
            <p:nvPr/>
          </p:nvSpPr>
          <p:spPr>
            <a:xfrm>
              <a:off x="8980737" y="2153402"/>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20"/>
            <p:cNvSpPr/>
            <p:nvPr/>
          </p:nvSpPr>
          <p:spPr>
            <a:xfrm>
              <a:off x="8979217" y="2464575"/>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20"/>
            <p:cNvSpPr/>
            <p:nvPr/>
          </p:nvSpPr>
          <p:spPr>
            <a:xfrm>
              <a:off x="8814476" y="292909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20"/>
            <p:cNvSpPr/>
            <p:nvPr/>
          </p:nvSpPr>
          <p:spPr>
            <a:xfrm>
              <a:off x="8814476" y="246305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20"/>
            <p:cNvSpPr/>
            <p:nvPr/>
          </p:nvSpPr>
          <p:spPr>
            <a:xfrm>
              <a:off x="8812957" y="308392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20"/>
            <p:cNvSpPr/>
            <p:nvPr/>
          </p:nvSpPr>
          <p:spPr>
            <a:xfrm>
              <a:off x="8644380" y="308084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20"/>
            <p:cNvSpPr/>
            <p:nvPr/>
          </p:nvSpPr>
          <p:spPr>
            <a:xfrm>
              <a:off x="8979977" y="2308229"/>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20"/>
            <p:cNvSpPr/>
            <p:nvPr/>
          </p:nvSpPr>
          <p:spPr>
            <a:xfrm>
              <a:off x="8815996" y="2299834"/>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20"/>
            <p:cNvSpPr/>
            <p:nvPr/>
          </p:nvSpPr>
          <p:spPr>
            <a:xfrm>
              <a:off x="8648216" y="246381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20"/>
            <p:cNvSpPr/>
            <p:nvPr/>
          </p:nvSpPr>
          <p:spPr>
            <a:xfrm>
              <a:off x="8650495" y="230898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20"/>
            <p:cNvSpPr/>
            <p:nvPr/>
          </p:nvSpPr>
          <p:spPr>
            <a:xfrm>
              <a:off x="8649735" y="2928296"/>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20"/>
            <p:cNvSpPr/>
            <p:nvPr/>
          </p:nvSpPr>
          <p:spPr>
            <a:xfrm>
              <a:off x="8648216" y="2618642"/>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20"/>
            <p:cNvSpPr/>
            <p:nvPr/>
          </p:nvSpPr>
          <p:spPr>
            <a:xfrm>
              <a:off x="8814476" y="215492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20"/>
            <p:cNvSpPr/>
            <p:nvPr/>
          </p:nvSpPr>
          <p:spPr>
            <a:xfrm>
              <a:off x="8649735" y="2774229"/>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20"/>
            <p:cNvSpPr/>
            <p:nvPr/>
          </p:nvSpPr>
          <p:spPr>
            <a:xfrm>
              <a:off x="8812197" y="1999335"/>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20"/>
            <p:cNvSpPr/>
            <p:nvPr/>
          </p:nvSpPr>
          <p:spPr>
            <a:xfrm>
              <a:off x="8652015" y="215264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20"/>
            <p:cNvSpPr/>
            <p:nvPr/>
          </p:nvSpPr>
          <p:spPr>
            <a:xfrm>
              <a:off x="8652774" y="199777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67" name="Google Shape;1767;p20"/>
          <p:cNvSpPr/>
          <p:nvPr/>
        </p:nvSpPr>
        <p:spPr>
          <a:xfrm>
            <a:off x="-636920" y="348802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20"/>
          <p:cNvSpPr/>
          <p:nvPr/>
        </p:nvSpPr>
        <p:spPr>
          <a:xfrm>
            <a:off x="366041" y="466474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20"/>
          <p:cNvSpPr/>
          <p:nvPr/>
        </p:nvSpPr>
        <p:spPr>
          <a:xfrm>
            <a:off x="-555688" y="357490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20"/>
          <p:cNvSpPr/>
          <p:nvPr/>
        </p:nvSpPr>
        <p:spPr>
          <a:xfrm>
            <a:off x="546506" y="477192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20"/>
          <p:cNvSpPr/>
          <p:nvPr/>
        </p:nvSpPr>
        <p:spPr>
          <a:xfrm>
            <a:off x="-454162" y="368660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20"/>
          <p:cNvSpPr/>
          <p:nvPr/>
        </p:nvSpPr>
        <p:spPr>
          <a:xfrm>
            <a:off x="-321049" y="382877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20"/>
          <p:cNvSpPr/>
          <p:nvPr/>
        </p:nvSpPr>
        <p:spPr>
          <a:xfrm>
            <a:off x="368277" y="393930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20"/>
          <p:cNvSpPr/>
          <p:nvPr/>
        </p:nvSpPr>
        <p:spPr>
          <a:xfrm>
            <a:off x="425805" y="408035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20"/>
          <p:cNvSpPr/>
          <p:nvPr/>
        </p:nvSpPr>
        <p:spPr>
          <a:xfrm>
            <a:off x="400982" y="410518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20"/>
          <p:cNvSpPr/>
          <p:nvPr/>
        </p:nvSpPr>
        <p:spPr>
          <a:xfrm flipH="1">
            <a:off x="8401164" y="359803"/>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20"/>
          <p:cNvSpPr/>
          <p:nvPr/>
        </p:nvSpPr>
        <p:spPr>
          <a:xfrm>
            <a:off x="8317542" y="25906"/>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20"/>
          <p:cNvSpPr/>
          <p:nvPr/>
        </p:nvSpPr>
        <p:spPr>
          <a:xfrm>
            <a:off x="8870345" y="122739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20"/>
          <p:cNvSpPr/>
          <p:nvPr/>
        </p:nvSpPr>
        <p:spPr>
          <a:xfrm>
            <a:off x="8450655" y="170312"/>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20"/>
          <p:cNvSpPr/>
          <p:nvPr/>
        </p:nvSpPr>
        <p:spPr>
          <a:xfrm>
            <a:off x="8942520" y="129621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20"/>
          <p:cNvSpPr/>
          <p:nvPr/>
        </p:nvSpPr>
        <p:spPr>
          <a:xfrm>
            <a:off x="8564592" y="2311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20"/>
          <p:cNvSpPr/>
          <p:nvPr/>
        </p:nvSpPr>
        <p:spPr>
          <a:xfrm>
            <a:off x="9046338" y="140567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20"/>
          <p:cNvSpPr/>
          <p:nvPr/>
        </p:nvSpPr>
        <p:spPr>
          <a:xfrm>
            <a:off x="4194777" y="4711912"/>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20"/>
          <p:cNvSpPr/>
          <p:nvPr/>
        </p:nvSpPr>
        <p:spPr>
          <a:xfrm>
            <a:off x="4194777" y="4334562"/>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2_1">
    <p:spTree>
      <p:nvGrpSpPr>
        <p:cNvPr id="1785" name="Shape 1785"/>
        <p:cNvGrpSpPr/>
        <p:nvPr/>
      </p:nvGrpSpPr>
      <p:grpSpPr>
        <a:xfrm>
          <a:off x="0" y="0"/>
          <a:ext cx="0" cy="0"/>
          <a:chOff x="0" y="0"/>
          <a:chExt cx="0" cy="0"/>
        </a:xfrm>
      </p:grpSpPr>
      <p:sp>
        <p:nvSpPr>
          <p:cNvPr id="1786" name="Google Shape;1786;p21"/>
          <p:cNvSpPr txBox="1"/>
          <p:nvPr>
            <p:ph type="title"/>
          </p:nvPr>
        </p:nvSpPr>
        <p:spPr>
          <a:xfrm>
            <a:off x="4153050" y="1534200"/>
            <a:ext cx="4277700" cy="1122000"/>
          </a:xfrm>
          <a:prstGeom prst="rect">
            <a:avLst/>
          </a:prstGeom>
        </p:spPr>
        <p:txBody>
          <a:bodyPr anchorCtr="0" anchor="ctr" bIns="91425" lIns="91425" spcFirstLastPara="1" rIns="91425" wrap="square" tIns="91425">
            <a:noAutofit/>
          </a:bodyPr>
          <a:lstStyle>
            <a:lvl1pPr lvl="0" rtl="0" algn="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1787" name="Google Shape;1787;p21"/>
          <p:cNvSpPr txBox="1"/>
          <p:nvPr>
            <p:ph idx="1" type="subTitle"/>
          </p:nvPr>
        </p:nvSpPr>
        <p:spPr>
          <a:xfrm>
            <a:off x="5230300" y="2694900"/>
            <a:ext cx="3200400" cy="914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788" name="Google Shape;1788;p21"/>
          <p:cNvSpPr/>
          <p:nvPr/>
        </p:nvSpPr>
        <p:spPr>
          <a:xfrm flipH="1">
            <a:off x="-75" y="0"/>
            <a:ext cx="27006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21"/>
          <p:cNvSpPr/>
          <p:nvPr/>
        </p:nvSpPr>
        <p:spPr>
          <a:xfrm>
            <a:off x="2488747" y="497678"/>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21"/>
          <p:cNvSpPr/>
          <p:nvPr/>
        </p:nvSpPr>
        <p:spPr>
          <a:xfrm flipH="1">
            <a:off x="617717" y="163781"/>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21"/>
          <p:cNvSpPr/>
          <p:nvPr/>
        </p:nvSpPr>
        <p:spPr>
          <a:xfrm flipH="1">
            <a:off x="1817000" y="1365265"/>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21"/>
          <p:cNvSpPr/>
          <p:nvPr/>
        </p:nvSpPr>
        <p:spPr>
          <a:xfrm flipH="1">
            <a:off x="745189" y="308187"/>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21"/>
          <p:cNvSpPr/>
          <p:nvPr/>
        </p:nvSpPr>
        <p:spPr>
          <a:xfrm flipH="1">
            <a:off x="1961410" y="1434086"/>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21"/>
          <p:cNvSpPr/>
          <p:nvPr/>
        </p:nvSpPr>
        <p:spPr>
          <a:xfrm flipH="1">
            <a:off x="870424" y="369069"/>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21"/>
          <p:cNvSpPr/>
          <p:nvPr/>
        </p:nvSpPr>
        <p:spPr>
          <a:xfrm flipH="1">
            <a:off x="2105877" y="1543550"/>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21"/>
          <p:cNvSpPr/>
          <p:nvPr/>
        </p:nvSpPr>
        <p:spPr>
          <a:xfrm>
            <a:off x="772520" y="376643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21"/>
          <p:cNvSpPr/>
          <p:nvPr/>
        </p:nvSpPr>
        <p:spPr>
          <a:xfrm flipH="1">
            <a:off x="163868" y="3478149"/>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21"/>
          <p:cNvSpPr/>
          <p:nvPr/>
        </p:nvSpPr>
        <p:spPr>
          <a:xfrm flipH="1">
            <a:off x="365816" y="3534558"/>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21"/>
          <p:cNvSpPr/>
          <p:nvPr/>
        </p:nvSpPr>
        <p:spPr>
          <a:xfrm flipH="1">
            <a:off x="652404" y="3641731"/>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21"/>
          <p:cNvSpPr/>
          <p:nvPr/>
        </p:nvSpPr>
        <p:spPr>
          <a:xfrm flipH="1">
            <a:off x="1224411" y="4052419"/>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21"/>
          <p:cNvSpPr/>
          <p:nvPr/>
        </p:nvSpPr>
        <p:spPr>
          <a:xfrm>
            <a:off x="8496749" y="3852866"/>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21"/>
          <p:cNvSpPr/>
          <p:nvPr/>
        </p:nvSpPr>
        <p:spPr>
          <a:xfrm rot="5400000">
            <a:off x="8496749" y="4457968"/>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03" name="Google Shape;1803;p21"/>
          <p:cNvGrpSpPr/>
          <p:nvPr/>
        </p:nvGrpSpPr>
        <p:grpSpPr>
          <a:xfrm>
            <a:off x="7825917" y="95832"/>
            <a:ext cx="1209708" cy="530878"/>
            <a:chOff x="7825917" y="-56568"/>
            <a:chExt cx="1209708" cy="530878"/>
          </a:xfrm>
        </p:grpSpPr>
        <p:sp>
          <p:nvSpPr>
            <p:cNvPr id="1804" name="Google Shape;1804;p21"/>
            <p:cNvSpPr/>
            <p:nvPr/>
          </p:nvSpPr>
          <p:spPr>
            <a:xfrm>
              <a:off x="8814401" y="-52770"/>
              <a:ext cx="56484" cy="5268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21"/>
            <p:cNvSpPr/>
            <p:nvPr/>
          </p:nvSpPr>
          <p:spPr>
            <a:xfrm>
              <a:off x="8815920" y="413268"/>
              <a:ext cx="57243" cy="55724"/>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21"/>
            <p:cNvSpPr/>
            <p:nvPr/>
          </p:nvSpPr>
          <p:spPr>
            <a:xfrm>
              <a:off x="8650419" y="414788"/>
              <a:ext cx="58003" cy="51888"/>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21"/>
            <p:cNvSpPr/>
            <p:nvPr/>
          </p:nvSpPr>
          <p:spPr>
            <a:xfrm>
              <a:off x="8485679" y="411749"/>
              <a:ext cx="61042" cy="59522"/>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21"/>
            <p:cNvSpPr/>
            <p:nvPr/>
          </p:nvSpPr>
          <p:spPr>
            <a:xfrm>
              <a:off x="8323217" y="412509"/>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21"/>
            <p:cNvSpPr/>
            <p:nvPr/>
          </p:nvSpPr>
          <p:spPr>
            <a:xfrm>
              <a:off x="8160755" y="413268"/>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21"/>
            <p:cNvSpPr/>
            <p:nvPr/>
          </p:nvSpPr>
          <p:spPr>
            <a:xfrm>
              <a:off x="8817439" y="259961"/>
              <a:ext cx="55724" cy="51888"/>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21"/>
            <p:cNvSpPr/>
            <p:nvPr/>
          </p:nvSpPr>
          <p:spPr>
            <a:xfrm>
              <a:off x="8652699" y="253845"/>
              <a:ext cx="54964" cy="60282"/>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21"/>
            <p:cNvSpPr/>
            <p:nvPr/>
          </p:nvSpPr>
          <p:spPr>
            <a:xfrm>
              <a:off x="8487198" y="258442"/>
              <a:ext cx="57243" cy="57243"/>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21"/>
            <p:cNvSpPr/>
            <p:nvPr/>
          </p:nvSpPr>
          <p:spPr>
            <a:xfrm>
              <a:off x="8323217" y="254605"/>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21"/>
            <p:cNvSpPr/>
            <p:nvPr/>
          </p:nvSpPr>
          <p:spPr>
            <a:xfrm>
              <a:off x="8159235" y="254605"/>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21"/>
            <p:cNvSpPr/>
            <p:nvPr/>
          </p:nvSpPr>
          <p:spPr>
            <a:xfrm>
              <a:off x="8816680" y="102817"/>
              <a:ext cx="54205" cy="51166"/>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21"/>
            <p:cNvSpPr/>
            <p:nvPr/>
          </p:nvSpPr>
          <p:spPr>
            <a:xfrm>
              <a:off x="8652699" y="104374"/>
              <a:ext cx="54205" cy="50368"/>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21"/>
            <p:cNvSpPr/>
            <p:nvPr/>
          </p:nvSpPr>
          <p:spPr>
            <a:xfrm>
              <a:off x="8484919" y="99778"/>
              <a:ext cx="70196" cy="58003"/>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21"/>
            <p:cNvSpPr/>
            <p:nvPr/>
          </p:nvSpPr>
          <p:spPr>
            <a:xfrm>
              <a:off x="8323217" y="102057"/>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21"/>
            <p:cNvSpPr/>
            <p:nvPr/>
          </p:nvSpPr>
          <p:spPr>
            <a:xfrm>
              <a:off x="8158476" y="97499"/>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21"/>
            <p:cNvSpPr/>
            <p:nvPr/>
          </p:nvSpPr>
          <p:spPr>
            <a:xfrm>
              <a:off x="8648900" y="-50490"/>
              <a:ext cx="57243" cy="5420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21"/>
            <p:cNvSpPr/>
            <p:nvPr/>
          </p:nvSpPr>
          <p:spPr>
            <a:xfrm>
              <a:off x="8323217" y="-52010"/>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21"/>
            <p:cNvSpPr/>
            <p:nvPr/>
          </p:nvSpPr>
          <p:spPr>
            <a:xfrm>
              <a:off x="8489477" y="-53529"/>
              <a:ext cx="58003" cy="54964"/>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21"/>
            <p:cNvSpPr/>
            <p:nvPr/>
          </p:nvSpPr>
          <p:spPr>
            <a:xfrm>
              <a:off x="8159995" y="-55049"/>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21"/>
            <p:cNvSpPr/>
            <p:nvPr/>
          </p:nvSpPr>
          <p:spPr>
            <a:xfrm>
              <a:off x="8982218" y="-49731"/>
              <a:ext cx="51888" cy="48089"/>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21"/>
            <p:cNvSpPr/>
            <p:nvPr/>
          </p:nvSpPr>
          <p:spPr>
            <a:xfrm>
              <a:off x="7996014" y="101298"/>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21"/>
            <p:cNvSpPr/>
            <p:nvPr/>
          </p:nvSpPr>
          <p:spPr>
            <a:xfrm>
              <a:off x="7995254" y="-56568"/>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21"/>
            <p:cNvSpPr/>
            <p:nvPr/>
          </p:nvSpPr>
          <p:spPr>
            <a:xfrm>
              <a:off x="8971507" y="414028"/>
              <a:ext cx="63359" cy="54964"/>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21"/>
            <p:cNvSpPr/>
            <p:nvPr/>
          </p:nvSpPr>
          <p:spPr>
            <a:xfrm>
              <a:off x="8981459" y="105134"/>
              <a:ext cx="53407" cy="51128"/>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21"/>
            <p:cNvSpPr/>
            <p:nvPr/>
          </p:nvSpPr>
          <p:spPr>
            <a:xfrm>
              <a:off x="7996014" y="257682"/>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21"/>
            <p:cNvSpPr/>
            <p:nvPr/>
          </p:nvSpPr>
          <p:spPr>
            <a:xfrm>
              <a:off x="7994494" y="412509"/>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21"/>
            <p:cNvSpPr/>
            <p:nvPr/>
          </p:nvSpPr>
          <p:spPr>
            <a:xfrm>
              <a:off x="7825917" y="409432"/>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21"/>
            <p:cNvSpPr/>
            <p:nvPr/>
          </p:nvSpPr>
          <p:spPr>
            <a:xfrm>
              <a:off x="8980661" y="259961"/>
              <a:ext cx="54964" cy="51128"/>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21"/>
            <p:cNvSpPr/>
            <p:nvPr/>
          </p:nvSpPr>
          <p:spPr>
            <a:xfrm>
              <a:off x="7831273" y="256884"/>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21"/>
            <p:cNvSpPr/>
            <p:nvPr/>
          </p:nvSpPr>
          <p:spPr>
            <a:xfrm>
              <a:off x="7829754" y="-52770"/>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21"/>
            <p:cNvSpPr/>
            <p:nvPr/>
          </p:nvSpPr>
          <p:spPr>
            <a:xfrm>
              <a:off x="7831273" y="102817"/>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6" name="Google Shape;1836;p21"/>
          <p:cNvSpPr/>
          <p:nvPr/>
        </p:nvSpPr>
        <p:spPr>
          <a:xfrm flipH="1">
            <a:off x="8647205" y="999172"/>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21"/>
          <p:cNvSpPr/>
          <p:nvPr/>
        </p:nvSpPr>
        <p:spPr>
          <a:xfrm flipH="1">
            <a:off x="8748737" y="110634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5">
    <p:spTree>
      <p:nvGrpSpPr>
        <p:cNvPr id="1838" name="Shape 1838"/>
        <p:cNvGrpSpPr/>
        <p:nvPr/>
      </p:nvGrpSpPr>
      <p:grpSpPr>
        <a:xfrm>
          <a:off x="0" y="0"/>
          <a:ext cx="0" cy="0"/>
          <a:chOff x="0" y="0"/>
          <a:chExt cx="0" cy="0"/>
        </a:xfrm>
      </p:grpSpPr>
      <p:sp>
        <p:nvSpPr>
          <p:cNvPr id="1839" name="Google Shape;1839;p22"/>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b="1"/>
            </a:lvl2pPr>
            <a:lvl3pPr lvl="2" rtl="0">
              <a:spcBef>
                <a:spcPts val="0"/>
              </a:spcBef>
              <a:spcAft>
                <a:spcPts val="0"/>
              </a:spcAft>
              <a:buSzPts val="2800"/>
              <a:buNone/>
              <a:defRPr b="1"/>
            </a:lvl3pPr>
            <a:lvl4pPr lvl="3" rtl="0">
              <a:spcBef>
                <a:spcPts val="0"/>
              </a:spcBef>
              <a:spcAft>
                <a:spcPts val="0"/>
              </a:spcAft>
              <a:buSzPts val="2800"/>
              <a:buNone/>
              <a:defRPr b="1"/>
            </a:lvl4pPr>
            <a:lvl5pPr lvl="4" rtl="0">
              <a:spcBef>
                <a:spcPts val="0"/>
              </a:spcBef>
              <a:spcAft>
                <a:spcPts val="0"/>
              </a:spcAft>
              <a:buSzPts val="2800"/>
              <a:buNone/>
              <a:defRPr b="1"/>
            </a:lvl5pPr>
            <a:lvl6pPr lvl="5" rtl="0">
              <a:spcBef>
                <a:spcPts val="0"/>
              </a:spcBef>
              <a:spcAft>
                <a:spcPts val="0"/>
              </a:spcAft>
              <a:buSzPts val="2800"/>
              <a:buNone/>
              <a:defRPr b="1"/>
            </a:lvl6pPr>
            <a:lvl7pPr lvl="6" rtl="0">
              <a:spcBef>
                <a:spcPts val="0"/>
              </a:spcBef>
              <a:spcAft>
                <a:spcPts val="0"/>
              </a:spcAft>
              <a:buSzPts val="2800"/>
              <a:buNone/>
              <a:defRPr b="1"/>
            </a:lvl7pPr>
            <a:lvl8pPr lvl="7" rtl="0">
              <a:spcBef>
                <a:spcPts val="0"/>
              </a:spcBef>
              <a:spcAft>
                <a:spcPts val="0"/>
              </a:spcAft>
              <a:buSzPts val="2800"/>
              <a:buNone/>
              <a:defRPr b="1"/>
            </a:lvl8pPr>
            <a:lvl9pPr lvl="8" rtl="0">
              <a:spcBef>
                <a:spcPts val="0"/>
              </a:spcBef>
              <a:spcAft>
                <a:spcPts val="0"/>
              </a:spcAft>
              <a:buSzPts val="2800"/>
              <a:buNone/>
              <a:defRPr b="1"/>
            </a:lvl9pPr>
          </a:lstStyle>
          <a:p/>
        </p:txBody>
      </p:sp>
      <p:sp>
        <p:nvSpPr>
          <p:cNvPr id="1840" name="Google Shape;1840;p22"/>
          <p:cNvSpPr txBox="1"/>
          <p:nvPr>
            <p:ph idx="1" type="body"/>
          </p:nvPr>
        </p:nvSpPr>
        <p:spPr>
          <a:xfrm>
            <a:off x="1740600" y="1428750"/>
            <a:ext cx="5662800" cy="2286000"/>
          </a:xfrm>
          <a:prstGeom prst="rect">
            <a:avLst/>
          </a:prstGeom>
        </p:spPr>
        <p:txBody>
          <a:bodyPr anchorCtr="0" anchor="ctr" bIns="91425" lIns="91425" spcFirstLastPara="1" rIns="91425" wrap="square" tIns="91425">
            <a:noAutofit/>
          </a:bodyPr>
          <a:lstStyle>
            <a:lvl1pPr indent="-304800" lvl="0" marL="457200" rtl="0">
              <a:spcBef>
                <a:spcPts val="0"/>
              </a:spcBef>
              <a:spcAft>
                <a:spcPts val="0"/>
              </a:spcAft>
              <a:buSzPts val="1200"/>
              <a:buChar char="●"/>
              <a:defRPr sz="16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1841" name="Google Shape;1841;p22"/>
          <p:cNvSpPr/>
          <p:nvPr/>
        </p:nvSpPr>
        <p:spPr>
          <a:xfrm flipH="1">
            <a:off x="4572000" y="0"/>
            <a:ext cx="4572000" cy="54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22"/>
          <p:cNvSpPr/>
          <p:nvPr/>
        </p:nvSpPr>
        <p:spPr>
          <a:xfrm flipH="1">
            <a:off x="0" y="4599425"/>
            <a:ext cx="4572000" cy="54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22"/>
          <p:cNvSpPr/>
          <p:nvPr/>
        </p:nvSpPr>
        <p:spPr>
          <a:xfrm>
            <a:off x="410720" y="16224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22"/>
          <p:cNvSpPr/>
          <p:nvPr/>
        </p:nvSpPr>
        <p:spPr>
          <a:xfrm rot="5400000">
            <a:off x="410720" y="76734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45" name="Google Shape;1845;p22"/>
          <p:cNvGrpSpPr/>
          <p:nvPr/>
        </p:nvGrpSpPr>
        <p:grpSpPr>
          <a:xfrm>
            <a:off x="4958737" y="4644318"/>
            <a:ext cx="1205112" cy="520243"/>
            <a:chOff x="5541266" y="4599416"/>
            <a:chExt cx="1205112" cy="520243"/>
          </a:xfrm>
        </p:grpSpPr>
        <p:sp>
          <p:nvSpPr>
            <p:cNvPr id="1846" name="Google Shape;1846;p22"/>
            <p:cNvSpPr/>
            <p:nvPr/>
          </p:nvSpPr>
          <p:spPr>
            <a:xfrm>
              <a:off x="6364211"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22"/>
            <p:cNvSpPr/>
            <p:nvPr/>
          </p:nvSpPr>
          <p:spPr>
            <a:xfrm>
              <a:off x="6035489"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22"/>
            <p:cNvSpPr/>
            <p:nvPr/>
          </p:nvSpPr>
          <p:spPr>
            <a:xfrm>
              <a:off x="6202509"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22"/>
            <p:cNvSpPr/>
            <p:nvPr/>
          </p:nvSpPr>
          <p:spPr>
            <a:xfrm>
              <a:off x="6037008"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22"/>
            <p:cNvSpPr/>
            <p:nvPr/>
          </p:nvSpPr>
          <p:spPr>
            <a:xfrm>
              <a:off x="6200230"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22"/>
            <p:cNvSpPr/>
            <p:nvPr/>
          </p:nvSpPr>
          <p:spPr>
            <a:xfrm>
              <a:off x="6366490"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22"/>
            <p:cNvSpPr/>
            <p:nvPr/>
          </p:nvSpPr>
          <p:spPr>
            <a:xfrm>
              <a:off x="6029373"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22"/>
            <p:cNvSpPr/>
            <p:nvPr/>
          </p:nvSpPr>
          <p:spPr>
            <a:xfrm>
              <a:off x="6201749"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22"/>
            <p:cNvSpPr/>
            <p:nvPr/>
          </p:nvSpPr>
          <p:spPr>
            <a:xfrm>
              <a:off x="6366490"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22"/>
            <p:cNvSpPr/>
            <p:nvPr/>
          </p:nvSpPr>
          <p:spPr>
            <a:xfrm>
              <a:off x="6032450"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22"/>
            <p:cNvSpPr/>
            <p:nvPr/>
          </p:nvSpPr>
          <p:spPr>
            <a:xfrm>
              <a:off x="6200990"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22"/>
            <p:cNvSpPr/>
            <p:nvPr/>
          </p:nvSpPr>
          <p:spPr>
            <a:xfrm>
              <a:off x="6367288"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22"/>
            <p:cNvSpPr/>
            <p:nvPr/>
          </p:nvSpPr>
          <p:spPr>
            <a:xfrm>
              <a:off x="6531269"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22"/>
            <p:cNvSpPr/>
            <p:nvPr/>
          </p:nvSpPr>
          <p:spPr>
            <a:xfrm>
              <a:off x="5873787"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22"/>
            <p:cNvSpPr/>
            <p:nvPr/>
          </p:nvSpPr>
          <p:spPr>
            <a:xfrm>
              <a:off x="5873787"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22"/>
            <p:cNvSpPr/>
            <p:nvPr/>
          </p:nvSpPr>
          <p:spPr>
            <a:xfrm>
              <a:off x="6529712"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22"/>
            <p:cNvSpPr/>
            <p:nvPr/>
          </p:nvSpPr>
          <p:spPr>
            <a:xfrm>
              <a:off x="5872267"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22"/>
            <p:cNvSpPr/>
            <p:nvPr/>
          </p:nvSpPr>
          <p:spPr>
            <a:xfrm>
              <a:off x="6530509"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22"/>
            <p:cNvSpPr/>
            <p:nvPr/>
          </p:nvSpPr>
          <p:spPr>
            <a:xfrm>
              <a:off x="5707526"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22"/>
            <p:cNvSpPr/>
            <p:nvPr/>
          </p:nvSpPr>
          <p:spPr>
            <a:xfrm>
              <a:off x="6529712"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22"/>
            <p:cNvSpPr/>
            <p:nvPr/>
          </p:nvSpPr>
          <p:spPr>
            <a:xfrm>
              <a:off x="5873027"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22"/>
            <p:cNvSpPr/>
            <p:nvPr/>
          </p:nvSpPr>
          <p:spPr>
            <a:xfrm>
              <a:off x="5709046"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22"/>
            <p:cNvSpPr/>
            <p:nvPr/>
          </p:nvSpPr>
          <p:spPr>
            <a:xfrm>
              <a:off x="5541266"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22"/>
            <p:cNvSpPr/>
            <p:nvPr/>
          </p:nvSpPr>
          <p:spPr>
            <a:xfrm>
              <a:off x="5543545"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22"/>
            <p:cNvSpPr/>
            <p:nvPr/>
          </p:nvSpPr>
          <p:spPr>
            <a:xfrm>
              <a:off x="6693731"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22"/>
            <p:cNvSpPr/>
            <p:nvPr/>
          </p:nvSpPr>
          <p:spPr>
            <a:xfrm>
              <a:off x="5707526"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22"/>
            <p:cNvSpPr/>
            <p:nvPr/>
          </p:nvSpPr>
          <p:spPr>
            <a:xfrm>
              <a:off x="5705247"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22"/>
            <p:cNvSpPr/>
            <p:nvPr/>
          </p:nvSpPr>
          <p:spPr>
            <a:xfrm>
              <a:off x="6692174"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22"/>
            <p:cNvSpPr/>
            <p:nvPr/>
          </p:nvSpPr>
          <p:spPr>
            <a:xfrm>
              <a:off x="6694491"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22"/>
            <p:cNvSpPr/>
            <p:nvPr/>
          </p:nvSpPr>
          <p:spPr>
            <a:xfrm>
              <a:off x="5545065"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22"/>
            <p:cNvSpPr/>
            <p:nvPr/>
          </p:nvSpPr>
          <p:spPr>
            <a:xfrm>
              <a:off x="5545824"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22"/>
            <p:cNvSpPr/>
            <p:nvPr/>
          </p:nvSpPr>
          <p:spPr>
            <a:xfrm>
              <a:off x="6695250"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8" name="Google Shape;1878;p22"/>
          <p:cNvGrpSpPr/>
          <p:nvPr/>
        </p:nvGrpSpPr>
        <p:grpSpPr>
          <a:xfrm>
            <a:off x="2982105" y="-6438"/>
            <a:ext cx="1205112" cy="520243"/>
            <a:chOff x="5541266" y="4599416"/>
            <a:chExt cx="1205112" cy="520243"/>
          </a:xfrm>
        </p:grpSpPr>
        <p:sp>
          <p:nvSpPr>
            <p:cNvPr id="1879" name="Google Shape;1879;p22"/>
            <p:cNvSpPr/>
            <p:nvPr/>
          </p:nvSpPr>
          <p:spPr>
            <a:xfrm>
              <a:off x="6364211"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22"/>
            <p:cNvSpPr/>
            <p:nvPr/>
          </p:nvSpPr>
          <p:spPr>
            <a:xfrm>
              <a:off x="6035489"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22"/>
            <p:cNvSpPr/>
            <p:nvPr/>
          </p:nvSpPr>
          <p:spPr>
            <a:xfrm>
              <a:off x="6202509"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22"/>
            <p:cNvSpPr/>
            <p:nvPr/>
          </p:nvSpPr>
          <p:spPr>
            <a:xfrm>
              <a:off x="6037008"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22"/>
            <p:cNvSpPr/>
            <p:nvPr/>
          </p:nvSpPr>
          <p:spPr>
            <a:xfrm>
              <a:off x="6200230"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22"/>
            <p:cNvSpPr/>
            <p:nvPr/>
          </p:nvSpPr>
          <p:spPr>
            <a:xfrm>
              <a:off x="6366490"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22"/>
            <p:cNvSpPr/>
            <p:nvPr/>
          </p:nvSpPr>
          <p:spPr>
            <a:xfrm>
              <a:off x="6029373"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22"/>
            <p:cNvSpPr/>
            <p:nvPr/>
          </p:nvSpPr>
          <p:spPr>
            <a:xfrm>
              <a:off x="6201749"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22"/>
            <p:cNvSpPr/>
            <p:nvPr/>
          </p:nvSpPr>
          <p:spPr>
            <a:xfrm>
              <a:off x="6366490"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22"/>
            <p:cNvSpPr/>
            <p:nvPr/>
          </p:nvSpPr>
          <p:spPr>
            <a:xfrm>
              <a:off x="6032450"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22"/>
            <p:cNvSpPr/>
            <p:nvPr/>
          </p:nvSpPr>
          <p:spPr>
            <a:xfrm>
              <a:off x="6200990"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22"/>
            <p:cNvSpPr/>
            <p:nvPr/>
          </p:nvSpPr>
          <p:spPr>
            <a:xfrm>
              <a:off x="6367288"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22"/>
            <p:cNvSpPr/>
            <p:nvPr/>
          </p:nvSpPr>
          <p:spPr>
            <a:xfrm>
              <a:off x="6531269"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22"/>
            <p:cNvSpPr/>
            <p:nvPr/>
          </p:nvSpPr>
          <p:spPr>
            <a:xfrm>
              <a:off x="5873787"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22"/>
            <p:cNvSpPr/>
            <p:nvPr/>
          </p:nvSpPr>
          <p:spPr>
            <a:xfrm>
              <a:off x="5873787"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22"/>
            <p:cNvSpPr/>
            <p:nvPr/>
          </p:nvSpPr>
          <p:spPr>
            <a:xfrm>
              <a:off x="6529712"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22"/>
            <p:cNvSpPr/>
            <p:nvPr/>
          </p:nvSpPr>
          <p:spPr>
            <a:xfrm>
              <a:off x="5872267"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22"/>
            <p:cNvSpPr/>
            <p:nvPr/>
          </p:nvSpPr>
          <p:spPr>
            <a:xfrm>
              <a:off x="6530509"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22"/>
            <p:cNvSpPr/>
            <p:nvPr/>
          </p:nvSpPr>
          <p:spPr>
            <a:xfrm>
              <a:off x="5707526"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22"/>
            <p:cNvSpPr/>
            <p:nvPr/>
          </p:nvSpPr>
          <p:spPr>
            <a:xfrm>
              <a:off x="6529712"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22"/>
            <p:cNvSpPr/>
            <p:nvPr/>
          </p:nvSpPr>
          <p:spPr>
            <a:xfrm>
              <a:off x="5873027"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22"/>
            <p:cNvSpPr/>
            <p:nvPr/>
          </p:nvSpPr>
          <p:spPr>
            <a:xfrm>
              <a:off x="5709046"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22"/>
            <p:cNvSpPr/>
            <p:nvPr/>
          </p:nvSpPr>
          <p:spPr>
            <a:xfrm>
              <a:off x="5541266"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22"/>
            <p:cNvSpPr/>
            <p:nvPr/>
          </p:nvSpPr>
          <p:spPr>
            <a:xfrm>
              <a:off x="5543545"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22"/>
            <p:cNvSpPr/>
            <p:nvPr/>
          </p:nvSpPr>
          <p:spPr>
            <a:xfrm>
              <a:off x="6693731"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22"/>
            <p:cNvSpPr/>
            <p:nvPr/>
          </p:nvSpPr>
          <p:spPr>
            <a:xfrm>
              <a:off x="5707526"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22"/>
            <p:cNvSpPr/>
            <p:nvPr/>
          </p:nvSpPr>
          <p:spPr>
            <a:xfrm>
              <a:off x="5705247"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22"/>
            <p:cNvSpPr/>
            <p:nvPr/>
          </p:nvSpPr>
          <p:spPr>
            <a:xfrm>
              <a:off x="6692174"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22"/>
            <p:cNvSpPr/>
            <p:nvPr/>
          </p:nvSpPr>
          <p:spPr>
            <a:xfrm>
              <a:off x="6694491"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22"/>
            <p:cNvSpPr/>
            <p:nvPr/>
          </p:nvSpPr>
          <p:spPr>
            <a:xfrm>
              <a:off x="5545065"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22"/>
            <p:cNvSpPr/>
            <p:nvPr/>
          </p:nvSpPr>
          <p:spPr>
            <a:xfrm>
              <a:off x="5545824"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22"/>
            <p:cNvSpPr/>
            <p:nvPr/>
          </p:nvSpPr>
          <p:spPr>
            <a:xfrm>
              <a:off x="6695250"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11" name="Google Shape;1911;p22"/>
          <p:cNvSpPr/>
          <p:nvPr/>
        </p:nvSpPr>
        <p:spPr>
          <a:xfrm>
            <a:off x="496925" y="39734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22"/>
          <p:cNvSpPr/>
          <p:nvPr/>
        </p:nvSpPr>
        <p:spPr>
          <a:xfrm>
            <a:off x="8202150" y="7578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22"/>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22"/>
          <p:cNvSpPr/>
          <p:nvPr/>
        </p:nvSpPr>
        <p:spPr>
          <a:xfrm>
            <a:off x="341375" y="4816828"/>
            <a:ext cx="790800" cy="790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22"/>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22"/>
          <p:cNvSpPr/>
          <p:nvPr/>
        </p:nvSpPr>
        <p:spPr>
          <a:xfrm flipH="1" rot="-3594086">
            <a:off x="284520" y="4214679"/>
            <a:ext cx="1596467" cy="1802993"/>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22"/>
          <p:cNvSpPr/>
          <p:nvPr/>
        </p:nvSpPr>
        <p:spPr>
          <a:xfrm flipH="1" rot="-3594086">
            <a:off x="7882295" y="-270166"/>
            <a:ext cx="935349" cy="741291"/>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22"/>
          <p:cNvSpPr/>
          <p:nvPr/>
        </p:nvSpPr>
        <p:spPr>
          <a:xfrm flipH="1" rot="-3594086">
            <a:off x="403835" y="4279614"/>
            <a:ext cx="1395643" cy="1650698"/>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22"/>
          <p:cNvSpPr/>
          <p:nvPr/>
        </p:nvSpPr>
        <p:spPr>
          <a:xfrm flipH="1" rot="-3594086">
            <a:off x="8023044" y="-140108"/>
            <a:ext cx="653347" cy="57211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22"/>
          <p:cNvSpPr/>
          <p:nvPr/>
        </p:nvSpPr>
        <p:spPr>
          <a:xfrm flipH="1" rot="-3594086">
            <a:off x="504525" y="4391798"/>
            <a:ext cx="1193702" cy="1427288"/>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22"/>
          <p:cNvSpPr/>
          <p:nvPr/>
        </p:nvSpPr>
        <p:spPr>
          <a:xfrm flipH="1" rot="-3594086">
            <a:off x="640527" y="4532303"/>
            <a:ext cx="901524" cy="110458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22"/>
          <p:cNvSpPr/>
          <p:nvPr/>
        </p:nvSpPr>
        <p:spPr>
          <a:xfrm flipH="1" rot="-3594086">
            <a:off x="660066" y="5028769"/>
            <a:ext cx="130938" cy="390465"/>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22"/>
          <p:cNvSpPr/>
          <p:nvPr/>
        </p:nvSpPr>
        <p:spPr>
          <a:xfrm flipH="1" rot="-3594086">
            <a:off x="703144" y="5178147"/>
            <a:ext cx="4584" cy="55349"/>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22"/>
          <p:cNvSpPr/>
          <p:nvPr/>
        </p:nvSpPr>
        <p:spPr>
          <a:xfrm flipH="1" rot="-3594086">
            <a:off x="676997" y="5203733"/>
            <a:ext cx="55349"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22"/>
          <p:cNvSpPr/>
          <p:nvPr/>
        </p:nvSpPr>
        <p:spPr>
          <a:xfrm flipH="1">
            <a:off x="1941584" y="47406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22"/>
          <p:cNvSpPr/>
          <p:nvPr/>
        </p:nvSpPr>
        <p:spPr>
          <a:xfrm flipH="1">
            <a:off x="1331984" y="48930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22"/>
          <p:cNvSpPr/>
          <p:nvPr/>
        </p:nvSpPr>
        <p:spPr>
          <a:xfrm flipH="1">
            <a:off x="321974" y="4816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22"/>
          <p:cNvSpPr/>
          <p:nvPr/>
        </p:nvSpPr>
        <p:spPr>
          <a:xfrm flipH="1">
            <a:off x="7865774" y="3210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22"/>
          <p:cNvSpPr/>
          <p:nvPr/>
        </p:nvSpPr>
        <p:spPr>
          <a:xfrm flipH="1">
            <a:off x="8703974" y="92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22"/>
          <p:cNvSpPr/>
          <p:nvPr/>
        </p:nvSpPr>
        <p:spPr>
          <a:xfrm flipH="1">
            <a:off x="3501050" y="4664415"/>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22"/>
          <p:cNvSpPr/>
          <p:nvPr/>
        </p:nvSpPr>
        <p:spPr>
          <a:xfrm flipH="1">
            <a:off x="3645460" y="4733236"/>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22"/>
          <p:cNvSpPr/>
          <p:nvPr/>
        </p:nvSpPr>
        <p:spPr>
          <a:xfrm flipH="1">
            <a:off x="3789927" y="4842700"/>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22"/>
          <p:cNvSpPr/>
          <p:nvPr/>
        </p:nvSpPr>
        <p:spPr>
          <a:xfrm flipH="1">
            <a:off x="3875698" y="4816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6">
    <p:spTree>
      <p:nvGrpSpPr>
        <p:cNvPr id="1934" name="Shape 1934"/>
        <p:cNvGrpSpPr/>
        <p:nvPr/>
      </p:nvGrpSpPr>
      <p:grpSpPr>
        <a:xfrm>
          <a:off x="0" y="0"/>
          <a:ext cx="0" cy="0"/>
          <a:chOff x="0" y="0"/>
          <a:chExt cx="0" cy="0"/>
        </a:xfrm>
      </p:grpSpPr>
      <p:sp>
        <p:nvSpPr>
          <p:cNvPr id="1935" name="Google Shape;1935;p23"/>
          <p:cNvSpPr txBox="1"/>
          <p:nvPr>
            <p:ph idx="1" type="subTitle"/>
          </p:nvPr>
        </p:nvSpPr>
        <p:spPr>
          <a:xfrm>
            <a:off x="837050" y="2565945"/>
            <a:ext cx="3657600" cy="1097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sz="1600"/>
            </a:lvl1pPr>
            <a:lvl2pPr lvl="1" rtl="0" algn="r">
              <a:lnSpc>
                <a:spcPct val="100000"/>
              </a:lnSpc>
              <a:spcBef>
                <a:spcPts val="0"/>
              </a:spcBef>
              <a:spcAft>
                <a:spcPts val="0"/>
              </a:spcAft>
              <a:buNone/>
              <a:defRPr sz="1600"/>
            </a:lvl2pPr>
            <a:lvl3pPr lvl="2" rtl="0" algn="r">
              <a:lnSpc>
                <a:spcPct val="100000"/>
              </a:lnSpc>
              <a:spcBef>
                <a:spcPts val="0"/>
              </a:spcBef>
              <a:spcAft>
                <a:spcPts val="0"/>
              </a:spcAft>
              <a:buNone/>
              <a:defRPr sz="1600"/>
            </a:lvl3pPr>
            <a:lvl4pPr lvl="3" rtl="0" algn="r">
              <a:lnSpc>
                <a:spcPct val="100000"/>
              </a:lnSpc>
              <a:spcBef>
                <a:spcPts val="0"/>
              </a:spcBef>
              <a:spcAft>
                <a:spcPts val="0"/>
              </a:spcAft>
              <a:buNone/>
              <a:defRPr sz="1600"/>
            </a:lvl4pPr>
            <a:lvl5pPr lvl="4" rtl="0" algn="r">
              <a:lnSpc>
                <a:spcPct val="100000"/>
              </a:lnSpc>
              <a:spcBef>
                <a:spcPts val="0"/>
              </a:spcBef>
              <a:spcAft>
                <a:spcPts val="0"/>
              </a:spcAft>
              <a:buNone/>
              <a:defRPr sz="1600"/>
            </a:lvl5pPr>
            <a:lvl6pPr lvl="5" rtl="0" algn="r">
              <a:lnSpc>
                <a:spcPct val="100000"/>
              </a:lnSpc>
              <a:spcBef>
                <a:spcPts val="0"/>
              </a:spcBef>
              <a:spcAft>
                <a:spcPts val="0"/>
              </a:spcAft>
              <a:buNone/>
              <a:defRPr sz="1600"/>
            </a:lvl6pPr>
            <a:lvl7pPr lvl="6" rtl="0" algn="r">
              <a:lnSpc>
                <a:spcPct val="100000"/>
              </a:lnSpc>
              <a:spcBef>
                <a:spcPts val="0"/>
              </a:spcBef>
              <a:spcAft>
                <a:spcPts val="0"/>
              </a:spcAft>
              <a:buNone/>
              <a:defRPr sz="1600"/>
            </a:lvl7pPr>
            <a:lvl8pPr lvl="7" rtl="0" algn="r">
              <a:lnSpc>
                <a:spcPct val="100000"/>
              </a:lnSpc>
              <a:spcBef>
                <a:spcPts val="0"/>
              </a:spcBef>
              <a:spcAft>
                <a:spcPts val="0"/>
              </a:spcAft>
              <a:buNone/>
              <a:defRPr sz="1600"/>
            </a:lvl8pPr>
            <a:lvl9pPr lvl="8" rtl="0" algn="r">
              <a:lnSpc>
                <a:spcPct val="100000"/>
              </a:lnSpc>
              <a:spcBef>
                <a:spcPts val="0"/>
              </a:spcBef>
              <a:spcAft>
                <a:spcPts val="0"/>
              </a:spcAft>
              <a:buNone/>
              <a:defRPr sz="1600"/>
            </a:lvl9pPr>
          </a:lstStyle>
          <a:p/>
        </p:txBody>
      </p:sp>
      <p:sp>
        <p:nvSpPr>
          <p:cNvPr id="1936" name="Google Shape;1936;p23"/>
          <p:cNvSpPr txBox="1"/>
          <p:nvPr>
            <p:ph type="title"/>
          </p:nvPr>
        </p:nvSpPr>
        <p:spPr>
          <a:xfrm>
            <a:off x="2786100" y="1480150"/>
            <a:ext cx="1708500" cy="9144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37" name="Google Shape;1937;p23"/>
          <p:cNvSpPr/>
          <p:nvPr/>
        </p:nvSpPr>
        <p:spPr>
          <a:xfrm flipH="1">
            <a:off x="6540300" y="0"/>
            <a:ext cx="26037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23"/>
          <p:cNvSpPr/>
          <p:nvPr/>
        </p:nvSpPr>
        <p:spPr>
          <a:xfrm>
            <a:off x="2544682" y="1242"/>
            <a:ext cx="6330" cy="10086"/>
          </a:xfrm>
          <a:custGeom>
            <a:rect b="b" l="l" r="r" t="t"/>
            <a:pathLst>
              <a:path extrusionOk="0" h="145" w="91">
                <a:moveTo>
                  <a:pt x="0" y="0"/>
                </a:moveTo>
                <a:lnTo>
                  <a:pt x="72" y="144"/>
                </a:lnTo>
                <a:lnTo>
                  <a:pt x="9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23"/>
          <p:cNvSpPr/>
          <p:nvPr/>
        </p:nvSpPr>
        <p:spPr>
          <a:xfrm flipH="1" rot="5400000">
            <a:off x="7235071" y="-520256"/>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23"/>
          <p:cNvSpPr/>
          <p:nvPr/>
        </p:nvSpPr>
        <p:spPr>
          <a:xfrm flipH="1" rot="5400000">
            <a:off x="7447159" y="-47739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41" name="Google Shape;1941;p23"/>
          <p:cNvGrpSpPr/>
          <p:nvPr/>
        </p:nvGrpSpPr>
        <p:grpSpPr>
          <a:xfrm>
            <a:off x="170355" y="118041"/>
            <a:ext cx="1209708" cy="1147945"/>
            <a:chOff x="5235125" y="2636100"/>
            <a:chExt cx="796175" cy="755525"/>
          </a:xfrm>
        </p:grpSpPr>
        <p:sp>
          <p:nvSpPr>
            <p:cNvPr id="1942" name="Google Shape;1942;p23"/>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23"/>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23"/>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23"/>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23"/>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23"/>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23"/>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23"/>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23"/>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23"/>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23"/>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23"/>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23"/>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23"/>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23"/>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23"/>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23"/>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23"/>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23"/>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23"/>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23"/>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23"/>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23"/>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23"/>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23"/>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23"/>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23"/>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23"/>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23"/>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23"/>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23"/>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23"/>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23"/>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23"/>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23"/>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23"/>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23"/>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23"/>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23"/>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23"/>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23"/>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23"/>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23"/>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23"/>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23"/>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23"/>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23"/>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23"/>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23"/>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23"/>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23"/>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23"/>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23"/>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23"/>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23"/>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23"/>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23"/>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23"/>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23"/>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23"/>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23"/>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23"/>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23"/>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23"/>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6" name="Google Shape;2006;p23"/>
          <p:cNvGrpSpPr/>
          <p:nvPr/>
        </p:nvGrpSpPr>
        <p:grpSpPr>
          <a:xfrm>
            <a:off x="336002" y="4222100"/>
            <a:ext cx="754445" cy="754656"/>
            <a:chOff x="336002" y="4222100"/>
            <a:chExt cx="754445" cy="754656"/>
          </a:xfrm>
        </p:grpSpPr>
        <p:sp>
          <p:nvSpPr>
            <p:cNvPr id="2007" name="Google Shape;2007;p23"/>
            <p:cNvSpPr/>
            <p:nvPr/>
          </p:nvSpPr>
          <p:spPr>
            <a:xfrm>
              <a:off x="336002" y="4599425"/>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23"/>
            <p:cNvSpPr/>
            <p:nvPr/>
          </p:nvSpPr>
          <p:spPr>
            <a:xfrm>
              <a:off x="336002" y="4222100"/>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09" name="Google Shape;2009;p23"/>
          <p:cNvSpPr/>
          <p:nvPr/>
        </p:nvSpPr>
        <p:spPr>
          <a:xfrm flipH="1">
            <a:off x="7788569" y="386067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23"/>
          <p:cNvSpPr/>
          <p:nvPr/>
        </p:nvSpPr>
        <p:spPr>
          <a:xfrm flipH="1">
            <a:off x="7141914" y="47325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23"/>
          <p:cNvSpPr/>
          <p:nvPr/>
        </p:nvSpPr>
        <p:spPr>
          <a:xfrm flipH="1">
            <a:off x="7908157" y="394755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23"/>
          <p:cNvSpPr/>
          <p:nvPr/>
        </p:nvSpPr>
        <p:spPr>
          <a:xfrm flipH="1">
            <a:off x="7243446" y="48397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23"/>
          <p:cNvSpPr/>
          <p:nvPr/>
        </p:nvSpPr>
        <p:spPr>
          <a:xfrm flipH="1">
            <a:off x="8008568" y="405925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23"/>
          <p:cNvSpPr/>
          <p:nvPr/>
        </p:nvSpPr>
        <p:spPr>
          <a:xfrm flipH="1">
            <a:off x="8167628" y="42014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23"/>
          <p:cNvSpPr/>
          <p:nvPr/>
        </p:nvSpPr>
        <p:spPr>
          <a:xfrm flipH="1">
            <a:off x="8248875" y="43119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23"/>
          <p:cNvSpPr/>
          <p:nvPr/>
        </p:nvSpPr>
        <p:spPr>
          <a:xfrm flipH="1">
            <a:off x="8317698" y="445300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23"/>
          <p:cNvSpPr/>
          <p:nvPr/>
        </p:nvSpPr>
        <p:spPr>
          <a:xfrm flipH="1">
            <a:off x="8291757" y="44778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23"/>
          <p:cNvSpPr/>
          <p:nvPr/>
        </p:nvSpPr>
        <p:spPr>
          <a:xfrm>
            <a:off x="8587350" y="6553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23"/>
          <p:cNvSpPr/>
          <p:nvPr/>
        </p:nvSpPr>
        <p:spPr>
          <a:xfrm>
            <a:off x="8587363" y="11870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23"/>
          <p:cNvSpPr/>
          <p:nvPr/>
        </p:nvSpPr>
        <p:spPr>
          <a:xfrm flipH="1">
            <a:off x="7109773" y="47550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23"/>
          <p:cNvSpPr/>
          <p:nvPr/>
        </p:nvSpPr>
        <p:spPr>
          <a:xfrm flipH="1">
            <a:off x="8073983" y="49074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23"/>
          <p:cNvSpPr/>
          <p:nvPr/>
        </p:nvSpPr>
        <p:spPr>
          <a:xfrm flipH="1">
            <a:off x="8481373" y="43740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23"/>
          <p:cNvSpPr/>
          <p:nvPr/>
        </p:nvSpPr>
        <p:spPr>
          <a:xfrm rot="-5400000">
            <a:off x="8942300" y="2039329"/>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23"/>
          <p:cNvSpPr/>
          <p:nvPr/>
        </p:nvSpPr>
        <p:spPr>
          <a:xfrm flipH="1" rot="-5400000">
            <a:off x="8237792" y="232631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23"/>
          <p:cNvSpPr/>
          <p:nvPr/>
        </p:nvSpPr>
        <p:spPr>
          <a:xfrm flipH="1" rot="-5400000">
            <a:off x="8287966" y="2553663"/>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23"/>
          <p:cNvSpPr/>
          <p:nvPr/>
        </p:nvSpPr>
        <p:spPr>
          <a:xfrm flipH="1" rot="-5400000">
            <a:off x="8238319" y="2778130"/>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7">
    <p:spTree>
      <p:nvGrpSpPr>
        <p:cNvPr id="2027" name="Shape 2027"/>
        <p:cNvGrpSpPr/>
        <p:nvPr/>
      </p:nvGrpSpPr>
      <p:grpSpPr>
        <a:xfrm>
          <a:off x="0" y="0"/>
          <a:ext cx="0" cy="0"/>
          <a:chOff x="0" y="0"/>
          <a:chExt cx="0" cy="0"/>
        </a:xfrm>
      </p:grpSpPr>
      <p:sp>
        <p:nvSpPr>
          <p:cNvPr id="2028" name="Google Shape;2028;p24"/>
          <p:cNvSpPr txBox="1"/>
          <p:nvPr>
            <p:ph idx="1" type="subTitle"/>
          </p:nvPr>
        </p:nvSpPr>
        <p:spPr>
          <a:xfrm>
            <a:off x="4527400" y="2569464"/>
            <a:ext cx="3657600" cy="1097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p:txBody>
      </p:sp>
      <p:sp>
        <p:nvSpPr>
          <p:cNvPr id="2029" name="Google Shape;2029;p24"/>
          <p:cNvSpPr txBox="1"/>
          <p:nvPr>
            <p:ph type="title"/>
          </p:nvPr>
        </p:nvSpPr>
        <p:spPr>
          <a:xfrm>
            <a:off x="4527400" y="1481328"/>
            <a:ext cx="1788600" cy="914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30" name="Google Shape;2030;p24"/>
          <p:cNvSpPr/>
          <p:nvPr/>
        </p:nvSpPr>
        <p:spPr>
          <a:xfrm>
            <a:off x="5508" y="0"/>
            <a:ext cx="26037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24"/>
          <p:cNvSpPr/>
          <p:nvPr/>
        </p:nvSpPr>
        <p:spPr>
          <a:xfrm rot="-5400000">
            <a:off x="912575" y="-520256"/>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24"/>
          <p:cNvSpPr/>
          <p:nvPr/>
        </p:nvSpPr>
        <p:spPr>
          <a:xfrm rot="-5400000">
            <a:off x="1141541" y="-47739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33" name="Google Shape;2033;p24"/>
          <p:cNvGrpSpPr/>
          <p:nvPr/>
        </p:nvGrpSpPr>
        <p:grpSpPr>
          <a:xfrm flipH="1">
            <a:off x="7769446" y="118041"/>
            <a:ext cx="1209708" cy="1147945"/>
            <a:chOff x="5235125" y="2636100"/>
            <a:chExt cx="796175" cy="755525"/>
          </a:xfrm>
        </p:grpSpPr>
        <p:sp>
          <p:nvSpPr>
            <p:cNvPr id="2034" name="Google Shape;2034;p24"/>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24"/>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24"/>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24"/>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24"/>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24"/>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24"/>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24"/>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24"/>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24"/>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24"/>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24"/>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24"/>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24"/>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24"/>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24"/>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24"/>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24"/>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24"/>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24"/>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24"/>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24"/>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24"/>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24"/>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24"/>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24"/>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24"/>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24"/>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24"/>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24"/>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24"/>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24"/>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24"/>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24"/>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24"/>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24"/>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24"/>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24"/>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24"/>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24"/>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24"/>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24"/>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24"/>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24"/>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24"/>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24"/>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24"/>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24"/>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24"/>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24"/>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24"/>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24"/>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24"/>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24"/>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24"/>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24"/>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24"/>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24"/>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24"/>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24"/>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24"/>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24"/>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24"/>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24"/>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98" name="Google Shape;2098;p24"/>
          <p:cNvGrpSpPr/>
          <p:nvPr/>
        </p:nvGrpSpPr>
        <p:grpSpPr>
          <a:xfrm flipH="1">
            <a:off x="8059061" y="4222100"/>
            <a:ext cx="754445" cy="754656"/>
            <a:chOff x="336002" y="4222100"/>
            <a:chExt cx="754445" cy="754656"/>
          </a:xfrm>
        </p:grpSpPr>
        <p:sp>
          <p:nvSpPr>
            <p:cNvPr id="2099" name="Google Shape;2099;p24"/>
            <p:cNvSpPr/>
            <p:nvPr/>
          </p:nvSpPr>
          <p:spPr>
            <a:xfrm>
              <a:off x="336002" y="4599425"/>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24"/>
            <p:cNvSpPr/>
            <p:nvPr/>
          </p:nvSpPr>
          <p:spPr>
            <a:xfrm>
              <a:off x="336002" y="4222100"/>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01" name="Google Shape;2101;p24"/>
          <p:cNvSpPr/>
          <p:nvPr/>
        </p:nvSpPr>
        <p:spPr>
          <a:xfrm>
            <a:off x="-235499" y="386067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24"/>
          <p:cNvSpPr/>
          <p:nvPr/>
        </p:nvSpPr>
        <p:spPr>
          <a:xfrm>
            <a:off x="1072262" y="47325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24"/>
          <p:cNvSpPr/>
          <p:nvPr/>
        </p:nvSpPr>
        <p:spPr>
          <a:xfrm>
            <a:off x="-154267" y="394755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24"/>
          <p:cNvSpPr/>
          <p:nvPr/>
        </p:nvSpPr>
        <p:spPr>
          <a:xfrm>
            <a:off x="1252727" y="48397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24"/>
          <p:cNvSpPr/>
          <p:nvPr/>
        </p:nvSpPr>
        <p:spPr>
          <a:xfrm>
            <a:off x="-52741" y="405925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24"/>
          <p:cNvSpPr/>
          <p:nvPr/>
        </p:nvSpPr>
        <p:spPr>
          <a:xfrm>
            <a:off x="80372" y="42014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24"/>
          <p:cNvSpPr/>
          <p:nvPr/>
        </p:nvSpPr>
        <p:spPr>
          <a:xfrm>
            <a:off x="769698" y="43119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24"/>
          <p:cNvSpPr/>
          <p:nvPr/>
        </p:nvSpPr>
        <p:spPr>
          <a:xfrm>
            <a:off x="827225" y="445300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24"/>
          <p:cNvSpPr/>
          <p:nvPr/>
        </p:nvSpPr>
        <p:spPr>
          <a:xfrm>
            <a:off x="802403" y="44778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24"/>
          <p:cNvSpPr/>
          <p:nvPr/>
        </p:nvSpPr>
        <p:spPr>
          <a:xfrm flipH="1">
            <a:off x="104921" y="6553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24"/>
          <p:cNvSpPr/>
          <p:nvPr/>
        </p:nvSpPr>
        <p:spPr>
          <a:xfrm flipH="1">
            <a:off x="104908" y="11870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24"/>
          <p:cNvSpPr/>
          <p:nvPr/>
        </p:nvSpPr>
        <p:spPr>
          <a:xfrm>
            <a:off x="1939270" y="47550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24"/>
          <p:cNvSpPr/>
          <p:nvPr/>
        </p:nvSpPr>
        <p:spPr>
          <a:xfrm>
            <a:off x="975059" y="49074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24"/>
          <p:cNvSpPr/>
          <p:nvPr/>
        </p:nvSpPr>
        <p:spPr>
          <a:xfrm>
            <a:off x="567670" y="43740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24"/>
          <p:cNvSpPr/>
          <p:nvPr/>
        </p:nvSpPr>
        <p:spPr>
          <a:xfrm flipH="1" rot="5400000">
            <a:off x="-222092" y="2039329"/>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24"/>
          <p:cNvSpPr/>
          <p:nvPr/>
        </p:nvSpPr>
        <p:spPr>
          <a:xfrm rot="5400000">
            <a:off x="-1472235" y="232631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24"/>
          <p:cNvSpPr/>
          <p:nvPr/>
        </p:nvSpPr>
        <p:spPr>
          <a:xfrm rot="5400000">
            <a:off x="-1261825" y="2553663"/>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24"/>
          <p:cNvSpPr/>
          <p:nvPr/>
        </p:nvSpPr>
        <p:spPr>
          <a:xfrm rot="5400000">
            <a:off x="-973005" y="2778130"/>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2_1_1">
    <p:spTree>
      <p:nvGrpSpPr>
        <p:cNvPr id="2119" name="Shape 2119"/>
        <p:cNvGrpSpPr/>
        <p:nvPr/>
      </p:nvGrpSpPr>
      <p:grpSpPr>
        <a:xfrm>
          <a:off x="0" y="0"/>
          <a:ext cx="0" cy="0"/>
          <a:chOff x="0" y="0"/>
          <a:chExt cx="0" cy="0"/>
        </a:xfrm>
      </p:grpSpPr>
      <p:sp>
        <p:nvSpPr>
          <p:cNvPr id="2120" name="Google Shape;2120;p25"/>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121" name="Google Shape;2121;p25"/>
          <p:cNvSpPr txBox="1"/>
          <p:nvPr>
            <p:ph idx="1" type="subTitle"/>
          </p:nvPr>
        </p:nvSpPr>
        <p:spPr>
          <a:xfrm>
            <a:off x="713225" y="1012850"/>
            <a:ext cx="3858900" cy="3528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300"/>
              <a:buChar char="●"/>
              <a:defRPr sz="1300">
                <a:solidFill>
                  <a:schemeClr val="dk1"/>
                </a:solidFill>
              </a:defRPr>
            </a:lvl1pPr>
            <a:lvl2pPr lvl="1" rtl="0">
              <a:spcBef>
                <a:spcPts val="0"/>
              </a:spcBef>
              <a:spcAft>
                <a:spcPts val="0"/>
              </a:spcAft>
              <a:buClr>
                <a:schemeClr val="dk1"/>
              </a:buClr>
              <a:buSzPts val="1600"/>
              <a:buChar char="○"/>
              <a:defRPr>
                <a:solidFill>
                  <a:schemeClr val="dk1"/>
                </a:solidFill>
              </a:defRPr>
            </a:lvl2pPr>
            <a:lvl3pPr lvl="2" rtl="0">
              <a:spcBef>
                <a:spcPts val="0"/>
              </a:spcBef>
              <a:spcAft>
                <a:spcPts val="0"/>
              </a:spcAft>
              <a:buClr>
                <a:schemeClr val="dk1"/>
              </a:buClr>
              <a:buSzPts val="1600"/>
              <a:buChar char="■"/>
              <a:defRPr>
                <a:solidFill>
                  <a:schemeClr val="dk1"/>
                </a:solidFill>
              </a:defRPr>
            </a:lvl3pPr>
            <a:lvl4pPr lvl="3" rtl="0">
              <a:spcBef>
                <a:spcPts val="0"/>
              </a:spcBef>
              <a:spcAft>
                <a:spcPts val="0"/>
              </a:spcAft>
              <a:buClr>
                <a:schemeClr val="dk1"/>
              </a:buClr>
              <a:buSzPts val="1600"/>
              <a:buChar char="●"/>
              <a:defRPr>
                <a:solidFill>
                  <a:schemeClr val="dk1"/>
                </a:solidFill>
              </a:defRPr>
            </a:lvl4pPr>
            <a:lvl5pPr lvl="4" rtl="0">
              <a:spcBef>
                <a:spcPts val="0"/>
              </a:spcBef>
              <a:spcAft>
                <a:spcPts val="0"/>
              </a:spcAft>
              <a:buClr>
                <a:schemeClr val="dk1"/>
              </a:buClr>
              <a:buSzPts val="1600"/>
              <a:buChar char="○"/>
              <a:defRPr>
                <a:solidFill>
                  <a:schemeClr val="dk1"/>
                </a:solidFill>
              </a:defRPr>
            </a:lvl5pPr>
            <a:lvl6pPr lvl="5" rtl="0">
              <a:spcBef>
                <a:spcPts val="0"/>
              </a:spcBef>
              <a:spcAft>
                <a:spcPts val="0"/>
              </a:spcAft>
              <a:buClr>
                <a:schemeClr val="dk1"/>
              </a:buClr>
              <a:buSzPts val="1600"/>
              <a:buChar char="■"/>
              <a:defRPr>
                <a:solidFill>
                  <a:schemeClr val="dk1"/>
                </a:solidFill>
              </a:defRPr>
            </a:lvl6pPr>
            <a:lvl7pPr lvl="6" rtl="0">
              <a:spcBef>
                <a:spcPts val="0"/>
              </a:spcBef>
              <a:spcAft>
                <a:spcPts val="0"/>
              </a:spcAft>
              <a:buClr>
                <a:schemeClr val="dk1"/>
              </a:buClr>
              <a:buSzPts val="1600"/>
              <a:buChar char="●"/>
              <a:defRPr>
                <a:solidFill>
                  <a:schemeClr val="dk1"/>
                </a:solidFill>
              </a:defRPr>
            </a:lvl7pPr>
            <a:lvl8pPr lvl="7" rtl="0">
              <a:spcBef>
                <a:spcPts val="0"/>
              </a:spcBef>
              <a:spcAft>
                <a:spcPts val="0"/>
              </a:spcAft>
              <a:buClr>
                <a:schemeClr val="dk1"/>
              </a:buClr>
              <a:buSzPts val="1600"/>
              <a:buChar char="○"/>
              <a:defRPr>
                <a:solidFill>
                  <a:schemeClr val="dk1"/>
                </a:solidFill>
              </a:defRPr>
            </a:lvl8pPr>
            <a:lvl9pPr lvl="8" rtl="0">
              <a:spcBef>
                <a:spcPts val="0"/>
              </a:spcBef>
              <a:spcAft>
                <a:spcPts val="0"/>
              </a:spcAft>
              <a:buClr>
                <a:schemeClr val="dk1"/>
              </a:buClr>
              <a:buSzPts val="1600"/>
              <a:buChar char="■"/>
              <a:defRPr>
                <a:solidFill>
                  <a:schemeClr val="dk1"/>
                </a:solidFill>
              </a:defRPr>
            </a:lvl9pPr>
          </a:lstStyle>
          <a:p/>
        </p:txBody>
      </p:sp>
      <p:sp>
        <p:nvSpPr>
          <p:cNvPr id="2122" name="Google Shape;2122;p25"/>
          <p:cNvSpPr txBox="1"/>
          <p:nvPr>
            <p:ph idx="2" type="subTitle"/>
          </p:nvPr>
        </p:nvSpPr>
        <p:spPr>
          <a:xfrm>
            <a:off x="4572025" y="1012850"/>
            <a:ext cx="3858900" cy="3528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300"/>
              <a:buChar char="●"/>
              <a:defRPr sz="1300">
                <a:solidFill>
                  <a:schemeClr val="dk1"/>
                </a:solidFill>
              </a:defRPr>
            </a:lvl1pPr>
            <a:lvl2pPr lvl="1" rtl="0">
              <a:spcBef>
                <a:spcPts val="0"/>
              </a:spcBef>
              <a:spcAft>
                <a:spcPts val="0"/>
              </a:spcAft>
              <a:buClr>
                <a:schemeClr val="dk1"/>
              </a:buClr>
              <a:buSzPts val="1600"/>
              <a:buChar char="○"/>
              <a:defRPr>
                <a:solidFill>
                  <a:schemeClr val="dk1"/>
                </a:solidFill>
              </a:defRPr>
            </a:lvl2pPr>
            <a:lvl3pPr lvl="2" rtl="0">
              <a:spcBef>
                <a:spcPts val="0"/>
              </a:spcBef>
              <a:spcAft>
                <a:spcPts val="0"/>
              </a:spcAft>
              <a:buClr>
                <a:schemeClr val="dk1"/>
              </a:buClr>
              <a:buSzPts val="1600"/>
              <a:buChar char="■"/>
              <a:defRPr>
                <a:solidFill>
                  <a:schemeClr val="dk1"/>
                </a:solidFill>
              </a:defRPr>
            </a:lvl3pPr>
            <a:lvl4pPr lvl="3" rtl="0">
              <a:spcBef>
                <a:spcPts val="0"/>
              </a:spcBef>
              <a:spcAft>
                <a:spcPts val="0"/>
              </a:spcAft>
              <a:buClr>
                <a:schemeClr val="dk1"/>
              </a:buClr>
              <a:buSzPts val="1600"/>
              <a:buChar char="●"/>
              <a:defRPr>
                <a:solidFill>
                  <a:schemeClr val="dk1"/>
                </a:solidFill>
              </a:defRPr>
            </a:lvl4pPr>
            <a:lvl5pPr lvl="4" rtl="0">
              <a:spcBef>
                <a:spcPts val="0"/>
              </a:spcBef>
              <a:spcAft>
                <a:spcPts val="0"/>
              </a:spcAft>
              <a:buClr>
                <a:schemeClr val="dk1"/>
              </a:buClr>
              <a:buSzPts val="1600"/>
              <a:buChar char="○"/>
              <a:defRPr>
                <a:solidFill>
                  <a:schemeClr val="dk1"/>
                </a:solidFill>
              </a:defRPr>
            </a:lvl5pPr>
            <a:lvl6pPr lvl="5" rtl="0">
              <a:spcBef>
                <a:spcPts val="0"/>
              </a:spcBef>
              <a:spcAft>
                <a:spcPts val="0"/>
              </a:spcAft>
              <a:buClr>
                <a:schemeClr val="dk1"/>
              </a:buClr>
              <a:buSzPts val="1600"/>
              <a:buChar char="■"/>
              <a:defRPr>
                <a:solidFill>
                  <a:schemeClr val="dk1"/>
                </a:solidFill>
              </a:defRPr>
            </a:lvl6pPr>
            <a:lvl7pPr lvl="6" rtl="0">
              <a:spcBef>
                <a:spcPts val="0"/>
              </a:spcBef>
              <a:spcAft>
                <a:spcPts val="0"/>
              </a:spcAft>
              <a:buClr>
                <a:schemeClr val="dk1"/>
              </a:buClr>
              <a:buSzPts val="1600"/>
              <a:buChar char="●"/>
              <a:defRPr>
                <a:solidFill>
                  <a:schemeClr val="dk1"/>
                </a:solidFill>
              </a:defRPr>
            </a:lvl7pPr>
            <a:lvl8pPr lvl="7" rtl="0">
              <a:spcBef>
                <a:spcPts val="0"/>
              </a:spcBef>
              <a:spcAft>
                <a:spcPts val="0"/>
              </a:spcAft>
              <a:buClr>
                <a:schemeClr val="dk1"/>
              </a:buClr>
              <a:buSzPts val="1600"/>
              <a:buChar char="○"/>
              <a:defRPr>
                <a:solidFill>
                  <a:schemeClr val="dk1"/>
                </a:solidFill>
              </a:defRPr>
            </a:lvl8pPr>
            <a:lvl9pPr lvl="8" rtl="0">
              <a:spcBef>
                <a:spcPts val="0"/>
              </a:spcBef>
              <a:spcAft>
                <a:spcPts val="0"/>
              </a:spcAft>
              <a:buClr>
                <a:schemeClr val="dk1"/>
              </a:buClr>
              <a:buSzPts val="1600"/>
              <a:buChar char="■"/>
              <a:defRPr>
                <a:solidFill>
                  <a:schemeClr val="dk1"/>
                </a:solidFill>
              </a:defRPr>
            </a:lvl9pPr>
          </a:lstStyle>
          <a:p/>
        </p:txBody>
      </p:sp>
      <p:sp>
        <p:nvSpPr>
          <p:cNvPr id="2123" name="Google Shape;2123;p25"/>
          <p:cNvSpPr/>
          <p:nvPr/>
        </p:nvSpPr>
        <p:spPr>
          <a:xfrm>
            <a:off x="8430925" y="20734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25"/>
          <p:cNvSpPr/>
          <p:nvPr/>
        </p:nvSpPr>
        <p:spPr>
          <a:xfrm rot="5400000">
            <a:off x="8430925" y="81244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25"/>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25"/>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25"/>
          <p:cNvSpPr/>
          <p:nvPr/>
        </p:nvSpPr>
        <p:spPr>
          <a:xfrm>
            <a:off x="-1765585" y="-1356372"/>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25"/>
          <p:cNvSpPr/>
          <p:nvPr/>
        </p:nvSpPr>
        <p:spPr>
          <a:xfrm flipH="1">
            <a:off x="-194140" y="-200037"/>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25"/>
          <p:cNvSpPr/>
          <p:nvPr/>
        </p:nvSpPr>
        <p:spPr>
          <a:xfrm flipH="1">
            <a:off x="-118543" y="-60104"/>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25"/>
          <p:cNvSpPr/>
          <p:nvPr/>
        </p:nvSpPr>
        <p:spPr>
          <a:xfrm flipH="1">
            <a:off x="104872" y="10953"/>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25"/>
          <p:cNvSpPr/>
          <p:nvPr/>
        </p:nvSpPr>
        <p:spPr>
          <a:xfrm flipH="1">
            <a:off x="401579" y="121536"/>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25"/>
          <p:cNvSpPr/>
          <p:nvPr/>
        </p:nvSpPr>
        <p:spPr>
          <a:xfrm flipH="1">
            <a:off x="-241449" y="199358"/>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25"/>
          <p:cNvSpPr/>
          <p:nvPr/>
        </p:nvSpPr>
        <p:spPr>
          <a:xfrm flipH="1">
            <a:off x="-243741" y="197122"/>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25"/>
          <p:cNvSpPr/>
          <p:nvPr/>
        </p:nvSpPr>
        <p:spPr>
          <a:xfrm flipH="1">
            <a:off x="0" y="4474800"/>
            <a:ext cx="3923400" cy="66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25"/>
          <p:cNvSpPr/>
          <p:nvPr/>
        </p:nvSpPr>
        <p:spPr>
          <a:xfrm flipH="1">
            <a:off x="-106954" y="326449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25"/>
          <p:cNvSpPr/>
          <p:nvPr/>
        </p:nvSpPr>
        <p:spPr>
          <a:xfrm flipH="1">
            <a:off x="41934" y="338743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2_1_1_1">
    <p:spTree>
      <p:nvGrpSpPr>
        <p:cNvPr id="2137" name="Shape 2137"/>
        <p:cNvGrpSpPr/>
        <p:nvPr/>
      </p:nvGrpSpPr>
      <p:grpSpPr>
        <a:xfrm>
          <a:off x="0" y="0"/>
          <a:ext cx="0" cy="0"/>
          <a:chOff x="0" y="0"/>
          <a:chExt cx="0" cy="0"/>
        </a:xfrm>
      </p:grpSpPr>
      <p:sp>
        <p:nvSpPr>
          <p:cNvPr id="2138" name="Google Shape;2138;p26"/>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139" name="Google Shape;2139;p26"/>
          <p:cNvSpPr txBox="1"/>
          <p:nvPr>
            <p:ph idx="1" type="subTitle"/>
          </p:nvPr>
        </p:nvSpPr>
        <p:spPr>
          <a:xfrm>
            <a:off x="878975" y="338814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140" name="Google Shape;2140;p26"/>
          <p:cNvSpPr txBox="1"/>
          <p:nvPr>
            <p:ph idx="2" type="subTitle"/>
          </p:nvPr>
        </p:nvSpPr>
        <p:spPr>
          <a:xfrm>
            <a:off x="713225" y="3739977"/>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141" name="Google Shape;2141;p26"/>
          <p:cNvSpPr txBox="1"/>
          <p:nvPr>
            <p:ph idx="3" type="subTitle"/>
          </p:nvPr>
        </p:nvSpPr>
        <p:spPr>
          <a:xfrm>
            <a:off x="2945900" y="338814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142" name="Google Shape;2142;p26"/>
          <p:cNvSpPr txBox="1"/>
          <p:nvPr>
            <p:ph idx="4" type="subTitle"/>
          </p:nvPr>
        </p:nvSpPr>
        <p:spPr>
          <a:xfrm>
            <a:off x="2780150" y="3739977"/>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143" name="Google Shape;2143;p26"/>
          <p:cNvSpPr txBox="1"/>
          <p:nvPr>
            <p:ph idx="5" type="subTitle"/>
          </p:nvPr>
        </p:nvSpPr>
        <p:spPr>
          <a:xfrm>
            <a:off x="841632" y="1729225"/>
            <a:ext cx="3593400" cy="6138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2144" name="Google Shape;2144;p26"/>
          <p:cNvSpPr/>
          <p:nvPr/>
        </p:nvSpPr>
        <p:spPr>
          <a:xfrm>
            <a:off x="4932650" y="0"/>
            <a:ext cx="42114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26"/>
          <p:cNvSpPr/>
          <p:nvPr/>
        </p:nvSpPr>
        <p:spPr>
          <a:xfrm>
            <a:off x="75025" y="3826466"/>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26"/>
          <p:cNvSpPr/>
          <p:nvPr/>
        </p:nvSpPr>
        <p:spPr>
          <a:xfrm rot="5400000">
            <a:off x="75025" y="4431568"/>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26"/>
          <p:cNvSpPr/>
          <p:nvPr/>
        </p:nvSpPr>
        <p:spPr>
          <a:xfrm>
            <a:off x="-1384585" y="-1156347"/>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26"/>
          <p:cNvSpPr/>
          <p:nvPr/>
        </p:nvSpPr>
        <p:spPr>
          <a:xfrm>
            <a:off x="8550863" y="6048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26"/>
          <p:cNvSpPr/>
          <p:nvPr/>
        </p:nvSpPr>
        <p:spPr>
          <a:xfrm>
            <a:off x="8550863" y="1100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26"/>
          <p:cNvSpPr/>
          <p:nvPr/>
        </p:nvSpPr>
        <p:spPr>
          <a:xfrm flipH="1">
            <a:off x="8601930" y="135544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26"/>
          <p:cNvSpPr/>
          <p:nvPr/>
        </p:nvSpPr>
        <p:spPr>
          <a:xfrm flipH="1">
            <a:off x="8703462" y="146262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26"/>
          <p:cNvSpPr/>
          <p:nvPr/>
        </p:nvSpPr>
        <p:spPr>
          <a:xfrm flipH="1">
            <a:off x="7997696" y="234324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26"/>
          <p:cNvSpPr/>
          <p:nvPr/>
        </p:nvSpPr>
        <p:spPr>
          <a:xfrm flipH="1">
            <a:off x="8146584" y="246618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26"/>
          <p:cNvSpPr/>
          <p:nvPr/>
        </p:nvSpPr>
        <p:spPr>
          <a:xfrm>
            <a:off x="6822995" y="3873305"/>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26"/>
          <p:cNvSpPr/>
          <p:nvPr/>
        </p:nvSpPr>
        <p:spPr>
          <a:xfrm flipH="1">
            <a:off x="6214343" y="358502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26"/>
          <p:cNvSpPr/>
          <p:nvPr/>
        </p:nvSpPr>
        <p:spPr>
          <a:xfrm flipH="1">
            <a:off x="6416291" y="3641433"/>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26"/>
          <p:cNvSpPr/>
          <p:nvPr/>
        </p:nvSpPr>
        <p:spPr>
          <a:xfrm flipH="1">
            <a:off x="6702879" y="3748606"/>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26"/>
          <p:cNvSpPr/>
          <p:nvPr/>
        </p:nvSpPr>
        <p:spPr>
          <a:xfrm flipH="1">
            <a:off x="8614854" y="3704496"/>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26"/>
          <p:cNvSpPr/>
          <p:nvPr/>
        </p:nvSpPr>
        <p:spPr>
          <a:xfrm flipH="1">
            <a:off x="8767254" y="242888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26"/>
          <p:cNvSpPr/>
          <p:nvPr/>
        </p:nvSpPr>
        <p:spPr>
          <a:xfrm flipH="1">
            <a:off x="8919654" y="166688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26"/>
          <p:cNvSpPr/>
          <p:nvPr/>
        </p:nvSpPr>
        <p:spPr>
          <a:xfrm flipH="1">
            <a:off x="8919654" y="456248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26"/>
          <p:cNvSpPr/>
          <p:nvPr/>
        </p:nvSpPr>
        <p:spPr>
          <a:xfrm>
            <a:off x="3125286" y="5066798"/>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26"/>
          <p:cNvSpPr/>
          <p:nvPr/>
        </p:nvSpPr>
        <p:spPr>
          <a:xfrm>
            <a:off x="2796564" y="4599241"/>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26"/>
          <p:cNvSpPr/>
          <p:nvPr/>
        </p:nvSpPr>
        <p:spPr>
          <a:xfrm>
            <a:off x="2963584" y="4599241"/>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26"/>
          <p:cNvSpPr/>
          <p:nvPr/>
        </p:nvSpPr>
        <p:spPr>
          <a:xfrm>
            <a:off x="2798083" y="4754865"/>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26"/>
          <p:cNvSpPr/>
          <p:nvPr/>
        </p:nvSpPr>
        <p:spPr>
          <a:xfrm>
            <a:off x="2961305" y="4754105"/>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26"/>
          <p:cNvSpPr/>
          <p:nvPr/>
        </p:nvSpPr>
        <p:spPr>
          <a:xfrm>
            <a:off x="3127565" y="4754865"/>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26"/>
          <p:cNvSpPr/>
          <p:nvPr/>
        </p:nvSpPr>
        <p:spPr>
          <a:xfrm>
            <a:off x="2790448" y="4905856"/>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26"/>
          <p:cNvSpPr/>
          <p:nvPr/>
        </p:nvSpPr>
        <p:spPr>
          <a:xfrm>
            <a:off x="2962824" y="4910452"/>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26"/>
          <p:cNvSpPr/>
          <p:nvPr/>
        </p:nvSpPr>
        <p:spPr>
          <a:xfrm>
            <a:off x="3127565" y="4911211"/>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26"/>
          <p:cNvSpPr/>
          <p:nvPr/>
        </p:nvSpPr>
        <p:spPr>
          <a:xfrm>
            <a:off x="2793525" y="5065279"/>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26"/>
          <p:cNvSpPr/>
          <p:nvPr/>
        </p:nvSpPr>
        <p:spPr>
          <a:xfrm>
            <a:off x="2962065" y="5066038"/>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26"/>
          <p:cNvSpPr/>
          <p:nvPr/>
        </p:nvSpPr>
        <p:spPr>
          <a:xfrm>
            <a:off x="3128363" y="4600038"/>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26"/>
          <p:cNvSpPr/>
          <p:nvPr/>
        </p:nvSpPr>
        <p:spPr>
          <a:xfrm>
            <a:off x="3292344" y="4602317"/>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26"/>
          <p:cNvSpPr/>
          <p:nvPr/>
        </p:nvSpPr>
        <p:spPr>
          <a:xfrm>
            <a:off x="2634862" y="460003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26"/>
          <p:cNvSpPr/>
          <p:nvPr/>
        </p:nvSpPr>
        <p:spPr>
          <a:xfrm>
            <a:off x="2634862" y="475486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26"/>
          <p:cNvSpPr/>
          <p:nvPr/>
        </p:nvSpPr>
        <p:spPr>
          <a:xfrm>
            <a:off x="3290787" y="5066798"/>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26"/>
          <p:cNvSpPr/>
          <p:nvPr/>
        </p:nvSpPr>
        <p:spPr>
          <a:xfrm>
            <a:off x="2633342" y="5066038"/>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26"/>
          <p:cNvSpPr/>
          <p:nvPr/>
        </p:nvSpPr>
        <p:spPr>
          <a:xfrm>
            <a:off x="3291584" y="4757144"/>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26"/>
          <p:cNvSpPr/>
          <p:nvPr/>
        </p:nvSpPr>
        <p:spPr>
          <a:xfrm>
            <a:off x="2468601" y="5064519"/>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26"/>
          <p:cNvSpPr/>
          <p:nvPr/>
        </p:nvSpPr>
        <p:spPr>
          <a:xfrm>
            <a:off x="3290787" y="4912731"/>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26"/>
          <p:cNvSpPr/>
          <p:nvPr/>
        </p:nvSpPr>
        <p:spPr>
          <a:xfrm>
            <a:off x="2634102" y="490969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26"/>
          <p:cNvSpPr/>
          <p:nvPr/>
        </p:nvSpPr>
        <p:spPr>
          <a:xfrm>
            <a:off x="2470121" y="490129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26"/>
          <p:cNvSpPr/>
          <p:nvPr/>
        </p:nvSpPr>
        <p:spPr>
          <a:xfrm>
            <a:off x="2302341" y="5065279"/>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26"/>
          <p:cNvSpPr/>
          <p:nvPr/>
        </p:nvSpPr>
        <p:spPr>
          <a:xfrm>
            <a:off x="2304620" y="491045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26"/>
          <p:cNvSpPr/>
          <p:nvPr/>
        </p:nvSpPr>
        <p:spPr>
          <a:xfrm>
            <a:off x="3454806" y="5069077"/>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26"/>
          <p:cNvSpPr/>
          <p:nvPr/>
        </p:nvSpPr>
        <p:spPr>
          <a:xfrm>
            <a:off x="2468601" y="475638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26"/>
          <p:cNvSpPr/>
          <p:nvPr/>
        </p:nvSpPr>
        <p:spPr>
          <a:xfrm>
            <a:off x="2466322" y="460079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26"/>
          <p:cNvSpPr/>
          <p:nvPr/>
        </p:nvSpPr>
        <p:spPr>
          <a:xfrm>
            <a:off x="3453249" y="4914250"/>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26"/>
          <p:cNvSpPr/>
          <p:nvPr/>
        </p:nvSpPr>
        <p:spPr>
          <a:xfrm>
            <a:off x="3455566" y="4758664"/>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26"/>
          <p:cNvSpPr/>
          <p:nvPr/>
        </p:nvSpPr>
        <p:spPr>
          <a:xfrm>
            <a:off x="2306140" y="475410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26"/>
          <p:cNvSpPr/>
          <p:nvPr/>
        </p:nvSpPr>
        <p:spPr>
          <a:xfrm>
            <a:off x="2306899" y="459924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26"/>
          <p:cNvSpPr/>
          <p:nvPr/>
        </p:nvSpPr>
        <p:spPr>
          <a:xfrm>
            <a:off x="3456325" y="4603077"/>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
    <p:spTree>
      <p:nvGrpSpPr>
        <p:cNvPr id="2194" name="Shape 2194"/>
        <p:cNvGrpSpPr/>
        <p:nvPr/>
      </p:nvGrpSpPr>
      <p:grpSpPr>
        <a:xfrm>
          <a:off x="0" y="0"/>
          <a:ext cx="0" cy="0"/>
          <a:chOff x="0" y="0"/>
          <a:chExt cx="0" cy="0"/>
        </a:xfrm>
      </p:grpSpPr>
      <p:sp>
        <p:nvSpPr>
          <p:cNvPr id="2195" name="Google Shape;2195;p27"/>
          <p:cNvSpPr txBox="1"/>
          <p:nvPr>
            <p:ph idx="1" type="subTitle"/>
          </p:nvPr>
        </p:nvSpPr>
        <p:spPr>
          <a:xfrm>
            <a:off x="993600" y="2818403"/>
            <a:ext cx="2011800" cy="1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000"/>
            </a:lvl1pPr>
            <a:lvl2pPr lvl="1" rtl="0" algn="ctr">
              <a:lnSpc>
                <a:spcPct val="100000"/>
              </a:lnSpc>
              <a:spcBef>
                <a:spcPts val="0"/>
              </a:spcBef>
              <a:spcAft>
                <a:spcPts val="0"/>
              </a:spcAft>
              <a:buNone/>
              <a:defRPr b="1" sz="2000"/>
            </a:lvl2pPr>
            <a:lvl3pPr lvl="2" rtl="0" algn="ctr">
              <a:lnSpc>
                <a:spcPct val="100000"/>
              </a:lnSpc>
              <a:spcBef>
                <a:spcPts val="0"/>
              </a:spcBef>
              <a:spcAft>
                <a:spcPts val="0"/>
              </a:spcAft>
              <a:buNone/>
              <a:defRPr b="1" sz="2000"/>
            </a:lvl3pPr>
            <a:lvl4pPr lvl="3" rtl="0" algn="ctr">
              <a:lnSpc>
                <a:spcPct val="100000"/>
              </a:lnSpc>
              <a:spcBef>
                <a:spcPts val="0"/>
              </a:spcBef>
              <a:spcAft>
                <a:spcPts val="0"/>
              </a:spcAft>
              <a:buNone/>
              <a:defRPr b="1" sz="2000"/>
            </a:lvl4pPr>
            <a:lvl5pPr lvl="4" rtl="0" algn="ctr">
              <a:lnSpc>
                <a:spcPct val="100000"/>
              </a:lnSpc>
              <a:spcBef>
                <a:spcPts val="0"/>
              </a:spcBef>
              <a:spcAft>
                <a:spcPts val="0"/>
              </a:spcAft>
              <a:buNone/>
              <a:defRPr b="1" sz="2000"/>
            </a:lvl5pPr>
            <a:lvl6pPr lvl="5" rtl="0" algn="ctr">
              <a:lnSpc>
                <a:spcPct val="100000"/>
              </a:lnSpc>
              <a:spcBef>
                <a:spcPts val="0"/>
              </a:spcBef>
              <a:spcAft>
                <a:spcPts val="0"/>
              </a:spcAft>
              <a:buNone/>
              <a:defRPr b="1" sz="2000"/>
            </a:lvl6pPr>
            <a:lvl7pPr lvl="6" rtl="0" algn="ctr">
              <a:lnSpc>
                <a:spcPct val="100000"/>
              </a:lnSpc>
              <a:spcBef>
                <a:spcPts val="0"/>
              </a:spcBef>
              <a:spcAft>
                <a:spcPts val="0"/>
              </a:spcAft>
              <a:buNone/>
              <a:defRPr b="1" sz="2000"/>
            </a:lvl7pPr>
            <a:lvl8pPr lvl="7" rtl="0" algn="ctr">
              <a:lnSpc>
                <a:spcPct val="100000"/>
              </a:lnSpc>
              <a:spcBef>
                <a:spcPts val="0"/>
              </a:spcBef>
              <a:spcAft>
                <a:spcPts val="0"/>
              </a:spcAft>
              <a:buNone/>
              <a:defRPr b="1" sz="2000"/>
            </a:lvl8pPr>
            <a:lvl9pPr lvl="8" rtl="0" algn="ctr">
              <a:lnSpc>
                <a:spcPct val="100000"/>
              </a:lnSpc>
              <a:spcBef>
                <a:spcPts val="0"/>
              </a:spcBef>
              <a:spcAft>
                <a:spcPts val="0"/>
              </a:spcAft>
              <a:buNone/>
              <a:defRPr b="1" sz="2000"/>
            </a:lvl9pPr>
          </a:lstStyle>
          <a:p/>
        </p:txBody>
      </p:sp>
      <p:sp>
        <p:nvSpPr>
          <p:cNvPr id="2196" name="Google Shape;2196;p27"/>
          <p:cNvSpPr txBox="1"/>
          <p:nvPr>
            <p:ph idx="2" type="subTitle"/>
          </p:nvPr>
        </p:nvSpPr>
        <p:spPr>
          <a:xfrm>
            <a:off x="993600" y="3259225"/>
            <a:ext cx="20118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2197" name="Google Shape;2197;p27"/>
          <p:cNvSpPr txBox="1"/>
          <p:nvPr>
            <p:ph idx="3" type="subTitle"/>
          </p:nvPr>
        </p:nvSpPr>
        <p:spPr>
          <a:xfrm>
            <a:off x="3566100" y="2818403"/>
            <a:ext cx="2011800" cy="1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000"/>
            </a:lvl1pPr>
            <a:lvl2pPr lvl="1" rtl="0" algn="ctr">
              <a:lnSpc>
                <a:spcPct val="100000"/>
              </a:lnSpc>
              <a:spcBef>
                <a:spcPts val="0"/>
              </a:spcBef>
              <a:spcAft>
                <a:spcPts val="0"/>
              </a:spcAft>
              <a:buNone/>
              <a:defRPr b="1" sz="2000"/>
            </a:lvl2pPr>
            <a:lvl3pPr lvl="2" rtl="0" algn="ctr">
              <a:lnSpc>
                <a:spcPct val="100000"/>
              </a:lnSpc>
              <a:spcBef>
                <a:spcPts val="0"/>
              </a:spcBef>
              <a:spcAft>
                <a:spcPts val="0"/>
              </a:spcAft>
              <a:buNone/>
              <a:defRPr b="1" sz="2000"/>
            </a:lvl3pPr>
            <a:lvl4pPr lvl="3" rtl="0" algn="ctr">
              <a:lnSpc>
                <a:spcPct val="100000"/>
              </a:lnSpc>
              <a:spcBef>
                <a:spcPts val="0"/>
              </a:spcBef>
              <a:spcAft>
                <a:spcPts val="0"/>
              </a:spcAft>
              <a:buNone/>
              <a:defRPr b="1" sz="2000"/>
            </a:lvl4pPr>
            <a:lvl5pPr lvl="4" rtl="0" algn="ctr">
              <a:lnSpc>
                <a:spcPct val="100000"/>
              </a:lnSpc>
              <a:spcBef>
                <a:spcPts val="0"/>
              </a:spcBef>
              <a:spcAft>
                <a:spcPts val="0"/>
              </a:spcAft>
              <a:buNone/>
              <a:defRPr b="1" sz="2000"/>
            </a:lvl5pPr>
            <a:lvl6pPr lvl="5" rtl="0" algn="ctr">
              <a:lnSpc>
                <a:spcPct val="100000"/>
              </a:lnSpc>
              <a:spcBef>
                <a:spcPts val="0"/>
              </a:spcBef>
              <a:spcAft>
                <a:spcPts val="0"/>
              </a:spcAft>
              <a:buNone/>
              <a:defRPr b="1" sz="2000"/>
            </a:lvl6pPr>
            <a:lvl7pPr lvl="6" rtl="0" algn="ctr">
              <a:lnSpc>
                <a:spcPct val="100000"/>
              </a:lnSpc>
              <a:spcBef>
                <a:spcPts val="0"/>
              </a:spcBef>
              <a:spcAft>
                <a:spcPts val="0"/>
              </a:spcAft>
              <a:buNone/>
              <a:defRPr b="1" sz="2000"/>
            </a:lvl7pPr>
            <a:lvl8pPr lvl="7" rtl="0" algn="ctr">
              <a:lnSpc>
                <a:spcPct val="100000"/>
              </a:lnSpc>
              <a:spcBef>
                <a:spcPts val="0"/>
              </a:spcBef>
              <a:spcAft>
                <a:spcPts val="0"/>
              </a:spcAft>
              <a:buNone/>
              <a:defRPr b="1" sz="2000"/>
            </a:lvl8pPr>
            <a:lvl9pPr lvl="8" rtl="0" algn="ctr">
              <a:lnSpc>
                <a:spcPct val="100000"/>
              </a:lnSpc>
              <a:spcBef>
                <a:spcPts val="0"/>
              </a:spcBef>
              <a:spcAft>
                <a:spcPts val="0"/>
              </a:spcAft>
              <a:buNone/>
              <a:defRPr b="1" sz="2000"/>
            </a:lvl9pPr>
          </a:lstStyle>
          <a:p/>
        </p:txBody>
      </p:sp>
      <p:sp>
        <p:nvSpPr>
          <p:cNvPr id="2198" name="Google Shape;2198;p27"/>
          <p:cNvSpPr txBox="1"/>
          <p:nvPr>
            <p:ph idx="4" type="subTitle"/>
          </p:nvPr>
        </p:nvSpPr>
        <p:spPr>
          <a:xfrm>
            <a:off x="3566100" y="3259220"/>
            <a:ext cx="20118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2199" name="Google Shape;2199;p27"/>
          <p:cNvSpPr txBox="1"/>
          <p:nvPr>
            <p:ph idx="5" type="subTitle"/>
          </p:nvPr>
        </p:nvSpPr>
        <p:spPr>
          <a:xfrm>
            <a:off x="6138600" y="2818403"/>
            <a:ext cx="2011800" cy="1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000"/>
            </a:lvl1pPr>
            <a:lvl2pPr lvl="1" rtl="0" algn="ctr">
              <a:lnSpc>
                <a:spcPct val="100000"/>
              </a:lnSpc>
              <a:spcBef>
                <a:spcPts val="0"/>
              </a:spcBef>
              <a:spcAft>
                <a:spcPts val="0"/>
              </a:spcAft>
              <a:buNone/>
              <a:defRPr b="1" sz="2000"/>
            </a:lvl2pPr>
            <a:lvl3pPr lvl="2" rtl="0" algn="ctr">
              <a:lnSpc>
                <a:spcPct val="100000"/>
              </a:lnSpc>
              <a:spcBef>
                <a:spcPts val="0"/>
              </a:spcBef>
              <a:spcAft>
                <a:spcPts val="0"/>
              </a:spcAft>
              <a:buNone/>
              <a:defRPr b="1" sz="2000"/>
            </a:lvl3pPr>
            <a:lvl4pPr lvl="3" rtl="0" algn="ctr">
              <a:lnSpc>
                <a:spcPct val="100000"/>
              </a:lnSpc>
              <a:spcBef>
                <a:spcPts val="0"/>
              </a:spcBef>
              <a:spcAft>
                <a:spcPts val="0"/>
              </a:spcAft>
              <a:buNone/>
              <a:defRPr b="1" sz="2000"/>
            </a:lvl4pPr>
            <a:lvl5pPr lvl="4" rtl="0" algn="ctr">
              <a:lnSpc>
                <a:spcPct val="100000"/>
              </a:lnSpc>
              <a:spcBef>
                <a:spcPts val="0"/>
              </a:spcBef>
              <a:spcAft>
                <a:spcPts val="0"/>
              </a:spcAft>
              <a:buNone/>
              <a:defRPr b="1" sz="2000"/>
            </a:lvl5pPr>
            <a:lvl6pPr lvl="5" rtl="0" algn="ctr">
              <a:lnSpc>
                <a:spcPct val="100000"/>
              </a:lnSpc>
              <a:spcBef>
                <a:spcPts val="0"/>
              </a:spcBef>
              <a:spcAft>
                <a:spcPts val="0"/>
              </a:spcAft>
              <a:buNone/>
              <a:defRPr b="1" sz="2000"/>
            </a:lvl6pPr>
            <a:lvl7pPr lvl="6" rtl="0" algn="ctr">
              <a:lnSpc>
                <a:spcPct val="100000"/>
              </a:lnSpc>
              <a:spcBef>
                <a:spcPts val="0"/>
              </a:spcBef>
              <a:spcAft>
                <a:spcPts val="0"/>
              </a:spcAft>
              <a:buNone/>
              <a:defRPr b="1" sz="2000"/>
            </a:lvl7pPr>
            <a:lvl8pPr lvl="7" rtl="0" algn="ctr">
              <a:lnSpc>
                <a:spcPct val="100000"/>
              </a:lnSpc>
              <a:spcBef>
                <a:spcPts val="0"/>
              </a:spcBef>
              <a:spcAft>
                <a:spcPts val="0"/>
              </a:spcAft>
              <a:buNone/>
              <a:defRPr b="1" sz="2000"/>
            </a:lvl8pPr>
            <a:lvl9pPr lvl="8" rtl="0" algn="ctr">
              <a:lnSpc>
                <a:spcPct val="100000"/>
              </a:lnSpc>
              <a:spcBef>
                <a:spcPts val="0"/>
              </a:spcBef>
              <a:spcAft>
                <a:spcPts val="0"/>
              </a:spcAft>
              <a:buNone/>
              <a:defRPr b="1" sz="2000"/>
            </a:lvl9pPr>
          </a:lstStyle>
          <a:p/>
        </p:txBody>
      </p:sp>
      <p:sp>
        <p:nvSpPr>
          <p:cNvPr id="2200" name="Google Shape;2200;p27"/>
          <p:cNvSpPr txBox="1"/>
          <p:nvPr>
            <p:ph idx="6" type="subTitle"/>
          </p:nvPr>
        </p:nvSpPr>
        <p:spPr>
          <a:xfrm>
            <a:off x="6138600" y="3259220"/>
            <a:ext cx="20118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2201" name="Google Shape;2201;p27"/>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202" name="Google Shape;2202;p27"/>
          <p:cNvSpPr/>
          <p:nvPr/>
        </p:nvSpPr>
        <p:spPr>
          <a:xfrm flipH="1">
            <a:off x="12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27"/>
          <p:cNvSpPr/>
          <p:nvPr/>
        </p:nvSpPr>
        <p:spPr>
          <a:xfrm>
            <a:off x="8202150" y="3247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27"/>
          <p:cNvSpPr/>
          <p:nvPr/>
        </p:nvSpPr>
        <p:spPr>
          <a:xfrm flipH="1">
            <a:off x="8104938" y="410087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27"/>
          <p:cNvSpPr/>
          <p:nvPr/>
        </p:nvSpPr>
        <p:spPr>
          <a:xfrm>
            <a:off x="484613"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06" name="Google Shape;2206;p27"/>
          <p:cNvGrpSpPr/>
          <p:nvPr/>
        </p:nvGrpSpPr>
        <p:grpSpPr>
          <a:xfrm>
            <a:off x="8053502" y="4224312"/>
            <a:ext cx="754524" cy="750237"/>
            <a:chOff x="8523754" y="10"/>
            <a:chExt cx="516408" cy="513439"/>
          </a:xfrm>
        </p:grpSpPr>
        <p:sp>
          <p:nvSpPr>
            <p:cNvPr id="2207" name="Google Shape;2207;p27"/>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27"/>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09" name="Google Shape;2209;p27"/>
          <p:cNvSpPr/>
          <p:nvPr/>
        </p:nvSpPr>
        <p:spPr>
          <a:xfrm flipH="1" rot="5400000">
            <a:off x="2464850" y="-1754725"/>
            <a:ext cx="361800" cy="3865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27"/>
          <p:cNvSpPr/>
          <p:nvPr/>
        </p:nvSpPr>
        <p:spPr>
          <a:xfrm flipH="1" rot="10800000">
            <a:off x="-971791" y="-267796"/>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27"/>
          <p:cNvSpPr/>
          <p:nvPr/>
        </p:nvSpPr>
        <p:spPr>
          <a:xfrm flipH="1" rot="10800000">
            <a:off x="-890559" y="-202382"/>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27"/>
          <p:cNvSpPr/>
          <p:nvPr/>
        </p:nvSpPr>
        <p:spPr>
          <a:xfrm flipH="1" rot="10800000">
            <a:off x="-789033" y="-90677"/>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27"/>
          <p:cNvSpPr/>
          <p:nvPr/>
        </p:nvSpPr>
        <p:spPr>
          <a:xfrm flipH="1" rot="10800000">
            <a:off x="-655919" y="89851"/>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27"/>
          <p:cNvSpPr/>
          <p:nvPr/>
        </p:nvSpPr>
        <p:spPr>
          <a:xfrm flipH="1" rot="10800000">
            <a:off x="33406" y="693431"/>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27"/>
          <p:cNvSpPr/>
          <p:nvPr/>
        </p:nvSpPr>
        <p:spPr>
          <a:xfrm flipH="1" rot="10800000">
            <a:off x="90934" y="887489"/>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27"/>
          <p:cNvSpPr/>
          <p:nvPr/>
        </p:nvSpPr>
        <p:spPr>
          <a:xfrm flipH="1" rot="10800000">
            <a:off x="66112" y="9134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27"/>
          <p:cNvSpPr/>
          <p:nvPr/>
        </p:nvSpPr>
        <p:spPr>
          <a:xfrm flipH="1" rot="5400000">
            <a:off x="-1584790" y="2486012"/>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27"/>
          <p:cNvSpPr/>
          <p:nvPr/>
        </p:nvSpPr>
        <p:spPr>
          <a:xfrm flipH="1" rot="5400000">
            <a:off x="-1296556" y="2431317"/>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27"/>
          <p:cNvSpPr/>
          <p:nvPr/>
        </p:nvSpPr>
        <p:spPr>
          <a:xfrm flipH="1" rot="5400000">
            <a:off x="-809712" y="2540177"/>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27"/>
          <p:cNvSpPr/>
          <p:nvPr/>
        </p:nvSpPr>
        <p:spPr>
          <a:xfrm flipH="1" rot="5400000">
            <a:off x="-346600" y="2805884"/>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27"/>
          <p:cNvSpPr/>
          <p:nvPr/>
        </p:nvSpPr>
        <p:spPr>
          <a:xfrm>
            <a:off x="4176570" y="45583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22" name="Google Shape;2222;p27"/>
          <p:cNvGrpSpPr/>
          <p:nvPr/>
        </p:nvGrpSpPr>
        <p:grpSpPr>
          <a:xfrm>
            <a:off x="8520555" y="1997778"/>
            <a:ext cx="560659" cy="1147945"/>
            <a:chOff x="8491980" y="1997778"/>
            <a:chExt cx="560659" cy="1147945"/>
          </a:xfrm>
        </p:grpSpPr>
        <p:sp>
          <p:nvSpPr>
            <p:cNvPr id="2223" name="Google Shape;2223;p27"/>
            <p:cNvSpPr/>
            <p:nvPr/>
          </p:nvSpPr>
          <p:spPr>
            <a:xfrm>
              <a:off x="8990039" y="1997778"/>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27"/>
            <p:cNvSpPr/>
            <p:nvPr/>
          </p:nvSpPr>
          <p:spPr>
            <a:xfrm>
              <a:off x="8991558" y="2153402"/>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27"/>
            <p:cNvSpPr/>
            <p:nvPr/>
          </p:nvSpPr>
          <p:spPr>
            <a:xfrm>
              <a:off x="8989279" y="308392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27"/>
            <p:cNvSpPr/>
            <p:nvPr/>
          </p:nvSpPr>
          <p:spPr>
            <a:xfrm>
              <a:off x="8826817" y="3084680"/>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27"/>
            <p:cNvSpPr/>
            <p:nvPr/>
          </p:nvSpPr>
          <p:spPr>
            <a:xfrm>
              <a:off x="8983923" y="2304393"/>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27"/>
            <p:cNvSpPr/>
            <p:nvPr/>
          </p:nvSpPr>
          <p:spPr>
            <a:xfrm>
              <a:off x="8989279" y="2926017"/>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27"/>
            <p:cNvSpPr/>
            <p:nvPr/>
          </p:nvSpPr>
          <p:spPr>
            <a:xfrm>
              <a:off x="8825298" y="2926017"/>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27"/>
            <p:cNvSpPr/>
            <p:nvPr/>
          </p:nvSpPr>
          <p:spPr>
            <a:xfrm>
              <a:off x="8987000" y="246381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27"/>
            <p:cNvSpPr/>
            <p:nvPr/>
          </p:nvSpPr>
          <p:spPr>
            <a:xfrm>
              <a:off x="8989279" y="2773469"/>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27"/>
            <p:cNvSpPr/>
            <p:nvPr/>
          </p:nvSpPr>
          <p:spPr>
            <a:xfrm>
              <a:off x="8824538" y="2768911"/>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27"/>
            <p:cNvSpPr/>
            <p:nvPr/>
          </p:nvSpPr>
          <p:spPr>
            <a:xfrm>
              <a:off x="8989279" y="2619402"/>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27"/>
            <p:cNvSpPr/>
            <p:nvPr/>
          </p:nvSpPr>
          <p:spPr>
            <a:xfrm>
              <a:off x="8826058" y="2616363"/>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27"/>
            <p:cNvSpPr/>
            <p:nvPr/>
          </p:nvSpPr>
          <p:spPr>
            <a:xfrm>
              <a:off x="8828337" y="1998575"/>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27"/>
            <p:cNvSpPr/>
            <p:nvPr/>
          </p:nvSpPr>
          <p:spPr>
            <a:xfrm>
              <a:off x="8662076" y="277271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27"/>
            <p:cNvSpPr/>
            <p:nvPr/>
          </p:nvSpPr>
          <p:spPr>
            <a:xfrm>
              <a:off x="8661317" y="261484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27"/>
            <p:cNvSpPr/>
            <p:nvPr/>
          </p:nvSpPr>
          <p:spPr>
            <a:xfrm>
              <a:off x="8828337" y="2153402"/>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27"/>
            <p:cNvSpPr/>
            <p:nvPr/>
          </p:nvSpPr>
          <p:spPr>
            <a:xfrm>
              <a:off x="8826817" y="2464575"/>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27"/>
            <p:cNvSpPr/>
            <p:nvPr/>
          </p:nvSpPr>
          <p:spPr>
            <a:xfrm>
              <a:off x="8662076" y="292909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27"/>
            <p:cNvSpPr/>
            <p:nvPr/>
          </p:nvSpPr>
          <p:spPr>
            <a:xfrm>
              <a:off x="8662076" y="246305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27"/>
            <p:cNvSpPr/>
            <p:nvPr/>
          </p:nvSpPr>
          <p:spPr>
            <a:xfrm>
              <a:off x="8660557" y="308392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27"/>
            <p:cNvSpPr/>
            <p:nvPr/>
          </p:nvSpPr>
          <p:spPr>
            <a:xfrm>
              <a:off x="8491980" y="308084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27"/>
            <p:cNvSpPr/>
            <p:nvPr/>
          </p:nvSpPr>
          <p:spPr>
            <a:xfrm>
              <a:off x="8827577" y="2308229"/>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27"/>
            <p:cNvSpPr/>
            <p:nvPr/>
          </p:nvSpPr>
          <p:spPr>
            <a:xfrm>
              <a:off x="8663596" y="2299834"/>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27"/>
            <p:cNvSpPr/>
            <p:nvPr/>
          </p:nvSpPr>
          <p:spPr>
            <a:xfrm>
              <a:off x="8495816" y="246381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27"/>
            <p:cNvSpPr/>
            <p:nvPr/>
          </p:nvSpPr>
          <p:spPr>
            <a:xfrm>
              <a:off x="8498095" y="230898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27"/>
            <p:cNvSpPr/>
            <p:nvPr/>
          </p:nvSpPr>
          <p:spPr>
            <a:xfrm>
              <a:off x="8497335" y="2928296"/>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27"/>
            <p:cNvSpPr/>
            <p:nvPr/>
          </p:nvSpPr>
          <p:spPr>
            <a:xfrm>
              <a:off x="8495816" y="2618642"/>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27"/>
            <p:cNvSpPr/>
            <p:nvPr/>
          </p:nvSpPr>
          <p:spPr>
            <a:xfrm>
              <a:off x="8662076" y="215492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27"/>
            <p:cNvSpPr/>
            <p:nvPr/>
          </p:nvSpPr>
          <p:spPr>
            <a:xfrm>
              <a:off x="8497335" y="2774229"/>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27"/>
            <p:cNvSpPr/>
            <p:nvPr/>
          </p:nvSpPr>
          <p:spPr>
            <a:xfrm>
              <a:off x="8659797" y="1999335"/>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27"/>
            <p:cNvSpPr/>
            <p:nvPr/>
          </p:nvSpPr>
          <p:spPr>
            <a:xfrm>
              <a:off x="8499615" y="215264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27"/>
            <p:cNvSpPr/>
            <p:nvPr/>
          </p:nvSpPr>
          <p:spPr>
            <a:xfrm>
              <a:off x="8500374" y="199777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1">
    <p:spTree>
      <p:nvGrpSpPr>
        <p:cNvPr id="2255" name="Shape 2255"/>
        <p:cNvGrpSpPr/>
        <p:nvPr/>
      </p:nvGrpSpPr>
      <p:grpSpPr>
        <a:xfrm>
          <a:off x="0" y="0"/>
          <a:ext cx="0" cy="0"/>
          <a:chOff x="0" y="0"/>
          <a:chExt cx="0" cy="0"/>
        </a:xfrm>
      </p:grpSpPr>
      <p:sp>
        <p:nvSpPr>
          <p:cNvPr id="2256" name="Google Shape;2256;p28"/>
          <p:cNvSpPr txBox="1"/>
          <p:nvPr>
            <p:ph idx="1" type="subTitle"/>
          </p:nvPr>
        </p:nvSpPr>
        <p:spPr>
          <a:xfrm>
            <a:off x="967008" y="2845925"/>
            <a:ext cx="14355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257" name="Google Shape;2257;p28"/>
          <p:cNvSpPr txBox="1"/>
          <p:nvPr>
            <p:ph idx="2" type="subTitle"/>
          </p:nvPr>
        </p:nvSpPr>
        <p:spPr>
          <a:xfrm>
            <a:off x="838908" y="3187025"/>
            <a:ext cx="16917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258" name="Google Shape;2258;p28"/>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259" name="Google Shape;2259;p28"/>
          <p:cNvSpPr txBox="1"/>
          <p:nvPr>
            <p:ph idx="3" type="subTitle"/>
          </p:nvPr>
        </p:nvSpPr>
        <p:spPr>
          <a:xfrm>
            <a:off x="6749531" y="2845912"/>
            <a:ext cx="14355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260" name="Google Shape;2260;p28"/>
          <p:cNvSpPr txBox="1"/>
          <p:nvPr>
            <p:ph idx="4" type="subTitle"/>
          </p:nvPr>
        </p:nvSpPr>
        <p:spPr>
          <a:xfrm>
            <a:off x="6621431" y="3187025"/>
            <a:ext cx="16917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261" name="Google Shape;2261;p28"/>
          <p:cNvSpPr txBox="1"/>
          <p:nvPr>
            <p:ph idx="5" type="subTitle"/>
          </p:nvPr>
        </p:nvSpPr>
        <p:spPr>
          <a:xfrm>
            <a:off x="2894516" y="2845912"/>
            <a:ext cx="14355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262" name="Google Shape;2262;p28"/>
          <p:cNvSpPr txBox="1"/>
          <p:nvPr>
            <p:ph idx="6" type="subTitle"/>
          </p:nvPr>
        </p:nvSpPr>
        <p:spPr>
          <a:xfrm>
            <a:off x="2768730" y="3187025"/>
            <a:ext cx="16917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263" name="Google Shape;2263;p28"/>
          <p:cNvSpPr txBox="1"/>
          <p:nvPr>
            <p:ph idx="7" type="subTitle"/>
          </p:nvPr>
        </p:nvSpPr>
        <p:spPr>
          <a:xfrm>
            <a:off x="4822024" y="2845912"/>
            <a:ext cx="14355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264" name="Google Shape;2264;p28"/>
          <p:cNvSpPr txBox="1"/>
          <p:nvPr>
            <p:ph idx="8" type="subTitle"/>
          </p:nvPr>
        </p:nvSpPr>
        <p:spPr>
          <a:xfrm>
            <a:off x="4694714" y="3187025"/>
            <a:ext cx="16917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265" name="Google Shape;2265;p28"/>
          <p:cNvSpPr/>
          <p:nvPr/>
        </p:nvSpPr>
        <p:spPr>
          <a:xfrm flipH="1">
            <a:off x="0" y="4599425"/>
            <a:ext cx="9144000" cy="54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28"/>
          <p:cNvSpPr/>
          <p:nvPr/>
        </p:nvSpPr>
        <p:spPr>
          <a:xfrm flipH="1" rot="5400000">
            <a:off x="6236225" y="2200800"/>
            <a:ext cx="5137200" cy="748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28"/>
          <p:cNvSpPr/>
          <p:nvPr/>
        </p:nvSpPr>
        <p:spPr>
          <a:xfrm>
            <a:off x="8598938" y="1100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28"/>
          <p:cNvSpPr/>
          <p:nvPr/>
        </p:nvSpPr>
        <p:spPr>
          <a:xfrm>
            <a:off x="8598938" y="5672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28"/>
          <p:cNvSpPr/>
          <p:nvPr/>
        </p:nvSpPr>
        <p:spPr>
          <a:xfrm>
            <a:off x="84465" y="539495"/>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28"/>
          <p:cNvSpPr/>
          <p:nvPr/>
        </p:nvSpPr>
        <p:spPr>
          <a:xfrm>
            <a:off x="84465" y="162170"/>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28"/>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28"/>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28"/>
          <p:cNvSpPr/>
          <p:nvPr/>
        </p:nvSpPr>
        <p:spPr>
          <a:xfrm flipH="1">
            <a:off x="8512125" y="122974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28"/>
          <p:cNvSpPr/>
          <p:nvPr/>
        </p:nvSpPr>
        <p:spPr>
          <a:xfrm flipH="1">
            <a:off x="8656535" y="129856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28"/>
          <p:cNvSpPr/>
          <p:nvPr/>
        </p:nvSpPr>
        <p:spPr>
          <a:xfrm flipH="1">
            <a:off x="8801002" y="140802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28"/>
          <p:cNvSpPr/>
          <p:nvPr/>
        </p:nvSpPr>
        <p:spPr>
          <a:xfrm flipH="1">
            <a:off x="8548121" y="204264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28"/>
          <p:cNvSpPr/>
          <p:nvPr/>
        </p:nvSpPr>
        <p:spPr>
          <a:xfrm flipH="1">
            <a:off x="8697009" y="216558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28"/>
          <p:cNvSpPr/>
          <p:nvPr/>
        </p:nvSpPr>
        <p:spPr>
          <a:xfrm flipH="1">
            <a:off x="8639628" y="334584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28"/>
          <p:cNvSpPr/>
          <p:nvPr/>
        </p:nvSpPr>
        <p:spPr>
          <a:xfrm flipH="1">
            <a:off x="8944428" y="213617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80" name="Google Shape;2280;p28"/>
          <p:cNvGrpSpPr/>
          <p:nvPr/>
        </p:nvGrpSpPr>
        <p:grpSpPr>
          <a:xfrm>
            <a:off x="114483" y="4712891"/>
            <a:ext cx="1202833" cy="365416"/>
            <a:chOff x="114483" y="4665266"/>
            <a:chExt cx="1202833" cy="365416"/>
          </a:xfrm>
        </p:grpSpPr>
        <p:sp>
          <p:nvSpPr>
            <p:cNvPr id="2281" name="Google Shape;2281;p28"/>
            <p:cNvSpPr/>
            <p:nvPr/>
          </p:nvSpPr>
          <p:spPr>
            <a:xfrm>
              <a:off x="606426" y="466526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28"/>
            <p:cNvSpPr/>
            <p:nvPr/>
          </p:nvSpPr>
          <p:spPr>
            <a:xfrm>
              <a:off x="773446" y="466526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28"/>
            <p:cNvSpPr/>
            <p:nvPr/>
          </p:nvSpPr>
          <p:spPr>
            <a:xfrm>
              <a:off x="607946" y="482089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28"/>
            <p:cNvSpPr/>
            <p:nvPr/>
          </p:nvSpPr>
          <p:spPr>
            <a:xfrm>
              <a:off x="771167" y="482013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28"/>
            <p:cNvSpPr/>
            <p:nvPr/>
          </p:nvSpPr>
          <p:spPr>
            <a:xfrm>
              <a:off x="937428" y="482089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28"/>
            <p:cNvSpPr/>
            <p:nvPr/>
          </p:nvSpPr>
          <p:spPr>
            <a:xfrm>
              <a:off x="600311" y="497188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28"/>
            <p:cNvSpPr/>
            <p:nvPr/>
          </p:nvSpPr>
          <p:spPr>
            <a:xfrm>
              <a:off x="772687" y="497647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28"/>
            <p:cNvSpPr/>
            <p:nvPr/>
          </p:nvSpPr>
          <p:spPr>
            <a:xfrm>
              <a:off x="937428" y="497723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28"/>
            <p:cNvSpPr/>
            <p:nvPr/>
          </p:nvSpPr>
          <p:spPr>
            <a:xfrm>
              <a:off x="938225" y="466606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28"/>
            <p:cNvSpPr/>
            <p:nvPr/>
          </p:nvSpPr>
          <p:spPr>
            <a:xfrm>
              <a:off x="1102207" y="466834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28"/>
            <p:cNvSpPr/>
            <p:nvPr/>
          </p:nvSpPr>
          <p:spPr>
            <a:xfrm>
              <a:off x="444724" y="466606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28"/>
            <p:cNvSpPr/>
            <p:nvPr/>
          </p:nvSpPr>
          <p:spPr>
            <a:xfrm>
              <a:off x="444724" y="482089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28"/>
            <p:cNvSpPr/>
            <p:nvPr/>
          </p:nvSpPr>
          <p:spPr>
            <a:xfrm>
              <a:off x="1101447" y="482316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28"/>
            <p:cNvSpPr/>
            <p:nvPr/>
          </p:nvSpPr>
          <p:spPr>
            <a:xfrm>
              <a:off x="1100649" y="497875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28"/>
            <p:cNvSpPr/>
            <p:nvPr/>
          </p:nvSpPr>
          <p:spPr>
            <a:xfrm>
              <a:off x="443965" y="497571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28"/>
            <p:cNvSpPr/>
            <p:nvPr/>
          </p:nvSpPr>
          <p:spPr>
            <a:xfrm>
              <a:off x="279983" y="496732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28"/>
            <p:cNvSpPr/>
            <p:nvPr/>
          </p:nvSpPr>
          <p:spPr>
            <a:xfrm>
              <a:off x="114483" y="497647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28"/>
            <p:cNvSpPr/>
            <p:nvPr/>
          </p:nvSpPr>
          <p:spPr>
            <a:xfrm>
              <a:off x="278464" y="482241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28"/>
            <p:cNvSpPr/>
            <p:nvPr/>
          </p:nvSpPr>
          <p:spPr>
            <a:xfrm>
              <a:off x="276185" y="466682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28"/>
            <p:cNvSpPr/>
            <p:nvPr/>
          </p:nvSpPr>
          <p:spPr>
            <a:xfrm>
              <a:off x="1263111" y="498027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28"/>
            <p:cNvSpPr/>
            <p:nvPr/>
          </p:nvSpPr>
          <p:spPr>
            <a:xfrm>
              <a:off x="1265428" y="482468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28"/>
            <p:cNvSpPr/>
            <p:nvPr/>
          </p:nvSpPr>
          <p:spPr>
            <a:xfrm>
              <a:off x="116002" y="482013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28"/>
            <p:cNvSpPr/>
            <p:nvPr/>
          </p:nvSpPr>
          <p:spPr>
            <a:xfrm>
              <a:off x="116762" y="466526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28"/>
            <p:cNvSpPr/>
            <p:nvPr/>
          </p:nvSpPr>
          <p:spPr>
            <a:xfrm>
              <a:off x="1266188" y="466910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05" name="Google Shape;2305;p28"/>
          <p:cNvSpPr/>
          <p:nvPr/>
        </p:nvSpPr>
        <p:spPr>
          <a:xfrm flipH="1" rot="-5400000">
            <a:off x="2064746" y="417574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28"/>
          <p:cNvSpPr/>
          <p:nvPr/>
        </p:nvSpPr>
        <p:spPr>
          <a:xfrm flipH="1" rot="-5400000">
            <a:off x="2293713" y="436188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28"/>
          <p:cNvSpPr/>
          <p:nvPr/>
        </p:nvSpPr>
        <p:spPr>
          <a:xfrm flipH="1">
            <a:off x="3430512" y="4717262"/>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28"/>
          <p:cNvSpPr/>
          <p:nvPr/>
        </p:nvSpPr>
        <p:spPr>
          <a:xfrm flipH="1">
            <a:off x="3652804" y="4884254"/>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28"/>
          <p:cNvSpPr/>
          <p:nvPr/>
        </p:nvSpPr>
        <p:spPr>
          <a:xfrm flipH="1">
            <a:off x="3534228" y="47079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28"/>
          <p:cNvSpPr/>
          <p:nvPr/>
        </p:nvSpPr>
        <p:spPr>
          <a:xfrm flipH="1">
            <a:off x="2391228" y="47460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28"/>
          <p:cNvSpPr/>
          <p:nvPr/>
        </p:nvSpPr>
        <p:spPr>
          <a:xfrm flipH="1" rot="-3180058">
            <a:off x="5343286" y="4027976"/>
            <a:ext cx="1596428" cy="180294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28"/>
          <p:cNvSpPr/>
          <p:nvPr/>
        </p:nvSpPr>
        <p:spPr>
          <a:xfrm flipH="1" rot="-3180058">
            <a:off x="5463808" y="4095264"/>
            <a:ext cx="1395610" cy="1650658"/>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28"/>
          <p:cNvSpPr/>
          <p:nvPr/>
        </p:nvSpPr>
        <p:spPr>
          <a:xfrm flipH="1" rot="-3180058">
            <a:off x="5564439" y="4207411"/>
            <a:ext cx="1193673" cy="142725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28"/>
          <p:cNvSpPr/>
          <p:nvPr/>
        </p:nvSpPr>
        <p:spPr>
          <a:xfrm flipH="1" rot="-3180058">
            <a:off x="5703015" y="4346858"/>
            <a:ext cx="901503" cy="1104557"/>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28"/>
          <p:cNvSpPr/>
          <p:nvPr/>
        </p:nvSpPr>
        <p:spPr>
          <a:xfrm flipH="1" rot="-3180058">
            <a:off x="5708441" y="4798372"/>
            <a:ext cx="130935" cy="390455"/>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28"/>
          <p:cNvSpPr/>
          <p:nvPr/>
        </p:nvSpPr>
        <p:spPr>
          <a:xfrm flipH="1" rot="-3180058">
            <a:off x="5753849" y="4945467"/>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28"/>
          <p:cNvSpPr/>
          <p:nvPr/>
        </p:nvSpPr>
        <p:spPr>
          <a:xfrm flipH="1" rot="-3180058">
            <a:off x="5727684" y="4970958"/>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28"/>
          <p:cNvSpPr/>
          <p:nvPr/>
        </p:nvSpPr>
        <p:spPr>
          <a:xfrm flipH="1">
            <a:off x="5972628" y="46698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28"/>
          <p:cNvSpPr/>
          <p:nvPr/>
        </p:nvSpPr>
        <p:spPr>
          <a:xfrm flipH="1">
            <a:off x="6582228" y="50508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1">
  <p:cSld name="CUSTOM_14">
    <p:spTree>
      <p:nvGrpSpPr>
        <p:cNvPr id="2320" name="Shape 2320"/>
        <p:cNvGrpSpPr/>
        <p:nvPr/>
      </p:nvGrpSpPr>
      <p:grpSpPr>
        <a:xfrm>
          <a:off x="0" y="0"/>
          <a:ext cx="0" cy="0"/>
          <a:chOff x="0" y="0"/>
          <a:chExt cx="0" cy="0"/>
        </a:xfrm>
      </p:grpSpPr>
      <p:sp>
        <p:nvSpPr>
          <p:cNvPr id="2321" name="Google Shape;2321;p29"/>
          <p:cNvSpPr txBox="1"/>
          <p:nvPr>
            <p:ph idx="1" type="subTitle"/>
          </p:nvPr>
        </p:nvSpPr>
        <p:spPr>
          <a:xfrm>
            <a:off x="751605"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22" name="Google Shape;2322;p29"/>
          <p:cNvSpPr txBox="1"/>
          <p:nvPr>
            <p:ph idx="2" type="subTitle"/>
          </p:nvPr>
        </p:nvSpPr>
        <p:spPr>
          <a:xfrm>
            <a:off x="751605"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23" name="Google Shape;2323;p29"/>
          <p:cNvSpPr txBox="1"/>
          <p:nvPr>
            <p:ph idx="3" type="subTitle"/>
          </p:nvPr>
        </p:nvSpPr>
        <p:spPr>
          <a:xfrm>
            <a:off x="2296028"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24" name="Google Shape;2324;p29"/>
          <p:cNvSpPr txBox="1"/>
          <p:nvPr>
            <p:ph idx="4" type="subTitle"/>
          </p:nvPr>
        </p:nvSpPr>
        <p:spPr>
          <a:xfrm>
            <a:off x="2296028"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25" name="Google Shape;2325;p29"/>
          <p:cNvSpPr txBox="1"/>
          <p:nvPr>
            <p:ph idx="5" type="subTitle"/>
          </p:nvPr>
        </p:nvSpPr>
        <p:spPr>
          <a:xfrm>
            <a:off x="3840450"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26" name="Google Shape;2326;p29"/>
          <p:cNvSpPr txBox="1"/>
          <p:nvPr>
            <p:ph idx="6" type="subTitle"/>
          </p:nvPr>
        </p:nvSpPr>
        <p:spPr>
          <a:xfrm>
            <a:off x="3840450"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27" name="Google Shape;2327;p29"/>
          <p:cNvSpPr txBox="1"/>
          <p:nvPr>
            <p:ph idx="7" type="subTitle"/>
          </p:nvPr>
        </p:nvSpPr>
        <p:spPr>
          <a:xfrm>
            <a:off x="5384872"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28" name="Google Shape;2328;p29"/>
          <p:cNvSpPr txBox="1"/>
          <p:nvPr>
            <p:ph idx="8" type="subTitle"/>
          </p:nvPr>
        </p:nvSpPr>
        <p:spPr>
          <a:xfrm>
            <a:off x="5384872"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29" name="Google Shape;2329;p29"/>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330" name="Google Shape;2330;p29"/>
          <p:cNvSpPr txBox="1"/>
          <p:nvPr>
            <p:ph idx="9" type="subTitle"/>
          </p:nvPr>
        </p:nvSpPr>
        <p:spPr>
          <a:xfrm>
            <a:off x="6929295"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31" name="Google Shape;2331;p29"/>
          <p:cNvSpPr txBox="1"/>
          <p:nvPr>
            <p:ph idx="13" type="subTitle"/>
          </p:nvPr>
        </p:nvSpPr>
        <p:spPr>
          <a:xfrm>
            <a:off x="6929295"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32" name="Google Shape;2332;p29"/>
          <p:cNvSpPr/>
          <p:nvPr/>
        </p:nvSpPr>
        <p:spPr>
          <a:xfrm>
            <a:off x="657622" y="39003"/>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29"/>
          <p:cNvSpPr/>
          <p:nvPr/>
        </p:nvSpPr>
        <p:spPr>
          <a:xfrm flipH="1">
            <a:off x="-1213408" y="-294894"/>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29"/>
          <p:cNvSpPr/>
          <p:nvPr/>
        </p:nvSpPr>
        <p:spPr>
          <a:xfrm flipH="1">
            <a:off x="0" y="4599425"/>
            <a:ext cx="9144000" cy="54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29"/>
          <p:cNvSpPr/>
          <p:nvPr/>
        </p:nvSpPr>
        <p:spPr>
          <a:xfrm flipH="1">
            <a:off x="-14125" y="90659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29"/>
          <p:cNvSpPr/>
          <p:nvPr/>
        </p:nvSpPr>
        <p:spPr>
          <a:xfrm flipH="1">
            <a:off x="-1085936" y="-150488"/>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29"/>
          <p:cNvSpPr/>
          <p:nvPr/>
        </p:nvSpPr>
        <p:spPr>
          <a:xfrm flipH="1">
            <a:off x="130285" y="97541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29"/>
          <p:cNvSpPr/>
          <p:nvPr/>
        </p:nvSpPr>
        <p:spPr>
          <a:xfrm flipH="1">
            <a:off x="-960701" y="-8960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29"/>
          <p:cNvSpPr/>
          <p:nvPr/>
        </p:nvSpPr>
        <p:spPr>
          <a:xfrm flipH="1">
            <a:off x="274752" y="108487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40" name="Google Shape;2340;p29"/>
          <p:cNvGrpSpPr/>
          <p:nvPr/>
        </p:nvGrpSpPr>
        <p:grpSpPr>
          <a:xfrm>
            <a:off x="8053502" y="4224312"/>
            <a:ext cx="754524" cy="750237"/>
            <a:chOff x="8523754" y="10"/>
            <a:chExt cx="516408" cy="513439"/>
          </a:xfrm>
        </p:grpSpPr>
        <p:sp>
          <p:nvSpPr>
            <p:cNvPr id="2341" name="Google Shape;2341;p29"/>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29"/>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3" name="Google Shape;2343;p29"/>
          <p:cNvGrpSpPr/>
          <p:nvPr/>
        </p:nvGrpSpPr>
        <p:grpSpPr>
          <a:xfrm>
            <a:off x="3973258" y="4706441"/>
            <a:ext cx="1202833" cy="365416"/>
            <a:chOff x="3973258" y="4630241"/>
            <a:chExt cx="1202833" cy="365416"/>
          </a:xfrm>
        </p:grpSpPr>
        <p:sp>
          <p:nvSpPr>
            <p:cNvPr id="2344" name="Google Shape;2344;p29"/>
            <p:cNvSpPr/>
            <p:nvPr/>
          </p:nvSpPr>
          <p:spPr>
            <a:xfrm>
              <a:off x="4465201" y="4630241"/>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29"/>
            <p:cNvSpPr/>
            <p:nvPr/>
          </p:nvSpPr>
          <p:spPr>
            <a:xfrm>
              <a:off x="4632221" y="4630241"/>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29"/>
            <p:cNvSpPr/>
            <p:nvPr/>
          </p:nvSpPr>
          <p:spPr>
            <a:xfrm>
              <a:off x="4466721" y="4785865"/>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29"/>
            <p:cNvSpPr/>
            <p:nvPr/>
          </p:nvSpPr>
          <p:spPr>
            <a:xfrm>
              <a:off x="4629942" y="4785105"/>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29"/>
            <p:cNvSpPr/>
            <p:nvPr/>
          </p:nvSpPr>
          <p:spPr>
            <a:xfrm>
              <a:off x="4796203" y="4785865"/>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29"/>
            <p:cNvSpPr/>
            <p:nvPr/>
          </p:nvSpPr>
          <p:spPr>
            <a:xfrm>
              <a:off x="4459086" y="4936856"/>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29"/>
            <p:cNvSpPr/>
            <p:nvPr/>
          </p:nvSpPr>
          <p:spPr>
            <a:xfrm>
              <a:off x="4631462" y="4941452"/>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29"/>
            <p:cNvSpPr/>
            <p:nvPr/>
          </p:nvSpPr>
          <p:spPr>
            <a:xfrm>
              <a:off x="4796203" y="4942211"/>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29"/>
            <p:cNvSpPr/>
            <p:nvPr/>
          </p:nvSpPr>
          <p:spPr>
            <a:xfrm>
              <a:off x="4797000" y="4631038"/>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29"/>
            <p:cNvSpPr/>
            <p:nvPr/>
          </p:nvSpPr>
          <p:spPr>
            <a:xfrm>
              <a:off x="4960982" y="4633317"/>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29"/>
            <p:cNvSpPr/>
            <p:nvPr/>
          </p:nvSpPr>
          <p:spPr>
            <a:xfrm>
              <a:off x="4303499" y="463103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29"/>
            <p:cNvSpPr/>
            <p:nvPr/>
          </p:nvSpPr>
          <p:spPr>
            <a:xfrm>
              <a:off x="4303499" y="478586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29"/>
            <p:cNvSpPr/>
            <p:nvPr/>
          </p:nvSpPr>
          <p:spPr>
            <a:xfrm>
              <a:off x="4960222" y="4788144"/>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29"/>
            <p:cNvSpPr/>
            <p:nvPr/>
          </p:nvSpPr>
          <p:spPr>
            <a:xfrm>
              <a:off x="4959424" y="4943731"/>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29"/>
            <p:cNvSpPr/>
            <p:nvPr/>
          </p:nvSpPr>
          <p:spPr>
            <a:xfrm>
              <a:off x="4302740" y="494069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29"/>
            <p:cNvSpPr/>
            <p:nvPr/>
          </p:nvSpPr>
          <p:spPr>
            <a:xfrm>
              <a:off x="4138758" y="493229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29"/>
            <p:cNvSpPr/>
            <p:nvPr/>
          </p:nvSpPr>
          <p:spPr>
            <a:xfrm>
              <a:off x="3973258" y="494145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29"/>
            <p:cNvSpPr/>
            <p:nvPr/>
          </p:nvSpPr>
          <p:spPr>
            <a:xfrm>
              <a:off x="4137239" y="478738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29"/>
            <p:cNvSpPr/>
            <p:nvPr/>
          </p:nvSpPr>
          <p:spPr>
            <a:xfrm>
              <a:off x="4134960" y="463179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29"/>
            <p:cNvSpPr/>
            <p:nvPr/>
          </p:nvSpPr>
          <p:spPr>
            <a:xfrm>
              <a:off x="5121886" y="4945250"/>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29"/>
            <p:cNvSpPr/>
            <p:nvPr/>
          </p:nvSpPr>
          <p:spPr>
            <a:xfrm>
              <a:off x="5124203" y="4789664"/>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29"/>
            <p:cNvSpPr/>
            <p:nvPr/>
          </p:nvSpPr>
          <p:spPr>
            <a:xfrm>
              <a:off x="3974777" y="478510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29"/>
            <p:cNvSpPr/>
            <p:nvPr/>
          </p:nvSpPr>
          <p:spPr>
            <a:xfrm>
              <a:off x="3975537" y="463024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29"/>
            <p:cNvSpPr/>
            <p:nvPr/>
          </p:nvSpPr>
          <p:spPr>
            <a:xfrm>
              <a:off x="5124963" y="4634077"/>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68" name="Google Shape;2368;p29"/>
          <p:cNvSpPr/>
          <p:nvPr/>
        </p:nvSpPr>
        <p:spPr>
          <a:xfrm flipH="1" rot="-5400000">
            <a:off x="8085891" y="-2251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29"/>
          <p:cNvSpPr/>
          <p:nvPr/>
        </p:nvSpPr>
        <p:spPr>
          <a:xfrm rot="-5400000">
            <a:off x="8219528" y="31072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29"/>
          <p:cNvSpPr/>
          <p:nvPr/>
        </p:nvSpPr>
        <p:spPr>
          <a:xfrm flipH="1">
            <a:off x="269855" y="43050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29"/>
          <p:cNvSpPr/>
          <p:nvPr/>
        </p:nvSpPr>
        <p:spPr>
          <a:xfrm flipH="1">
            <a:off x="371387" y="44122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3">
    <p:spTree>
      <p:nvGrpSpPr>
        <p:cNvPr id="2372" name="Shape 2372"/>
        <p:cNvGrpSpPr/>
        <p:nvPr/>
      </p:nvGrpSpPr>
      <p:grpSpPr>
        <a:xfrm>
          <a:off x="0" y="0"/>
          <a:ext cx="0" cy="0"/>
          <a:chOff x="0" y="0"/>
          <a:chExt cx="0" cy="0"/>
        </a:xfrm>
      </p:grpSpPr>
      <p:sp>
        <p:nvSpPr>
          <p:cNvPr id="2373" name="Google Shape;2373;p30"/>
          <p:cNvSpPr txBox="1"/>
          <p:nvPr>
            <p:ph idx="1" type="subTitle"/>
          </p:nvPr>
        </p:nvSpPr>
        <p:spPr>
          <a:xfrm>
            <a:off x="1268225" y="1870115"/>
            <a:ext cx="14631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74" name="Google Shape;2374;p30"/>
          <p:cNvSpPr txBox="1"/>
          <p:nvPr>
            <p:ph idx="2" type="subTitle"/>
          </p:nvPr>
        </p:nvSpPr>
        <p:spPr>
          <a:xfrm>
            <a:off x="1104125" y="2269574"/>
            <a:ext cx="17913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75" name="Google Shape;2375;p30"/>
          <p:cNvSpPr txBox="1"/>
          <p:nvPr>
            <p:ph idx="3" type="subTitle"/>
          </p:nvPr>
        </p:nvSpPr>
        <p:spPr>
          <a:xfrm>
            <a:off x="3840450" y="1870115"/>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76" name="Google Shape;2376;p30"/>
          <p:cNvSpPr txBox="1"/>
          <p:nvPr>
            <p:ph idx="4" type="subTitle"/>
          </p:nvPr>
        </p:nvSpPr>
        <p:spPr>
          <a:xfrm>
            <a:off x="3674700" y="2269574"/>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77" name="Google Shape;2377;p30"/>
          <p:cNvSpPr txBox="1"/>
          <p:nvPr>
            <p:ph idx="5" type="subTitle"/>
          </p:nvPr>
        </p:nvSpPr>
        <p:spPr>
          <a:xfrm>
            <a:off x="6412481" y="1870115"/>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78" name="Google Shape;2378;p30"/>
          <p:cNvSpPr txBox="1"/>
          <p:nvPr>
            <p:ph idx="6" type="subTitle"/>
          </p:nvPr>
        </p:nvSpPr>
        <p:spPr>
          <a:xfrm>
            <a:off x="6246731" y="2269574"/>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79" name="Google Shape;2379;p30"/>
          <p:cNvSpPr txBox="1"/>
          <p:nvPr>
            <p:ph idx="7" type="subTitle"/>
          </p:nvPr>
        </p:nvSpPr>
        <p:spPr>
          <a:xfrm>
            <a:off x="1268225" y="362709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80" name="Google Shape;2380;p30"/>
          <p:cNvSpPr txBox="1"/>
          <p:nvPr>
            <p:ph idx="8" type="subTitle"/>
          </p:nvPr>
        </p:nvSpPr>
        <p:spPr>
          <a:xfrm>
            <a:off x="1102475" y="4029040"/>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81" name="Google Shape;2381;p30"/>
          <p:cNvSpPr txBox="1"/>
          <p:nvPr>
            <p:ph idx="9" type="subTitle"/>
          </p:nvPr>
        </p:nvSpPr>
        <p:spPr>
          <a:xfrm>
            <a:off x="3840450" y="362709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82" name="Google Shape;2382;p30"/>
          <p:cNvSpPr txBox="1"/>
          <p:nvPr>
            <p:ph idx="13" type="subTitle"/>
          </p:nvPr>
        </p:nvSpPr>
        <p:spPr>
          <a:xfrm>
            <a:off x="3674700" y="4029040"/>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83" name="Google Shape;2383;p30"/>
          <p:cNvSpPr txBox="1"/>
          <p:nvPr>
            <p:ph idx="14" type="subTitle"/>
          </p:nvPr>
        </p:nvSpPr>
        <p:spPr>
          <a:xfrm>
            <a:off x="6412481" y="362709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84" name="Google Shape;2384;p30"/>
          <p:cNvSpPr txBox="1"/>
          <p:nvPr>
            <p:ph idx="15" type="subTitle"/>
          </p:nvPr>
        </p:nvSpPr>
        <p:spPr>
          <a:xfrm>
            <a:off x="6246731" y="4029040"/>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85" name="Google Shape;2385;p30"/>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386" name="Google Shape;2386;p30"/>
          <p:cNvSpPr/>
          <p:nvPr/>
        </p:nvSpPr>
        <p:spPr>
          <a:xfrm flipH="1">
            <a:off x="843077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30"/>
          <p:cNvSpPr/>
          <p:nvPr/>
        </p:nvSpPr>
        <p:spPr>
          <a:xfrm flipH="1">
            <a:off x="12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30"/>
          <p:cNvSpPr/>
          <p:nvPr/>
        </p:nvSpPr>
        <p:spPr>
          <a:xfrm flipH="1" rot="10800000">
            <a:off x="-12" y="10453"/>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30"/>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30"/>
          <p:cNvSpPr/>
          <p:nvPr/>
        </p:nvSpPr>
        <p:spPr>
          <a:xfrm>
            <a:off x="134475" y="3869941"/>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30"/>
          <p:cNvSpPr/>
          <p:nvPr/>
        </p:nvSpPr>
        <p:spPr>
          <a:xfrm rot="5400000">
            <a:off x="134475" y="4475043"/>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30"/>
          <p:cNvSpPr/>
          <p:nvPr/>
        </p:nvSpPr>
        <p:spPr>
          <a:xfrm>
            <a:off x="8567050" y="5905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30"/>
          <p:cNvSpPr/>
          <p:nvPr/>
        </p:nvSpPr>
        <p:spPr>
          <a:xfrm>
            <a:off x="8567050" y="571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30"/>
          <p:cNvSpPr/>
          <p:nvPr/>
        </p:nvSpPr>
        <p:spPr>
          <a:xfrm flipH="1">
            <a:off x="-339183" y="8258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30"/>
          <p:cNvSpPr/>
          <p:nvPr/>
        </p:nvSpPr>
        <p:spPr>
          <a:xfrm flipH="1">
            <a:off x="-237651" y="9330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30"/>
          <p:cNvSpPr/>
          <p:nvPr/>
        </p:nvSpPr>
        <p:spPr>
          <a:xfrm flipH="1">
            <a:off x="8570321" y="350261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30"/>
          <p:cNvSpPr/>
          <p:nvPr/>
        </p:nvSpPr>
        <p:spPr>
          <a:xfrm flipH="1">
            <a:off x="8719209" y="362555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30"/>
          <p:cNvSpPr/>
          <p:nvPr/>
        </p:nvSpPr>
        <p:spPr>
          <a:xfrm flipH="1">
            <a:off x="3091737" y="-1106693"/>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30"/>
          <p:cNvSpPr/>
          <p:nvPr/>
        </p:nvSpPr>
        <p:spPr>
          <a:xfrm flipH="1">
            <a:off x="4060897" y="-983699"/>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00" name="Google Shape;2400;p30"/>
          <p:cNvGrpSpPr/>
          <p:nvPr/>
        </p:nvGrpSpPr>
        <p:grpSpPr>
          <a:xfrm>
            <a:off x="157605" y="1997778"/>
            <a:ext cx="398956" cy="1147945"/>
            <a:chOff x="8625330" y="1912541"/>
            <a:chExt cx="398956" cy="1147945"/>
          </a:xfrm>
        </p:grpSpPr>
        <p:sp>
          <p:nvSpPr>
            <p:cNvPr id="2401" name="Google Shape;2401;p30"/>
            <p:cNvSpPr/>
            <p:nvPr/>
          </p:nvSpPr>
          <p:spPr>
            <a:xfrm>
              <a:off x="8960167" y="2999443"/>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30"/>
            <p:cNvSpPr/>
            <p:nvPr/>
          </p:nvSpPr>
          <p:spPr>
            <a:xfrm>
              <a:off x="8958648" y="2840780"/>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30"/>
            <p:cNvSpPr/>
            <p:nvPr/>
          </p:nvSpPr>
          <p:spPr>
            <a:xfrm>
              <a:off x="8957888" y="2683674"/>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30"/>
            <p:cNvSpPr/>
            <p:nvPr/>
          </p:nvSpPr>
          <p:spPr>
            <a:xfrm>
              <a:off x="8959408" y="2531126"/>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30"/>
            <p:cNvSpPr/>
            <p:nvPr/>
          </p:nvSpPr>
          <p:spPr>
            <a:xfrm>
              <a:off x="8961687" y="191333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30"/>
            <p:cNvSpPr/>
            <p:nvPr/>
          </p:nvSpPr>
          <p:spPr>
            <a:xfrm>
              <a:off x="8795426" y="2687473"/>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30"/>
            <p:cNvSpPr/>
            <p:nvPr/>
          </p:nvSpPr>
          <p:spPr>
            <a:xfrm>
              <a:off x="8794667" y="2529607"/>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30"/>
            <p:cNvSpPr/>
            <p:nvPr/>
          </p:nvSpPr>
          <p:spPr>
            <a:xfrm>
              <a:off x="8961687" y="206816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30"/>
            <p:cNvSpPr/>
            <p:nvPr/>
          </p:nvSpPr>
          <p:spPr>
            <a:xfrm>
              <a:off x="8960167" y="2379338"/>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30"/>
            <p:cNvSpPr/>
            <p:nvPr/>
          </p:nvSpPr>
          <p:spPr>
            <a:xfrm>
              <a:off x="8795426" y="2843857"/>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30"/>
            <p:cNvSpPr/>
            <p:nvPr/>
          </p:nvSpPr>
          <p:spPr>
            <a:xfrm>
              <a:off x="8795426" y="2377819"/>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30"/>
            <p:cNvSpPr/>
            <p:nvPr/>
          </p:nvSpPr>
          <p:spPr>
            <a:xfrm>
              <a:off x="8793907" y="2998684"/>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30"/>
            <p:cNvSpPr/>
            <p:nvPr/>
          </p:nvSpPr>
          <p:spPr>
            <a:xfrm>
              <a:off x="8625330" y="2995607"/>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30"/>
            <p:cNvSpPr/>
            <p:nvPr/>
          </p:nvSpPr>
          <p:spPr>
            <a:xfrm>
              <a:off x="8960927" y="222299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30"/>
            <p:cNvSpPr/>
            <p:nvPr/>
          </p:nvSpPr>
          <p:spPr>
            <a:xfrm>
              <a:off x="8796946" y="221459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30"/>
            <p:cNvSpPr/>
            <p:nvPr/>
          </p:nvSpPr>
          <p:spPr>
            <a:xfrm>
              <a:off x="8629166" y="2378579"/>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30"/>
            <p:cNvSpPr/>
            <p:nvPr/>
          </p:nvSpPr>
          <p:spPr>
            <a:xfrm>
              <a:off x="8631445" y="222375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30"/>
            <p:cNvSpPr/>
            <p:nvPr/>
          </p:nvSpPr>
          <p:spPr>
            <a:xfrm>
              <a:off x="8630685" y="2843059"/>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30"/>
            <p:cNvSpPr/>
            <p:nvPr/>
          </p:nvSpPr>
          <p:spPr>
            <a:xfrm>
              <a:off x="8629166" y="2533405"/>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30"/>
            <p:cNvSpPr/>
            <p:nvPr/>
          </p:nvSpPr>
          <p:spPr>
            <a:xfrm>
              <a:off x="8795426" y="206968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30"/>
            <p:cNvSpPr/>
            <p:nvPr/>
          </p:nvSpPr>
          <p:spPr>
            <a:xfrm>
              <a:off x="8630685" y="2688992"/>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30"/>
            <p:cNvSpPr/>
            <p:nvPr/>
          </p:nvSpPr>
          <p:spPr>
            <a:xfrm>
              <a:off x="8793147" y="191409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30"/>
            <p:cNvSpPr/>
            <p:nvPr/>
          </p:nvSpPr>
          <p:spPr>
            <a:xfrm>
              <a:off x="8632965" y="206740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30"/>
            <p:cNvSpPr/>
            <p:nvPr/>
          </p:nvSpPr>
          <p:spPr>
            <a:xfrm>
              <a:off x="8633724" y="191254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25" name="Google Shape;2425;p30"/>
          <p:cNvGrpSpPr/>
          <p:nvPr/>
        </p:nvGrpSpPr>
        <p:grpSpPr>
          <a:xfrm>
            <a:off x="8625330" y="1997778"/>
            <a:ext cx="398956" cy="1147945"/>
            <a:chOff x="8625330" y="1912541"/>
            <a:chExt cx="398956" cy="1147945"/>
          </a:xfrm>
        </p:grpSpPr>
        <p:sp>
          <p:nvSpPr>
            <p:cNvPr id="2426" name="Google Shape;2426;p30"/>
            <p:cNvSpPr/>
            <p:nvPr/>
          </p:nvSpPr>
          <p:spPr>
            <a:xfrm>
              <a:off x="8960167" y="2999443"/>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30"/>
            <p:cNvSpPr/>
            <p:nvPr/>
          </p:nvSpPr>
          <p:spPr>
            <a:xfrm>
              <a:off x="8958648" y="2840780"/>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30"/>
            <p:cNvSpPr/>
            <p:nvPr/>
          </p:nvSpPr>
          <p:spPr>
            <a:xfrm>
              <a:off x="8957888" y="2683674"/>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30"/>
            <p:cNvSpPr/>
            <p:nvPr/>
          </p:nvSpPr>
          <p:spPr>
            <a:xfrm>
              <a:off x="8959408" y="2531126"/>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30"/>
            <p:cNvSpPr/>
            <p:nvPr/>
          </p:nvSpPr>
          <p:spPr>
            <a:xfrm>
              <a:off x="8961687" y="191333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30"/>
            <p:cNvSpPr/>
            <p:nvPr/>
          </p:nvSpPr>
          <p:spPr>
            <a:xfrm>
              <a:off x="8795426" y="2687473"/>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30"/>
            <p:cNvSpPr/>
            <p:nvPr/>
          </p:nvSpPr>
          <p:spPr>
            <a:xfrm>
              <a:off x="8794667" y="2529607"/>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30"/>
            <p:cNvSpPr/>
            <p:nvPr/>
          </p:nvSpPr>
          <p:spPr>
            <a:xfrm>
              <a:off x="8961687" y="206816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30"/>
            <p:cNvSpPr/>
            <p:nvPr/>
          </p:nvSpPr>
          <p:spPr>
            <a:xfrm>
              <a:off x="8960167" y="2379338"/>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30"/>
            <p:cNvSpPr/>
            <p:nvPr/>
          </p:nvSpPr>
          <p:spPr>
            <a:xfrm>
              <a:off x="8795426" y="2843857"/>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30"/>
            <p:cNvSpPr/>
            <p:nvPr/>
          </p:nvSpPr>
          <p:spPr>
            <a:xfrm>
              <a:off x="8795426" y="2377819"/>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30"/>
            <p:cNvSpPr/>
            <p:nvPr/>
          </p:nvSpPr>
          <p:spPr>
            <a:xfrm>
              <a:off x="8793907" y="2998684"/>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30"/>
            <p:cNvSpPr/>
            <p:nvPr/>
          </p:nvSpPr>
          <p:spPr>
            <a:xfrm>
              <a:off x="8625330" y="2995607"/>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30"/>
            <p:cNvSpPr/>
            <p:nvPr/>
          </p:nvSpPr>
          <p:spPr>
            <a:xfrm>
              <a:off x="8960927" y="222299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30"/>
            <p:cNvSpPr/>
            <p:nvPr/>
          </p:nvSpPr>
          <p:spPr>
            <a:xfrm>
              <a:off x="8796946" y="221459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30"/>
            <p:cNvSpPr/>
            <p:nvPr/>
          </p:nvSpPr>
          <p:spPr>
            <a:xfrm>
              <a:off x="8629166" y="2378579"/>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30"/>
            <p:cNvSpPr/>
            <p:nvPr/>
          </p:nvSpPr>
          <p:spPr>
            <a:xfrm>
              <a:off x="8631445" y="222375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30"/>
            <p:cNvSpPr/>
            <p:nvPr/>
          </p:nvSpPr>
          <p:spPr>
            <a:xfrm>
              <a:off x="8630685" y="2843059"/>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30"/>
            <p:cNvSpPr/>
            <p:nvPr/>
          </p:nvSpPr>
          <p:spPr>
            <a:xfrm>
              <a:off x="8629166" y="2533405"/>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30"/>
            <p:cNvSpPr/>
            <p:nvPr/>
          </p:nvSpPr>
          <p:spPr>
            <a:xfrm>
              <a:off x="8795426" y="206968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30"/>
            <p:cNvSpPr/>
            <p:nvPr/>
          </p:nvSpPr>
          <p:spPr>
            <a:xfrm>
              <a:off x="8630685" y="2688992"/>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30"/>
            <p:cNvSpPr/>
            <p:nvPr/>
          </p:nvSpPr>
          <p:spPr>
            <a:xfrm>
              <a:off x="8793147" y="191409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30"/>
            <p:cNvSpPr/>
            <p:nvPr/>
          </p:nvSpPr>
          <p:spPr>
            <a:xfrm>
              <a:off x="8632965" y="206740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30"/>
            <p:cNvSpPr/>
            <p:nvPr/>
          </p:nvSpPr>
          <p:spPr>
            <a:xfrm>
              <a:off x="8633724" y="191254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3_1">
    <p:spTree>
      <p:nvGrpSpPr>
        <p:cNvPr id="2450" name="Shape 2450"/>
        <p:cNvGrpSpPr/>
        <p:nvPr/>
      </p:nvGrpSpPr>
      <p:grpSpPr>
        <a:xfrm>
          <a:off x="0" y="0"/>
          <a:ext cx="0" cy="0"/>
          <a:chOff x="0" y="0"/>
          <a:chExt cx="0" cy="0"/>
        </a:xfrm>
      </p:grpSpPr>
      <p:sp>
        <p:nvSpPr>
          <p:cNvPr id="2451" name="Google Shape;2451;p31"/>
          <p:cNvSpPr txBox="1"/>
          <p:nvPr>
            <p:ph hasCustomPrompt="1" type="title"/>
          </p:nvPr>
        </p:nvSpPr>
        <p:spPr>
          <a:xfrm>
            <a:off x="1454700" y="1288988"/>
            <a:ext cx="2286000" cy="4572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4500"/>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2452" name="Google Shape;2452;p31"/>
          <p:cNvSpPr txBox="1"/>
          <p:nvPr>
            <p:ph idx="1" type="subTitle"/>
          </p:nvPr>
        </p:nvSpPr>
        <p:spPr>
          <a:xfrm>
            <a:off x="3429000" y="3936950"/>
            <a:ext cx="22860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spcBef>
                <a:spcPts val="0"/>
              </a:spcBef>
              <a:spcAft>
                <a:spcPts val="0"/>
              </a:spcAft>
              <a:buNone/>
              <a:defRPr sz="1600"/>
            </a:lvl2pPr>
            <a:lvl3pPr lvl="2" rtl="0" algn="ctr">
              <a:spcBef>
                <a:spcPts val="0"/>
              </a:spcBef>
              <a:spcAft>
                <a:spcPts val="0"/>
              </a:spcAft>
              <a:buNone/>
              <a:defRPr sz="1600"/>
            </a:lvl3pPr>
            <a:lvl4pPr lvl="3" rtl="0" algn="ctr">
              <a:spcBef>
                <a:spcPts val="0"/>
              </a:spcBef>
              <a:spcAft>
                <a:spcPts val="0"/>
              </a:spcAft>
              <a:buNone/>
              <a:defRPr sz="1600"/>
            </a:lvl4pPr>
            <a:lvl5pPr lvl="4" rtl="0" algn="ctr">
              <a:spcBef>
                <a:spcPts val="0"/>
              </a:spcBef>
              <a:spcAft>
                <a:spcPts val="0"/>
              </a:spcAft>
              <a:buNone/>
              <a:defRPr sz="1600"/>
            </a:lvl5pPr>
            <a:lvl6pPr lvl="5" rtl="0" algn="ctr">
              <a:spcBef>
                <a:spcPts val="0"/>
              </a:spcBef>
              <a:spcAft>
                <a:spcPts val="0"/>
              </a:spcAft>
              <a:buNone/>
              <a:defRPr sz="1600"/>
            </a:lvl6pPr>
            <a:lvl7pPr lvl="6" rtl="0" algn="ctr">
              <a:spcBef>
                <a:spcPts val="0"/>
              </a:spcBef>
              <a:spcAft>
                <a:spcPts val="0"/>
              </a:spcAft>
              <a:buNone/>
              <a:defRPr sz="1600"/>
            </a:lvl7pPr>
            <a:lvl8pPr lvl="7" rtl="0" algn="ctr">
              <a:spcBef>
                <a:spcPts val="0"/>
              </a:spcBef>
              <a:spcAft>
                <a:spcPts val="0"/>
              </a:spcAft>
              <a:buNone/>
              <a:defRPr sz="1600"/>
            </a:lvl8pPr>
            <a:lvl9pPr lvl="8" rtl="0" algn="ctr">
              <a:spcBef>
                <a:spcPts val="0"/>
              </a:spcBef>
              <a:spcAft>
                <a:spcPts val="0"/>
              </a:spcAft>
              <a:buNone/>
              <a:defRPr sz="1600"/>
            </a:lvl9pPr>
          </a:lstStyle>
          <a:p/>
        </p:txBody>
      </p:sp>
      <p:sp>
        <p:nvSpPr>
          <p:cNvPr id="2453" name="Google Shape;2453;p31"/>
          <p:cNvSpPr txBox="1"/>
          <p:nvPr>
            <p:ph hasCustomPrompt="1" idx="2" type="title"/>
          </p:nvPr>
        </p:nvSpPr>
        <p:spPr>
          <a:xfrm>
            <a:off x="3429000" y="3307319"/>
            <a:ext cx="2286000" cy="4572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4500"/>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2454" name="Google Shape;2454;p31"/>
          <p:cNvSpPr txBox="1"/>
          <p:nvPr>
            <p:ph idx="3" type="subTitle"/>
          </p:nvPr>
        </p:nvSpPr>
        <p:spPr>
          <a:xfrm>
            <a:off x="5403300" y="1924406"/>
            <a:ext cx="22860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spcBef>
                <a:spcPts val="0"/>
              </a:spcBef>
              <a:spcAft>
                <a:spcPts val="0"/>
              </a:spcAft>
              <a:buNone/>
              <a:defRPr sz="1600"/>
            </a:lvl2pPr>
            <a:lvl3pPr lvl="2" rtl="0" algn="ctr">
              <a:spcBef>
                <a:spcPts val="0"/>
              </a:spcBef>
              <a:spcAft>
                <a:spcPts val="0"/>
              </a:spcAft>
              <a:buNone/>
              <a:defRPr sz="1600"/>
            </a:lvl3pPr>
            <a:lvl4pPr lvl="3" rtl="0" algn="ctr">
              <a:spcBef>
                <a:spcPts val="0"/>
              </a:spcBef>
              <a:spcAft>
                <a:spcPts val="0"/>
              </a:spcAft>
              <a:buNone/>
              <a:defRPr sz="1600"/>
            </a:lvl4pPr>
            <a:lvl5pPr lvl="4" rtl="0" algn="ctr">
              <a:spcBef>
                <a:spcPts val="0"/>
              </a:spcBef>
              <a:spcAft>
                <a:spcPts val="0"/>
              </a:spcAft>
              <a:buNone/>
              <a:defRPr sz="1600"/>
            </a:lvl5pPr>
            <a:lvl6pPr lvl="5" rtl="0" algn="ctr">
              <a:spcBef>
                <a:spcPts val="0"/>
              </a:spcBef>
              <a:spcAft>
                <a:spcPts val="0"/>
              </a:spcAft>
              <a:buNone/>
              <a:defRPr sz="1600"/>
            </a:lvl6pPr>
            <a:lvl7pPr lvl="6" rtl="0" algn="ctr">
              <a:spcBef>
                <a:spcPts val="0"/>
              </a:spcBef>
              <a:spcAft>
                <a:spcPts val="0"/>
              </a:spcAft>
              <a:buNone/>
              <a:defRPr sz="1600"/>
            </a:lvl7pPr>
            <a:lvl8pPr lvl="7" rtl="0" algn="ctr">
              <a:spcBef>
                <a:spcPts val="0"/>
              </a:spcBef>
              <a:spcAft>
                <a:spcPts val="0"/>
              </a:spcAft>
              <a:buNone/>
              <a:defRPr sz="1600"/>
            </a:lvl8pPr>
            <a:lvl9pPr lvl="8" rtl="0" algn="ctr">
              <a:spcBef>
                <a:spcPts val="0"/>
              </a:spcBef>
              <a:spcAft>
                <a:spcPts val="0"/>
              </a:spcAft>
              <a:buNone/>
              <a:defRPr sz="1600"/>
            </a:lvl9pPr>
          </a:lstStyle>
          <a:p/>
        </p:txBody>
      </p:sp>
      <p:sp>
        <p:nvSpPr>
          <p:cNvPr id="2455" name="Google Shape;2455;p31"/>
          <p:cNvSpPr txBox="1"/>
          <p:nvPr>
            <p:ph hasCustomPrompt="1" idx="4" type="title"/>
          </p:nvPr>
        </p:nvSpPr>
        <p:spPr>
          <a:xfrm>
            <a:off x="5403300" y="1288988"/>
            <a:ext cx="2286000" cy="4572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4500"/>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2456" name="Google Shape;2456;p31"/>
          <p:cNvSpPr txBox="1"/>
          <p:nvPr>
            <p:ph idx="5" type="subTitle"/>
          </p:nvPr>
        </p:nvSpPr>
        <p:spPr>
          <a:xfrm>
            <a:off x="1454700" y="1924406"/>
            <a:ext cx="22860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spcBef>
                <a:spcPts val="0"/>
              </a:spcBef>
              <a:spcAft>
                <a:spcPts val="0"/>
              </a:spcAft>
              <a:buNone/>
              <a:defRPr sz="1600"/>
            </a:lvl2pPr>
            <a:lvl3pPr lvl="2" rtl="0" algn="ctr">
              <a:spcBef>
                <a:spcPts val="0"/>
              </a:spcBef>
              <a:spcAft>
                <a:spcPts val="0"/>
              </a:spcAft>
              <a:buNone/>
              <a:defRPr sz="1600"/>
            </a:lvl3pPr>
            <a:lvl4pPr lvl="3" rtl="0" algn="ctr">
              <a:spcBef>
                <a:spcPts val="0"/>
              </a:spcBef>
              <a:spcAft>
                <a:spcPts val="0"/>
              </a:spcAft>
              <a:buNone/>
              <a:defRPr sz="1600"/>
            </a:lvl4pPr>
            <a:lvl5pPr lvl="4" rtl="0" algn="ctr">
              <a:spcBef>
                <a:spcPts val="0"/>
              </a:spcBef>
              <a:spcAft>
                <a:spcPts val="0"/>
              </a:spcAft>
              <a:buNone/>
              <a:defRPr sz="1600"/>
            </a:lvl5pPr>
            <a:lvl6pPr lvl="5" rtl="0" algn="ctr">
              <a:spcBef>
                <a:spcPts val="0"/>
              </a:spcBef>
              <a:spcAft>
                <a:spcPts val="0"/>
              </a:spcAft>
              <a:buNone/>
              <a:defRPr sz="1600"/>
            </a:lvl6pPr>
            <a:lvl7pPr lvl="6" rtl="0" algn="ctr">
              <a:spcBef>
                <a:spcPts val="0"/>
              </a:spcBef>
              <a:spcAft>
                <a:spcPts val="0"/>
              </a:spcAft>
              <a:buNone/>
              <a:defRPr sz="1600"/>
            </a:lvl7pPr>
            <a:lvl8pPr lvl="7" rtl="0" algn="ctr">
              <a:spcBef>
                <a:spcPts val="0"/>
              </a:spcBef>
              <a:spcAft>
                <a:spcPts val="0"/>
              </a:spcAft>
              <a:buNone/>
              <a:defRPr sz="1600"/>
            </a:lvl8pPr>
            <a:lvl9pPr lvl="8" rtl="0" algn="ctr">
              <a:spcBef>
                <a:spcPts val="0"/>
              </a:spcBef>
              <a:spcAft>
                <a:spcPts val="0"/>
              </a:spcAft>
              <a:buNone/>
              <a:defRPr sz="1600"/>
            </a:lvl9pPr>
          </a:lstStyle>
          <a:p/>
        </p:txBody>
      </p:sp>
      <p:sp>
        <p:nvSpPr>
          <p:cNvPr id="2457" name="Google Shape;2457;p31"/>
          <p:cNvSpPr txBox="1"/>
          <p:nvPr>
            <p:ph idx="6"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458" name="Google Shape;2458;p31"/>
          <p:cNvSpPr/>
          <p:nvPr/>
        </p:nvSpPr>
        <p:spPr>
          <a:xfrm flipH="1">
            <a:off x="8430775" y="0"/>
            <a:ext cx="713100" cy="517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31"/>
          <p:cNvSpPr/>
          <p:nvPr/>
        </p:nvSpPr>
        <p:spPr>
          <a:xfrm flipH="1">
            <a:off x="125" y="0"/>
            <a:ext cx="713100" cy="517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31"/>
          <p:cNvSpPr/>
          <p:nvPr/>
        </p:nvSpPr>
        <p:spPr>
          <a:xfrm>
            <a:off x="8571313" y="40853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31"/>
          <p:cNvSpPr/>
          <p:nvPr/>
        </p:nvSpPr>
        <p:spPr>
          <a:xfrm>
            <a:off x="8571313" y="45425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31"/>
          <p:cNvSpPr/>
          <p:nvPr/>
        </p:nvSpPr>
        <p:spPr>
          <a:xfrm>
            <a:off x="126638" y="3247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31"/>
          <p:cNvSpPr/>
          <p:nvPr/>
        </p:nvSpPr>
        <p:spPr>
          <a:xfrm>
            <a:off x="126638" y="7819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31"/>
          <p:cNvSpPr/>
          <p:nvPr/>
        </p:nvSpPr>
        <p:spPr>
          <a:xfrm>
            <a:off x="124097" y="1935928"/>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31"/>
          <p:cNvSpPr/>
          <p:nvPr/>
        </p:nvSpPr>
        <p:spPr>
          <a:xfrm flipH="1">
            <a:off x="-1746933" y="1602031"/>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31"/>
          <p:cNvSpPr/>
          <p:nvPr/>
        </p:nvSpPr>
        <p:spPr>
          <a:xfrm flipH="1">
            <a:off x="-1619461" y="1746437"/>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31"/>
          <p:cNvSpPr/>
          <p:nvPr/>
        </p:nvSpPr>
        <p:spPr>
          <a:xfrm flipH="1">
            <a:off x="-1494226" y="1807319"/>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31"/>
          <p:cNvSpPr/>
          <p:nvPr/>
        </p:nvSpPr>
        <p:spPr>
          <a:xfrm flipH="1">
            <a:off x="-444329" y="351734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31"/>
          <p:cNvSpPr/>
          <p:nvPr/>
        </p:nvSpPr>
        <p:spPr>
          <a:xfrm flipH="1">
            <a:off x="-295441" y="364028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31"/>
          <p:cNvSpPr/>
          <p:nvPr/>
        </p:nvSpPr>
        <p:spPr>
          <a:xfrm>
            <a:off x="9010489" y="102628"/>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31"/>
          <p:cNvSpPr/>
          <p:nvPr/>
        </p:nvSpPr>
        <p:spPr>
          <a:xfrm>
            <a:off x="9012008" y="258253"/>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31"/>
          <p:cNvSpPr/>
          <p:nvPr/>
        </p:nvSpPr>
        <p:spPr>
          <a:xfrm>
            <a:off x="9009729" y="118877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31"/>
          <p:cNvSpPr/>
          <p:nvPr/>
        </p:nvSpPr>
        <p:spPr>
          <a:xfrm>
            <a:off x="8847267" y="1189531"/>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31"/>
          <p:cNvSpPr/>
          <p:nvPr/>
        </p:nvSpPr>
        <p:spPr>
          <a:xfrm>
            <a:off x="9004373" y="409243"/>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31"/>
          <p:cNvSpPr/>
          <p:nvPr/>
        </p:nvSpPr>
        <p:spPr>
          <a:xfrm>
            <a:off x="9009729" y="1030868"/>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31"/>
          <p:cNvSpPr/>
          <p:nvPr/>
        </p:nvSpPr>
        <p:spPr>
          <a:xfrm>
            <a:off x="8845748" y="1030868"/>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31"/>
          <p:cNvSpPr/>
          <p:nvPr/>
        </p:nvSpPr>
        <p:spPr>
          <a:xfrm>
            <a:off x="9007450" y="56866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31"/>
          <p:cNvSpPr/>
          <p:nvPr/>
        </p:nvSpPr>
        <p:spPr>
          <a:xfrm>
            <a:off x="9009729" y="878320"/>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31"/>
          <p:cNvSpPr/>
          <p:nvPr/>
        </p:nvSpPr>
        <p:spPr>
          <a:xfrm>
            <a:off x="8844988" y="873762"/>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31"/>
          <p:cNvSpPr/>
          <p:nvPr/>
        </p:nvSpPr>
        <p:spPr>
          <a:xfrm>
            <a:off x="9009729" y="724253"/>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31"/>
          <p:cNvSpPr/>
          <p:nvPr/>
        </p:nvSpPr>
        <p:spPr>
          <a:xfrm>
            <a:off x="8846508" y="721214"/>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31"/>
          <p:cNvSpPr/>
          <p:nvPr/>
        </p:nvSpPr>
        <p:spPr>
          <a:xfrm>
            <a:off x="8848787" y="103426"/>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31"/>
          <p:cNvSpPr/>
          <p:nvPr/>
        </p:nvSpPr>
        <p:spPr>
          <a:xfrm>
            <a:off x="8682526" y="87756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31"/>
          <p:cNvSpPr/>
          <p:nvPr/>
        </p:nvSpPr>
        <p:spPr>
          <a:xfrm>
            <a:off x="8681767" y="71969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31"/>
          <p:cNvSpPr/>
          <p:nvPr/>
        </p:nvSpPr>
        <p:spPr>
          <a:xfrm>
            <a:off x="8848787" y="258253"/>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31"/>
          <p:cNvSpPr/>
          <p:nvPr/>
        </p:nvSpPr>
        <p:spPr>
          <a:xfrm>
            <a:off x="8847267" y="569426"/>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31"/>
          <p:cNvSpPr/>
          <p:nvPr/>
        </p:nvSpPr>
        <p:spPr>
          <a:xfrm>
            <a:off x="8682526" y="103394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31"/>
          <p:cNvSpPr/>
          <p:nvPr/>
        </p:nvSpPr>
        <p:spPr>
          <a:xfrm>
            <a:off x="8682526" y="56790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31"/>
          <p:cNvSpPr/>
          <p:nvPr/>
        </p:nvSpPr>
        <p:spPr>
          <a:xfrm>
            <a:off x="8681007" y="118877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31"/>
          <p:cNvSpPr/>
          <p:nvPr/>
        </p:nvSpPr>
        <p:spPr>
          <a:xfrm>
            <a:off x="8512430" y="118569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31"/>
          <p:cNvSpPr/>
          <p:nvPr/>
        </p:nvSpPr>
        <p:spPr>
          <a:xfrm>
            <a:off x="8848027" y="413080"/>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31"/>
          <p:cNvSpPr/>
          <p:nvPr/>
        </p:nvSpPr>
        <p:spPr>
          <a:xfrm>
            <a:off x="8684046" y="404685"/>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31"/>
          <p:cNvSpPr/>
          <p:nvPr/>
        </p:nvSpPr>
        <p:spPr>
          <a:xfrm>
            <a:off x="8516266" y="56866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31"/>
          <p:cNvSpPr/>
          <p:nvPr/>
        </p:nvSpPr>
        <p:spPr>
          <a:xfrm>
            <a:off x="8518545" y="41383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31"/>
          <p:cNvSpPr/>
          <p:nvPr/>
        </p:nvSpPr>
        <p:spPr>
          <a:xfrm>
            <a:off x="8517785" y="1033147"/>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31"/>
          <p:cNvSpPr/>
          <p:nvPr/>
        </p:nvSpPr>
        <p:spPr>
          <a:xfrm>
            <a:off x="8516266" y="723493"/>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31"/>
          <p:cNvSpPr/>
          <p:nvPr/>
        </p:nvSpPr>
        <p:spPr>
          <a:xfrm>
            <a:off x="8682526" y="25977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31"/>
          <p:cNvSpPr/>
          <p:nvPr/>
        </p:nvSpPr>
        <p:spPr>
          <a:xfrm>
            <a:off x="8517785" y="879080"/>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31"/>
          <p:cNvSpPr/>
          <p:nvPr/>
        </p:nvSpPr>
        <p:spPr>
          <a:xfrm>
            <a:off x="8680247" y="104186"/>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31"/>
          <p:cNvSpPr/>
          <p:nvPr/>
        </p:nvSpPr>
        <p:spPr>
          <a:xfrm>
            <a:off x="8520065" y="25749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31"/>
          <p:cNvSpPr/>
          <p:nvPr/>
        </p:nvSpPr>
        <p:spPr>
          <a:xfrm>
            <a:off x="8520824" y="10262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31"/>
          <p:cNvSpPr/>
          <p:nvPr/>
        </p:nvSpPr>
        <p:spPr>
          <a:xfrm flipH="1">
            <a:off x="8848834" y="1746204"/>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31"/>
          <p:cNvSpPr/>
          <p:nvPr/>
        </p:nvSpPr>
        <p:spPr>
          <a:xfrm flipH="1">
            <a:off x="8506980" y="2922922"/>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31"/>
          <p:cNvSpPr/>
          <p:nvPr/>
        </p:nvSpPr>
        <p:spPr>
          <a:xfrm flipH="1">
            <a:off x="8968422" y="1833083"/>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31"/>
          <p:cNvSpPr/>
          <p:nvPr/>
        </p:nvSpPr>
        <p:spPr>
          <a:xfrm flipH="1">
            <a:off x="8608512" y="303009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31"/>
          <p:cNvSpPr/>
          <p:nvPr/>
        </p:nvSpPr>
        <p:spPr>
          <a:xfrm flipH="1">
            <a:off x="9068834" y="1944784"/>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31"/>
          <p:cNvSpPr/>
          <p:nvPr/>
        </p:nvSpPr>
        <p:spPr>
          <a:xfrm flipH="1">
            <a:off x="9227894" y="2086954"/>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31"/>
          <p:cNvSpPr/>
          <p:nvPr/>
        </p:nvSpPr>
        <p:spPr>
          <a:xfrm flipH="1">
            <a:off x="9309141" y="2197481"/>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31"/>
          <p:cNvSpPr/>
          <p:nvPr/>
        </p:nvSpPr>
        <p:spPr>
          <a:xfrm flipH="1">
            <a:off x="9377964" y="2338533"/>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31"/>
          <p:cNvSpPr/>
          <p:nvPr/>
        </p:nvSpPr>
        <p:spPr>
          <a:xfrm flipH="1">
            <a:off x="9352022" y="2363355"/>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31"/>
          <p:cNvSpPr/>
          <p:nvPr/>
        </p:nvSpPr>
        <p:spPr>
          <a:xfrm flipH="1">
            <a:off x="382360" y="159890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31"/>
          <p:cNvSpPr/>
          <p:nvPr/>
        </p:nvSpPr>
        <p:spPr>
          <a:xfrm flipH="1">
            <a:off x="445365" y="281810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31"/>
          <p:cNvSpPr/>
          <p:nvPr/>
        </p:nvSpPr>
        <p:spPr>
          <a:xfrm flipH="1">
            <a:off x="445365" y="388490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31"/>
          <p:cNvSpPr/>
          <p:nvPr/>
        </p:nvSpPr>
        <p:spPr>
          <a:xfrm flipH="1">
            <a:off x="292965" y="472310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31"/>
          <p:cNvSpPr/>
          <p:nvPr/>
        </p:nvSpPr>
        <p:spPr>
          <a:xfrm flipH="1">
            <a:off x="8751165" y="3553718"/>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31"/>
          <p:cNvSpPr/>
          <p:nvPr/>
        </p:nvSpPr>
        <p:spPr>
          <a:xfrm flipH="1">
            <a:off x="8926986" y="2182118"/>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9">
    <p:spTree>
      <p:nvGrpSpPr>
        <p:cNvPr id="2517" name="Shape 2517"/>
        <p:cNvGrpSpPr/>
        <p:nvPr/>
      </p:nvGrpSpPr>
      <p:grpSpPr>
        <a:xfrm>
          <a:off x="0" y="0"/>
          <a:ext cx="0" cy="0"/>
          <a:chOff x="0" y="0"/>
          <a:chExt cx="0" cy="0"/>
        </a:xfrm>
      </p:grpSpPr>
      <p:sp>
        <p:nvSpPr>
          <p:cNvPr id="2518" name="Google Shape;2518;p32"/>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atin typeface="Comfortaa Medium"/>
                <a:ea typeface="Comfortaa Medium"/>
                <a:cs typeface="Comfortaa Medium"/>
                <a:sym typeface="Comfortaa Medium"/>
              </a:defRPr>
            </a:lvl2pPr>
            <a:lvl3pPr lvl="2">
              <a:spcBef>
                <a:spcPts val="0"/>
              </a:spcBef>
              <a:spcAft>
                <a:spcPts val="0"/>
              </a:spcAft>
              <a:buSzPts val="2800"/>
              <a:buNone/>
              <a:defRPr>
                <a:latin typeface="Comfortaa Medium"/>
                <a:ea typeface="Comfortaa Medium"/>
                <a:cs typeface="Comfortaa Medium"/>
                <a:sym typeface="Comfortaa Medium"/>
              </a:defRPr>
            </a:lvl3pPr>
            <a:lvl4pPr lvl="3">
              <a:spcBef>
                <a:spcPts val="0"/>
              </a:spcBef>
              <a:spcAft>
                <a:spcPts val="0"/>
              </a:spcAft>
              <a:buSzPts val="2800"/>
              <a:buNone/>
              <a:defRPr>
                <a:latin typeface="Comfortaa Medium"/>
                <a:ea typeface="Comfortaa Medium"/>
                <a:cs typeface="Comfortaa Medium"/>
                <a:sym typeface="Comfortaa Medium"/>
              </a:defRPr>
            </a:lvl4pPr>
            <a:lvl5pPr lvl="4">
              <a:spcBef>
                <a:spcPts val="0"/>
              </a:spcBef>
              <a:spcAft>
                <a:spcPts val="0"/>
              </a:spcAft>
              <a:buSzPts val="2800"/>
              <a:buNone/>
              <a:defRPr>
                <a:latin typeface="Comfortaa Medium"/>
                <a:ea typeface="Comfortaa Medium"/>
                <a:cs typeface="Comfortaa Medium"/>
                <a:sym typeface="Comfortaa Medium"/>
              </a:defRPr>
            </a:lvl5pPr>
            <a:lvl6pPr lvl="5">
              <a:spcBef>
                <a:spcPts val="0"/>
              </a:spcBef>
              <a:spcAft>
                <a:spcPts val="0"/>
              </a:spcAft>
              <a:buSzPts val="2800"/>
              <a:buNone/>
              <a:defRPr>
                <a:latin typeface="Comfortaa Medium"/>
                <a:ea typeface="Comfortaa Medium"/>
                <a:cs typeface="Comfortaa Medium"/>
                <a:sym typeface="Comfortaa Medium"/>
              </a:defRPr>
            </a:lvl6pPr>
            <a:lvl7pPr lvl="6">
              <a:spcBef>
                <a:spcPts val="0"/>
              </a:spcBef>
              <a:spcAft>
                <a:spcPts val="0"/>
              </a:spcAft>
              <a:buSzPts val="2800"/>
              <a:buNone/>
              <a:defRPr>
                <a:latin typeface="Comfortaa Medium"/>
                <a:ea typeface="Comfortaa Medium"/>
                <a:cs typeface="Comfortaa Medium"/>
                <a:sym typeface="Comfortaa Medium"/>
              </a:defRPr>
            </a:lvl7pPr>
            <a:lvl8pPr lvl="7">
              <a:spcBef>
                <a:spcPts val="0"/>
              </a:spcBef>
              <a:spcAft>
                <a:spcPts val="0"/>
              </a:spcAft>
              <a:buSzPts val="2800"/>
              <a:buNone/>
              <a:defRPr>
                <a:latin typeface="Comfortaa Medium"/>
                <a:ea typeface="Comfortaa Medium"/>
                <a:cs typeface="Comfortaa Medium"/>
                <a:sym typeface="Comfortaa Medium"/>
              </a:defRPr>
            </a:lvl8pPr>
            <a:lvl9pPr lvl="8">
              <a:spcBef>
                <a:spcPts val="0"/>
              </a:spcBef>
              <a:spcAft>
                <a:spcPts val="0"/>
              </a:spcAft>
              <a:buSzPts val="2800"/>
              <a:buNone/>
              <a:defRPr>
                <a:latin typeface="Comfortaa Medium"/>
                <a:ea typeface="Comfortaa Medium"/>
                <a:cs typeface="Comfortaa Medium"/>
                <a:sym typeface="Comfortaa Medium"/>
              </a:defRPr>
            </a:lvl9pPr>
          </a:lstStyle>
          <a:p/>
        </p:txBody>
      </p:sp>
      <p:sp>
        <p:nvSpPr>
          <p:cNvPr id="2519" name="Google Shape;2519;p32"/>
          <p:cNvSpPr/>
          <p:nvPr/>
        </p:nvSpPr>
        <p:spPr>
          <a:xfrm flipH="1" rot="5400000">
            <a:off x="506025" y="-506325"/>
            <a:ext cx="540300" cy="1552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32"/>
          <p:cNvSpPr/>
          <p:nvPr/>
        </p:nvSpPr>
        <p:spPr>
          <a:xfrm flipH="1">
            <a:off x="8430900"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32"/>
          <p:cNvSpPr/>
          <p:nvPr/>
        </p:nvSpPr>
        <p:spPr>
          <a:xfrm flipH="1">
            <a:off x="8553209" y="376127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32"/>
          <p:cNvSpPr/>
          <p:nvPr/>
        </p:nvSpPr>
        <p:spPr>
          <a:xfrm flipH="1">
            <a:off x="8672797" y="384815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32"/>
          <p:cNvSpPr/>
          <p:nvPr/>
        </p:nvSpPr>
        <p:spPr>
          <a:xfrm flipH="1">
            <a:off x="8773209" y="395985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32"/>
          <p:cNvSpPr/>
          <p:nvPr/>
        </p:nvSpPr>
        <p:spPr>
          <a:xfrm flipH="1">
            <a:off x="8932269" y="41020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32"/>
          <p:cNvSpPr/>
          <p:nvPr/>
        </p:nvSpPr>
        <p:spPr>
          <a:xfrm flipH="1">
            <a:off x="9013516" y="42125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32"/>
          <p:cNvSpPr/>
          <p:nvPr/>
        </p:nvSpPr>
        <p:spPr>
          <a:xfrm>
            <a:off x="8202150" y="3247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32"/>
          <p:cNvSpPr/>
          <p:nvPr/>
        </p:nvSpPr>
        <p:spPr>
          <a:xfrm>
            <a:off x="484613" y="3247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32"/>
          <p:cNvSpPr/>
          <p:nvPr/>
        </p:nvSpPr>
        <p:spPr>
          <a:xfrm>
            <a:off x="118850" y="3822816"/>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32"/>
          <p:cNvSpPr/>
          <p:nvPr/>
        </p:nvSpPr>
        <p:spPr>
          <a:xfrm rot="5400000">
            <a:off x="118850" y="4427918"/>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30" name="Google Shape;2530;p32"/>
          <p:cNvGrpSpPr/>
          <p:nvPr/>
        </p:nvGrpSpPr>
        <p:grpSpPr>
          <a:xfrm>
            <a:off x="3970979" y="4599416"/>
            <a:ext cx="1205112" cy="520243"/>
            <a:chOff x="3970979" y="4599416"/>
            <a:chExt cx="1205112" cy="520243"/>
          </a:xfrm>
        </p:grpSpPr>
        <p:sp>
          <p:nvSpPr>
            <p:cNvPr id="2531" name="Google Shape;2531;p32"/>
            <p:cNvSpPr/>
            <p:nvPr/>
          </p:nvSpPr>
          <p:spPr>
            <a:xfrm>
              <a:off x="4793924"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32"/>
            <p:cNvSpPr/>
            <p:nvPr/>
          </p:nvSpPr>
          <p:spPr>
            <a:xfrm>
              <a:off x="4465201"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32"/>
            <p:cNvSpPr/>
            <p:nvPr/>
          </p:nvSpPr>
          <p:spPr>
            <a:xfrm>
              <a:off x="4632221"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32"/>
            <p:cNvSpPr/>
            <p:nvPr/>
          </p:nvSpPr>
          <p:spPr>
            <a:xfrm>
              <a:off x="4466721"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32"/>
            <p:cNvSpPr/>
            <p:nvPr/>
          </p:nvSpPr>
          <p:spPr>
            <a:xfrm>
              <a:off x="4629942"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32"/>
            <p:cNvSpPr/>
            <p:nvPr/>
          </p:nvSpPr>
          <p:spPr>
            <a:xfrm>
              <a:off x="4796203"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32"/>
            <p:cNvSpPr/>
            <p:nvPr/>
          </p:nvSpPr>
          <p:spPr>
            <a:xfrm>
              <a:off x="4459086"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32"/>
            <p:cNvSpPr/>
            <p:nvPr/>
          </p:nvSpPr>
          <p:spPr>
            <a:xfrm>
              <a:off x="4631462"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32"/>
            <p:cNvSpPr/>
            <p:nvPr/>
          </p:nvSpPr>
          <p:spPr>
            <a:xfrm>
              <a:off x="4796203"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32"/>
            <p:cNvSpPr/>
            <p:nvPr/>
          </p:nvSpPr>
          <p:spPr>
            <a:xfrm>
              <a:off x="4462163"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32"/>
            <p:cNvSpPr/>
            <p:nvPr/>
          </p:nvSpPr>
          <p:spPr>
            <a:xfrm>
              <a:off x="4630702"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32"/>
            <p:cNvSpPr/>
            <p:nvPr/>
          </p:nvSpPr>
          <p:spPr>
            <a:xfrm>
              <a:off x="4797000"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32"/>
            <p:cNvSpPr/>
            <p:nvPr/>
          </p:nvSpPr>
          <p:spPr>
            <a:xfrm>
              <a:off x="4960982"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32"/>
            <p:cNvSpPr/>
            <p:nvPr/>
          </p:nvSpPr>
          <p:spPr>
            <a:xfrm>
              <a:off x="4303499"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32"/>
            <p:cNvSpPr/>
            <p:nvPr/>
          </p:nvSpPr>
          <p:spPr>
            <a:xfrm>
              <a:off x="4303499"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32"/>
            <p:cNvSpPr/>
            <p:nvPr/>
          </p:nvSpPr>
          <p:spPr>
            <a:xfrm>
              <a:off x="4959424"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32"/>
            <p:cNvSpPr/>
            <p:nvPr/>
          </p:nvSpPr>
          <p:spPr>
            <a:xfrm>
              <a:off x="4301980"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32"/>
            <p:cNvSpPr/>
            <p:nvPr/>
          </p:nvSpPr>
          <p:spPr>
            <a:xfrm>
              <a:off x="4960222"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32"/>
            <p:cNvSpPr/>
            <p:nvPr/>
          </p:nvSpPr>
          <p:spPr>
            <a:xfrm>
              <a:off x="4137239"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32"/>
            <p:cNvSpPr/>
            <p:nvPr/>
          </p:nvSpPr>
          <p:spPr>
            <a:xfrm>
              <a:off x="4959424"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32"/>
            <p:cNvSpPr/>
            <p:nvPr/>
          </p:nvSpPr>
          <p:spPr>
            <a:xfrm>
              <a:off x="4302740"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32"/>
            <p:cNvSpPr/>
            <p:nvPr/>
          </p:nvSpPr>
          <p:spPr>
            <a:xfrm>
              <a:off x="4138758"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32"/>
            <p:cNvSpPr/>
            <p:nvPr/>
          </p:nvSpPr>
          <p:spPr>
            <a:xfrm>
              <a:off x="3970979"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32"/>
            <p:cNvSpPr/>
            <p:nvPr/>
          </p:nvSpPr>
          <p:spPr>
            <a:xfrm>
              <a:off x="3973258"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32"/>
            <p:cNvSpPr/>
            <p:nvPr/>
          </p:nvSpPr>
          <p:spPr>
            <a:xfrm>
              <a:off x="5123443"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32"/>
            <p:cNvSpPr/>
            <p:nvPr/>
          </p:nvSpPr>
          <p:spPr>
            <a:xfrm>
              <a:off x="4137239"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32"/>
            <p:cNvSpPr/>
            <p:nvPr/>
          </p:nvSpPr>
          <p:spPr>
            <a:xfrm>
              <a:off x="4134960"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32"/>
            <p:cNvSpPr/>
            <p:nvPr/>
          </p:nvSpPr>
          <p:spPr>
            <a:xfrm>
              <a:off x="5121886"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32"/>
            <p:cNvSpPr/>
            <p:nvPr/>
          </p:nvSpPr>
          <p:spPr>
            <a:xfrm>
              <a:off x="5124203"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32"/>
            <p:cNvSpPr/>
            <p:nvPr/>
          </p:nvSpPr>
          <p:spPr>
            <a:xfrm>
              <a:off x="3974777"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32"/>
            <p:cNvSpPr/>
            <p:nvPr/>
          </p:nvSpPr>
          <p:spPr>
            <a:xfrm>
              <a:off x="3975537"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32"/>
            <p:cNvSpPr/>
            <p:nvPr/>
          </p:nvSpPr>
          <p:spPr>
            <a:xfrm>
              <a:off x="5124963"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63" name="Google Shape;2563;p32"/>
          <p:cNvSpPr/>
          <p:nvPr/>
        </p:nvSpPr>
        <p:spPr>
          <a:xfrm>
            <a:off x="8769565" y="1741965"/>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32"/>
          <p:cNvSpPr/>
          <p:nvPr/>
        </p:nvSpPr>
        <p:spPr>
          <a:xfrm flipH="1">
            <a:off x="8551271" y="5129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32"/>
          <p:cNvSpPr/>
          <p:nvPr/>
        </p:nvSpPr>
        <p:spPr>
          <a:xfrm flipH="1">
            <a:off x="8700159" y="63590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32"/>
          <p:cNvSpPr/>
          <p:nvPr/>
        </p:nvSpPr>
        <p:spPr>
          <a:xfrm rot="2827209">
            <a:off x="8663106" y="2695441"/>
            <a:ext cx="1826642" cy="1093257"/>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32"/>
          <p:cNvSpPr/>
          <p:nvPr/>
        </p:nvSpPr>
        <p:spPr>
          <a:xfrm rot="2827209">
            <a:off x="8944670" y="2687946"/>
            <a:ext cx="794324" cy="541625"/>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32"/>
          <p:cNvSpPr/>
          <p:nvPr/>
        </p:nvSpPr>
        <p:spPr>
          <a:xfrm flipH="1">
            <a:off x="8516710" y="12157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32"/>
          <p:cNvSpPr/>
          <p:nvPr/>
        </p:nvSpPr>
        <p:spPr>
          <a:xfrm flipH="1">
            <a:off x="8897710" y="6061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32"/>
          <p:cNvSpPr/>
          <p:nvPr/>
        </p:nvSpPr>
        <p:spPr>
          <a:xfrm flipH="1">
            <a:off x="8973910" y="26635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32"/>
          <p:cNvSpPr/>
          <p:nvPr/>
        </p:nvSpPr>
        <p:spPr>
          <a:xfrm flipH="1">
            <a:off x="8669110" y="29968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32"/>
          <p:cNvSpPr/>
          <p:nvPr/>
        </p:nvSpPr>
        <p:spPr>
          <a:xfrm flipH="1">
            <a:off x="8821510" y="39874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32"/>
          <p:cNvSpPr/>
          <p:nvPr/>
        </p:nvSpPr>
        <p:spPr>
          <a:xfrm flipH="1">
            <a:off x="8992960" y="43684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32"/>
          <p:cNvSpPr/>
          <p:nvPr/>
        </p:nvSpPr>
        <p:spPr>
          <a:xfrm flipH="1">
            <a:off x="8583385" y="46732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32"/>
          <p:cNvSpPr/>
          <p:nvPr/>
        </p:nvSpPr>
        <p:spPr>
          <a:xfrm flipH="1">
            <a:off x="900587" y="49562"/>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32"/>
          <p:cNvSpPr/>
          <p:nvPr/>
        </p:nvSpPr>
        <p:spPr>
          <a:xfrm flipH="1">
            <a:off x="1122879" y="216554"/>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32"/>
          <p:cNvSpPr/>
          <p:nvPr/>
        </p:nvSpPr>
        <p:spPr>
          <a:xfrm flipH="1">
            <a:off x="1296760" y="3013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6">
    <p:spTree>
      <p:nvGrpSpPr>
        <p:cNvPr id="2578" name="Shape 2578"/>
        <p:cNvGrpSpPr/>
        <p:nvPr/>
      </p:nvGrpSpPr>
      <p:grpSpPr>
        <a:xfrm>
          <a:off x="0" y="0"/>
          <a:ext cx="0" cy="0"/>
          <a:chOff x="0" y="0"/>
          <a:chExt cx="0" cy="0"/>
        </a:xfrm>
      </p:grpSpPr>
      <p:sp>
        <p:nvSpPr>
          <p:cNvPr id="2579" name="Google Shape;2579;p33"/>
          <p:cNvSpPr txBox="1"/>
          <p:nvPr>
            <p:ph idx="1" type="subTitle"/>
          </p:nvPr>
        </p:nvSpPr>
        <p:spPr>
          <a:xfrm>
            <a:off x="2642550" y="1587469"/>
            <a:ext cx="3858900" cy="640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solidFill>
                  <a:schemeClr val="lt1"/>
                </a:solidFill>
              </a:defRPr>
            </a:lvl1pPr>
            <a:lvl2pPr lvl="1" rtl="0" algn="ctr">
              <a:lnSpc>
                <a:spcPct val="100000"/>
              </a:lnSpc>
              <a:spcBef>
                <a:spcPts val="0"/>
              </a:spcBef>
              <a:spcAft>
                <a:spcPts val="0"/>
              </a:spcAft>
              <a:buNone/>
              <a:defRPr>
                <a:solidFill>
                  <a:schemeClr val="lt1"/>
                </a:solidFill>
              </a:defRPr>
            </a:lvl2pPr>
            <a:lvl3pPr lvl="2" rtl="0" algn="ctr">
              <a:lnSpc>
                <a:spcPct val="100000"/>
              </a:lnSpc>
              <a:spcBef>
                <a:spcPts val="0"/>
              </a:spcBef>
              <a:spcAft>
                <a:spcPts val="0"/>
              </a:spcAft>
              <a:buNone/>
              <a:defRPr>
                <a:solidFill>
                  <a:schemeClr val="lt1"/>
                </a:solidFill>
              </a:defRPr>
            </a:lvl3pPr>
            <a:lvl4pPr lvl="3" rtl="0" algn="ctr">
              <a:lnSpc>
                <a:spcPct val="100000"/>
              </a:lnSpc>
              <a:spcBef>
                <a:spcPts val="0"/>
              </a:spcBef>
              <a:spcAft>
                <a:spcPts val="0"/>
              </a:spcAft>
              <a:buNone/>
              <a:defRPr>
                <a:solidFill>
                  <a:schemeClr val="lt1"/>
                </a:solidFill>
              </a:defRPr>
            </a:lvl4pPr>
            <a:lvl5pPr lvl="4" rtl="0" algn="ctr">
              <a:lnSpc>
                <a:spcPct val="100000"/>
              </a:lnSpc>
              <a:spcBef>
                <a:spcPts val="0"/>
              </a:spcBef>
              <a:spcAft>
                <a:spcPts val="0"/>
              </a:spcAft>
              <a:buNone/>
              <a:defRPr>
                <a:solidFill>
                  <a:schemeClr val="lt1"/>
                </a:solidFill>
              </a:defRPr>
            </a:lvl5pPr>
            <a:lvl6pPr lvl="5" rtl="0" algn="ctr">
              <a:lnSpc>
                <a:spcPct val="100000"/>
              </a:lnSpc>
              <a:spcBef>
                <a:spcPts val="0"/>
              </a:spcBef>
              <a:spcAft>
                <a:spcPts val="0"/>
              </a:spcAft>
              <a:buNone/>
              <a:defRPr>
                <a:solidFill>
                  <a:schemeClr val="lt1"/>
                </a:solidFill>
              </a:defRPr>
            </a:lvl6pPr>
            <a:lvl7pPr lvl="6" rtl="0" algn="ctr">
              <a:lnSpc>
                <a:spcPct val="100000"/>
              </a:lnSpc>
              <a:spcBef>
                <a:spcPts val="0"/>
              </a:spcBef>
              <a:spcAft>
                <a:spcPts val="0"/>
              </a:spcAft>
              <a:buNone/>
              <a:defRPr>
                <a:solidFill>
                  <a:schemeClr val="lt1"/>
                </a:solidFill>
              </a:defRPr>
            </a:lvl7pPr>
            <a:lvl8pPr lvl="7" rtl="0" algn="ctr">
              <a:lnSpc>
                <a:spcPct val="100000"/>
              </a:lnSpc>
              <a:spcBef>
                <a:spcPts val="0"/>
              </a:spcBef>
              <a:spcAft>
                <a:spcPts val="0"/>
              </a:spcAft>
              <a:buNone/>
              <a:defRPr>
                <a:solidFill>
                  <a:schemeClr val="lt1"/>
                </a:solidFill>
              </a:defRPr>
            </a:lvl8pPr>
            <a:lvl9pPr lvl="8" rtl="0" algn="ctr">
              <a:lnSpc>
                <a:spcPct val="100000"/>
              </a:lnSpc>
              <a:spcBef>
                <a:spcPts val="0"/>
              </a:spcBef>
              <a:spcAft>
                <a:spcPts val="0"/>
              </a:spcAft>
              <a:buNone/>
              <a:defRPr>
                <a:solidFill>
                  <a:schemeClr val="lt1"/>
                </a:solidFill>
              </a:defRPr>
            </a:lvl9pPr>
          </a:lstStyle>
          <a:p/>
        </p:txBody>
      </p:sp>
      <p:sp>
        <p:nvSpPr>
          <p:cNvPr id="2580" name="Google Shape;2580;p33"/>
          <p:cNvSpPr txBox="1"/>
          <p:nvPr>
            <p:ph type="title"/>
          </p:nvPr>
        </p:nvSpPr>
        <p:spPr>
          <a:xfrm>
            <a:off x="2642550" y="558550"/>
            <a:ext cx="3858900" cy="640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500"/>
              <a:buFont typeface="Dosis"/>
              <a:buNone/>
              <a:defRPr sz="6500"/>
            </a:lvl1pPr>
            <a:lvl2pPr lvl="1" rtl="0" algn="ctr">
              <a:spcBef>
                <a:spcPts val="0"/>
              </a:spcBef>
              <a:spcAft>
                <a:spcPts val="0"/>
              </a:spcAft>
              <a:buClr>
                <a:schemeClr val="dk1"/>
              </a:buClr>
              <a:buSzPts val="6500"/>
              <a:buNone/>
              <a:defRPr sz="6500">
                <a:solidFill>
                  <a:schemeClr val="dk1"/>
                </a:solidFill>
              </a:defRPr>
            </a:lvl2pPr>
            <a:lvl3pPr lvl="2" rtl="0" algn="ctr">
              <a:spcBef>
                <a:spcPts val="0"/>
              </a:spcBef>
              <a:spcAft>
                <a:spcPts val="0"/>
              </a:spcAft>
              <a:buClr>
                <a:schemeClr val="dk1"/>
              </a:buClr>
              <a:buSzPts val="6500"/>
              <a:buNone/>
              <a:defRPr sz="6500">
                <a:solidFill>
                  <a:schemeClr val="dk1"/>
                </a:solidFill>
              </a:defRPr>
            </a:lvl3pPr>
            <a:lvl4pPr lvl="3" rtl="0" algn="ctr">
              <a:spcBef>
                <a:spcPts val="0"/>
              </a:spcBef>
              <a:spcAft>
                <a:spcPts val="0"/>
              </a:spcAft>
              <a:buClr>
                <a:schemeClr val="dk1"/>
              </a:buClr>
              <a:buSzPts val="6500"/>
              <a:buNone/>
              <a:defRPr sz="6500">
                <a:solidFill>
                  <a:schemeClr val="dk1"/>
                </a:solidFill>
              </a:defRPr>
            </a:lvl4pPr>
            <a:lvl5pPr lvl="4" rtl="0" algn="ctr">
              <a:spcBef>
                <a:spcPts val="0"/>
              </a:spcBef>
              <a:spcAft>
                <a:spcPts val="0"/>
              </a:spcAft>
              <a:buClr>
                <a:schemeClr val="dk1"/>
              </a:buClr>
              <a:buSzPts val="6500"/>
              <a:buNone/>
              <a:defRPr sz="6500">
                <a:solidFill>
                  <a:schemeClr val="dk1"/>
                </a:solidFill>
              </a:defRPr>
            </a:lvl5pPr>
            <a:lvl6pPr lvl="5" rtl="0" algn="ctr">
              <a:spcBef>
                <a:spcPts val="0"/>
              </a:spcBef>
              <a:spcAft>
                <a:spcPts val="0"/>
              </a:spcAft>
              <a:buClr>
                <a:schemeClr val="dk1"/>
              </a:buClr>
              <a:buSzPts val="6500"/>
              <a:buNone/>
              <a:defRPr sz="6500">
                <a:solidFill>
                  <a:schemeClr val="dk1"/>
                </a:solidFill>
              </a:defRPr>
            </a:lvl6pPr>
            <a:lvl7pPr lvl="6" rtl="0" algn="ctr">
              <a:spcBef>
                <a:spcPts val="0"/>
              </a:spcBef>
              <a:spcAft>
                <a:spcPts val="0"/>
              </a:spcAft>
              <a:buClr>
                <a:schemeClr val="dk1"/>
              </a:buClr>
              <a:buSzPts val="6500"/>
              <a:buNone/>
              <a:defRPr sz="6500">
                <a:solidFill>
                  <a:schemeClr val="dk1"/>
                </a:solidFill>
              </a:defRPr>
            </a:lvl7pPr>
            <a:lvl8pPr lvl="7" rtl="0" algn="ctr">
              <a:spcBef>
                <a:spcPts val="0"/>
              </a:spcBef>
              <a:spcAft>
                <a:spcPts val="0"/>
              </a:spcAft>
              <a:buClr>
                <a:schemeClr val="dk1"/>
              </a:buClr>
              <a:buSzPts val="6500"/>
              <a:buNone/>
              <a:defRPr sz="6500">
                <a:solidFill>
                  <a:schemeClr val="dk1"/>
                </a:solidFill>
              </a:defRPr>
            </a:lvl8pPr>
            <a:lvl9pPr lvl="8" rtl="0" algn="ctr">
              <a:spcBef>
                <a:spcPts val="0"/>
              </a:spcBef>
              <a:spcAft>
                <a:spcPts val="0"/>
              </a:spcAft>
              <a:buClr>
                <a:schemeClr val="dk1"/>
              </a:buClr>
              <a:buSzPts val="6500"/>
              <a:buNone/>
              <a:defRPr sz="6500">
                <a:solidFill>
                  <a:schemeClr val="dk1"/>
                </a:solidFill>
              </a:defRPr>
            </a:lvl9pPr>
          </a:lstStyle>
          <a:p/>
        </p:txBody>
      </p:sp>
      <p:sp>
        <p:nvSpPr>
          <p:cNvPr id="2581" name="Google Shape;2581;p33"/>
          <p:cNvSpPr/>
          <p:nvPr/>
        </p:nvSpPr>
        <p:spPr>
          <a:xfrm flipH="1">
            <a:off x="7287940" y="0"/>
            <a:ext cx="18822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33"/>
          <p:cNvSpPr/>
          <p:nvPr/>
        </p:nvSpPr>
        <p:spPr>
          <a:xfrm flipH="1">
            <a:off x="250" y="0"/>
            <a:ext cx="18822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83" name="Google Shape;2583;p33"/>
          <p:cNvGrpSpPr/>
          <p:nvPr/>
        </p:nvGrpSpPr>
        <p:grpSpPr>
          <a:xfrm>
            <a:off x="7825917" y="1997778"/>
            <a:ext cx="1209708" cy="1147945"/>
            <a:chOff x="5235125" y="2636100"/>
            <a:chExt cx="796175" cy="755525"/>
          </a:xfrm>
        </p:grpSpPr>
        <p:sp>
          <p:nvSpPr>
            <p:cNvPr id="2584" name="Google Shape;2584;p33"/>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33"/>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33"/>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33"/>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33"/>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33"/>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33"/>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33"/>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33"/>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33"/>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33"/>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33"/>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33"/>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33"/>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33"/>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33"/>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33"/>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33"/>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33"/>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33"/>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33"/>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33"/>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33"/>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33"/>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33"/>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33"/>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33"/>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33"/>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33"/>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33"/>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33"/>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33"/>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33"/>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33"/>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33"/>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33"/>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33"/>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33"/>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33"/>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33"/>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33"/>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33"/>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33"/>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33"/>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33"/>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33"/>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33"/>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33"/>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33"/>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33"/>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33"/>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33"/>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33"/>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33"/>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33"/>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33"/>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33"/>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33"/>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33"/>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33"/>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33"/>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33"/>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33"/>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33"/>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48" name="Google Shape;2648;p33"/>
          <p:cNvSpPr/>
          <p:nvPr/>
        </p:nvSpPr>
        <p:spPr>
          <a:xfrm flipH="1">
            <a:off x="7882259" y="-225021"/>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33"/>
          <p:cNvSpPr/>
          <p:nvPr/>
        </p:nvSpPr>
        <p:spPr>
          <a:xfrm flipH="1">
            <a:off x="7540405" y="9516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33"/>
          <p:cNvSpPr/>
          <p:nvPr/>
        </p:nvSpPr>
        <p:spPr>
          <a:xfrm flipH="1">
            <a:off x="8001847" y="-138142"/>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33"/>
          <p:cNvSpPr/>
          <p:nvPr/>
        </p:nvSpPr>
        <p:spPr>
          <a:xfrm flipH="1">
            <a:off x="7641937" y="10588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33"/>
          <p:cNvSpPr/>
          <p:nvPr/>
        </p:nvSpPr>
        <p:spPr>
          <a:xfrm flipH="1">
            <a:off x="8102259" y="-26441"/>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33"/>
          <p:cNvSpPr/>
          <p:nvPr/>
        </p:nvSpPr>
        <p:spPr>
          <a:xfrm flipH="1">
            <a:off x="8261319" y="1157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33"/>
          <p:cNvSpPr/>
          <p:nvPr/>
        </p:nvSpPr>
        <p:spPr>
          <a:xfrm flipH="1">
            <a:off x="8342566" y="2262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33"/>
          <p:cNvSpPr/>
          <p:nvPr/>
        </p:nvSpPr>
        <p:spPr>
          <a:xfrm flipH="1">
            <a:off x="8411389" y="36730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33"/>
          <p:cNvSpPr/>
          <p:nvPr/>
        </p:nvSpPr>
        <p:spPr>
          <a:xfrm flipH="1">
            <a:off x="8385447" y="3921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33"/>
          <p:cNvSpPr/>
          <p:nvPr/>
        </p:nvSpPr>
        <p:spPr>
          <a:xfrm rot="5400000">
            <a:off x="1001086" y="4442775"/>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33"/>
          <p:cNvSpPr/>
          <p:nvPr/>
        </p:nvSpPr>
        <p:spPr>
          <a:xfrm flipH="1" rot="5400000">
            <a:off x="-249058" y="2942356"/>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33"/>
          <p:cNvSpPr/>
          <p:nvPr/>
        </p:nvSpPr>
        <p:spPr>
          <a:xfrm flipH="1" rot="5400000">
            <a:off x="-38647" y="3164059"/>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33"/>
          <p:cNvSpPr/>
          <p:nvPr/>
        </p:nvSpPr>
        <p:spPr>
          <a:xfrm flipH="1" rot="5400000">
            <a:off x="250172" y="339982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33"/>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33"/>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33"/>
          <p:cNvSpPr/>
          <p:nvPr/>
        </p:nvSpPr>
        <p:spPr>
          <a:xfrm>
            <a:off x="-1384585" y="-1156347"/>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33"/>
          <p:cNvSpPr/>
          <p:nvPr/>
        </p:nvSpPr>
        <p:spPr>
          <a:xfrm flipH="1">
            <a:off x="186860" y="-12"/>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33"/>
          <p:cNvSpPr/>
          <p:nvPr/>
        </p:nvSpPr>
        <p:spPr>
          <a:xfrm flipH="1">
            <a:off x="262457" y="13992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33"/>
          <p:cNvSpPr/>
          <p:nvPr/>
        </p:nvSpPr>
        <p:spPr>
          <a:xfrm flipH="1">
            <a:off x="485872" y="210978"/>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33"/>
          <p:cNvSpPr/>
          <p:nvPr/>
        </p:nvSpPr>
        <p:spPr>
          <a:xfrm flipH="1">
            <a:off x="782579" y="32156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33"/>
          <p:cNvSpPr/>
          <p:nvPr/>
        </p:nvSpPr>
        <p:spPr>
          <a:xfrm>
            <a:off x="4343388" y="450821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7">
    <p:spTree>
      <p:nvGrpSpPr>
        <p:cNvPr id="2669" name="Shape 2669"/>
        <p:cNvGrpSpPr/>
        <p:nvPr/>
      </p:nvGrpSpPr>
      <p:grpSpPr>
        <a:xfrm>
          <a:off x="0" y="0"/>
          <a:ext cx="0" cy="0"/>
          <a:chOff x="0" y="0"/>
          <a:chExt cx="0" cy="0"/>
        </a:xfrm>
      </p:grpSpPr>
      <p:sp>
        <p:nvSpPr>
          <p:cNvPr id="2670" name="Google Shape;2670;p34"/>
          <p:cNvSpPr/>
          <p:nvPr/>
        </p:nvSpPr>
        <p:spPr>
          <a:xfrm flipH="1">
            <a:off x="-584168" y="390188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34"/>
          <p:cNvSpPr/>
          <p:nvPr/>
        </p:nvSpPr>
        <p:spPr>
          <a:xfrm>
            <a:off x="-1384585" y="-1156347"/>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34"/>
          <p:cNvSpPr/>
          <p:nvPr/>
        </p:nvSpPr>
        <p:spPr>
          <a:xfrm flipH="1">
            <a:off x="186860" y="-12"/>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34"/>
          <p:cNvSpPr/>
          <p:nvPr/>
        </p:nvSpPr>
        <p:spPr>
          <a:xfrm>
            <a:off x="-1982557" y="3613599"/>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34"/>
          <p:cNvSpPr/>
          <p:nvPr/>
        </p:nvSpPr>
        <p:spPr>
          <a:xfrm flipH="1">
            <a:off x="1814668" y="602606"/>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34"/>
          <p:cNvSpPr/>
          <p:nvPr/>
        </p:nvSpPr>
        <p:spPr>
          <a:xfrm>
            <a:off x="-1497457" y="3670008"/>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34"/>
          <p:cNvSpPr/>
          <p:nvPr/>
        </p:nvSpPr>
        <p:spPr>
          <a:xfrm flipH="1">
            <a:off x="262457" y="13992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34"/>
          <p:cNvSpPr/>
          <p:nvPr/>
        </p:nvSpPr>
        <p:spPr>
          <a:xfrm flipH="1">
            <a:off x="1880081" y="673719"/>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34"/>
          <p:cNvSpPr/>
          <p:nvPr/>
        </p:nvSpPr>
        <p:spPr>
          <a:xfrm>
            <a:off x="-1166882" y="3777181"/>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34"/>
          <p:cNvSpPr/>
          <p:nvPr/>
        </p:nvSpPr>
        <p:spPr>
          <a:xfrm flipH="1">
            <a:off x="-2137218" y="248212"/>
            <a:ext cx="1990251" cy="2226013"/>
          </a:xfrm>
          <a:custGeom>
            <a:rect b="b" l="l" r="r" t="t"/>
            <a:pathLst>
              <a:path extrusionOk="0" h="39816" w="35599">
                <a:moveTo>
                  <a:pt x="16346" y="81"/>
                </a:moveTo>
                <a:lnTo>
                  <a:pt x="18606" y="102"/>
                </a:lnTo>
                <a:lnTo>
                  <a:pt x="19737" y="122"/>
                </a:lnTo>
                <a:lnTo>
                  <a:pt x="20867" y="162"/>
                </a:lnTo>
                <a:lnTo>
                  <a:pt x="22017" y="223"/>
                </a:lnTo>
                <a:lnTo>
                  <a:pt x="23147" y="283"/>
                </a:lnTo>
                <a:lnTo>
                  <a:pt x="24277" y="364"/>
                </a:lnTo>
                <a:lnTo>
                  <a:pt x="25407" y="465"/>
                </a:lnTo>
                <a:lnTo>
                  <a:pt x="26537" y="586"/>
                </a:lnTo>
                <a:lnTo>
                  <a:pt x="27667" y="747"/>
                </a:lnTo>
                <a:lnTo>
                  <a:pt x="28555" y="868"/>
                </a:lnTo>
                <a:lnTo>
                  <a:pt x="29443" y="1050"/>
                </a:lnTo>
                <a:lnTo>
                  <a:pt x="29887" y="1151"/>
                </a:lnTo>
                <a:lnTo>
                  <a:pt x="30311" y="1272"/>
                </a:lnTo>
                <a:lnTo>
                  <a:pt x="30755" y="1413"/>
                </a:lnTo>
                <a:lnTo>
                  <a:pt x="31179" y="1554"/>
                </a:lnTo>
                <a:lnTo>
                  <a:pt x="31582" y="1736"/>
                </a:lnTo>
                <a:lnTo>
                  <a:pt x="31986" y="1918"/>
                </a:lnTo>
                <a:lnTo>
                  <a:pt x="32369" y="2140"/>
                </a:lnTo>
                <a:lnTo>
                  <a:pt x="32732" y="2382"/>
                </a:lnTo>
                <a:lnTo>
                  <a:pt x="33076" y="2644"/>
                </a:lnTo>
                <a:lnTo>
                  <a:pt x="33419" y="2927"/>
                </a:lnTo>
                <a:lnTo>
                  <a:pt x="33721" y="3250"/>
                </a:lnTo>
                <a:lnTo>
                  <a:pt x="34004" y="3593"/>
                </a:lnTo>
                <a:lnTo>
                  <a:pt x="34165" y="3815"/>
                </a:lnTo>
                <a:lnTo>
                  <a:pt x="34307" y="4057"/>
                </a:lnTo>
                <a:lnTo>
                  <a:pt x="34448" y="4299"/>
                </a:lnTo>
                <a:lnTo>
                  <a:pt x="34569" y="4561"/>
                </a:lnTo>
                <a:lnTo>
                  <a:pt x="34771" y="5066"/>
                </a:lnTo>
                <a:lnTo>
                  <a:pt x="34932" y="5611"/>
                </a:lnTo>
                <a:lnTo>
                  <a:pt x="35073" y="6135"/>
                </a:lnTo>
                <a:lnTo>
                  <a:pt x="35174" y="6680"/>
                </a:lnTo>
                <a:lnTo>
                  <a:pt x="35255" y="7205"/>
                </a:lnTo>
                <a:lnTo>
                  <a:pt x="35316" y="7730"/>
                </a:lnTo>
                <a:lnTo>
                  <a:pt x="35416" y="8577"/>
                </a:lnTo>
                <a:lnTo>
                  <a:pt x="35477" y="9445"/>
                </a:lnTo>
                <a:lnTo>
                  <a:pt x="35517" y="10333"/>
                </a:lnTo>
                <a:lnTo>
                  <a:pt x="35517" y="11261"/>
                </a:lnTo>
                <a:lnTo>
                  <a:pt x="35517" y="12230"/>
                </a:lnTo>
                <a:lnTo>
                  <a:pt x="35497" y="13219"/>
                </a:lnTo>
                <a:lnTo>
                  <a:pt x="35457" y="14248"/>
                </a:lnTo>
                <a:lnTo>
                  <a:pt x="35376" y="15337"/>
                </a:lnTo>
                <a:lnTo>
                  <a:pt x="35316" y="16165"/>
                </a:lnTo>
                <a:lnTo>
                  <a:pt x="35235" y="17033"/>
                </a:lnTo>
                <a:lnTo>
                  <a:pt x="35134" y="17921"/>
                </a:lnTo>
                <a:lnTo>
                  <a:pt x="34993" y="18808"/>
                </a:lnTo>
                <a:lnTo>
                  <a:pt x="34831" y="19717"/>
                </a:lnTo>
                <a:lnTo>
                  <a:pt x="34629" y="20625"/>
                </a:lnTo>
                <a:lnTo>
                  <a:pt x="34508" y="21089"/>
                </a:lnTo>
                <a:lnTo>
                  <a:pt x="34367" y="21533"/>
                </a:lnTo>
                <a:lnTo>
                  <a:pt x="34226" y="21997"/>
                </a:lnTo>
                <a:lnTo>
                  <a:pt x="34064" y="22441"/>
                </a:lnTo>
                <a:lnTo>
                  <a:pt x="33943" y="22784"/>
                </a:lnTo>
                <a:lnTo>
                  <a:pt x="33782" y="23127"/>
                </a:lnTo>
                <a:lnTo>
                  <a:pt x="33620" y="23490"/>
                </a:lnTo>
                <a:lnTo>
                  <a:pt x="33419" y="23833"/>
                </a:lnTo>
                <a:lnTo>
                  <a:pt x="33197" y="24176"/>
                </a:lnTo>
                <a:lnTo>
                  <a:pt x="32934" y="24479"/>
                </a:lnTo>
                <a:lnTo>
                  <a:pt x="32793" y="24641"/>
                </a:lnTo>
                <a:lnTo>
                  <a:pt x="32632" y="24782"/>
                </a:lnTo>
                <a:lnTo>
                  <a:pt x="32470" y="24903"/>
                </a:lnTo>
                <a:lnTo>
                  <a:pt x="32309" y="25024"/>
                </a:lnTo>
                <a:lnTo>
                  <a:pt x="32107" y="25145"/>
                </a:lnTo>
                <a:lnTo>
                  <a:pt x="31925" y="25226"/>
                </a:lnTo>
                <a:lnTo>
                  <a:pt x="31723" y="25327"/>
                </a:lnTo>
                <a:lnTo>
                  <a:pt x="31522" y="25387"/>
                </a:lnTo>
                <a:lnTo>
                  <a:pt x="31118" y="25508"/>
                </a:lnTo>
                <a:lnTo>
                  <a:pt x="30694" y="25569"/>
                </a:lnTo>
                <a:lnTo>
                  <a:pt x="30250" y="25609"/>
                </a:lnTo>
                <a:lnTo>
                  <a:pt x="29403" y="25609"/>
                </a:lnTo>
                <a:lnTo>
                  <a:pt x="28979" y="25589"/>
                </a:lnTo>
                <a:lnTo>
                  <a:pt x="27809" y="25488"/>
                </a:lnTo>
                <a:lnTo>
                  <a:pt x="26658" y="25347"/>
                </a:lnTo>
                <a:lnTo>
                  <a:pt x="25508" y="25185"/>
                </a:lnTo>
                <a:lnTo>
                  <a:pt x="24358" y="25004"/>
                </a:lnTo>
                <a:lnTo>
                  <a:pt x="23248" y="24842"/>
                </a:lnTo>
                <a:lnTo>
                  <a:pt x="22118" y="24681"/>
                </a:lnTo>
                <a:lnTo>
                  <a:pt x="20988" y="24540"/>
                </a:lnTo>
                <a:lnTo>
                  <a:pt x="19837" y="24439"/>
                </a:lnTo>
                <a:lnTo>
                  <a:pt x="19272" y="24398"/>
                </a:lnTo>
                <a:lnTo>
                  <a:pt x="18707" y="24378"/>
                </a:lnTo>
                <a:lnTo>
                  <a:pt x="17577" y="24378"/>
                </a:lnTo>
                <a:lnTo>
                  <a:pt x="17012" y="24419"/>
                </a:lnTo>
                <a:lnTo>
                  <a:pt x="16447" y="24459"/>
                </a:lnTo>
                <a:lnTo>
                  <a:pt x="15882" y="24540"/>
                </a:lnTo>
                <a:lnTo>
                  <a:pt x="15317" y="24620"/>
                </a:lnTo>
                <a:lnTo>
                  <a:pt x="14631" y="24762"/>
                </a:lnTo>
                <a:lnTo>
                  <a:pt x="13965" y="24943"/>
                </a:lnTo>
                <a:lnTo>
                  <a:pt x="13319" y="25165"/>
                </a:lnTo>
                <a:lnTo>
                  <a:pt x="12674" y="25407"/>
                </a:lnTo>
                <a:lnTo>
                  <a:pt x="12048" y="25690"/>
                </a:lnTo>
                <a:lnTo>
                  <a:pt x="11422" y="25993"/>
                </a:lnTo>
                <a:lnTo>
                  <a:pt x="10817" y="26336"/>
                </a:lnTo>
                <a:lnTo>
                  <a:pt x="10232" y="26699"/>
                </a:lnTo>
                <a:lnTo>
                  <a:pt x="9667" y="27102"/>
                </a:lnTo>
                <a:lnTo>
                  <a:pt x="9122" y="27526"/>
                </a:lnTo>
                <a:lnTo>
                  <a:pt x="8597" y="27990"/>
                </a:lnTo>
                <a:lnTo>
                  <a:pt x="8093" y="28455"/>
                </a:lnTo>
                <a:lnTo>
                  <a:pt x="7608" y="28959"/>
                </a:lnTo>
                <a:lnTo>
                  <a:pt x="7164" y="29484"/>
                </a:lnTo>
                <a:lnTo>
                  <a:pt x="6741" y="30029"/>
                </a:lnTo>
                <a:lnTo>
                  <a:pt x="6357" y="30594"/>
                </a:lnTo>
                <a:lnTo>
                  <a:pt x="6014" y="31159"/>
                </a:lnTo>
                <a:lnTo>
                  <a:pt x="5691" y="31744"/>
                </a:lnTo>
                <a:lnTo>
                  <a:pt x="5389" y="32329"/>
                </a:lnTo>
                <a:lnTo>
                  <a:pt x="5106" y="32914"/>
                </a:lnTo>
                <a:lnTo>
                  <a:pt x="4844" y="33520"/>
                </a:lnTo>
                <a:lnTo>
                  <a:pt x="4581" y="34125"/>
                </a:lnTo>
                <a:lnTo>
                  <a:pt x="4097" y="35336"/>
                </a:lnTo>
                <a:lnTo>
                  <a:pt x="3714" y="36264"/>
                </a:lnTo>
                <a:lnTo>
                  <a:pt x="3330" y="37172"/>
                </a:lnTo>
                <a:lnTo>
                  <a:pt x="2927" y="38080"/>
                </a:lnTo>
                <a:lnTo>
                  <a:pt x="2705" y="38524"/>
                </a:lnTo>
                <a:lnTo>
                  <a:pt x="2483" y="38948"/>
                </a:lnTo>
                <a:lnTo>
                  <a:pt x="2402" y="39089"/>
                </a:lnTo>
                <a:lnTo>
                  <a:pt x="2321" y="39211"/>
                </a:lnTo>
                <a:lnTo>
                  <a:pt x="2220" y="39332"/>
                </a:lnTo>
                <a:lnTo>
                  <a:pt x="2099" y="39453"/>
                </a:lnTo>
                <a:lnTo>
                  <a:pt x="1978" y="39554"/>
                </a:lnTo>
                <a:lnTo>
                  <a:pt x="1857" y="39634"/>
                </a:lnTo>
                <a:lnTo>
                  <a:pt x="1736" y="39695"/>
                </a:lnTo>
                <a:lnTo>
                  <a:pt x="1615" y="39715"/>
                </a:lnTo>
                <a:lnTo>
                  <a:pt x="1413" y="39715"/>
                </a:lnTo>
                <a:lnTo>
                  <a:pt x="1312" y="39654"/>
                </a:lnTo>
                <a:lnTo>
                  <a:pt x="1231" y="39594"/>
                </a:lnTo>
                <a:lnTo>
                  <a:pt x="1191" y="39513"/>
                </a:lnTo>
                <a:lnTo>
                  <a:pt x="1131" y="39433"/>
                </a:lnTo>
                <a:lnTo>
                  <a:pt x="1110" y="39352"/>
                </a:lnTo>
                <a:lnTo>
                  <a:pt x="1090" y="39251"/>
                </a:lnTo>
                <a:lnTo>
                  <a:pt x="1090" y="39049"/>
                </a:lnTo>
                <a:lnTo>
                  <a:pt x="1110" y="38847"/>
                </a:lnTo>
                <a:lnTo>
                  <a:pt x="1252" y="38040"/>
                </a:lnTo>
                <a:lnTo>
                  <a:pt x="1393" y="37253"/>
                </a:lnTo>
                <a:lnTo>
                  <a:pt x="1575" y="36466"/>
                </a:lnTo>
                <a:lnTo>
                  <a:pt x="1776" y="35699"/>
                </a:lnTo>
                <a:lnTo>
                  <a:pt x="2018" y="34630"/>
                </a:lnTo>
                <a:lnTo>
                  <a:pt x="2261" y="33560"/>
                </a:lnTo>
                <a:lnTo>
                  <a:pt x="2422" y="32551"/>
                </a:lnTo>
                <a:lnTo>
                  <a:pt x="2563" y="31562"/>
                </a:lnTo>
                <a:lnTo>
                  <a:pt x="2664" y="30533"/>
                </a:lnTo>
                <a:lnTo>
                  <a:pt x="2705" y="29524"/>
                </a:lnTo>
                <a:lnTo>
                  <a:pt x="2745" y="28515"/>
                </a:lnTo>
                <a:lnTo>
                  <a:pt x="2745" y="27506"/>
                </a:lnTo>
                <a:lnTo>
                  <a:pt x="2705" y="26477"/>
                </a:lnTo>
                <a:lnTo>
                  <a:pt x="2644" y="25468"/>
                </a:lnTo>
                <a:lnTo>
                  <a:pt x="2563" y="24439"/>
                </a:lnTo>
                <a:lnTo>
                  <a:pt x="2462" y="23430"/>
                </a:lnTo>
                <a:lnTo>
                  <a:pt x="2362" y="22401"/>
                </a:lnTo>
                <a:lnTo>
                  <a:pt x="2240" y="21392"/>
                </a:lnTo>
                <a:lnTo>
                  <a:pt x="1958" y="19374"/>
                </a:lnTo>
                <a:lnTo>
                  <a:pt x="1655" y="17355"/>
                </a:lnTo>
                <a:lnTo>
                  <a:pt x="1595" y="16972"/>
                </a:lnTo>
                <a:lnTo>
                  <a:pt x="1030" y="13219"/>
                </a:lnTo>
                <a:lnTo>
                  <a:pt x="485" y="9465"/>
                </a:lnTo>
                <a:lnTo>
                  <a:pt x="323" y="8234"/>
                </a:lnTo>
                <a:lnTo>
                  <a:pt x="182" y="7043"/>
                </a:lnTo>
                <a:lnTo>
                  <a:pt x="142" y="6458"/>
                </a:lnTo>
                <a:lnTo>
                  <a:pt x="101" y="5873"/>
                </a:lnTo>
                <a:lnTo>
                  <a:pt x="81" y="5308"/>
                </a:lnTo>
                <a:lnTo>
                  <a:pt x="81" y="4723"/>
                </a:lnTo>
                <a:lnTo>
                  <a:pt x="81" y="4521"/>
                </a:lnTo>
                <a:lnTo>
                  <a:pt x="101" y="3633"/>
                </a:lnTo>
                <a:lnTo>
                  <a:pt x="142" y="3129"/>
                </a:lnTo>
                <a:lnTo>
                  <a:pt x="202" y="2604"/>
                </a:lnTo>
                <a:lnTo>
                  <a:pt x="283" y="2099"/>
                </a:lnTo>
                <a:lnTo>
                  <a:pt x="323" y="1857"/>
                </a:lnTo>
                <a:lnTo>
                  <a:pt x="404" y="1635"/>
                </a:lnTo>
                <a:lnTo>
                  <a:pt x="465" y="1413"/>
                </a:lnTo>
                <a:lnTo>
                  <a:pt x="566" y="1211"/>
                </a:lnTo>
                <a:lnTo>
                  <a:pt x="666" y="1010"/>
                </a:lnTo>
                <a:lnTo>
                  <a:pt x="767" y="848"/>
                </a:lnTo>
                <a:lnTo>
                  <a:pt x="848" y="747"/>
                </a:lnTo>
                <a:lnTo>
                  <a:pt x="929" y="687"/>
                </a:lnTo>
                <a:lnTo>
                  <a:pt x="1110" y="545"/>
                </a:lnTo>
                <a:lnTo>
                  <a:pt x="1332" y="445"/>
                </a:lnTo>
                <a:lnTo>
                  <a:pt x="1575" y="364"/>
                </a:lnTo>
                <a:lnTo>
                  <a:pt x="1837" y="303"/>
                </a:lnTo>
                <a:lnTo>
                  <a:pt x="2099" y="283"/>
                </a:lnTo>
                <a:lnTo>
                  <a:pt x="2382" y="263"/>
                </a:lnTo>
                <a:lnTo>
                  <a:pt x="2684" y="243"/>
                </a:lnTo>
                <a:lnTo>
                  <a:pt x="3169" y="263"/>
                </a:lnTo>
                <a:lnTo>
                  <a:pt x="3633" y="283"/>
                </a:lnTo>
                <a:lnTo>
                  <a:pt x="4057" y="303"/>
                </a:lnTo>
                <a:lnTo>
                  <a:pt x="4440" y="303"/>
                </a:lnTo>
                <a:lnTo>
                  <a:pt x="9586" y="202"/>
                </a:lnTo>
                <a:lnTo>
                  <a:pt x="11826" y="142"/>
                </a:lnTo>
                <a:lnTo>
                  <a:pt x="14066" y="102"/>
                </a:lnTo>
                <a:lnTo>
                  <a:pt x="16346" y="81"/>
                </a:lnTo>
                <a:close/>
                <a:moveTo>
                  <a:pt x="16346" y="1"/>
                </a:moveTo>
                <a:lnTo>
                  <a:pt x="14066" y="21"/>
                </a:lnTo>
                <a:lnTo>
                  <a:pt x="11826" y="61"/>
                </a:lnTo>
                <a:lnTo>
                  <a:pt x="9586" y="122"/>
                </a:lnTo>
                <a:lnTo>
                  <a:pt x="4420" y="223"/>
                </a:lnTo>
                <a:lnTo>
                  <a:pt x="4057" y="223"/>
                </a:lnTo>
                <a:lnTo>
                  <a:pt x="3633" y="202"/>
                </a:lnTo>
                <a:lnTo>
                  <a:pt x="2805" y="162"/>
                </a:lnTo>
                <a:lnTo>
                  <a:pt x="2382" y="182"/>
                </a:lnTo>
                <a:lnTo>
                  <a:pt x="1978" y="202"/>
                </a:lnTo>
                <a:lnTo>
                  <a:pt x="1595" y="283"/>
                </a:lnTo>
                <a:lnTo>
                  <a:pt x="1413" y="324"/>
                </a:lnTo>
                <a:lnTo>
                  <a:pt x="1252" y="384"/>
                </a:lnTo>
                <a:lnTo>
                  <a:pt x="1090" y="465"/>
                </a:lnTo>
                <a:lnTo>
                  <a:pt x="949" y="566"/>
                </a:lnTo>
                <a:lnTo>
                  <a:pt x="828" y="667"/>
                </a:lnTo>
                <a:lnTo>
                  <a:pt x="707" y="788"/>
                </a:lnTo>
                <a:lnTo>
                  <a:pt x="586" y="969"/>
                </a:lnTo>
                <a:lnTo>
                  <a:pt x="485" y="1151"/>
                </a:lnTo>
                <a:lnTo>
                  <a:pt x="404" y="1373"/>
                </a:lnTo>
                <a:lnTo>
                  <a:pt x="323" y="1575"/>
                </a:lnTo>
                <a:lnTo>
                  <a:pt x="263" y="1817"/>
                </a:lnTo>
                <a:lnTo>
                  <a:pt x="202" y="2059"/>
                </a:lnTo>
                <a:lnTo>
                  <a:pt x="122" y="2563"/>
                </a:lnTo>
                <a:lnTo>
                  <a:pt x="61" y="3068"/>
                </a:lnTo>
                <a:lnTo>
                  <a:pt x="21" y="3593"/>
                </a:lnTo>
                <a:lnTo>
                  <a:pt x="0" y="4521"/>
                </a:lnTo>
                <a:lnTo>
                  <a:pt x="0" y="4723"/>
                </a:lnTo>
                <a:lnTo>
                  <a:pt x="0" y="5308"/>
                </a:lnTo>
                <a:lnTo>
                  <a:pt x="21" y="5873"/>
                </a:lnTo>
                <a:lnTo>
                  <a:pt x="61" y="6458"/>
                </a:lnTo>
                <a:lnTo>
                  <a:pt x="101" y="7043"/>
                </a:lnTo>
                <a:lnTo>
                  <a:pt x="243" y="8234"/>
                </a:lnTo>
                <a:lnTo>
                  <a:pt x="404" y="9465"/>
                </a:lnTo>
                <a:lnTo>
                  <a:pt x="949" y="13219"/>
                </a:lnTo>
                <a:lnTo>
                  <a:pt x="1514" y="16992"/>
                </a:lnTo>
                <a:lnTo>
                  <a:pt x="1575" y="17376"/>
                </a:lnTo>
                <a:lnTo>
                  <a:pt x="1877" y="19374"/>
                </a:lnTo>
                <a:lnTo>
                  <a:pt x="2160" y="21392"/>
                </a:lnTo>
                <a:lnTo>
                  <a:pt x="2281" y="22421"/>
                </a:lnTo>
                <a:lnTo>
                  <a:pt x="2382" y="23430"/>
                </a:lnTo>
                <a:lnTo>
                  <a:pt x="2483" y="24439"/>
                </a:lnTo>
                <a:lnTo>
                  <a:pt x="2563" y="25468"/>
                </a:lnTo>
                <a:lnTo>
                  <a:pt x="2624" y="26477"/>
                </a:lnTo>
                <a:lnTo>
                  <a:pt x="2664" y="27486"/>
                </a:lnTo>
                <a:lnTo>
                  <a:pt x="2664" y="28515"/>
                </a:lnTo>
                <a:lnTo>
                  <a:pt x="2644" y="29524"/>
                </a:lnTo>
                <a:lnTo>
                  <a:pt x="2584" y="30533"/>
                </a:lnTo>
                <a:lnTo>
                  <a:pt x="2483" y="31542"/>
                </a:lnTo>
                <a:lnTo>
                  <a:pt x="2341" y="32551"/>
                </a:lnTo>
                <a:lnTo>
                  <a:pt x="2180" y="33540"/>
                </a:lnTo>
                <a:lnTo>
                  <a:pt x="1938" y="34630"/>
                </a:lnTo>
                <a:lnTo>
                  <a:pt x="1696" y="35679"/>
                </a:lnTo>
                <a:lnTo>
                  <a:pt x="1494" y="36466"/>
                </a:lnTo>
                <a:lnTo>
                  <a:pt x="1332" y="37233"/>
                </a:lnTo>
                <a:lnTo>
                  <a:pt x="1171" y="38040"/>
                </a:lnTo>
                <a:lnTo>
                  <a:pt x="1030" y="38827"/>
                </a:lnTo>
                <a:lnTo>
                  <a:pt x="1009" y="39049"/>
                </a:lnTo>
                <a:lnTo>
                  <a:pt x="1009" y="39271"/>
                </a:lnTo>
                <a:lnTo>
                  <a:pt x="1030" y="39372"/>
                </a:lnTo>
                <a:lnTo>
                  <a:pt x="1070" y="39473"/>
                </a:lnTo>
                <a:lnTo>
                  <a:pt x="1110" y="39574"/>
                </a:lnTo>
                <a:lnTo>
                  <a:pt x="1191" y="39654"/>
                </a:lnTo>
                <a:lnTo>
                  <a:pt x="1252" y="39715"/>
                </a:lnTo>
                <a:lnTo>
                  <a:pt x="1353" y="39776"/>
                </a:lnTo>
                <a:lnTo>
                  <a:pt x="1433" y="39796"/>
                </a:lnTo>
                <a:lnTo>
                  <a:pt x="1534" y="39816"/>
                </a:lnTo>
                <a:lnTo>
                  <a:pt x="1615" y="39796"/>
                </a:lnTo>
                <a:lnTo>
                  <a:pt x="1756" y="39776"/>
                </a:lnTo>
                <a:lnTo>
                  <a:pt x="1897" y="39695"/>
                </a:lnTo>
                <a:lnTo>
                  <a:pt x="2018" y="39614"/>
                </a:lnTo>
                <a:lnTo>
                  <a:pt x="2160" y="39513"/>
                </a:lnTo>
                <a:lnTo>
                  <a:pt x="2281" y="39392"/>
                </a:lnTo>
                <a:lnTo>
                  <a:pt x="2382" y="39271"/>
                </a:lnTo>
                <a:lnTo>
                  <a:pt x="2483" y="39130"/>
                </a:lnTo>
                <a:lnTo>
                  <a:pt x="2563" y="38989"/>
                </a:lnTo>
                <a:lnTo>
                  <a:pt x="2785" y="38565"/>
                </a:lnTo>
                <a:lnTo>
                  <a:pt x="3007" y="38101"/>
                </a:lnTo>
                <a:lnTo>
                  <a:pt x="3411" y="37193"/>
                </a:lnTo>
                <a:lnTo>
                  <a:pt x="3794" y="36284"/>
                </a:lnTo>
                <a:lnTo>
                  <a:pt x="4158" y="35376"/>
                </a:lnTo>
                <a:lnTo>
                  <a:pt x="4662" y="34166"/>
                </a:lnTo>
                <a:lnTo>
                  <a:pt x="4904" y="33560"/>
                </a:lnTo>
                <a:lnTo>
                  <a:pt x="5187" y="32955"/>
                </a:lnTo>
                <a:lnTo>
                  <a:pt x="5469" y="32369"/>
                </a:lnTo>
                <a:lnTo>
                  <a:pt x="5752" y="31784"/>
                </a:lnTo>
                <a:lnTo>
                  <a:pt x="6075" y="31199"/>
                </a:lnTo>
                <a:lnTo>
                  <a:pt x="6418" y="30654"/>
                </a:lnTo>
                <a:lnTo>
                  <a:pt x="6821" y="30089"/>
                </a:lnTo>
                <a:lnTo>
                  <a:pt x="7225" y="29544"/>
                </a:lnTo>
                <a:lnTo>
                  <a:pt x="7669" y="29020"/>
                </a:lnTo>
                <a:lnTo>
                  <a:pt x="8153" y="28515"/>
                </a:lnTo>
                <a:lnTo>
                  <a:pt x="8638" y="28051"/>
                </a:lnTo>
                <a:lnTo>
                  <a:pt x="9162" y="27587"/>
                </a:lnTo>
                <a:lnTo>
                  <a:pt x="9707" y="27163"/>
                </a:lnTo>
                <a:lnTo>
                  <a:pt x="10272" y="26780"/>
                </a:lnTo>
                <a:lnTo>
                  <a:pt x="10857" y="26396"/>
                </a:lnTo>
                <a:lnTo>
                  <a:pt x="11463" y="26073"/>
                </a:lnTo>
                <a:lnTo>
                  <a:pt x="12068" y="25750"/>
                </a:lnTo>
                <a:lnTo>
                  <a:pt x="12694" y="25468"/>
                </a:lnTo>
                <a:lnTo>
                  <a:pt x="13339" y="25226"/>
                </a:lnTo>
                <a:lnTo>
                  <a:pt x="14005" y="25024"/>
                </a:lnTo>
                <a:lnTo>
                  <a:pt x="14651" y="24842"/>
                </a:lnTo>
                <a:lnTo>
                  <a:pt x="15337" y="24701"/>
                </a:lnTo>
                <a:lnTo>
                  <a:pt x="15882" y="24600"/>
                </a:lnTo>
                <a:lnTo>
                  <a:pt x="16447" y="24540"/>
                </a:lnTo>
                <a:lnTo>
                  <a:pt x="17012" y="24499"/>
                </a:lnTo>
                <a:lnTo>
                  <a:pt x="17577" y="24459"/>
                </a:lnTo>
                <a:lnTo>
                  <a:pt x="18707" y="24459"/>
                </a:lnTo>
                <a:lnTo>
                  <a:pt x="19272" y="24479"/>
                </a:lnTo>
                <a:lnTo>
                  <a:pt x="19837" y="24519"/>
                </a:lnTo>
                <a:lnTo>
                  <a:pt x="20968" y="24620"/>
                </a:lnTo>
                <a:lnTo>
                  <a:pt x="22098" y="24762"/>
                </a:lnTo>
                <a:lnTo>
                  <a:pt x="23228" y="24923"/>
                </a:lnTo>
                <a:lnTo>
                  <a:pt x="24338" y="25084"/>
                </a:lnTo>
                <a:lnTo>
                  <a:pt x="25488" y="25266"/>
                </a:lnTo>
                <a:lnTo>
                  <a:pt x="26638" y="25428"/>
                </a:lnTo>
                <a:lnTo>
                  <a:pt x="27809" y="25569"/>
                </a:lnTo>
                <a:lnTo>
                  <a:pt x="28979" y="25670"/>
                </a:lnTo>
                <a:lnTo>
                  <a:pt x="29403" y="25690"/>
                </a:lnTo>
                <a:lnTo>
                  <a:pt x="30271" y="25690"/>
                </a:lnTo>
                <a:lnTo>
                  <a:pt x="30714" y="25650"/>
                </a:lnTo>
                <a:lnTo>
                  <a:pt x="31138" y="25569"/>
                </a:lnTo>
                <a:lnTo>
                  <a:pt x="31562" y="25468"/>
                </a:lnTo>
                <a:lnTo>
                  <a:pt x="31764" y="25387"/>
                </a:lnTo>
                <a:lnTo>
                  <a:pt x="31966" y="25306"/>
                </a:lnTo>
                <a:lnTo>
                  <a:pt x="32147" y="25206"/>
                </a:lnTo>
                <a:lnTo>
                  <a:pt x="32349" y="25084"/>
                </a:lnTo>
                <a:lnTo>
                  <a:pt x="32511" y="24963"/>
                </a:lnTo>
                <a:lnTo>
                  <a:pt x="32692" y="24842"/>
                </a:lnTo>
                <a:lnTo>
                  <a:pt x="32833" y="24701"/>
                </a:lnTo>
                <a:lnTo>
                  <a:pt x="32995" y="24540"/>
                </a:lnTo>
                <a:lnTo>
                  <a:pt x="33257" y="24217"/>
                </a:lnTo>
                <a:lnTo>
                  <a:pt x="33479" y="23874"/>
                </a:lnTo>
                <a:lnTo>
                  <a:pt x="33681" y="23531"/>
                </a:lnTo>
                <a:lnTo>
                  <a:pt x="33863" y="23167"/>
                </a:lnTo>
                <a:lnTo>
                  <a:pt x="34004" y="22804"/>
                </a:lnTo>
                <a:lnTo>
                  <a:pt x="34145" y="22461"/>
                </a:lnTo>
                <a:lnTo>
                  <a:pt x="34307" y="22017"/>
                </a:lnTo>
                <a:lnTo>
                  <a:pt x="34448" y="21573"/>
                </a:lnTo>
                <a:lnTo>
                  <a:pt x="34569" y="21109"/>
                </a:lnTo>
                <a:lnTo>
                  <a:pt x="34690" y="20645"/>
                </a:lnTo>
                <a:lnTo>
                  <a:pt x="34912" y="19737"/>
                </a:lnTo>
                <a:lnTo>
                  <a:pt x="35073" y="18829"/>
                </a:lnTo>
                <a:lnTo>
                  <a:pt x="35215" y="17921"/>
                </a:lnTo>
                <a:lnTo>
                  <a:pt x="35316" y="17033"/>
                </a:lnTo>
                <a:lnTo>
                  <a:pt x="35396" y="16185"/>
                </a:lnTo>
                <a:lnTo>
                  <a:pt x="35457" y="15337"/>
                </a:lnTo>
                <a:lnTo>
                  <a:pt x="35538" y="14248"/>
                </a:lnTo>
                <a:lnTo>
                  <a:pt x="35578" y="13219"/>
                </a:lnTo>
                <a:lnTo>
                  <a:pt x="35598" y="12230"/>
                </a:lnTo>
                <a:lnTo>
                  <a:pt x="35598" y="11261"/>
                </a:lnTo>
                <a:lnTo>
                  <a:pt x="35598" y="10333"/>
                </a:lnTo>
                <a:lnTo>
                  <a:pt x="35558" y="9445"/>
                </a:lnTo>
                <a:lnTo>
                  <a:pt x="35497" y="8557"/>
                </a:lnTo>
                <a:lnTo>
                  <a:pt x="35396" y="7709"/>
                </a:lnTo>
                <a:lnTo>
                  <a:pt x="35336" y="7185"/>
                </a:lnTo>
                <a:lnTo>
                  <a:pt x="35255" y="6660"/>
                </a:lnTo>
                <a:lnTo>
                  <a:pt x="35154" y="6115"/>
                </a:lnTo>
                <a:lnTo>
                  <a:pt x="35013" y="5570"/>
                </a:lnTo>
                <a:lnTo>
                  <a:pt x="34851" y="5046"/>
                </a:lnTo>
                <a:lnTo>
                  <a:pt x="34629" y="4521"/>
                </a:lnTo>
                <a:lnTo>
                  <a:pt x="34508" y="4259"/>
                </a:lnTo>
                <a:lnTo>
                  <a:pt x="34387" y="4016"/>
                </a:lnTo>
                <a:lnTo>
                  <a:pt x="34226" y="3774"/>
                </a:lnTo>
                <a:lnTo>
                  <a:pt x="34064" y="3552"/>
                </a:lnTo>
                <a:lnTo>
                  <a:pt x="33782" y="3189"/>
                </a:lnTo>
                <a:lnTo>
                  <a:pt x="33479" y="2866"/>
                </a:lnTo>
                <a:lnTo>
                  <a:pt x="33136" y="2584"/>
                </a:lnTo>
                <a:lnTo>
                  <a:pt x="32793" y="2301"/>
                </a:lnTo>
                <a:lnTo>
                  <a:pt x="32410" y="2079"/>
                </a:lnTo>
                <a:lnTo>
                  <a:pt x="32026" y="1857"/>
                </a:lnTo>
                <a:lnTo>
                  <a:pt x="31623" y="1655"/>
                </a:lnTo>
                <a:lnTo>
                  <a:pt x="31199" y="1494"/>
                </a:lnTo>
                <a:lnTo>
                  <a:pt x="30775" y="1333"/>
                </a:lnTo>
                <a:lnTo>
                  <a:pt x="30351" y="1191"/>
                </a:lnTo>
                <a:lnTo>
                  <a:pt x="29907" y="1070"/>
                </a:lnTo>
                <a:lnTo>
                  <a:pt x="29463" y="969"/>
                </a:lnTo>
                <a:lnTo>
                  <a:pt x="28555" y="788"/>
                </a:lnTo>
                <a:lnTo>
                  <a:pt x="27667" y="667"/>
                </a:lnTo>
                <a:lnTo>
                  <a:pt x="26557" y="525"/>
                </a:lnTo>
                <a:lnTo>
                  <a:pt x="25427" y="384"/>
                </a:lnTo>
                <a:lnTo>
                  <a:pt x="24277" y="283"/>
                </a:lnTo>
                <a:lnTo>
                  <a:pt x="23147" y="202"/>
                </a:lnTo>
                <a:lnTo>
                  <a:pt x="22017" y="142"/>
                </a:lnTo>
                <a:lnTo>
                  <a:pt x="20887" y="81"/>
                </a:lnTo>
                <a:lnTo>
                  <a:pt x="19737" y="41"/>
                </a:lnTo>
                <a:lnTo>
                  <a:pt x="18606" y="21"/>
                </a:lnTo>
                <a:lnTo>
                  <a:pt x="1634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34"/>
          <p:cNvSpPr/>
          <p:nvPr/>
        </p:nvSpPr>
        <p:spPr>
          <a:xfrm flipH="1" rot="-6644194">
            <a:off x="7345178" y="2375062"/>
            <a:ext cx="2960485" cy="1551300"/>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34"/>
          <p:cNvSpPr/>
          <p:nvPr/>
        </p:nvSpPr>
        <p:spPr>
          <a:xfrm flipH="1">
            <a:off x="8040412" y="359407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34"/>
          <p:cNvSpPr/>
          <p:nvPr/>
        </p:nvSpPr>
        <p:spPr>
          <a:xfrm flipH="1">
            <a:off x="485872" y="210978"/>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34"/>
          <p:cNvSpPr/>
          <p:nvPr/>
        </p:nvSpPr>
        <p:spPr>
          <a:xfrm flipH="1">
            <a:off x="-2103334" y="200859"/>
            <a:ext cx="1707024" cy="174879"/>
          </a:xfrm>
          <a:custGeom>
            <a:rect b="b" l="l" r="r" t="t"/>
            <a:pathLst>
              <a:path extrusionOk="0" h="3128" w="30533">
                <a:moveTo>
                  <a:pt x="17960" y="0"/>
                </a:moveTo>
                <a:lnTo>
                  <a:pt x="16750" y="20"/>
                </a:lnTo>
                <a:lnTo>
                  <a:pt x="16326" y="20"/>
                </a:lnTo>
                <a:lnTo>
                  <a:pt x="13057" y="61"/>
                </a:lnTo>
                <a:lnTo>
                  <a:pt x="11422" y="101"/>
                </a:lnTo>
                <a:lnTo>
                  <a:pt x="9767" y="182"/>
                </a:lnTo>
                <a:lnTo>
                  <a:pt x="8133" y="262"/>
                </a:lnTo>
                <a:lnTo>
                  <a:pt x="6478" y="404"/>
                </a:lnTo>
                <a:lnTo>
                  <a:pt x="5671" y="484"/>
                </a:lnTo>
                <a:lnTo>
                  <a:pt x="4843" y="585"/>
                </a:lnTo>
                <a:lnTo>
                  <a:pt x="4036" y="686"/>
                </a:lnTo>
                <a:lnTo>
                  <a:pt x="3209" y="807"/>
                </a:lnTo>
                <a:lnTo>
                  <a:pt x="2785" y="868"/>
                </a:lnTo>
                <a:lnTo>
                  <a:pt x="2361" y="969"/>
                </a:lnTo>
                <a:lnTo>
                  <a:pt x="1917" y="1070"/>
                </a:lnTo>
                <a:lnTo>
                  <a:pt x="1494" y="1211"/>
                </a:lnTo>
                <a:lnTo>
                  <a:pt x="1090" y="1372"/>
                </a:lnTo>
                <a:lnTo>
                  <a:pt x="888" y="1473"/>
                </a:lnTo>
                <a:lnTo>
                  <a:pt x="686" y="1574"/>
                </a:lnTo>
                <a:lnTo>
                  <a:pt x="505" y="1695"/>
                </a:lnTo>
                <a:lnTo>
                  <a:pt x="323" y="1836"/>
                </a:lnTo>
                <a:lnTo>
                  <a:pt x="162" y="1978"/>
                </a:lnTo>
                <a:lnTo>
                  <a:pt x="0" y="2139"/>
                </a:lnTo>
                <a:lnTo>
                  <a:pt x="61" y="2200"/>
                </a:lnTo>
                <a:lnTo>
                  <a:pt x="222" y="2038"/>
                </a:lnTo>
                <a:lnTo>
                  <a:pt x="384" y="1897"/>
                </a:lnTo>
                <a:lnTo>
                  <a:pt x="565" y="1756"/>
                </a:lnTo>
                <a:lnTo>
                  <a:pt x="747" y="1655"/>
                </a:lnTo>
                <a:lnTo>
                  <a:pt x="929" y="1534"/>
                </a:lnTo>
                <a:lnTo>
                  <a:pt x="1130" y="1433"/>
                </a:lnTo>
                <a:lnTo>
                  <a:pt x="1534" y="1271"/>
                </a:lnTo>
                <a:lnTo>
                  <a:pt x="1958" y="1150"/>
                </a:lnTo>
                <a:lnTo>
                  <a:pt x="2382" y="1049"/>
                </a:lnTo>
                <a:lnTo>
                  <a:pt x="2805" y="949"/>
                </a:lnTo>
                <a:lnTo>
                  <a:pt x="3229" y="888"/>
                </a:lnTo>
                <a:lnTo>
                  <a:pt x="4036" y="767"/>
                </a:lnTo>
                <a:lnTo>
                  <a:pt x="4864" y="666"/>
                </a:lnTo>
                <a:lnTo>
                  <a:pt x="5671" y="565"/>
                </a:lnTo>
                <a:lnTo>
                  <a:pt x="6498" y="484"/>
                </a:lnTo>
                <a:lnTo>
                  <a:pt x="8133" y="343"/>
                </a:lnTo>
                <a:lnTo>
                  <a:pt x="9788" y="262"/>
                </a:lnTo>
                <a:lnTo>
                  <a:pt x="11422" y="182"/>
                </a:lnTo>
                <a:lnTo>
                  <a:pt x="13057" y="141"/>
                </a:lnTo>
                <a:lnTo>
                  <a:pt x="16326" y="101"/>
                </a:lnTo>
                <a:lnTo>
                  <a:pt x="16750" y="101"/>
                </a:lnTo>
                <a:lnTo>
                  <a:pt x="17960" y="81"/>
                </a:lnTo>
                <a:lnTo>
                  <a:pt x="19191" y="81"/>
                </a:lnTo>
                <a:lnTo>
                  <a:pt x="20402" y="101"/>
                </a:lnTo>
                <a:lnTo>
                  <a:pt x="21613" y="161"/>
                </a:lnTo>
                <a:lnTo>
                  <a:pt x="22239" y="202"/>
                </a:lnTo>
                <a:lnTo>
                  <a:pt x="22844" y="242"/>
                </a:lnTo>
                <a:lnTo>
                  <a:pt x="23449" y="303"/>
                </a:lnTo>
                <a:lnTo>
                  <a:pt x="24055" y="383"/>
                </a:lnTo>
                <a:lnTo>
                  <a:pt x="24640" y="484"/>
                </a:lnTo>
                <a:lnTo>
                  <a:pt x="25245" y="585"/>
                </a:lnTo>
                <a:lnTo>
                  <a:pt x="25831" y="727"/>
                </a:lnTo>
                <a:lnTo>
                  <a:pt x="26436" y="868"/>
                </a:lnTo>
                <a:lnTo>
                  <a:pt x="27102" y="1070"/>
                </a:lnTo>
                <a:lnTo>
                  <a:pt x="27707" y="1292"/>
                </a:lnTo>
                <a:lnTo>
                  <a:pt x="28293" y="1534"/>
                </a:lnTo>
                <a:lnTo>
                  <a:pt x="28817" y="1816"/>
                </a:lnTo>
                <a:lnTo>
                  <a:pt x="29281" y="2099"/>
                </a:lnTo>
                <a:lnTo>
                  <a:pt x="29725" y="2422"/>
                </a:lnTo>
                <a:lnTo>
                  <a:pt x="30109" y="2745"/>
                </a:lnTo>
                <a:lnTo>
                  <a:pt x="30290" y="2926"/>
                </a:lnTo>
                <a:lnTo>
                  <a:pt x="30472" y="3128"/>
                </a:lnTo>
                <a:lnTo>
                  <a:pt x="30533" y="3067"/>
                </a:lnTo>
                <a:lnTo>
                  <a:pt x="30351" y="2886"/>
                </a:lnTo>
                <a:lnTo>
                  <a:pt x="30169" y="2704"/>
                </a:lnTo>
                <a:lnTo>
                  <a:pt x="29786" y="2361"/>
                </a:lnTo>
                <a:lnTo>
                  <a:pt x="29342" y="2038"/>
                </a:lnTo>
                <a:lnTo>
                  <a:pt x="28858" y="1736"/>
                </a:lnTo>
                <a:lnTo>
                  <a:pt x="28333" y="1473"/>
                </a:lnTo>
                <a:lnTo>
                  <a:pt x="27748" y="1231"/>
                </a:lnTo>
                <a:lnTo>
                  <a:pt x="27122" y="989"/>
                </a:lnTo>
                <a:lnTo>
                  <a:pt x="26456" y="787"/>
                </a:lnTo>
                <a:lnTo>
                  <a:pt x="25851" y="646"/>
                </a:lnTo>
                <a:lnTo>
                  <a:pt x="25266" y="525"/>
                </a:lnTo>
                <a:lnTo>
                  <a:pt x="24660" y="404"/>
                </a:lnTo>
                <a:lnTo>
                  <a:pt x="24055" y="303"/>
                </a:lnTo>
                <a:lnTo>
                  <a:pt x="23449" y="222"/>
                </a:lnTo>
                <a:lnTo>
                  <a:pt x="22844" y="161"/>
                </a:lnTo>
                <a:lnTo>
                  <a:pt x="22239" y="121"/>
                </a:lnTo>
                <a:lnTo>
                  <a:pt x="21633" y="81"/>
                </a:lnTo>
                <a:lnTo>
                  <a:pt x="20402" y="20"/>
                </a:lnTo>
                <a:lnTo>
                  <a:pt x="19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34"/>
          <p:cNvSpPr/>
          <p:nvPr/>
        </p:nvSpPr>
        <p:spPr>
          <a:xfrm flipH="1">
            <a:off x="-2189064" y="372324"/>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34"/>
          <p:cNvSpPr/>
          <p:nvPr/>
        </p:nvSpPr>
        <p:spPr>
          <a:xfrm flipH="1">
            <a:off x="-2206037" y="241447"/>
            <a:ext cx="1867255" cy="1352794"/>
          </a:xfrm>
          <a:custGeom>
            <a:rect b="b" l="l" r="r" t="t"/>
            <a:pathLst>
              <a:path extrusionOk="0" h="24197" w="33399">
                <a:moveTo>
                  <a:pt x="13521" y="1"/>
                </a:moveTo>
                <a:lnTo>
                  <a:pt x="12391" y="21"/>
                </a:lnTo>
                <a:lnTo>
                  <a:pt x="11200" y="61"/>
                </a:lnTo>
                <a:lnTo>
                  <a:pt x="10009" y="101"/>
                </a:lnTo>
                <a:lnTo>
                  <a:pt x="8012" y="223"/>
                </a:lnTo>
                <a:lnTo>
                  <a:pt x="5832" y="364"/>
                </a:lnTo>
                <a:lnTo>
                  <a:pt x="5287" y="404"/>
                </a:lnTo>
                <a:lnTo>
                  <a:pt x="4702" y="424"/>
                </a:lnTo>
                <a:lnTo>
                  <a:pt x="3996" y="445"/>
                </a:lnTo>
                <a:lnTo>
                  <a:pt x="3289" y="485"/>
                </a:lnTo>
                <a:lnTo>
                  <a:pt x="2926" y="525"/>
                </a:lnTo>
                <a:lnTo>
                  <a:pt x="2603" y="586"/>
                </a:lnTo>
                <a:lnTo>
                  <a:pt x="2260" y="646"/>
                </a:lnTo>
                <a:lnTo>
                  <a:pt x="1958" y="747"/>
                </a:lnTo>
                <a:lnTo>
                  <a:pt x="1796" y="808"/>
                </a:lnTo>
                <a:lnTo>
                  <a:pt x="1655" y="868"/>
                </a:lnTo>
                <a:lnTo>
                  <a:pt x="1514" y="949"/>
                </a:lnTo>
                <a:lnTo>
                  <a:pt x="1372" y="1050"/>
                </a:lnTo>
                <a:lnTo>
                  <a:pt x="1251" y="1151"/>
                </a:lnTo>
                <a:lnTo>
                  <a:pt x="1130" y="1272"/>
                </a:lnTo>
                <a:lnTo>
                  <a:pt x="1009" y="1413"/>
                </a:lnTo>
                <a:lnTo>
                  <a:pt x="888" y="1554"/>
                </a:lnTo>
                <a:lnTo>
                  <a:pt x="686" y="1877"/>
                </a:lnTo>
                <a:lnTo>
                  <a:pt x="505" y="2241"/>
                </a:lnTo>
                <a:lnTo>
                  <a:pt x="343" y="2664"/>
                </a:lnTo>
                <a:lnTo>
                  <a:pt x="222" y="3128"/>
                </a:lnTo>
                <a:lnTo>
                  <a:pt x="141" y="3532"/>
                </a:lnTo>
                <a:lnTo>
                  <a:pt x="81" y="3956"/>
                </a:lnTo>
                <a:lnTo>
                  <a:pt x="40" y="4380"/>
                </a:lnTo>
                <a:lnTo>
                  <a:pt x="0" y="4783"/>
                </a:lnTo>
                <a:lnTo>
                  <a:pt x="0" y="5187"/>
                </a:lnTo>
                <a:lnTo>
                  <a:pt x="20" y="5550"/>
                </a:lnTo>
                <a:lnTo>
                  <a:pt x="40" y="5893"/>
                </a:lnTo>
                <a:lnTo>
                  <a:pt x="61" y="6216"/>
                </a:lnTo>
                <a:lnTo>
                  <a:pt x="121" y="6680"/>
                </a:lnTo>
                <a:lnTo>
                  <a:pt x="222" y="7144"/>
                </a:lnTo>
                <a:lnTo>
                  <a:pt x="323" y="7608"/>
                </a:lnTo>
                <a:lnTo>
                  <a:pt x="424" y="8052"/>
                </a:lnTo>
                <a:lnTo>
                  <a:pt x="686" y="8960"/>
                </a:lnTo>
                <a:lnTo>
                  <a:pt x="969" y="9848"/>
                </a:lnTo>
                <a:lnTo>
                  <a:pt x="1191" y="10595"/>
                </a:lnTo>
                <a:lnTo>
                  <a:pt x="1413" y="11362"/>
                </a:lnTo>
                <a:lnTo>
                  <a:pt x="1635" y="12230"/>
                </a:lnTo>
                <a:lnTo>
                  <a:pt x="1836" y="13118"/>
                </a:lnTo>
                <a:lnTo>
                  <a:pt x="1998" y="14026"/>
                </a:lnTo>
                <a:lnTo>
                  <a:pt x="2119" y="14914"/>
                </a:lnTo>
                <a:lnTo>
                  <a:pt x="2220" y="15822"/>
                </a:lnTo>
                <a:lnTo>
                  <a:pt x="2280" y="16730"/>
                </a:lnTo>
                <a:lnTo>
                  <a:pt x="2321" y="17638"/>
                </a:lnTo>
                <a:lnTo>
                  <a:pt x="2321" y="18546"/>
                </a:lnTo>
                <a:lnTo>
                  <a:pt x="2280" y="19656"/>
                </a:lnTo>
                <a:lnTo>
                  <a:pt x="2260" y="20403"/>
                </a:lnTo>
                <a:lnTo>
                  <a:pt x="2240" y="21169"/>
                </a:lnTo>
                <a:lnTo>
                  <a:pt x="2260" y="21936"/>
                </a:lnTo>
                <a:lnTo>
                  <a:pt x="2301" y="22320"/>
                </a:lnTo>
                <a:lnTo>
                  <a:pt x="2341" y="22703"/>
                </a:lnTo>
                <a:lnTo>
                  <a:pt x="2381" y="23046"/>
                </a:lnTo>
                <a:lnTo>
                  <a:pt x="2442" y="23248"/>
                </a:lnTo>
                <a:lnTo>
                  <a:pt x="2502" y="23430"/>
                </a:lnTo>
                <a:lnTo>
                  <a:pt x="2583" y="23611"/>
                </a:lnTo>
                <a:lnTo>
                  <a:pt x="2684" y="23773"/>
                </a:lnTo>
                <a:lnTo>
                  <a:pt x="2825" y="23914"/>
                </a:lnTo>
                <a:lnTo>
                  <a:pt x="2987" y="24055"/>
                </a:lnTo>
                <a:lnTo>
                  <a:pt x="3128" y="24116"/>
                </a:lnTo>
                <a:lnTo>
                  <a:pt x="3249" y="24156"/>
                </a:lnTo>
                <a:lnTo>
                  <a:pt x="3390" y="24196"/>
                </a:lnTo>
                <a:lnTo>
                  <a:pt x="3532" y="24196"/>
                </a:lnTo>
                <a:lnTo>
                  <a:pt x="3733" y="24176"/>
                </a:lnTo>
                <a:lnTo>
                  <a:pt x="3955" y="24136"/>
                </a:lnTo>
                <a:lnTo>
                  <a:pt x="4177" y="24055"/>
                </a:lnTo>
                <a:lnTo>
                  <a:pt x="4379" y="23934"/>
                </a:lnTo>
                <a:lnTo>
                  <a:pt x="4601" y="23813"/>
                </a:lnTo>
                <a:lnTo>
                  <a:pt x="4823" y="23652"/>
                </a:lnTo>
                <a:lnTo>
                  <a:pt x="5247" y="23329"/>
                </a:lnTo>
                <a:lnTo>
                  <a:pt x="5630" y="23026"/>
                </a:lnTo>
                <a:lnTo>
                  <a:pt x="6014" y="22743"/>
                </a:lnTo>
                <a:lnTo>
                  <a:pt x="6417" y="22481"/>
                </a:lnTo>
                <a:lnTo>
                  <a:pt x="6821" y="22239"/>
                </a:lnTo>
                <a:lnTo>
                  <a:pt x="7245" y="21997"/>
                </a:lnTo>
                <a:lnTo>
                  <a:pt x="7689" y="21775"/>
                </a:lnTo>
                <a:lnTo>
                  <a:pt x="8133" y="21553"/>
                </a:lnTo>
                <a:lnTo>
                  <a:pt x="8577" y="21371"/>
                </a:lnTo>
                <a:lnTo>
                  <a:pt x="9041" y="21169"/>
                </a:lnTo>
                <a:lnTo>
                  <a:pt x="9525" y="21008"/>
                </a:lnTo>
                <a:lnTo>
                  <a:pt x="10009" y="20867"/>
                </a:lnTo>
                <a:lnTo>
                  <a:pt x="10494" y="20725"/>
                </a:lnTo>
                <a:lnTo>
                  <a:pt x="10998" y="20604"/>
                </a:lnTo>
                <a:lnTo>
                  <a:pt x="11503" y="20483"/>
                </a:lnTo>
                <a:lnTo>
                  <a:pt x="12027" y="20403"/>
                </a:lnTo>
                <a:lnTo>
                  <a:pt x="12552" y="20322"/>
                </a:lnTo>
                <a:lnTo>
                  <a:pt x="13460" y="20221"/>
                </a:lnTo>
                <a:lnTo>
                  <a:pt x="14409" y="20160"/>
                </a:lnTo>
                <a:lnTo>
                  <a:pt x="15377" y="20160"/>
                </a:lnTo>
                <a:lnTo>
                  <a:pt x="16366" y="20201"/>
                </a:lnTo>
                <a:lnTo>
                  <a:pt x="17355" y="20302"/>
                </a:lnTo>
                <a:lnTo>
                  <a:pt x="18384" y="20423"/>
                </a:lnTo>
                <a:lnTo>
                  <a:pt x="19433" y="20604"/>
                </a:lnTo>
                <a:lnTo>
                  <a:pt x="20503" y="20826"/>
                </a:lnTo>
                <a:lnTo>
                  <a:pt x="21714" y="21129"/>
                </a:lnTo>
                <a:lnTo>
                  <a:pt x="22642" y="21351"/>
                </a:lnTo>
                <a:lnTo>
                  <a:pt x="23591" y="21553"/>
                </a:lnTo>
                <a:lnTo>
                  <a:pt x="24055" y="21654"/>
                </a:lnTo>
                <a:lnTo>
                  <a:pt x="24539" y="21714"/>
                </a:lnTo>
                <a:lnTo>
                  <a:pt x="25023" y="21775"/>
                </a:lnTo>
                <a:lnTo>
                  <a:pt x="25508" y="21815"/>
                </a:lnTo>
                <a:lnTo>
                  <a:pt x="26053" y="21835"/>
                </a:lnTo>
                <a:lnTo>
                  <a:pt x="26597" y="21815"/>
                </a:lnTo>
                <a:lnTo>
                  <a:pt x="27122" y="21755"/>
                </a:lnTo>
                <a:lnTo>
                  <a:pt x="27647" y="21654"/>
                </a:lnTo>
                <a:lnTo>
                  <a:pt x="28131" y="21533"/>
                </a:lnTo>
                <a:lnTo>
                  <a:pt x="28595" y="21371"/>
                </a:lnTo>
                <a:lnTo>
                  <a:pt x="29039" y="21169"/>
                </a:lnTo>
                <a:lnTo>
                  <a:pt x="29443" y="20947"/>
                </a:lnTo>
                <a:lnTo>
                  <a:pt x="29402" y="20867"/>
                </a:lnTo>
                <a:lnTo>
                  <a:pt x="28999" y="21089"/>
                </a:lnTo>
                <a:lnTo>
                  <a:pt x="28555" y="21291"/>
                </a:lnTo>
                <a:lnTo>
                  <a:pt x="28111" y="21452"/>
                </a:lnTo>
                <a:lnTo>
                  <a:pt x="27627" y="21573"/>
                </a:lnTo>
                <a:lnTo>
                  <a:pt x="27122" y="21674"/>
                </a:lnTo>
                <a:lnTo>
                  <a:pt x="26597" y="21734"/>
                </a:lnTo>
                <a:lnTo>
                  <a:pt x="26053" y="21755"/>
                </a:lnTo>
                <a:lnTo>
                  <a:pt x="25508" y="21734"/>
                </a:lnTo>
                <a:lnTo>
                  <a:pt x="25023" y="21694"/>
                </a:lnTo>
                <a:lnTo>
                  <a:pt x="24539" y="21634"/>
                </a:lnTo>
                <a:lnTo>
                  <a:pt x="24075" y="21573"/>
                </a:lnTo>
                <a:lnTo>
                  <a:pt x="23591" y="21472"/>
                </a:lnTo>
                <a:lnTo>
                  <a:pt x="22662" y="21270"/>
                </a:lnTo>
                <a:lnTo>
                  <a:pt x="21734" y="21048"/>
                </a:lnTo>
                <a:lnTo>
                  <a:pt x="20503" y="20746"/>
                </a:lnTo>
                <a:lnTo>
                  <a:pt x="19454" y="20524"/>
                </a:lnTo>
                <a:lnTo>
                  <a:pt x="18404" y="20342"/>
                </a:lnTo>
                <a:lnTo>
                  <a:pt x="17375" y="20221"/>
                </a:lnTo>
                <a:lnTo>
                  <a:pt x="16366" y="20120"/>
                </a:lnTo>
                <a:lnTo>
                  <a:pt x="15377" y="20080"/>
                </a:lnTo>
                <a:lnTo>
                  <a:pt x="14409" y="20080"/>
                </a:lnTo>
                <a:lnTo>
                  <a:pt x="13460" y="20140"/>
                </a:lnTo>
                <a:lnTo>
                  <a:pt x="12532" y="20241"/>
                </a:lnTo>
                <a:lnTo>
                  <a:pt x="12007" y="20322"/>
                </a:lnTo>
                <a:lnTo>
                  <a:pt x="11503" y="20403"/>
                </a:lnTo>
                <a:lnTo>
                  <a:pt x="10978" y="20524"/>
                </a:lnTo>
                <a:lnTo>
                  <a:pt x="10474" y="20645"/>
                </a:lnTo>
                <a:lnTo>
                  <a:pt x="9989" y="20786"/>
                </a:lnTo>
                <a:lnTo>
                  <a:pt x="9505" y="20927"/>
                </a:lnTo>
                <a:lnTo>
                  <a:pt x="9021" y="21109"/>
                </a:lnTo>
                <a:lnTo>
                  <a:pt x="8556" y="21291"/>
                </a:lnTo>
                <a:lnTo>
                  <a:pt x="8092" y="21492"/>
                </a:lnTo>
                <a:lnTo>
                  <a:pt x="7648" y="21694"/>
                </a:lnTo>
                <a:lnTo>
                  <a:pt x="7204" y="21916"/>
                </a:lnTo>
                <a:lnTo>
                  <a:pt x="6781" y="22158"/>
                </a:lnTo>
                <a:lnTo>
                  <a:pt x="6377" y="22421"/>
                </a:lnTo>
                <a:lnTo>
                  <a:pt x="5973" y="22683"/>
                </a:lnTo>
                <a:lnTo>
                  <a:pt x="5590" y="22965"/>
                </a:lnTo>
                <a:lnTo>
                  <a:pt x="5207" y="23268"/>
                </a:lnTo>
                <a:lnTo>
                  <a:pt x="4924" y="23490"/>
                </a:lnTo>
                <a:lnTo>
                  <a:pt x="4641" y="23692"/>
                </a:lnTo>
                <a:lnTo>
                  <a:pt x="4359" y="23853"/>
                </a:lnTo>
                <a:lnTo>
                  <a:pt x="4076" y="23995"/>
                </a:lnTo>
                <a:lnTo>
                  <a:pt x="3935" y="24055"/>
                </a:lnTo>
                <a:lnTo>
                  <a:pt x="3814" y="24096"/>
                </a:lnTo>
                <a:lnTo>
                  <a:pt x="3673" y="24116"/>
                </a:lnTo>
                <a:lnTo>
                  <a:pt x="3411" y="24116"/>
                </a:lnTo>
                <a:lnTo>
                  <a:pt x="3269" y="24096"/>
                </a:lnTo>
                <a:lnTo>
                  <a:pt x="3148" y="24035"/>
                </a:lnTo>
                <a:lnTo>
                  <a:pt x="3027" y="23974"/>
                </a:lnTo>
                <a:lnTo>
                  <a:pt x="2886" y="23853"/>
                </a:lnTo>
                <a:lnTo>
                  <a:pt x="2745" y="23712"/>
                </a:lnTo>
                <a:lnTo>
                  <a:pt x="2644" y="23551"/>
                </a:lnTo>
                <a:lnTo>
                  <a:pt x="2583" y="23389"/>
                </a:lnTo>
                <a:lnTo>
                  <a:pt x="2523" y="23208"/>
                </a:lnTo>
                <a:lnTo>
                  <a:pt x="2462" y="23026"/>
                </a:lnTo>
                <a:lnTo>
                  <a:pt x="2422" y="22683"/>
                </a:lnTo>
                <a:lnTo>
                  <a:pt x="2381" y="22300"/>
                </a:lnTo>
                <a:lnTo>
                  <a:pt x="2341" y="21936"/>
                </a:lnTo>
                <a:lnTo>
                  <a:pt x="2321" y="21169"/>
                </a:lnTo>
                <a:lnTo>
                  <a:pt x="2341" y="20403"/>
                </a:lnTo>
                <a:lnTo>
                  <a:pt x="2361" y="19656"/>
                </a:lnTo>
                <a:lnTo>
                  <a:pt x="2402" y="18546"/>
                </a:lnTo>
                <a:lnTo>
                  <a:pt x="2402" y="17638"/>
                </a:lnTo>
                <a:lnTo>
                  <a:pt x="2361" y="16710"/>
                </a:lnTo>
                <a:lnTo>
                  <a:pt x="2301" y="15802"/>
                </a:lnTo>
                <a:lnTo>
                  <a:pt x="2200" y="14914"/>
                </a:lnTo>
                <a:lnTo>
                  <a:pt x="2079" y="14006"/>
                </a:lnTo>
                <a:lnTo>
                  <a:pt x="1917" y="13118"/>
                </a:lnTo>
                <a:lnTo>
                  <a:pt x="1715" y="12230"/>
                </a:lnTo>
                <a:lnTo>
                  <a:pt x="1493" y="11342"/>
                </a:lnTo>
                <a:lnTo>
                  <a:pt x="1271" y="10575"/>
                </a:lnTo>
                <a:lnTo>
                  <a:pt x="1029" y="9828"/>
                </a:lnTo>
                <a:lnTo>
                  <a:pt x="767" y="8940"/>
                </a:lnTo>
                <a:lnTo>
                  <a:pt x="505" y="8032"/>
                </a:lnTo>
                <a:lnTo>
                  <a:pt x="404" y="7588"/>
                </a:lnTo>
                <a:lnTo>
                  <a:pt x="303" y="7124"/>
                </a:lnTo>
                <a:lnTo>
                  <a:pt x="202" y="6660"/>
                </a:lnTo>
                <a:lnTo>
                  <a:pt x="141" y="6196"/>
                </a:lnTo>
                <a:lnTo>
                  <a:pt x="101" y="5853"/>
                </a:lnTo>
                <a:lnTo>
                  <a:pt x="81" y="5469"/>
                </a:lnTo>
                <a:lnTo>
                  <a:pt x="81" y="5086"/>
                </a:lnTo>
                <a:lnTo>
                  <a:pt x="101" y="4682"/>
                </a:lnTo>
                <a:lnTo>
                  <a:pt x="121" y="4279"/>
                </a:lnTo>
                <a:lnTo>
                  <a:pt x="162" y="3855"/>
                </a:lnTo>
                <a:lnTo>
                  <a:pt x="242" y="3451"/>
                </a:lnTo>
                <a:lnTo>
                  <a:pt x="323" y="3048"/>
                </a:lnTo>
                <a:lnTo>
                  <a:pt x="424" y="2664"/>
                </a:lnTo>
                <a:lnTo>
                  <a:pt x="565" y="2301"/>
                </a:lnTo>
                <a:lnTo>
                  <a:pt x="727" y="1958"/>
                </a:lnTo>
                <a:lnTo>
                  <a:pt x="928" y="1655"/>
                </a:lnTo>
                <a:lnTo>
                  <a:pt x="1130" y="1373"/>
                </a:lnTo>
                <a:lnTo>
                  <a:pt x="1251" y="1252"/>
                </a:lnTo>
                <a:lnTo>
                  <a:pt x="1393" y="1151"/>
                </a:lnTo>
                <a:lnTo>
                  <a:pt x="1514" y="1050"/>
                </a:lnTo>
                <a:lnTo>
                  <a:pt x="1655" y="949"/>
                </a:lnTo>
                <a:lnTo>
                  <a:pt x="1816" y="888"/>
                </a:lnTo>
                <a:lnTo>
                  <a:pt x="1978" y="828"/>
                </a:lnTo>
                <a:lnTo>
                  <a:pt x="2280" y="727"/>
                </a:lnTo>
                <a:lnTo>
                  <a:pt x="2603" y="666"/>
                </a:lnTo>
                <a:lnTo>
                  <a:pt x="2946" y="606"/>
                </a:lnTo>
                <a:lnTo>
                  <a:pt x="3289" y="566"/>
                </a:lnTo>
                <a:lnTo>
                  <a:pt x="3996" y="525"/>
                </a:lnTo>
                <a:lnTo>
                  <a:pt x="4702" y="505"/>
                </a:lnTo>
                <a:lnTo>
                  <a:pt x="5287" y="485"/>
                </a:lnTo>
                <a:lnTo>
                  <a:pt x="5852" y="445"/>
                </a:lnTo>
                <a:lnTo>
                  <a:pt x="8012" y="303"/>
                </a:lnTo>
                <a:lnTo>
                  <a:pt x="10009" y="182"/>
                </a:lnTo>
                <a:lnTo>
                  <a:pt x="11200" y="142"/>
                </a:lnTo>
                <a:lnTo>
                  <a:pt x="12391" y="101"/>
                </a:lnTo>
                <a:lnTo>
                  <a:pt x="13521" y="81"/>
                </a:lnTo>
                <a:lnTo>
                  <a:pt x="14651" y="81"/>
                </a:lnTo>
                <a:lnTo>
                  <a:pt x="15741" y="101"/>
                </a:lnTo>
                <a:lnTo>
                  <a:pt x="16790" y="122"/>
                </a:lnTo>
                <a:lnTo>
                  <a:pt x="17839" y="182"/>
                </a:lnTo>
                <a:lnTo>
                  <a:pt x="18868" y="243"/>
                </a:lnTo>
                <a:lnTo>
                  <a:pt x="19857" y="323"/>
                </a:lnTo>
                <a:lnTo>
                  <a:pt x="20826" y="404"/>
                </a:lnTo>
                <a:lnTo>
                  <a:pt x="21795" y="525"/>
                </a:lnTo>
                <a:lnTo>
                  <a:pt x="22723" y="666"/>
                </a:lnTo>
                <a:lnTo>
                  <a:pt x="23651" y="808"/>
                </a:lnTo>
                <a:lnTo>
                  <a:pt x="24559" y="969"/>
                </a:lnTo>
                <a:lnTo>
                  <a:pt x="25447" y="1151"/>
                </a:lnTo>
                <a:lnTo>
                  <a:pt x="26335" y="1353"/>
                </a:lnTo>
                <a:lnTo>
                  <a:pt x="27082" y="1534"/>
                </a:lnTo>
                <a:lnTo>
                  <a:pt x="27828" y="1756"/>
                </a:lnTo>
                <a:lnTo>
                  <a:pt x="28575" y="2019"/>
                </a:lnTo>
                <a:lnTo>
                  <a:pt x="28958" y="2160"/>
                </a:lnTo>
                <a:lnTo>
                  <a:pt x="29322" y="2321"/>
                </a:lnTo>
                <a:lnTo>
                  <a:pt x="29665" y="2503"/>
                </a:lnTo>
                <a:lnTo>
                  <a:pt x="30028" y="2684"/>
                </a:lnTo>
                <a:lnTo>
                  <a:pt x="30371" y="2886"/>
                </a:lnTo>
                <a:lnTo>
                  <a:pt x="30694" y="3108"/>
                </a:lnTo>
                <a:lnTo>
                  <a:pt x="30997" y="3350"/>
                </a:lnTo>
                <a:lnTo>
                  <a:pt x="31299" y="3613"/>
                </a:lnTo>
                <a:lnTo>
                  <a:pt x="31582" y="3895"/>
                </a:lnTo>
                <a:lnTo>
                  <a:pt x="31844" y="4198"/>
                </a:lnTo>
                <a:lnTo>
                  <a:pt x="32086" y="4521"/>
                </a:lnTo>
                <a:lnTo>
                  <a:pt x="32288" y="4844"/>
                </a:lnTo>
                <a:lnTo>
                  <a:pt x="32470" y="5167"/>
                </a:lnTo>
                <a:lnTo>
                  <a:pt x="32631" y="5490"/>
                </a:lnTo>
                <a:lnTo>
                  <a:pt x="32772" y="5833"/>
                </a:lnTo>
                <a:lnTo>
                  <a:pt x="32894" y="6176"/>
                </a:lnTo>
                <a:lnTo>
                  <a:pt x="33015" y="6519"/>
                </a:lnTo>
                <a:lnTo>
                  <a:pt x="33095" y="6862"/>
                </a:lnTo>
                <a:lnTo>
                  <a:pt x="33156" y="7205"/>
                </a:lnTo>
                <a:lnTo>
                  <a:pt x="33216" y="7548"/>
                </a:lnTo>
                <a:lnTo>
                  <a:pt x="33277" y="8214"/>
                </a:lnTo>
                <a:lnTo>
                  <a:pt x="33317" y="8860"/>
                </a:lnTo>
                <a:lnTo>
                  <a:pt x="33297" y="9445"/>
                </a:lnTo>
                <a:lnTo>
                  <a:pt x="33277" y="9949"/>
                </a:lnTo>
                <a:lnTo>
                  <a:pt x="33216" y="10454"/>
                </a:lnTo>
                <a:lnTo>
                  <a:pt x="33156" y="10938"/>
                </a:lnTo>
                <a:lnTo>
                  <a:pt x="33095" y="11443"/>
                </a:lnTo>
                <a:lnTo>
                  <a:pt x="32914" y="12431"/>
                </a:lnTo>
                <a:lnTo>
                  <a:pt x="32732" y="13420"/>
                </a:lnTo>
                <a:lnTo>
                  <a:pt x="32450" y="14954"/>
                </a:lnTo>
                <a:lnTo>
                  <a:pt x="32288" y="15923"/>
                </a:lnTo>
                <a:lnTo>
                  <a:pt x="32167" y="16710"/>
                </a:lnTo>
                <a:lnTo>
                  <a:pt x="32026" y="17497"/>
                </a:lnTo>
                <a:lnTo>
                  <a:pt x="31844" y="18284"/>
                </a:lnTo>
                <a:lnTo>
                  <a:pt x="31743" y="18667"/>
                </a:lnTo>
                <a:lnTo>
                  <a:pt x="31622" y="19051"/>
                </a:lnTo>
                <a:lnTo>
                  <a:pt x="31481" y="19454"/>
                </a:lnTo>
                <a:lnTo>
                  <a:pt x="31319" y="19898"/>
                </a:lnTo>
                <a:lnTo>
                  <a:pt x="31098" y="20342"/>
                </a:lnTo>
                <a:lnTo>
                  <a:pt x="30835" y="20806"/>
                </a:lnTo>
                <a:lnTo>
                  <a:pt x="30553" y="21250"/>
                </a:lnTo>
                <a:lnTo>
                  <a:pt x="30371" y="21472"/>
                </a:lnTo>
                <a:lnTo>
                  <a:pt x="30210" y="21674"/>
                </a:lnTo>
                <a:lnTo>
                  <a:pt x="30008" y="21876"/>
                </a:lnTo>
                <a:lnTo>
                  <a:pt x="29806" y="22078"/>
                </a:lnTo>
                <a:lnTo>
                  <a:pt x="29584" y="22259"/>
                </a:lnTo>
                <a:lnTo>
                  <a:pt x="29362" y="22441"/>
                </a:lnTo>
                <a:lnTo>
                  <a:pt x="29402" y="22501"/>
                </a:lnTo>
                <a:lnTo>
                  <a:pt x="29766" y="22219"/>
                </a:lnTo>
                <a:lnTo>
                  <a:pt x="30129" y="21876"/>
                </a:lnTo>
                <a:lnTo>
                  <a:pt x="30452" y="21513"/>
                </a:lnTo>
                <a:lnTo>
                  <a:pt x="30754" y="21089"/>
                </a:lnTo>
                <a:lnTo>
                  <a:pt x="31037" y="20645"/>
                </a:lnTo>
                <a:lnTo>
                  <a:pt x="31279" y="20160"/>
                </a:lnTo>
                <a:lnTo>
                  <a:pt x="31501" y="19636"/>
                </a:lnTo>
                <a:lnTo>
                  <a:pt x="31703" y="19071"/>
                </a:lnTo>
                <a:lnTo>
                  <a:pt x="31824" y="18687"/>
                </a:lnTo>
                <a:lnTo>
                  <a:pt x="31925" y="18304"/>
                </a:lnTo>
                <a:lnTo>
                  <a:pt x="32086" y="17517"/>
                </a:lnTo>
                <a:lnTo>
                  <a:pt x="32248" y="16730"/>
                </a:lnTo>
                <a:lnTo>
                  <a:pt x="32369" y="15943"/>
                </a:lnTo>
                <a:lnTo>
                  <a:pt x="32530" y="14954"/>
                </a:lnTo>
                <a:lnTo>
                  <a:pt x="32813" y="13440"/>
                </a:lnTo>
                <a:lnTo>
                  <a:pt x="32994" y="12452"/>
                </a:lnTo>
                <a:lnTo>
                  <a:pt x="33176" y="11463"/>
                </a:lnTo>
                <a:lnTo>
                  <a:pt x="33237" y="10958"/>
                </a:lnTo>
                <a:lnTo>
                  <a:pt x="33297" y="10454"/>
                </a:lnTo>
                <a:lnTo>
                  <a:pt x="33358" y="9949"/>
                </a:lnTo>
                <a:lnTo>
                  <a:pt x="33378" y="9445"/>
                </a:lnTo>
                <a:lnTo>
                  <a:pt x="33398" y="8860"/>
                </a:lnTo>
                <a:lnTo>
                  <a:pt x="33358" y="8214"/>
                </a:lnTo>
                <a:lnTo>
                  <a:pt x="33337" y="7871"/>
                </a:lnTo>
                <a:lnTo>
                  <a:pt x="33297" y="7548"/>
                </a:lnTo>
                <a:lnTo>
                  <a:pt x="33237" y="7205"/>
                </a:lnTo>
                <a:lnTo>
                  <a:pt x="33176" y="6842"/>
                </a:lnTo>
                <a:lnTo>
                  <a:pt x="33075" y="6499"/>
                </a:lnTo>
                <a:lnTo>
                  <a:pt x="32974" y="6155"/>
                </a:lnTo>
                <a:lnTo>
                  <a:pt x="32853" y="5812"/>
                </a:lnTo>
                <a:lnTo>
                  <a:pt x="32712" y="5469"/>
                </a:lnTo>
                <a:lnTo>
                  <a:pt x="32550" y="5126"/>
                </a:lnTo>
                <a:lnTo>
                  <a:pt x="32369" y="4783"/>
                </a:lnTo>
                <a:lnTo>
                  <a:pt x="32147" y="4460"/>
                </a:lnTo>
                <a:lnTo>
                  <a:pt x="31925" y="4158"/>
                </a:lnTo>
                <a:lnTo>
                  <a:pt x="31642" y="3855"/>
                </a:lnTo>
                <a:lnTo>
                  <a:pt x="31360" y="3552"/>
                </a:lnTo>
                <a:lnTo>
                  <a:pt x="31057" y="3290"/>
                </a:lnTo>
                <a:lnTo>
                  <a:pt x="30734" y="3048"/>
                </a:lnTo>
                <a:lnTo>
                  <a:pt x="30411" y="2826"/>
                </a:lnTo>
                <a:lnTo>
                  <a:pt x="30068" y="2624"/>
                </a:lnTo>
                <a:lnTo>
                  <a:pt x="29725" y="2422"/>
                </a:lnTo>
                <a:lnTo>
                  <a:pt x="29362" y="2241"/>
                </a:lnTo>
                <a:lnTo>
                  <a:pt x="28979" y="2079"/>
                </a:lnTo>
                <a:lnTo>
                  <a:pt x="28615" y="1938"/>
                </a:lnTo>
                <a:lnTo>
                  <a:pt x="27849" y="1675"/>
                </a:lnTo>
                <a:lnTo>
                  <a:pt x="27102" y="1454"/>
                </a:lnTo>
                <a:lnTo>
                  <a:pt x="26355" y="1272"/>
                </a:lnTo>
                <a:lnTo>
                  <a:pt x="25467" y="1070"/>
                </a:lnTo>
                <a:lnTo>
                  <a:pt x="24579" y="888"/>
                </a:lnTo>
                <a:lnTo>
                  <a:pt x="23671" y="727"/>
                </a:lnTo>
                <a:lnTo>
                  <a:pt x="22743" y="586"/>
                </a:lnTo>
                <a:lnTo>
                  <a:pt x="21795" y="445"/>
                </a:lnTo>
                <a:lnTo>
                  <a:pt x="20846" y="344"/>
                </a:lnTo>
                <a:lnTo>
                  <a:pt x="19857" y="243"/>
                </a:lnTo>
                <a:lnTo>
                  <a:pt x="18868" y="162"/>
                </a:lnTo>
                <a:lnTo>
                  <a:pt x="17839" y="101"/>
                </a:lnTo>
                <a:lnTo>
                  <a:pt x="16810" y="41"/>
                </a:lnTo>
                <a:lnTo>
                  <a:pt x="15741" y="21"/>
                </a:lnTo>
                <a:lnTo>
                  <a:pt x="146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34"/>
          <p:cNvSpPr/>
          <p:nvPr/>
        </p:nvSpPr>
        <p:spPr>
          <a:xfrm flipH="1">
            <a:off x="-1982633" y="284327"/>
            <a:ext cx="1754433" cy="1582965"/>
          </a:xfrm>
          <a:custGeom>
            <a:rect b="b" l="l" r="r" t="t"/>
            <a:pathLst>
              <a:path extrusionOk="0" h="28314" w="31381">
                <a:moveTo>
                  <a:pt x="3310" y="0"/>
                </a:moveTo>
                <a:lnTo>
                  <a:pt x="1938" y="121"/>
                </a:lnTo>
                <a:lnTo>
                  <a:pt x="1554" y="162"/>
                </a:lnTo>
                <a:lnTo>
                  <a:pt x="1231" y="222"/>
                </a:lnTo>
                <a:lnTo>
                  <a:pt x="989" y="303"/>
                </a:lnTo>
                <a:lnTo>
                  <a:pt x="868" y="343"/>
                </a:lnTo>
                <a:lnTo>
                  <a:pt x="787" y="404"/>
                </a:lnTo>
                <a:lnTo>
                  <a:pt x="687" y="485"/>
                </a:lnTo>
                <a:lnTo>
                  <a:pt x="626" y="565"/>
                </a:lnTo>
                <a:lnTo>
                  <a:pt x="545" y="666"/>
                </a:lnTo>
                <a:lnTo>
                  <a:pt x="485" y="787"/>
                </a:lnTo>
                <a:lnTo>
                  <a:pt x="384" y="1070"/>
                </a:lnTo>
                <a:lnTo>
                  <a:pt x="283" y="1453"/>
                </a:lnTo>
                <a:lnTo>
                  <a:pt x="162" y="2180"/>
                </a:lnTo>
                <a:lnTo>
                  <a:pt x="61" y="2926"/>
                </a:lnTo>
                <a:lnTo>
                  <a:pt x="21" y="3693"/>
                </a:lnTo>
                <a:lnTo>
                  <a:pt x="0" y="4501"/>
                </a:lnTo>
                <a:lnTo>
                  <a:pt x="21" y="5247"/>
                </a:lnTo>
                <a:lnTo>
                  <a:pt x="61" y="5974"/>
                </a:lnTo>
                <a:lnTo>
                  <a:pt x="122" y="6700"/>
                </a:lnTo>
                <a:lnTo>
                  <a:pt x="202" y="7447"/>
                </a:lnTo>
                <a:lnTo>
                  <a:pt x="303" y="8193"/>
                </a:lnTo>
                <a:lnTo>
                  <a:pt x="424" y="8940"/>
                </a:lnTo>
                <a:lnTo>
                  <a:pt x="666" y="10514"/>
                </a:lnTo>
                <a:lnTo>
                  <a:pt x="909" y="11826"/>
                </a:lnTo>
                <a:lnTo>
                  <a:pt x="1534" y="15559"/>
                </a:lnTo>
                <a:lnTo>
                  <a:pt x="1837" y="17436"/>
                </a:lnTo>
                <a:lnTo>
                  <a:pt x="2099" y="19333"/>
                </a:lnTo>
                <a:lnTo>
                  <a:pt x="2341" y="21230"/>
                </a:lnTo>
                <a:lnTo>
                  <a:pt x="2442" y="22198"/>
                </a:lnTo>
                <a:lnTo>
                  <a:pt x="2543" y="23147"/>
                </a:lnTo>
                <a:lnTo>
                  <a:pt x="2604" y="24095"/>
                </a:lnTo>
                <a:lnTo>
                  <a:pt x="2684" y="25044"/>
                </a:lnTo>
                <a:lnTo>
                  <a:pt x="2725" y="26013"/>
                </a:lnTo>
                <a:lnTo>
                  <a:pt x="2745" y="26961"/>
                </a:lnTo>
                <a:lnTo>
                  <a:pt x="2765" y="27143"/>
                </a:lnTo>
                <a:lnTo>
                  <a:pt x="2785" y="27304"/>
                </a:lnTo>
                <a:lnTo>
                  <a:pt x="2826" y="27486"/>
                </a:lnTo>
                <a:lnTo>
                  <a:pt x="2866" y="27667"/>
                </a:lnTo>
                <a:lnTo>
                  <a:pt x="2927" y="27829"/>
                </a:lnTo>
                <a:lnTo>
                  <a:pt x="3007" y="27970"/>
                </a:lnTo>
                <a:lnTo>
                  <a:pt x="3108" y="28091"/>
                </a:lnTo>
                <a:lnTo>
                  <a:pt x="3209" y="28192"/>
                </a:lnTo>
                <a:lnTo>
                  <a:pt x="3290" y="28253"/>
                </a:lnTo>
                <a:lnTo>
                  <a:pt x="3371" y="28273"/>
                </a:lnTo>
                <a:lnTo>
                  <a:pt x="3451" y="28313"/>
                </a:lnTo>
                <a:lnTo>
                  <a:pt x="3532" y="28313"/>
                </a:lnTo>
                <a:lnTo>
                  <a:pt x="3673" y="28293"/>
                </a:lnTo>
                <a:lnTo>
                  <a:pt x="3754" y="28273"/>
                </a:lnTo>
                <a:lnTo>
                  <a:pt x="3835" y="28232"/>
                </a:lnTo>
                <a:lnTo>
                  <a:pt x="3956" y="28131"/>
                </a:lnTo>
                <a:lnTo>
                  <a:pt x="4077" y="28031"/>
                </a:lnTo>
                <a:lnTo>
                  <a:pt x="4178" y="27909"/>
                </a:lnTo>
                <a:lnTo>
                  <a:pt x="4380" y="27667"/>
                </a:lnTo>
                <a:lnTo>
                  <a:pt x="5126" y="26820"/>
                </a:lnTo>
                <a:lnTo>
                  <a:pt x="5510" y="26396"/>
                </a:lnTo>
                <a:lnTo>
                  <a:pt x="5893" y="25992"/>
                </a:lnTo>
                <a:lnTo>
                  <a:pt x="6297" y="25589"/>
                </a:lnTo>
                <a:lnTo>
                  <a:pt x="6700" y="25205"/>
                </a:lnTo>
                <a:lnTo>
                  <a:pt x="7124" y="24842"/>
                </a:lnTo>
                <a:lnTo>
                  <a:pt x="7588" y="24499"/>
                </a:lnTo>
                <a:lnTo>
                  <a:pt x="8012" y="24196"/>
                </a:lnTo>
                <a:lnTo>
                  <a:pt x="8476" y="23914"/>
                </a:lnTo>
                <a:lnTo>
                  <a:pt x="8940" y="23651"/>
                </a:lnTo>
                <a:lnTo>
                  <a:pt x="9445" y="23409"/>
                </a:lnTo>
                <a:lnTo>
                  <a:pt x="9949" y="23187"/>
                </a:lnTo>
                <a:lnTo>
                  <a:pt x="10474" y="22985"/>
                </a:lnTo>
                <a:lnTo>
                  <a:pt x="11039" y="22804"/>
                </a:lnTo>
                <a:lnTo>
                  <a:pt x="11604" y="22642"/>
                </a:lnTo>
                <a:lnTo>
                  <a:pt x="12209" y="22501"/>
                </a:lnTo>
                <a:lnTo>
                  <a:pt x="12815" y="22380"/>
                </a:lnTo>
                <a:lnTo>
                  <a:pt x="13440" y="22279"/>
                </a:lnTo>
                <a:lnTo>
                  <a:pt x="14086" y="22219"/>
                </a:lnTo>
                <a:lnTo>
                  <a:pt x="14752" y="22158"/>
                </a:lnTo>
                <a:lnTo>
                  <a:pt x="15438" y="22118"/>
                </a:lnTo>
                <a:lnTo>
                  <a:pt x="16144" y="22098"/>
                </a:lnTo>
                <a:lnTo>
                  <a:pt x="16871" y="22098"/>
                </a:lnTo>
                <a:lnTo>
                  <a:pt x="18082" y="22138"/>
                </a:lnTo>
                <a:lnTo>
                  <a:pt x="19293" y="22219"/>
                </a:lnTo>
                <a:lnTo>
                  <a:pt x="20503" y="22320"/>
                </a:lnTo>
                <a:lnTo>
                  <a:pt x="21694" y="22441"/>
                </a:lnTo>
                <a:lnTo>
                  <a:pt x="22905" y="22562"/>
                </a:lnTo>
                <a:lnTo>
                  <a:pt x="24156" y="22663"/>
                </a:lnTo>
                <a:lnTo>
                  <a:pt x="25387" y="22743"/>
                </a:lnTo>
                <a:lnTo>
                  <a:pt x="26638" y="22784"/>
                </a:lnTo>
                <a:lnTo>
                  <a:pt x="27788" y="22784"/>
                </a:lnTo>
                <a:lnTo>
                  <a:pt x="28414" y="22723"/>
                </a:lnTo>
                <a:lnTo>
                  <a:pt x="29019" y="22642"/>
                </a:lnTo>
                <a:lnTo>
                  <a:pt x="29342" y="22582"/>
                </a:lnTo>
                <a:lnTo>
                  <a:pt x="29645" y="22501"/>
                </a:lnTo>
                <a:lnTo>
                  <a:pt x="29948" y="22420"/>
                </a:lnTo>
                <a:lnTo>
                  <a:pt x="30250" y="22320"/>
                </a:lnTo>
                <a:lnTo>
                  <a:pt x="30533" y="22198"/>
                </a:lnTo>
                <a:lnTo>
                  <a:pt x="30836" y="22057"/>
                </a:lnTo>
                <a:lnTo>
                  <a:pt x="31118" y="21896"/>
                </a:lnTo>
                <a:lnTo>
                  <a:pt x="31380" y="21734"/>
                </a:lnTo>
                <a:lnTo>
                  <a:pt x="31340" y="21674"/>
                </a:lnTo>
                <a:lnTo>
                  <a:pt x="31037" y="21855"/>
                </a:lnTo>
                <a:lnTo>
                  <a:pt x="30674" y="22057"/>
                </a:lnTo>
                <a:lnTo>
                  <a:pt x="30250" y="22239"/>
                </a:lnTo>
                <a:lnTo>
                  <a:pt x="30008" y="22320"/>
                </a:lnTo>
                <a:lnTo>
                  <a:pt x="29746" y="22400"/>
                </a:lnTo>
                <a:lnTo>
                  <a:pt x="29463" y="22461"/>
                </a:lnTo>
                <a:lnTo>
                  <a:pt x="29140" y="22542"/>
                </a:lnTo>
                <a:lnTo>
                  <a:pt x="28797" y="22582"/>
                </a:lnTo>
                <a:lnTo>
                  <a:pt x="28434" y="22642"/>
                </a:lnTo>
                <a:lnTo>
                  <a:pt x="28031" y="22683"/>
                </a:lnTo>
                <a:lnTo>
                  <a:pt x="27607" y="22703"/>
                </a:lnTo>
                <a:lnTo>
                  <a:pt x="26638" y="22703"/>
                </a:lnTo>
                <a:lnTo>
                  <a:pt x="25387" y="22663"/>
                </a:lnTo>
                <a:lnTo>
                  <a:pt x="24156" y="22582"/>
                </a:lnTo>
                <a:lnTo>
                  <a:pt x="22925" y="22481"/>
                </a:lnTo>
                <a:lnTo>
                  <a:pt x="21694" y="22360"/>
                </a:lnTo>
                <a:lnTo>
                  <a:pt x="20503" y="22259"/>
                </a:lnTo>
                <a:lnTo>
                  <a:pt x="19293" y="22138"/>
                </a:lnTo>
                <a:lnTo>
                  <a:pt x="18082" y="22057"/>
                </a:lnTo>
                <a:lnTo>
                  <a:pt x="16871" y="22017"/>
                </a:lnTo>
                <a:lnTo>
                  <a:pt x="16144" y="22017"/>
                </a:lnTo>
                <a:lnTo>
                  <a:pt x="15438" y="22037"/>
                </a:lnTo>
                <a:lnTo>
                  <a:pt x="14752" y="22077"/>
                </a:lnTo>
                <a:lnTo>
                  <a:pt x="14086" y="22138"/>
                </a:lnTo>
                <a:lnTo>
                  <a:pt x="13420" y="22219"/>
                </a:lnTo>
                <a:lnTo>
                  <a:pt x="12795" y="22299"/>
                </a:lnTo>
                <a:lnTo>
                  <a:pt x="12189" y="22420"/>
                </a:lnTo>
                <a:lnTo>
                  <a:pt x="11584" y="22562"/>
                </a:lnTo>
                <a:lnTo>
                  <a:pt x="11019" y="22723"/>
                </a:lnTo>
                <a:lnTo>
                  <a:pt x="10454" y="22905"/>
                </a:lnTo>
                <a:lnTo>
                  <a:pt x="9909" y="23107"/>
                </a:lnTo>
                <a:lnTo>
                  <a:pt x="9404" y="23329"/>
                </a:lnTo>
                <a:lnTo>
                  <a:pt x="8900" y="23571"/>
                </a:lnTo>
                <a:lnTo>
                  <a:pt x="8416" y="23833"/>
                </a:lnTo>
                <a:lnTo>
                  <a:pt x="7972" y="24116"/>
                </a:lnTo>
                <a:lnTo>
                  <a:pt x="7528" y="24418"/>
                </a:lnTo>
                <a:lnTo>
                  <a:pt x="7084" y="24782"/>
                </a:lnTo>
                <a:lnTo>
                  <a:pt x="6660" y="25145"/>
                </a:lnTo>
                <a:lnTo>
                  <a:pt x="6236" y="25528"/>
                </a:lnTo>
                <a:lnTo>
                  <a:pt x="5832" y="25932"/>
                </a:lnTo>
                <a:lnTo>
                  <a:pt x="5449" y="26356"/>
                </a:lnTo>
                <a:lnTo>
                  <a:pt x="5066" y="26759"/>
                </a:lnTo>
                <a:lnTo>
                  <a:pt x="4319" y="27607"/>
                </a:lnTo>
                <a:lnTo>
                  <a:pt x="4117" y="27869"/>
                </a:lnTo>
                <a:lnTo>
                  <a:pt x="3996" y="27990"/>
                </a:lnTo>
                <a:lnTo>
                  <a:pt x="3895" y="28091"/>
                </a:lnTo>
                <a:lnTo>
                  <a:pt x="3774" y="28172"/>
                </a:lnTo>
                <a:lnTo>
                  <a:pt x="3653" y="28212"/>
                </a:lnTo>
                <a:lnTo>
                  <a:pt x="3552" y="28232"/>
                </a:lnTo>
                <a:lnTo>
                  <a:pt x="3451" y="28212"/>
                </a:lnTo>
                <a:lnTo>
                  <a:pt x="3350" y="28192"/>
                </a:lnTo>
                <a:lnTo>
                  <a:pt x="3270" y="28131"/>
                </a:lnTo>
                <a:lnTo>
                  <a:pt x="3169" y="28031"/>
                </a:lnTo>
                <a:lnTo>
                  <a:pt x="3068" y="27909"/>
                </a:lnTo>
                <a:lnTo>
                  <a:pt x="3007" y="27768"/>
                </a:lnTo>
                <a:lnTo>
                  <a:pt x="2947" y="27627"/>
                </a:lnTo>
                <a:lnTo>
                  <a:pt x="2906" y="27465"/>
                </a:lnTo>
                <a:lnTo>
                  <a:pt x="2866" y="27284"/>
                </a:lnTo>
                <a:lnTo>
                  <a:pt x="2826" y="26961"/>
                </a:lnTo>
                <a:lnTo>
                  <a:pt x="2805" y="26013"/>
                </a:lnTo>
                <a:lnTo>
                  <a:pt x="2765" y="25044"/>
                </a:lnTo>
                <a:lnTo>
                  <a:pt x="2684" y="24095"/>
                </a:lnTo>
                <a:lnTo>
                  <a:pt x="2624" y="23147"/>
                </a:lnTo>
                <a:lnTo>
                  <a:pt x="2523" y="22178"/>
                </a:lnTo>
                <a:lnTo>
                  <a:pt x="2422" y="21230"/>
                </a:lnTo>
                <a:lnTo>
                  <a:pt x="2180" y="19333"/>
                </a:lnTo>
                <a:lnTo>
                  <a:pt x="1918" y="17436"/>
                </a:lnTo>
                <a:lnTo>
                  <a:pt x="1615" y="15539"/>
                </a:lnTo>
                <a:lnTo>
                  <a:pt x="989" y="11806"/>
                </a:lnTo>
                <a:lnTo>
                  <a:pt x="747" y="10494"/>
                </a:lnTo>
                <a:lnTo>
                  <a:pt x="505" y="8940"/>
                </a:lnTo>
                <a:lnTo>
                  <a:pt x="384" y="8173"/>
                </a:lnTo>
                <a:lnTo>
                  <a:pt x="283" y="7447"/>
                </a:lnTo>
                <a:lnTo>
                  <a:pt x="202" y="6700"/>
                </a:lnTo>
                <a:lnTo>
                  <a:pt x="142" y="5974"/>
                </a:lnTo>
                <a:lnTo>
                  <a:pt x="101" y="5247"/>
                </a:lnTo>
                <a:lnTo>
                  <a:pt x="81" y="4501"/>
                </a:lnTo>
                <a:lnTo>
                  <a:pt x="101" y="3693"/>
                </a:lnTo>
                <a:lnTo>
                  <a:pt x="142" y="2926"/>
                </a:lnTo>
                <a:lnTo>
                  <a:pt x="243" y="2180"/>
                </a:lnTo>
                <a:lnTo>
                  <a:pt x="364" y="1474"/>
                </a:lnTo>
                <a:lnTo>
                  <a:pt x="444" y="1110"/>
                </a:lnTo>
                <a:lnTo>
                  <a:pt x="545" y="828"/>
                </a:lnTo>
                <a:lnTo>
                  <a:pt x="606" y="707"/>
                </a:lnTo>
                <a:lnTo>
                  <a:pt x="666" y="626"/>
                </a:lnTo>
                <a:lnTo>
                  <a:pt x="747" y="545"/>
                </a:lnTo>
                <a:lnTo>
                  <a:pt x="828" y="465"/>
                </a:lnTo>
                <a:lnTo>
                  <a:pt x="909" y="404"/>
                </a:lnTo>
                <a:lnTo>
                  <a:pt x="1009" y="364"/>
                </a:lnTo>
                <a:lnTo>
                  <a:pt x="1252" y="303"/>
                </a:lnTo>
                <a:lnTo>
                  <a:pt x="1574" y="243"/>
                </a:lnTo>
                <a:lnTo>
                  <a:pt x="1958" y="202"/>
                </a:lnTo>
                <a:lnTo>
                  <a:pt x="3310" y="81"/>
                </a:lnTo>
                <a:lnTo>
                  <a:pt x="33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34"/>
          <p:cNvSpPr/>
          <p:nvPr/>
        </p:nvSpPr>
        <p:spPr>
          <a:xfrm flipH="1">
            <a:off x="-2055978" y="227918"/>
            <a:ext cx="1571672" cy="1149682"/>
          </a:xfrm>
          <a:custGeom>
            <a:rect b="b" l="l" r="r" t="t"/>
            <a:pathLst>
              <a:path extrusionOk="0" h="20564" w="28112">
                <a:moveTo>
                  <a:pt x="7083" y="81"/>
                </a:moveTo>
                <a:lnTo>
                  <a:pt x="8436" y="142"/>
                </a:lnTo>
                <a:lnTo>
                  <a:pt x="9767" y="202"/>
                </a:lnTo>
                <a:lnTo>
                  <a:pt x="12956" y="384"/>
                </a:lnTo>
                <a:lnTo>
                  <a:pt x="14550" y="485"/>
                </a:lnTo>
                <a:lnTo>
                  <a:pt x="16165" y="586"/>
                </a:lnTo>
                <a:lnTo>
                  <a:pt x="17779" y="727"/>
                </a:lnTo>
                <a:lnTo>
                  <a:pt x="19393" y="868"/>
                </a:lnTo>
                <a:lnTo>
                  <a:pt x="21008" y="1030"/>
                </a:lnTo>
                <a:lnTo>
                  <a:pt x="22602" y="1211"/>
                </a:lnTo>
                <a:lnTo>
                  <a:pt x="23248" y="1312"/>
                </a:lnTo>
                <a:lnTo>
                  <a:pt x="23873" y="1433"/>
                </a:lnTo>
                <a:lnTo>
                  <a:pt x="24499" y="1574"/>
                </a:lnTo>
                <a:lnTo>
                  <a:pt x="24781" y="1675"/>
                </a:lnTo>
                <a:lnTo>
                  <a:pt x="25084" y="1776"/>
                </a:lnTo>
                <a:lnTo>
                  <a:pt x="25346" y="1877"/>
                </a:lnTo>
                <a:lnTo>
                  <a:pt x="25629" y="2018"/>
                </a:lnTo>
                <a:lnTo>
                  <a:pt x="25871" y="2160"/>
                </a:lnTo>
                <a:lnTo>
                  <a:pt x="26113" y="2301"/>
                </a:lnTo>
                <a:lnTo>
                  <a:pt x="26355" y="2483"/>
                </a:lnTo>
                <a:lnTo>
                  <a:pt x="26557" y="2684"/>
                </a:lnTo>
                <a:lnTo>
                  <a:pt x="26759" y="2886"/>
                </a:lnTo>
                <a:lnTo>
                  <a:pt x="26941" y="3128"/>
                </a:lnTo>
                <a:lnTo>
                  <a:pt x="27082" y="3370"/>
                </a:lnTo>
                <a:lnTo>
                  <a:pt x="27203" y="3613"/>
                </a:lnTo>
                <a:lnTo>
                  <a:pt x="27304" y="3855"/>
                </a:lnTo>
                <a:lnTo>
                  <a:pt x="27405" y="4137"/>
                </a:lnTo>
                <a:lnTo>
                  <a:pt x="27486" y="4400"/>
                </a:lnTo>
                <a:lnTo>
                  <a:pt x="27546" y="4662"/>
                </a:lnTo>
                <a:lnTo>
                  <a:pt x="27667" y="5207"/>
                </a:lnTo>
                <a:lnTo>
                  <a:pt x="27748" y="5772"/>
                </a:lnTo>
                <a:lnTo>
                  <a:pt x="27829" y="6337"/>
                </a:lnTo>
                <a:lnTo>
                  <a:pt x="27909" y="6922"/>
                </a:lnTo>
                <a:lnTo>
                  <a:pt x="27950" y="7487"/>
                </a:lnTo>
                <a:lnTo>
                  <a:pt x="27990" y="8072"/>
                </a:lnTo>
                <a:lnTo>
                  <a:pt x="28030" y="8678"/>
                </a:lnTo>
                <a:lnTo>
                  <a:pt x="28030" y="9283"/>
                </a:lnTo>
                <a:lnTo>
                  <a:pt x="28030" y="9889"/>
                </a:lnTo>
                <a:lnTo>
                  <a:pt x="28010" y="10494"/>
                </a:lnTo>
                <a:lnTo>
                  <a:pt x="27990" y="11120"/>
                </a:lnTo>
                <a:lnTo>
                  <a:pt x="27950" y="11765"/>
                </a:lnTo>
                <a:lnTo>
                  <a:pt x="27889" y="12411"/>
                </a:lnTo>
                <a:lnTo>
                  <a:pt x="27829" y="13057"/>
                </a:lnTo>
                <a:lnTo>
                  <a:pt x="27748" y="13723"/>
                </a:lnTo>
                <a:lnTo>
                  <a:pt x="27526" y="15075"/>
                </a:lnTo>
                <a:lnTo>
                  <a:pt x="27405" y="15700"/>
                </a:lnTo>
                <a:lnTo>
                  <a:pt x="27344" y="16003"/>
                </a:lnTo>
                <a:lnTo>
                  <a:pt x="27264" y="16306"/>
                </a:lnTo>
                <a:lnTo>
                  <a:pt x="27142" y="16609"/>
                </a:lnTo>
                <a:lnTo>
                  <a:pt x="27021" y="16891"/>
                </a:lnTo>
                <a:lnTo>
                  <a:pt x="26880" y="17174"/>
                </a:lnTo>
                <a:lnTo>
                  <a:pt x="26698" y="17436"/>
                </a:lnTo>
                <a:lnTo>
                  <a:pt x="26577" y="17597"/>
                </a:lnTo>
                <a:lnTo>
                  <a:pt x="26436" y="17739"/>
                </a:lnTo>
                <a:lnTo>
                  <a:pt x="26275" y="17900"/>
                </a:lnTo>
                <a:lnTo>
                  <a:pt x="26113" y="18021"/>
                </a:lnTo>
                <a:lnTo>
                  <a:pt x="25932" y="18162"/>
                </a:lnTo>
                <a:lnTo>
                  <a:pt x="25750" y="18284"/>
                </a:lnTo>
                <a:lnTo>
                  <a:pt x="25548" y="18384"/>
                </a:lnTo>
                <a:lnTo>
                  <a:pt x="25326" y="18485"/>
                </a:lnTo>
                <a:lnTo>
                  <a:pt x="25104" y="18586"/>
                </a:lnTo>
                <a:lnTo>
                  <a:pt x="24862" y="18667"/>
                </a:lnTo>
                <a:lnTo>
                  <a:pt x="24337" y="18828"/>
                </a:lnTo>
                <a:lnTo>
                  <a:pt x="23772" y="18949"/>
                </a:lnTo>
                <a:lnTo>
                  <a:pt x="23147" y="19030"/>
                </a:lnTo>
                <a:lnTo>
                  <a:pt x="22299" y="19091"/>
                </a:lnTo>
                <a:lnTo>
                  <a:pt x="21452" y="19111"/>
                </a:lnTo>
                <a:lnTo>
                  <a:pt x="20604" y="19091"/>
                </a:lnTo>
                <a:lnTo>
                  <a:pt x="19757" y="19050"/>
                </a:lnTo>
                <a:lnTo>
                  <a:pt x="18909" y="18990"/>
                </a:lnTo>
                <a:lnTo>
                  <a:pt x="18061" y="18909"/>
                </a:lnTo>
                <a:lnTo>
                  <a:pt x="16386" y="18727"/>
                </a:lnTo>
                <a:lnTo>
                  <a:pt x="15277" y="18606"/>
                </a:lnTo>
                <a:lnTo>
                  <a:pt x="14187" y="18485"/>
                </a:lnTo>
                <a:lnTo>
                  <a:pt x="13077" y="18405"/>
                </a:lnTo>
                <a:lnTo>
                  <a:pt x="11987" y="18344"/>
                </a:lnTo>
                <a:lnTo>
                  <a:pt x="10877" y="18344"/>
                </a:lnTo>
                <a:lnTo>
                  <a:pt x="10332" y="18384"/>
                </a:lnTo>
                <a:lnTo>
                  <a:pt x="9788" y="18425"/>
                </a:lnTo>
                <a:lnTo>
                  <a:pt x="9243" y="18485"/>
                </a:lnTo>
                <a:lnTo>
                  <a:pt x="8698" y="18566"/>
                </a:lnTo>
                <a:lnTo>
                  <a:pt x="8153" y="18667"/>
                </a:lnTo>
                <a:lnTo>
                  <a:pt x="7608" y="18808"/>
                </a:lnTo>
                <a:lnTo>
                  <a:pt x="7184" y="18929"/>
                </a:lnTo>
                <a:lnTo>
                  <a:pt x="6761" y="19071"/>
                </a:lnTo>
                <a:lnTo>
                  <a:pt x="5933" y="19373"/>
                </a:lnTo>
                <a:lnTo>
                  <a:pt x="5126" y="19716"/>
                </a:lnTo>
                <a:lnTo>
                  <a:pt x="4319" y="20059"/>
                </a:lnTo>
                <a:lnTo>
                  <a:pt x="4117" y="20140"/>
                </a:lnTo>
                <a:lnTo>
                  <a:pt x="3693" y="20322"/>
                </a:lnTo>
                <a:lnTo>
                  <a:pt x="3491" y="20382"/>
                </a:lnTo>
                <a:lnTo>
                  <a:pt x="3269" y="20443"/>
                </a:lnTo>
                <a:lnTo>
                  <a:pt x="3068" y="20463"/>
                </a:lnTo>
                <a:lnTo>
                  <a:pt x="2866" y="20483"/>
                </a:lnTo>
                <a:lnTo>
                  <a:pt x="2664" y="20443"/>
                </a:lnTo>
                <a:lnTo>
                  <a:pt x="2462" y="20382"/>
                </a:lnTo>
                <a:lnTo>
                  <a:pt x="2301" y="20302"/>
                </a:lnTo>
                <a:lnTo>
                  <a:pt x="2139" y="20180"/>
                </a:lnTo>
                <a:lnTo>
                  <a:pt x="2018" y="20059"/>
                </a:lnTo>
                <a:lnTo>
                  <a:pt x="1917" y="19898"/>
                </a:lnTo>
                <a:lnTo>
                  <a:pt x="1817" y="19737"/>
                </a:lnTo>
                <a:lnTo>
                  <a:pt x="1756" y="19575"/>
                </a:lnTo>
                <a:lnTo>
                  <a:pt x="1695" y="19414"/>
                </a:lnTo>
                <a:lnTo>
                  <a:pt x="1655" y="19252"/>
                </a:lnTo>
                <a:lnTo>
                  <a:pt x="1635" y="18909"/>
                </a:lnTo>
                <a:lnTo>
                  <a:pt x="1635" y="18586"/>
                </a:lnTo>
                <a:lnTo>
                  <a:pt x="1655" y="18243"/>
                </a:lnTo>
                <a:lnTo>
                  <a:pt x="1695" y="17920"/>
                </a:lnTo>
                <a:lnTo>
                  <a:pt x="1716" y="17759"/>
                </a:lnTo>
                <a:lnTo>
                  <a:pt x="1796" y="16851"/>
                </a:lnTo>
                <a:lnTo>
                  <a:pt x="1857" y="15922"/>
                </a:lnTo>
                <a:lnTo>
                  <a:pt x="1857" y="15014"/>
                </a:lnTo>
                <a:lnTo>
                  <a:pt x="1817" y="14106"/>
                </a:lnTo>
                <a:lnTo>
                  <a:pt x="1736" y="13198"/>
                </a:lnTo>
                <a:lnTo>
                  <a:pt x="1615" y="12290"/>
                </a:lnTo>
                <a:lnTo>
                  <a:pt x="1453" y="11382"/>
                </a:lnTo>
                <a:lnTo>
                  <a:pt x="1251" y="10474"/>
                </a:lnTo>
                <a:lnTo>
                  <a:pt x="1050" y="9747"/>
                </a:lnTo>
                <a:lnTo>
                  <a:pt x="848" y="9021"/>
                </a:lnTo>
                <a:lnTo>
                  <a:pt x="626" y="8234"/>
                </a:lnTo>
                <a:lnTo>
                  <a:pt x="424" y="7447"/>
                </a:lnTo>
                <a:lnTo>
                  <a:pt x="323" y="7043"/>
                </a:lnTo>
                <a:lnTo>
                  <a:pt x="242" y="6640"/>
                </a:lnTo>
                <a:lnTo>
                  <a:pt x="182" y="6236"/>
                </a:lnTo>
                <a:lnTo>
                  <a:pt x="121" y="5812"/>
                </a:lnTo>
                <a:lnTo>
                  <a:pt x="101" y="5510"/>
                </a:lnTo>
                <a:lnTo>
                  <a:pt x="81" y="5227"/>
                </a:lnTo>
                <a:lnTo>
                  <a:pt x="81" y="4924"/>
                </a:lnTo>
                <a:lnTo>
                  <a:pt x="101" y="4642"/>
                </a:lnTo>
                <a:lnTo>
                  <a:pt x="121" y="4339"/>
                </a:lnTo>
                <a:lnTo>
                  <a:pt x="162" y="4077"/>
                </a:lnTo>
                <a:lnTo>
                  <a:pt x="222" y="3794"/>
                </a:lnTo>
                <a:lnTo>
                  <a:pt x="283" y="3532"/>
                </a:lnTo>
                <a:lnTo>
                  <a:pt x="343" y="3270"/>
                </a:lnTo>
                <a:lnTo>
                  <a:pt x="444" y="3027"/>
                </a:lnTo>
                <a:lnTo>
                  <a:pt x="545" y="2765"/>
                </a:lnTo>
                <a:lnTo>
                  <a:pt x="646" y="2543"/>
                </a:lnTo>
                <a:lnTo>
                  <a:pt x="767" y="2301"/>
                </a:lnTo>
                <a:lnTo>
                  <a:pt x="908" y="2099"/>
                </a:lnTo>
                <a:lnTo>
                  <a:pt x="1050" y="1877"/>
                </a:lnTo>
                <a:lnTo>
                  <a:pt x="1211" y="1675"/>
                </a:lnTo>
                <a:lnTo>
                  <a:pt x="1494" y="1352"/>
                </a:lnTo>
                <a:lnTo>
                  <a:pt x="1837" y="1070"/>
                </a:lnTo>
                <a:lnTo>
                  <a:pt x="2200" y="828"/>
                </a:lnTo>
                <a:lnTo>
                  <a:pt x="2583" y="606"/>
                </a:lnTo>
                <a:lnTo>
                  <a:pt x="2987" y="444"/>
                </a:lnTo>
                <a:lnTo>
                  <a:pt x="3431" y="303"/>
                </a:lnTo>
                <a:lnTo>
                  <a:pt x="3895" y="202"/>
                </a:lnTo>
                <a:lnTo>
                  <a:pt x="4379" y="142"/>
                </a:lnTo>
                <a:lnTo>
                  <a:pt x="5045" y="101"/>
                </a:lnTo>
                <a:lnTo>
                  <a:pt x="5731" y="81"/>
                </a:lnTo>
                <a:close/>
                <a:moveTo>
                  <a:pt x="5731" y="0"/>
                </a:moveTo>
                <a:lnTo>
                  <a:pt x="5045" y="21"/>
                </a:lnTo>
                <a:lnTo>
                  <a:pt x="4359" y="61"/>
                </a:lnTo>
                <a:lnTo>
                  <a:pt x="3875" y="121"/>
                </a:lnTo>
                <a:lnTo>
                  <a:pt x="3411" y="222"/>
                </a:lnTo>
                <a:lnTo>
                  <a:pt x="2967" y="364"/>
                </a:lnTo>
                <a:lnTo>
                  <a:pt x="2543" y="545"/>
                </a:lnTo>
                <a:lnTo>
                  <a:pt x="2139" y="767"/>
                </a:lnTo>
                <a:lnTo>
                  <a:pt x="1776" y="1009"/>
                </a:lnTo>
                <a:lnTo>
                  <a:pt x="1453" y="1312"/>
                </a:lnTo>
                <a:lnTo>
                  <a:pt x="1151" y="1635"/>
                </a:lnTo>
                <a:lnTo>
                  <a:pt x="989" y="1837"/>
                </a:lnTo>
                <a:lnTo>
                  <a:pt x="828" y="2039"/>
                </a:lnTo>
                <a:lnTo>
                  <a:pt x="707" y="2261"/>
                </a:lnTo>
                <a:lnTo>
                  <a:pt x="565" y="2503"/>
                </a:lnTo>
                <a:lnTo>
                  <a:pt x="464" y="2745"/>
                </a:lnTo>
                <a:lnTo>
                  <a:pt x="364" y="2987"/>
                </a:lnTo>
                <a:lnTo>
                  <a:pt x="283" y="3249"/>
                </a:lnTo>
                <a:lnTo>
                  <a:pt x="202" y="3512"/>
                </a:lnTo>
                <a:lnTo>
                  <a:pt x="142" y="3774"/>
                </a:lnTo>
                <a:lnTo>
                  <a:pt x="81" y="4057"/>
                </a:lnTo>
                <a:lnTo>
                  <a:pt x="41" y="4339"/>
                </a:lnTo>
                <a:lnTo>
                  <a:pt x="20" y="4622"/>
                </a:lnTo>
                <a:lnTo>
                  <a:pt x="0" y="4924"/>
                </a:lnTo>
                <a:lnTo>
                  <a:pt x="0" y="5227"/>
                </a:lnTo>
                <a:lnTo>
                  <a:pt x="20" y="5530"/>
                </a:lnTo>
                <a:lnTo>
                  <a:pt x="41" y="5832"/>
                </a:lnTo>
                <a:lnTo>
                  <a:pt x="101" y="6236"/>
                </a:lnTo>
                <a:lnTo>
                  <a:pt x="162" y="6660"/>
                </a:lnTo>
                <a:lnTo>
                  <a:pt x="242" y="7063"/>
                </a:lnTo>
                <a:lnTo>
                  <a:pt x="343" y="7467"/>
                </a:lnTo>
                <a:lnTo>
                  <a:pt x="545" y="8254"/>
                </a:lnTo>
                <a:lnTo>
                  <a:pt x="767" y="9041"/>
                </a:lnTo>
                <a:lnTo>
                  <a:pt x="969" y="9768"/>
                </a:lnTo>
                <a:lnTo>
                  <a:pt x="1171" y="10494"/>
                </a:lnTo>
                <a:lnTo>
                  <a:pt x="1373" y="11402"/>
                </a:lnTo>
                <a:lnTo>
                  <a:pt x="1534" y="12290"/>
                </a:lnTo>
                <a:lnTo>
                  <a:pt x="1655" y="13198"/>
                </a:lnTo>
                <a:lnTo>
                  <a:pt x="1736" y="14106"/>
                </a:lnTo>
                <a:lnTo>
                  <a:pt x="1776" y="15014"/>
                </a:lnTo>
                <a:lnTo>
                  <a:pt x="1776" y="15922"/>
                </a:lnTo>
                <a:lnTo>
                  <a:pt x="1716" y="16851"/>
                </a:lnTo>
                <a:lnTo>
                  <a:pt x="1635" y="17759"/>
                </a:lnTo>
                <a:lnTo>
                  <a:pt x="1615" y="17900"/>
                </a:lnTo>
                <a:lnTo>
                  <a:pt x="1574" y="18243"/>
                </a:lnTo>
                <a:lnTo>
                  <a:pt x="1554" y="18586"/>
                </a:lnTo>
                <a:lnTo>
                  <a:pt x="1554" y="18929"/>
                </a:lnTo>
                <a:lnTo>
                  <a:pt x="1595" y="19252"/>
                </a:lnTo>
                <a:lnTo>
                  <a:pt x="1615" y="19434"/>
                </a:lnTo>
                <a:lnTo>
                  <a:pt x="1675" y="19595"/>
                </a:lnTo>
                <a:lnTo>
                  <a:pt x="1756" y="19777"/>
                </a:lnTo>
                <a:lnTo>
                  <a:pt x="1837" y="19938"/>
                </a:lnTo>
                <a:lnTo>
                  <a:pt x="1958" y="20100"/>
                </a:lnTo>
                <a:lnTo>
                  <a:pt x="2099" y="20241"/>
                </a:lnTo>
                <a:lnTo>
                  <a:pt x="2260" y="20362"/>
                </a:lnTo>
                <a:lnTo>
                  <a:pt x="2422" y="20463"/>
                </a:lnTo>
                <a:lnTo>
                  <a:pt x="2563" y="20503"/>
                </a:lnTo>
                <a:lnTo>
                  <a:pt x="2684" y="20544"/>
                </a:lnTo>
                <a:lnTo>
                  <a:pt x="2926" y="20564"/>
                </a:lnTo>
                <a:lnTo>
                  <a:pt x="3088" y="20544"/>
                </a:lnTo>
                <a:lnTo>
                  <a:pt x="3229" y="20524"/>
                </a:lnTo>
                <a:lnTo>
                  <a:pt x="3532" y="20463"/>
                </a:lnTo>
                <a:lnTo>
                  <a:pt x="3855" y="20342"/>
                </a:lnTo>
                <a:lnTo>
                  <a:pt x="4157" y="20221"/>
                </a:lnTo>
                <a:lnTo>
                  <a:pt x="4339" y="20140"/>
                </a:lnTo>
                <a:lnTo>
                  <a:pt x="5146" y="19777"/>
                </a:lnTo>
                <a:lnTo>
                  <a:pt x="5974" y="19454"/>
                </a:lnTo>
                <a:lnTo>
                  <a:pt x="6801" y="19131"/>
                </a:lnTo>
                <a:lnTo>
                  <a:pt x="7205" y="19010"/>
                </a:lnTo>
                <a:lnTo>
                  <a:pt x="7628" y="18889"/>
                </a:lnTo>
                <a:lnTo>
                  <a:pt x="8173" y="18748"/>
                </a:lnTo>
                <a:lnTo>
                  <a:pt x="8718" y="18647"/>
                </a:lnTo>
                <a:lnTo>
                  <a:pt x="9243" y="18566"/>
                </a:lnTo>
                <a:lnTo>
                  <a:pt x="9788" y="18506"/>
                </a:lnTo>
                <a:lnTo>
                  <a:pt x="10332" y="18465"/>
                </a:lnTo>
                <a:lnTo>
                  <a:pt x="10877" y="18425"/>
                </a:lnTo>
                <a:lnTo>
                  <a:pt x="11987" y="18425"/>
                </a:lnTo>
                <a:lnTo>
                  <a:pt x="13077" y="18485"/>
                </a:lnTo>
                <a:lnTo>
                  <a:pt x="14187" y="18566"/>
                </a:lnTo>
                <a:lnTo>
                  <a:pt x="15277" y="18687"/>
                </a:lnTo>
                <a:lnTo>
                  <a:pt x="16366" y="18808"/>
                </a:lnTo>
                <a:lnTo>
                  <a:pt x="18061" y="18990"/>
                </a:lnTo>
                <a:lnTo>
                  <a:pt x="18909" y="19071"/>
                </a:lnTo>
                <a:lnTo>
                  <a:pt x="19757" y="19131"/>
                </a:lnTo>
                <a:lnTo>
                  <a:pt x="20604" y="19171"/>
                </a:lnTo>
                <a:lnTo>
                  <a:pt x="21472" y="19192"/>
                </a:lnTo>
                <a:lnTo>
                  <a:pt x="22319" y="19171"/>
                </a:lnTo>
                <a:lnTo>
                  <a:pt x="23167" y="19111"/>
                </a:lnTo>
                <a:lnTo>
                  <a:pt x="23793" y="19010"/>
                </a:lnTo>
                <a:lnTo>
                  <a:pt x="24358" y="18909"/>
                </a:lnTo>
                <a:lnTo>
                  <a:pt x="24902" y="18748"/>
                </a:lnTo>
                <a:lnTo>
                  <a:pt x="25145" y="18667"/>
                </a:lnTo>
                <a:lnTo>
                  <a:pt x="25367" y="18566"/>
                </a:lnTo>
                <a:lnTo>
                  <a:pt x="25589" y="18465"/>
                </a:lnTo>
                <a:lnTo>
                  <a:pt x="25790" y="18344"/>
                </a:lnTo>
                <a:lnTo>
                  <a:pt x="25992" y="18223"/>
                </a:lnTo>
                <a:lnTo>
                  <a:pt x="26174" y="18082"/>
                </a:lnTo>
                <a:lnTo>
                  <a:pt x="26335" y="17961"/>
                </a:lnTo>
                <a:lnTo>
                  <a:pt x="26497" y="17799"/>
                </a:lnTo>
                <a:lnTo>
                  <a:pt x="26638" y="17638"/>
                </a:lnTo>
                <a:lnTo>
                  <a:pt x="26779" y="17476"/>
                </a:lnTo>
                <a:lnTo>
                  <a:pt x="26941" y="17214"/>
                </a:lnTo>
                <a:lnTo>
                  <a:pt x="27102" y="16931"/>
                </a:lnTo>
                <a:lnTo>
                  <a:pt x="27223" y="16629"/>
                </a:lnTo>
                <a:lnTo>
                  <a:pt x="27324" y="16326"/>
                </a:lnTo>
                <a:lnTo>
                  <a:pt x="27425" y="16023"/>
                </a:lnTo>
                <a:lnTo>
                  <a:pt x="27486" y="15721"/>
                </a:lnTo>
                <a:lnTo>
                  <a:pt x="27607" y="15095"/>
                </a:lnTo>
                <a:lnTo>
                  <a:pt x="27728" y="14409"/>
                </a:lnTo>
                <a:lnTo>
                  <a:pt x="27829" y="13723"/>
                </a:lnTo>
                <a:lnTo>
                  <a:pt x="27909" y="13057"/>
                </a:lnTo>
                <a:lnTo>
                  <a:pt x="27970" y="12411"/>
                </a:lnTo>
                <a:lnTo>
                  <a:pt x="28030" y="11765"/>
                </a:lnTo>
                <a:lnTo>
                  <a:pt x="28071" y="11140"/>
                </a:lnTo>
                <a:lnTo>
                  <a:pt x="28091" y="10494"/>
                </a:lnTo>
                <a:lnTo>
                  <a:pt x="28111" y="9889"/>
                </a:lnTo>
                <a:lnTo>
                  <a:pt x="28111" y="9263"/>
                </a:lnTo>
                <a:lnTo>
                  <a:pt x="28111" y="8678"/>
                </a:lnTo>
                <a:lnTo>
                  <a:pt x="28071" y="8072"/>
                </a:lnTo>
                <a:lnTo>
                  <a:pt x="28030" y="7487"/>
                </a:lnTo>
                <a:lnTo>
                  <a:pt x="27990" y="6902"/>
                </a:lnTo>
                <a:lnTo>
                  <a:pt x="27909" y="6337"/>
                </a:lnTo>
                <a:lnTo>
                  <a:pt x="27829" y="5752"/>
                </a:lnTo>
                <a:lnTo>
                  <a:pt x="27748" y="5207"/>
                </a:lnTo>
                <a:lnTo>
                  <a:pt x="27627" y="4642"/>
                </a:lnTo>
                <a:lnTo>
                  <a:pt x="27566" y="4379"/>
                </a:lnTo>
                <a:lnTo>
                  <a:pt x="27486" y="4097"/>
                </a:lnTo>
                <a:lnTo>
                  <a:pt x="27385" y="3835"/>
                </a:lnTo>
                <a:lnTo>
                  <a:pt x="27284" y="3572"/>
                </a:lnTo>
                <a:lnTo>
                  <a:pt x="27142" y="3330"/>
                </a:lnTo>
                <a:lnTo>
                  <a:pt x="27001" y="3088"/>
                </a:lnTo>
                <a:lnTo>
                  <a:pt x="26820" y="2846"/>
                </a:lnTo>
                <a:lnTo>
                  <a:pt x="26618" y="2624"/>
                </a:lnTo>
                <a:lnTo>
                  <a:pt x="26396" y="2422"/>
                </a:lnTo>
                <a:lnTo>
                  <a:pt x="26174" y="2240"/>
                </a:lnTo>
                <a:lnTo>
                  <a:pt x="25932" y="2079"/>
                </a:lnTo>
                <a:lnTo>
                  <a:pt x="25669" y="1938"/>
                </a:lnTo>
                <a:lnTo>
                  <a:pt x="25407" y="1817"/>
                </a:lnTo>
                <a:lnTo>
                  <a:pt x="25124" y="1696"/>
                </a:lnTo>
                <a:lnTo>
                  <a:pt x="24822" y="1595"/>
                </a:lnTo>
                <a:lnTo>
                  <a:pt x="24519" y="1494"/>
                </a:lnTo>
                <a:lnTo>
                  <a:pt x="23914" y="1352"/>
                </a:lnTo>
                <a:lnTo>
                  <a:pt x="23268" y="1231"/>
                </a:lnTo>
                <a:lnTo>
                  <a:pt x="22622" y="1130"/>
                </a:lnTo>
                <a:lnTo>
                  <a:pt x="21008" y="949"/>
                </a:lnTo>
                <a:lnTo>
                  <a:pt x="19413" y="787"/>
                </a:lnTo>
                <a:lnTo>
                  <a:pt x="17799" y="646"/>
                </a:lnTo>
                <a:lnTo>
                  <a:pt x="16185" y="505"/>
                </a:lnTo>
                <a:lnTo>
                  <a:pt x="14570" y="404"/>
                </a:lnTo>
                <a:lnTo>
                  <a:pt x="12956" y="303"/>
                </a:lnTo>
                <a:lnTo>
                  <a:pt x="9767" y="121"/>
                </a:lnTo>
                <a:lnTo>
                  <a:pt x="8436" y="61"/>
                </a:lnTo>
                <a:lnTo>
                  <a:pt x="70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34"/>
          <p:cNvSpPr/>
          <p:nvPr/>
        </p:nvSpPr>
        <p:spPr>
          <a:xfrm flipH="1">
            <a:off x="-2033389" y="234683"/>
            <a:ext cx="1393383" cy="700689"/>
          </a:xfrm>
          <a:custGeom>
            <a:rect b="b" l="l" r="r" t="t"/>
            <a:pathLst>
              <a:path extrusionOk="0" h="12533" w="24923">
                <a:moveTo>
                  <a:pt x="9525" y="0"/>
                </a:moveTo>
                <a:lnTo>
                  <a:pt x="8536" y="21"/>
                </a:lnTo>
                <a:lnTo>
                  <a:pt x="7547" y="41"/>
                </a:lnTo>
                <a:lnTo>
                  <a:pt x="6579" y="61"/>
                </a:lnTo>
                <a:lnTo>
                  <a:pt x="5630" y="122"/>
                </a:lnTo>
                <a:lnTo>
                  <a:pt x="4682" y="182"/>
                </a:lnTo>
                <a:lnTo>
                  <a:pt x="3754" y="263"/>
                </a:lnTo>
                <a:lnTo>
                  <a:pt x="3269" y="303"/>
                </a:lnTo>
                <a:lnTo>
                  <a:pt x="2785" y="384"/>
                </a:lnTo>
                <a:lnTo>
                  <a:pt x="2301" y="485"/>
                </a:lnTo>
                <a:lnTo>
                  <a:pt x="2079" y="545"/>
                </a:lnTo>
                <a:lnTo>
                  <a:pt x="1857" y="626"/>
                </a:lnTo>
                <a:lnTo>
                  <a:pt x="1635" y="727"/>
                </a:lnTo>
                <a:lnTo>
                  <a:pt x="1433" y="828"/>
                </a:lnTo>
                <a:lnTo>
                  <a:pt x="1231" y="949"/>
                </a:lnTo>
                <a:lnTo>
                  <a:pt x="1029" y="1090"/>
                </a:lnTo>
                <a:lnTo>
                  <a:pt x="868" y="1252"/>
                </a:lnTo>
                <a:lnTo>
                  <a:pt x="686" y="1413"/>
                </a:lnTo>
                <a:lnTo>
                  <a:pt x="545" y="1615"/>
                </a:lnTo>
                <a:lnTo>
                  <a:pt x="404" y="1817"/>
                </a:lnTo>
                <a:lnTo>
                  <a:pt x="283" y="2059"/>
                </a:lnTo>
                <a:lnTo>
                  <a:pt x="182" y="2301"/>
                </a:lnTo>
                <a:lnTo>
                  <a:pt x="81" y="2543"/>
                </a:lnTo>
                <a:lnTo>
                  <a:pt x="0" y="2805"/>
                </a:lnTo>
                <a:lnTo>
                  <a:pt x="61" y="2826"/>
                </a:lnTo>
                <a:lnTo>
                  <a:pt x="162" y="2584"/>
                </a:lnTo>
                <a:lnTo>
                  <a:pt x="242" y="2321"/>
                </a:lnTo>
                <a:lnTo>
                  <a:pt x="363" y="2079"/>
                </a:lnTo>
                <a:lnTo>
                  <a:pt x="484" y="1857"/>
                </a:lnTo>
                <a:lnTo>
                  <a:pt x="606" y="1655"/>
                </a:lnTo>
                <a:lnTo>
                  <a:pt x="767" y="1474"/>
                </a:lnTo>
                <a:lnTo>
                  <a:pt x="908" y="1292"/>
                </a:lnTo>
                <a:lnTo>
                  <a:pt x="1090" y="1151"/>
                </a:lnTo>
                <a:lnTo>
                  <a:pt x="1271" y="1009"/>
                </a:lnTo>
                <a:lnTo>
                  <a:pt x="1473" y="909"/>
                </a:lnTo>
                <a:lnTo>
                  <a:pt x="1675" y="787"/>
                </a:lnTo>
                <a:lnTo>
                  <a:pt x="1897" y="707"/>
                </a:lnTo>
                <a:lnTo>
                  <a:pt x="2119" y="626"/>
                </a:lnTo>
                <a:lnTo>
                  <a:pt x="2341" y="566"/>
                </a:lnTo>
                <a:lnTo>
                  <a:pt x="2805" y="465"/>
                </a:lnTo>
                <a:lnTo>
                  <a:pt x="3269" y="384"/>
                </a:lnTo>
                <a:lnTo>
                  <a:pt x="3754" y="344"/>
                </a:lnTo>
                <a:lnTo>
                  <a:pt x="4682" y="263"/>
                </a:lnTo>
                <a:lnTo>
                  <a:pt x="5630" y="202"/>
                </a:lnTo>
                <a:lnTo>
                  <a:pt x="6579" y="142"/>
                </a:lnTo>
                <a:lnTo>
                  <a:pt x="7547" y="122"/>
                </a:lnTo>
                <a:lnTo>
                  <a:pt x="8536" y="101"/>
                </a:lnTo>
                <a:lnTo>
                  <a:pt x="9525" y="81"/>
                </a:lnTo>
                <a:lnTo>
                  <a:pt x="10514" y="81"/>
                </a:lnTo>
                <a:lnTo>
                  <a:pt x="11523" y="101"/>
                </a:lnTo>
                <a:lnTo>
                  <a:pt x="12552" y="142"/>
                </a:lnTo>
                <a:lnTo>
                  <a:pt x="13601" y="182"/>
                </a:lnTo>
                <a:lnTo>
                  <a:pt x="14651" y="243"/>
                </a:lnTo>
                <a:lnTo>
                  <a:pt x="15720" y="323"/>
                </a:lnTo>
                <a:lnTo>
                  <a:pt x="17900" y="505"/>
                </a:lnTo>
                <a:lnTo>
                  <a:pt x="20140" y="727"/>
                </a:lnTo>
                <a:lnTo>
                  <a:pt x="20927" y="848"/>
                </a:lnTo>
                <a:lnTo>
                  <a:pt x="21330" y="909"/>
                </a:lnTo>
                <a:lnTo>
                  <a:pt x="21694" y="989"/>
                </a:lnTo>
                <a:lnTo>
                  <a:pt x="22057" y="1110"/>
                </a:lnTo>
                <a:lnTo>
                  <a:pt x="22400" y="1231"/>
                </a:lnTo>
                <a:lnTo>
                  <a:pt x="22723" y="1413"/>
                </a:lnTo>
                <a:lnTo>
                  <a:pt x="23046" y="1615"/>
                </a:lnTo>
                <a:lnTo>
                  <a:pt x="23248" y="1796"/>
                </a:lnTo>
                <a:lnTo>
                  <a:pt x="23449" y="1978"/>
                </a:lnTo>
                <a:lnTo>
                  <a:pt x="23631" y="2200"/>
                </a:lnTo>
                <a:lnTo>
                  <a:pt x="23792" y="2422"/>
                </a:lnTo>
                <a:lnTo>
                  <a:pt x="23954" y="2664"/>
                </a:lnTo>
                <a:lnTo>
                  <a:pt x="24075" y="2906"/>
                </a:lnTo>
                <a:lnTo>
                  <a:pt x="24196" y="3149"/>
                </a:lnTo>
                <a:lnTo>
                  <a:pt x="24297" y="3411"/>
                </a:lnTo>
                <a:lnTo>
                  <a:pt x="24378" y="3673"/>
                </a:lnTo>
                <a:lnTo>
                  <a:pt x="24458" y="3915"/>
                </a:lnTo>
                <a:lnTo>
                  <a:pt x="24579" y="4440"/>
                </a:lnTo>
                <a:lnTo>
                  <a:pt x="24660" y="4945"/>
                </a:lnTo>
                <a:lnTo>
                  <a:pt x="24721" y="5409"/>
                </a:lnTo>
                <a:lnTo>
                  <a:pt x="24781" y="6095"/>
                </a:lnTo>
                <a:lnTo>
                  <a:pt x="24822" y="6781"/>
                </a:lnTo>
                <a:lnTo>
                  <a:pt x="24842" y="7487"/>
                </a:lnTo>
                <a:lnTo>
                  <a:pt x="24822" y="8173"/>
                </a:lnTo>
                <a:lnTo>
                  <a:pt x="24801" y="8860"/>
                </a:lnTo>
                <a:lnTo>
                  <a:pt x="24741" y="9566"/>
                </a:lnTo>
                <a:lnTo>
                  <a:pt x="24660" y="10252"/>
                </a:lnTo>
                <a:lnTo>
                  <a:pt x="24559" y="10938"/>
                </a:lnTo>
                <a:lnTo>
                  <a:pt x="24479" y="11362"/>
                </a:lnTo>
                <a:lnTo>
                  <a:pt x="24398" y="11765"/>
                </a:lnTo>
                <a:lnTo>
                  <a:pt x="24297" y="12149"/>
                </a:lnTo>
                <a:lnTo>
                  <a:pt x="24196" y="12512"/>
                </a:lnTo>
                <a:lnTo>
                  <a:pt x="24257" y="12532"/>
                </a:lnTo>
                <a:lnTo>
                  <a:pt x="24378" y="12169"/>
                </a:lnTo>
                <a:lnTo>
                  <a:pt x="24479" y="11765"/>
                </a:lnTo>
                <a:lnTo>
                  <a:pt x="24559" y="11362"/>
                </a:lnTo>
                <a:lnTo>
                  <a:pt x="24640" y="10938"/>
                </a:lnTo>
                <a:lnTo>
                  <a:pt x="24741" y="10252"/>
                </a:lnTo>
                <a:lnTo>
                  <a:pt x="24822" y="9566"/>
                </a:lnTo>
                <a:lnTo>
                  <a:pt x="24882" y="8880"/>
                </a:lnTo>
                <a:lnTo>
                  <a:pt x="24902" y="8173"/>
                </a:lnTo>
                <a:lnTo>
                  <a:pt x="24922" y="7487"/>
                </a:lnTo>
                <a:lnTo>
                  <a:pt x="24902" y="6781"/>
                </a:lnTo>
                <a:lnTo>
                  <a:pt x="24862" y="6095"/>
                </a:lnTo>
                <a:lnTo>
                  <a:pt x="24801" y="5409"/>
                </a:lnTo>
                <a:lnTo>
                  <a:pt x="24741" y="4924"/>
                </a:lnTo>
                <a:lnTo>
                  <a:pt x="24660" y="4420"/>
                </a:lnTo>
                <a:lnTo>
                  <a:pt x="24539" y="3895"/>
                </a:lnTo>
                <a:lnTo>
                  <a:pt x="24458" y="3633"/>
                </a:lnTo>
                <a:lnTo>
                  <a:pt x="24357" y="3371"/>
                </a:lnTo>
                <a:lnTo>
                  <a:pt x="24257" y="3108"/>
                </a:lnTo>
                <a:lnTo>
                  <a:pt x="24156" y="2866"/>
                </a:lnTo>
                <a:lnTo>
                  <a:pt x="24014" y="2604"/>
                </a:lnTo>
                <a:lnTo>
                  <a:pt x="23873" y="2362"/>
                </a:lnTo>
                <a:lnTo>
                  <a:pt x="23692" y="2140"/>
                </a:lnTo>
                <a:lnTo>
                  <a:pt x="23510" y="1918"/>
                </a:lnTo>
                <a:lnTo>
                  <a:pt x="23308" y="1736"/>
                </a:lnTo>
                <a:lnTo>
                  <a:pt x="23086" y="1534"/>
                </a:lnTo>
                <a:lnTo>
                  <a:pt x="22763" y="1332"/>
                </a:lnTo>
                <a:lnTo>
                  <a:pt x="22440" y="1171"/>
                </a:lnTo>
                <a:lnTo>
                  <a:pt x="22077" y="1030"/>
                </a:lnTo>
                <a:lnTo>
                  <a:pt x="21714" y="929"/>
                </a:lnTo>
                <a:lnTo>
                  <a:pt x="21351" y="828"/>
                </a:lnTo>
                <a:lnTo>
                  <a:pt x="20947" y="767"/>
                </a:lnTo>
                <a:lnTo>
                  <a:pt x="20160" y="646"/>
                </a:lnTo>
                <a:lnTo>
                  <a:pt x="17900" y="424"/>
                </a:lnTo>
                <a:lnTo>
                  <a:pt x="15720" y="243"/>
                </a:lnTo>
                <a:lnTo>
                  <a:pt x="14651" y="162"/>
                </a:lnTo>
                <a:lnTo>
                  <a:pt x="13601" y="101"/>
                </a:lnTo>
                <a:lnTo>
                  <a:pt x="12552" y="61"/>
                </a:lnTo>
                <a:lnTo>
                  <a:pt x="11543" y="21"/>
                </a:lnTo>
                <a:lnTo>
                  <a:pt x="10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34"/>
          <p:cNvSpPr/>
          <p:nvPr/>
        </p:nvSpPr>
        <p:spPr>
          <a:xfrm flipH="1">
            <a:off x="-1996154" y="391500"/>
            <a:ext cx="1371970" cy="810100"/>
          </a:xfrm>
          <a:custGeom>
            <a:rect b="b" l="l" r="r" t="t"/>
            <a:pathLst>
              <a:path extrusionOk="0" h="14490" w="24540">
                <a:moveTo>
                  <a:pt x="283" y="0"/>
                </a:moveTo>
                <a:lnTo>
                  <a:pt x="182" y="364"/>
                </a:lnTo>
                <a:lnTo>
                  <a:pt x="102" y="747"/>
                </a:lnTo>
                <a:lnTo>
                  <a:pt x="41" y="1131"/>
                </a:lnTo>
                <a:lnTo>
                  <a:pt x="21" y="1534"/>
                </a:lnTo>
                <a:lnTo>
                  <a:pt x="1" y="1938"/>
                </a:lnTo>
                <a:lnTo>
                  <a:pt x="21" y="2341"/>
                </a:lnTo>
                <a:lnTo>
                  <a:pt x="61" y="2765"/>
                </a:lnTo>
                <a:lnTo>
                  <a:pt x="122" y="3189"/>
                </a:lnTo>
                <a:lnTo>
                  <a:pt x="223" y="3633"/>
                </a:lnTo>
                <a:lnTo>
                  <a:pt x="324" y="4097"/>
                </a:lnTo>
                <a:lnTo>
                  <a:pt x="566" y="4985"/>
                </a:lnTo>
                <a:lnTo>
                  <a:pt x="848" y="6055"/>
                </a:lnTo>
                <a:lnTo>
                  <a:pt x="969" y="6599"/>
                </a:lnTo>
                <a:lnTo>
                  <a:pt x="1050" y="7144"/>
                </a:lnTo>
                <a:lnTo>
                  <a:pt x="1111" y="7649"/>
                </a:lnTo>
                <a:lnTo>
                  <a:pt x="1151" y="8173"/>
                </a:lnTo>
                <a:lnTo>
                  <a:pt x="1151" y="8718"/>
                </a:lnTo>
                <a:lnTo>
                  <a:pt x="1151" y="9243"/>
                </a:lnTo>
                <a:lnTo>
                  <a:pt x="1131" y="9768"/>
                </a:lnTo>
                <a:lnTo>
                  <a:pt x="1090" y="10292"/>
                </a:lnTo>
                <a:lnTo>
                  <a:pt x="989" y="11342"/>
                </a:lnTo>
                <a:lnTo>
                  <a:pt x="929" y="12088"/>
                </a:lnTo>
                <a:lnTo>
                  <a:pt x="868" y="12855"/>
                </a:lnTo>
                <a:lnTo>
                  <a:pt x="848" y="13218"/>
                </a:lnTo>
                <a:lnTo>
                  <a:pt x="868" y="13400"/>
                </a:lnTo>
                <a:lnTo>
                  <a:pt x="889" y="13582"/>
                </a:lnTo>
                <a:lnTo>
                  <a:pt x="929" y="13743"/>
                </a:lnTo>
                <a:lnTo>
                  <a:pt x="989" y="13905"/>
                </a:lnTo>
                <a:lnTo>
                  <a:pt x="1070" y="14046"/>
                </a:lnTo>
                <a:lnTo>
                  <a:pt x="1171" y="14187"/>
                </a:lnTo>
                <a:lnTo>
                  <a:pt x="1252" y="14268"/>
                </a:lnTo>
                <a:lnTo>
                  <a:pt x="1353" y="14328"/>
                </a:lnTo>
                <a:lnTo>
                  <a:pt x="1433" y="14369"/>
                </a:lnTo>
                <a:lnTo>
                  <a:pt x="1534" y="14409"/>
                </a:lnTo>
                <a:lnTo>
                  <a:pt x="1756" y="14470"/>
                </a:lnTo>
                <a:lnTo>
                  <a:pt x="1958" y="14490"/>
                </a:lnTo>
                <a:lnTo>
                  <a:pt x="2180" y="14470"/>
                </a:lnTo>
                <a:lnTo>
                  <a:pt x="2402" y="14429"/>
                </a:lnTo>
                <a:lnTo>
                  <a:pt x="2644" y="14349"/>
                </a:lnTo>
                <a:lnTo>
                  <a:pt x="2886" y="14227"/>
                </a:lnTo>
                <a:lnTo>
                  <a:pt x="3330" y="13965"/>
                </a:lnTo>
                <a:lnTo>
                  <a:pt x="3532" y="13844"/>
                </a:lnTo>
                <a:lnTo>
                  <a:pt x="3895" y="13642"/>
                </a:lnTo>
                <a:lnTo>
                  <a:pt x="4259" y="13461"/>
                </a:lnTo>
                <a:lnTo>
                  <a:pt x="4642" y="13299"/>
                </a:lnTo>
                <a:lnTo>
                  <a:pt x="5046" y="13138"/>
                </a:lnTo>
                <a:lnTo>
                  <a:pt x="5449" y="12996"/>
                </a:lnTo>
                <a:lnTo>
                  <a:pt x="5873" y="12875"/>
                </a:lnTo>
                <a:lnTo>
                  <a:pt x="6317" y="12754"/>
                </a:lnTo>
                <a:lnTo>
                  <a:pt x="6761" y="12653"/>
                </a:lnTo>
                <a:lnTo>
                  <a:pt x="7225" y="12573"/>
                </a:lnTo>
                <a:lnTo>
                  <a:pt x="7689" y="12512"/>
                </a:lnTo>
                <a:lnTo>
                  <a:pt x="8174" y="12472"/>
                </a:lnTo>
                <a:lnTo>
                  <a:pt x="8678" y="12431"/>
                </a:lnTo>
                <a:lnTo>
                  <a:pt x="9183" y="12411"/>
                </a:lnTo>
                <a:lnTo>
                  <a:pt x="10232" y="12411"/>
                </a:lnTo>
                <a:lnTo>
                  <a:pt x="10777" y="12431"/>
                </a:lnTo>
                <a:lnTo>
                  <a:pt x="11887" y="12532"/>
                </a:lnTo>
                <a:lnTo>
                  <a:pt x="12976" y="12653"/>
                </a:lnTo>
                <a:lnTo>
                  <a:pt x="14066" y="12815"/>
                </a:lnTo>
                <a:lnTo>
                  <a:pt x="15156" y="12976"/>
                </a:lnTo>
                <a:lnTo>
                  <a:pt x="16690" y="13198"/>
                </a:lnTo>
                <a:lnTo>
                  <a:pt x="17477" y="13299"/>
                </a:lnTo>
                <a:lnTo>
                  <a:pt x="18243" y="13400"/>
                </a:lnTo>
                <a:lnTo>
                  <a:pt x="18768" y="13440"/>
                </a:lnTo>
                <a:lnTo>
                  <a:pt x="19273" y="13481"/>
                </a:lnTo>
                <a:lnTo>
                  <a:pt x="19797" y="13481"/>
                </a:lnTo>
                <a:lnTo>
                  <a:pt x="20302" y="13461"/>
                </a:lnTo>
                <a:lnTo>
                  <a:pt x="20806" y="13400"/>
                </a:lnTo>
                <a:lnTo>
                  <a:pt x="21048" y="13360"/>
                </a:lnTo>
                <a:lnTo>
                  <a:pt x="21291" y="13299"/>
                </a:lnTo>
                <a:lnTo>
                  <a:pt x="21533" y="13218"/>
                </a:lnTo>
                <a:lnTo>
                  <a:pt x="21775" y="13138"/>
                </a:lnTo>
                <a:lnTo>
                  <a:pt x="21997" y="13037"/>
                </a:lnTo>
                <a:lnTo>
                  <a:pt x="22219" y="12936"/>
                </a:lnTo>
                <a:lnTo>
                  <a:pt x="22421" y="12815"/>
                </a:lnTo>
                <a:lnTo>
                  <a:pt x="22602" y="12694"/>
                </a:lnTo>
                <a:lnTo>
                  <a:pt x="22784" y="12553"/>
                </a:lnTo>
                <a:lnTo>
                  <a:pt x="22966" y="12411"/>
                </a:lnTo>
                <a:lnTo>
                  <a:pt x="23127" y="12250"/>
                </a:lnTo>
                <a:lnTo>
                  <a:pt x="23288" y="12068"/>
                </a:lnTo>
                <a:lnTo>
                  <a:pt x="23450" y="11887"/>
                </a:lnTo>
                <a:lnTo>
                  <a:pt x="23591" y="11685"/>
                </a:lnTo>
                <a:lnTo>
                  <a:pt x="23874" y="11261"/>
                </a:lnTo>
                <a:lnTo>
                  <a:pt x="24116" y="10797"/>
                </a:lnTo>
                <a:lnTo>
                  <a:pt x="24358" y="10292"/>
                </a:lnTo>
                <a:lnTo>
                  <a:pt x="24540" y="9727"/>
                </a:lnTo>
                <a:lnTo>
                  <a:pt x="24479" y="9707"/>
                </a:lnTo>
                <a:lnTo>
                  <a:pt x="24277" y="10252"/>
                </a:lnTo>
                <a:lnTo>
                  <a:pt x="24055" y="10756"/>
                </a:lnTo>
                <a:lnTo>
                  <a:pt x="23813" y="11221"/>
                </a:lnTo>
                <a:lnTo>
                  <a:pt x="23531" y="11644"/>
                </a:lnTo>
                <a:lnTo>
                  <a:pt x="23228" y="12008"/>
                </a:lnTo>
                <a:lnTo>
                  <a:pt x="23066" y="12189"/>
                </a:lnTo>
                <a:lnTo>
                  <a:pt x="22905" y="12351"/>
                </a:lnTo>
                <a:lnTo>
                  <a:pt x="22744" y="12492"/>
                </a:lnTo>
                <a:lnTo>
                  <a:pt x="22562" y="12613"/>
                </a:lnTo>
                <a:lnTo>
                  <a:pt x="22380" y="12754"/>
                </a:lnTo>
                <a:lnTo>
                  <a:pt x="22178" y="12855"/>
                </a:lnTo>
                <a:lnTo>
                  <a:pt x="21957" y="12976"/>
                </a:lnTo>
                <a:lnTo>
                  <a:pt x="21735" y="13077"/>
                </a:lnTo>
                <a:lnTo>
                  <a:pt x="21492" y="13158"/>
                </a:lnTo>
                <a:lnTo>
                  <a:pt x="21270" y="13218"/>
                </a:lnTo>
                <a:lnTo>
                  <a:pt x="21028" y="13279"/>
                </a:lnTo>
                <a:lnTo>
                  <a:pt x="20786" y="13319"/>
                </a:lnTo>
                <a:lnTo>
                  <a:pt x="20282" y="13380"/>
                </a:lnTo>
                <a:lnTo>
                  <a:pt x="19777" y="13400"/>
                </a:lnTo>
                <a:lnTo>
                  <a:pt x="19273" y="13400"/>
                </a:lnTo>
                <a:lnTo>
                  <a:pt x="18768" y="13360"/>
                </a:lnTo>
                <a:lnTo>
                  <a:pt x="18264" y="13319"/>
                </a:lnTo>
                <a:lnTo>
                  <a:pt x="17477" y="13218"/>
                </a:lnTo>
                <a:lnTo>
                  <a:pt x="16710" y="13118"/>
                </a:lnTo>
                <a:lnTo>
                  <a:pt x="15156" y="12896"/>
                </a:lnTo>
                <a:lnTo>
                  <a:pt x="14086" y="12734"/>
                </a:lnTo>
                <a:lnTo>
                  <a:pt x="12997" y="12573"/>
                </a:lnTo>
                <a:lnTo>
                  <a:pt x="11887" y="12452"/>
                </a:lnTo>
                <a:lnTo>
                  <a:pt x="10797" y="12351"/>
                </a:lnTo>
                <a:lnTo>
                  <a:pt x="10252" y="12331"/>
                </a:lnTo>
                <a:lnTo>
                  <a:pt x="9183" y="12331"/>
                </a:lnTo>
                <a:lnTo>
                  <a:pt x="8658" y="12351"/>
                </a:lnTo>
                <a:lnTo>
                  <a:pt x="8174" y="12391"/>
                </a:lnTo>
                <a:lnTo>
                  <a:pt x="7669" y="12431"/>
                </a:lnTo>
                <a:lnTo>
                  <a:pt x="7205" y="12492"/>
                </a:lnTo>
                <a:lnTo>
                  <a:pt x="6741" y="12573"/>
                </a:lnTo>
                <a:lnTo>
                  <a:pt x="6277" y="12674"/>
                </a:lnTo>
                <a:lnTo>
                  <a:pt x="5853" y="12795"/>
                </a:lnTo>
                <a:lnTo>
                  <a:pt x="5429" y="12916"/>
                </a:lnTo>
                <a:lnTo>
                  <a:pt x="5005" y="13057"/>
                </a:lnTo>
                <a:lnTo>
                  <a:pt x="4602" y="13218"/>
                </a:lnTo>
                <a:lnTo>
                  <a:pt x="4218" y="13380"/>
                </a:lnTo>
                <a:lnTo>
                  <a:pt x="3855" y="13582"/>
                </a:lnTo>
                <a:lnTo>
                  <a:pt x="3492" y="13783"/>
                </a:lnTo>
                <a:lnTo>
                  <a:pt x="3290" y="13905"/>
                </a:lnTo>
                <a:lnTo>
                  <a:pt x="2846" y="14147"/>
                </a:lnTo>
                <a:lnTo>
                  <a:pt x="2624" y="14268"/>
                </a:lnTo>
                <a:lnTo>
                  <a:pt x="2382" y="14349"/>
                </a:lnTo>
                <a:lnTo>
                  <a:pt x="2241" y="14389"/>
                </a:lnTo>
                <a:lnTo>
                  <a:pt x="2079" y="14409"/>
                </a:lnTo>
                <a:lnTo>
                  <a:pt x="1938" y="14409"/>
                </a:lnTo>
                <a:lnTo>
                  <a:pt x="1776" y="14389"/>
                </a:lnTo>
                <a:lnTo>
                  <a:pt x="1635" y="14369"/>
                </a:lnTo>
                <a:lnTo>
                  <a:pt x="1494" y="14308"/>
                </a:lnTo>
                <a:lnTo>
                  <a:pt x="1353" y="14227"/>
                </a:lnTo>
                <a:lnTo>
                  <a:pt x="1232" y="14127"/>
                </a:lnTo>
                <a:lnTo>
                  <a:pt x="1131" y="14005"/>
                </a:lnTo>
                <a:lnTo>
                  <a:pt x="1050" y="13864"/>
                </a:lnTo>
                <a:lnTo>
                  <a:pt x="1010" y="13723"/>
                </a:lnTo>
                <a:lnTo>
                  <a:pt x="969" y="13562"/>
                </a:lnTo>
                <a:lnTo>
                  <a:pt x="949" y="13380"/>
                </a:lnTo>
                <a:lnTo>
                  <a:pt x="929" y="13218"/>
                </a:lnTo>
                <a:lnTo>
                  <a:pt x="949" y="12855"/>
                </a:lnTo>
                <a:lnTo>
                  <a:pt x="1010" y="12109"/>
                </a:lnTo>
                <a:lnTo>
                  <a:pt x="1070" y="11342"/>
                </a:lnTo>
                <a:lnTo>
                  <a:pt x="1171" y="10292"/>
                </a:lnTo>
                <a:lnTo>
                  <a:pt x="1211" y="9768"/>
                </a:lnTo>
                <a:lnTo>
                  <a:pt x="1232" y="9243"/>
                </a:lnTo>
                <a:lnTo>
                  <a:pt x="1232" y="8698"/>
                </a:lnTo>
                <a:lnTo>
                  <a:pt x="1232" y="8173"/>
                </a:lnTo>
                <a:lnTo>
                  <a:pt x="1191" y="7649"/>
                </a:lnTo>
                <a:lnTo>
                  <a:pt x="1131" y="7124"/>
                </a:lnTo>
                <a:lnTo>
                  <a:pt x="1050" y="6579"/>
                </a:lnTo>
                <a:lnTo>
                  <a:pt x="929" y="6034"/>
                </a:lnTo>
                <a:lnTo>
                  <a:pt x="646" y="4965"/>
                </a:lnTo>
                <a:lnTo>
                  <a:pt x="404" y="4077"/>
                </a:lnTo>
                <a:lnTo>
                  <a:pt x="303" y="3633"/>
                </a:lnTo>
                <a:lnTo>
                  <a:pt x="202" y="3169"/>
                </a:lnTo>
                <a:lnTo>
                  <a:pt x="142" y="2765"/>
                </a:lnTo>
                <a:lnTo>
                  <a:pt x="102" y="2341"/>
                </a:lnTo>
                <a:lnTo>
                  <a:pt x="81" y="1938"/>
                </a:lnTo>
                <a:lnTo>
                  <a:pt x="102" y="1534"/>
                </a:lnTo>
                <a:lnTo>
                  <a:pt x="122" y="1151"/>
                </a:lnTo>
                <a:lnTo>
                  <a:pt x="182" y="767"/>
                </a:lnTo>
                <a:lnTo>
                  <a:pt x="243" y="384"/>
                </a:lnTo>
                <a:lnTo>
                  <a:pt x="344" y="21"/>
                </a:lnTo>
                <a:lnTo>
                  <a:pt x="2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34"/>
          <p:cNvSpPr/>
          <p:nvPr/>
        </p:nvSpPr>
        <p:spPr>
          <a:xfrm flipH="1">
            <a:off x="-2007441" y="162451"/>
            <a:ext cx="1060565" cy="526984"/>
          </a:xfrm>
          <a:custGeom>
            <a:rect b="b" l="l" r="r" t="t"/>
            <a:pathLst>
              <a:path extrusionOk="0" h="9426" w="18970">
                <a:moveTo>
                  <a:pt x="7103" y="1"/>
                </a:moveTo>
                <a:lnTo>
                  <a:pt x="5812" y="41"/>
                </a:lnTo>
                <a:lnTo>
                  <a:pt x="4480" y="142"/>
                </a:lnTo>
                <a:lnTo>
                  <a:pt x="3976" y="183"/>
                </a:lnTo>
                <a:lnTo>
                  <a:pt x="3552" y="223"/>
                </a:lnTo>
                <a:lnTo>
                  <a:pt x="3168" y="263"/>
                </a:lnTo>
                <a:lnTo>
                  <a:pt x="2805" y="324"/>
                </a:lnTo>
                <a:lnTo>
                  <a:pt x="2462" y="425"/>
                </a:lnTo>
                <a:lnTo>
                  <a:pt x="2301" y="505"/>
                </a:lnTo>
                <a:lnTo>
                  <a:pt x="2139" y="586"/>
                </a:lnTo>
                <a:lnTo>
                  <a:pt x="1958" y="667"/>
                </a:lnTo>
                <a:lnTo>
                  <a:pt x="1796" y="788"/>
                </a:lnTo>
                <a:lnTo>
                  <a:pt x="1635" y="909"/>
                </a:lnTo>
                <a:lnTo>
                  <a:pt x="1453" y="1070"/>
                </a:lnTo>
                <a:lnTo>
                  <a:pt x="1090" y="1434"/>
                </a:lnTo>
                <a:lnTo>
                  <a:pt x="827" y="1736"/>
                </a:lnTo>
                <a:lnTo>
                  <a:pt x="585" y="2059"/>
                </a:lnTo>
                <a:lnTo>
                  <a:pt x="404" y="2362"/>
                </a:lnTo>
                <a:lnTo>
                  <a:pt x="242" y="2665"/>
                </a:lnTo>
                <a:lnTo>
                  <a:pt x="121" y="2988"/>
                </a:lnTo>
                <a:lnTo>
                  <a:pt x="40" y="3290"/>
                </a:lnTo>
                <a:lnTo>
                  <a:pt x="0" y="3593"/>
                </a:lnTo>
                <a:lnTo>
                  <a:pt x="0" y="3896"/>
                </a:lnTo>
                <a:lnTo>
                  <a:pt x="81" y="3896"/>
                </a:lnTo>
                <a:lnTo>
                  <a:pt x="81" y="3593"/>
                </a:lnTo>
                <a:lnTo>
                  <a:pt x="121" y="3290"/>
                </a:lnTo>
                <a:lnTo>
                  <a:pt x="202" y="3008"/>
                </a:lnTo>
                <a:lnTo>
                  <a:pt x="323" y="2705"/>
                </a:lnTo>
                <a:lnTo>
                  <a:pt x="464" y="2402"/>
                </a:lnTo>
                <a:lnTo>
                  <a:pt x="666" y="2100"/>
                </a:lnTo>
                <a:lnTo>
                  <a:pt x="888" y="1797"/>
                </a:lnTo>
                <a:lnTo>
                  <a:pt x="1150" y="1474"/>
                </a:lnTo>
                <a:lnTo>
                  <a:pt x="1514" y="1131"/>
                </a:lnTo>
                <a:lnTo>
                  <a:pt x="1675" y="970"/>
                </a:lnTo>
                <a:lnTo>
                  <a:pt x="1837" y="848"/>
                </a:lnTo>
                <a:lnTo>
                  <a:pt x="2018" y="748"/>
                </a:lnTo>
                <a:lnTo>
                  <a:pt x="2180" y="647"/>
                </a:lnTo>
                <a:lnTo>
                  <a:pt x="2341" y="566"/>
                </a:lnTo>
                <a:lnTo>
                  <a:pt x="2502" y="505"/>
                </a:lnTo>
                <a:lnTo>
                  <a:pt x="2825" y="405"/>
                </a:lnTo>
                <a:lnTo>
                  <a:pt x="3189" y="344"/>
                </a:lnTo>
                <a:lnTo>
                  <a:pt x="3572" y="304"/>
                </a:lnTo>
                <a:lnTo>
                  <a:pt x="3996" y="263"/>
                </a:lnTo>
                <a:lnTo>
                  <a:pt x="4500" y="223"/>
                </a:lnTo>
                <a:lnTo>
                  <a:pt x="5812" y="122"/>
                </a:lnTo>
                <a:lnTo>
                  <a:pt x="7103" y="82"/>
                </a:lnTo>
                <a:lnTo>
                  <a:pt x="8355" y="82"/>
                </a:lnTo>
                <a:lnTo>
                  <a:pt x="9586" y="102"/>
                </a:lnTo>
                <a:lnTo>
                  <a:pt x="10574" y="162"/>
                </a:lnTo>
                <a:lnTo>
                  <a:pt x="11099" y="223"/>
                </a:lnTo>
                <a:lnTo>
                  <a:pt x="11664" y="283"/>
                </a:lnTo>
                <a:lnTo>
                  <a:pt x="12209" y="384"/>
                </a:lnTo>
                <a:lnTo>
                  <a:pt x="12794" y="505"/>
                </a:lnTo>
                <a:lnTo>
                  <a:pt x="13359" y="647"/>
                </a:lnTo>
                <a:lnTo>
                  <a:pt x="13945" y="828"/>
                </a:lnTo>
                <a:lnTo>
                  <a:pt x="14348" y="990"/>
                </a:lnTo>
                <a:lnTo>
                  <a:pt x="14812" y="1171"/>
                </a:lnTo>
                <a:lnTo>
                  <a:pt x="15276" y="1414"/>
                </a:lnTo>
                <a:lnTo>
                  <a:pt x="15741" y="1696"/>
                </a:lnTo>
                <a:lnTo>
                  <a:pt x="16205" y="2019"/>
                </a:lnTo>
                <a:lnTo>
                  <a:pt x="16447" y="2201"/>
                </a:lnTo>
                <a:lnTo>
                  <a:pt x="16669" y="2382"/>
                </a:lnTo>
                <a:lnTo>
                  <a:pt x="16891" y="2604"/>
                </a:lnTo>
                <a:lnTo>
                  <a:pt x="17113" y="2826"/>
                </a:lnTo>
                <a:lnTo>
                  <a:pt x="17315" y="3068"/>
                </a:lnTo>
                <a:lnTo>
                  <a:pt x="17516" y="3310"/>
                </a:lnTo>
                <a:lnTo>
                  <a:pt x="17698" y="3593"/>
                </a:lnTo>
                <a:lnTo>
                  <a:pt x="17880" y="3876"/>
                </a:lnTo>
                <a:lnTo>
                  <a:pt x="18041" y="4178"/>
                </a:lnTo>
                <a:lnTo>
                  <a:pt x="18182" y="4501"/>
                </a:lnTo>
                <a:lnTo>
                  <a:pt x="18324" y="4824"/>
                </a:lnTo>
                <a:lnTo>
                  <a:pt x="18445" y="5187"/>
                </a:lnTo>
                <a:lnTo>
                  <a:pt x="18546" y="5530"/>
                </a:lnTo>
                <a:lnTo>
                  <a:pt x="18646" y="5914"/>
                </a:lnTo>
                <a:lnTo>
                  <a:pt x="18727" y="6297"/>
                </a:lnTo>
                <a:lnTo>
                  <a:pt x="18788" y="6701"/>
                </a:lnTo>
                <a:lnTo>
                  <a:pt x="18828" y="7125"/>
                </a:lnTo>
                <a:lnTo>
                  <a:pt x="18868" y="7548"/>
                </a:lnTo>
                <a:lnTo>
                  <a:pt x="18889" y="7992"/>
                </a:lnTo>
                <a:lnTo>
                  <a:pt x="18889" y="8456"/>
                </a:lnTo>
                <a:lnTo>
                  <a:pt x="18889" y="8941"/>
                </a:lnTo>
                <a:lnTo>
                  <a:pt x="18868" y="9425"/>
                </a:lnTo>
                <a:lnTo>
                  <a:pt x="18949" y="9425"/>
                </a:lnTo>
                <a:lnTo>
                  <a:pt x="18969" y="8941"/>
                </a:lnTo>
                <a:lnTo>
                  <a:pt x="18969" y="8456"/>
                </a:lnTo>
                <a:lnTo>
                  <a:pt x="18969" y="7992"/>
                </a:lnTo>
                <a:lnTo>
                  <a:pt x="18949" y="7528"/>
                </a:lnTo>
                <a:lnTo>
                  <a:pt x="18909" y="7104"/>
                </a:lnTo>
                <a:lnTo>
                  <a:pt x="18868" y="6681"/>
                </a:lnTo>
                <a:lnTo>
                  <a:pt x="18788" y="6277"/>
                </a:lnTo>
                <a:lnTo>
                  <a:pt x="18727" y="5894"/>
                </a:lnTo>
                <a:lnTo>
                  <a:pt x="18626" y="5510"/>
                </a:lnTo>
                <a:lnTo>
                  <a:pt x="18525" y="5147"/>
                </a:lnTo>
                <a:lnTo>
                  <a:pt x="18404" y="4804"/>
                </a:lnTo>
                <a:lnTo>
                  <a:pt x="18263" y="4461"/>
                </a:lnTo>
                <a:lnTo>
                  <a:pt x="18102" y="4138"/>
                </a:lnTo>
                <a:lnTo>
                  <a:pt x="17940" y="3835"/>
                </a:lnTo>
                <a:lnTo>
                  <a:pt x="17759" y="3553"/>
                </a:lnTo>
                <a:lnTo>
                  <a:pt x="17577" y="3270"/>
                </a:lnTo>
                <a:lnTo>
                  <a:pt x="17375" y="3008"/>
                </a:lnTo>
                <a:lnTo>
                  <a:pt x="17173" y="2766"/>
                </a:lnTo>
                <a:lnTo>
                  <a:pt x="16951" y="2544"/>
                </a:lnTo>
                <a:lnTo>
                  <a:pt x="16729" y="2322"/>
                </a:lnTo>
                <a:lnTo>
                  <a:pt x="16507" y="2140"/>
                </a:lnTo>
                <a:lnTo>
                  <a:pt x="16265" y="1958"/>
                </a:lnTo>
                <a:lnTo>
                  <a:pt x="15781" y="1615"/>
                </a:lnTo>
                <a:lnTo>
                  <a:pt x="15317" y="1333"/>
                </a:lnTo>
                <a:lnTo>
                  <a:pt x="14832" y="1111"/>
                </a:lnTo>
                <a:lnTo>
                  <a:pt x="14388" y="909"/>
                </a:lnTo>
                <a:lnTo>
                  <a:pt x="13965" y="748"/>
                </a:lnTo>
                <a:lnTo>
                  <a:pt x="13400" y="566"/>
                </a:lnTo>
                <a:lnTo>
                  <a:pt x="12814" y="425"/>
                </a:lnTo>
                <a:lnTo>
                  <a:pt x="12229" y="304"/>
                </a:lnTo>
                <a:lnTo>
                  <a:pt x="11664" y="223"/>
                </a:lnTo>
                <a:lnTo>
                  <a:pt x="11119" y="142"/>
                </a:lnTo>
                <a:lnTo>
                  <a:pt x="10574" y="82"/>
                </a:lnTo>
                <a:lnTo>
                  <a:pt x="9586" y="21"/>
                </a:lnTo>
                <a:lnTo>
                  <a:pt x="83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34"/>
          <p:cNvSpPr/>
          <p:nvPr/>
        </p:nvSpPr>
        <p:spPr>
          <a:xfrm flipH="1">
            <a:off x="-2122502" y="178273"/>
            <a:ext cx="1339208" cy="816864"/>
          </a:xfrm>
          <a:custGeom>
            <a:rect b="b" l="l" r="r" t="t"/>
            <a:pathLst>
              <a:path extrusionOk="0" h="14611" w="23954">
                <a:moveTo>
                  <a:pt x="8637" y="0"/>
                </a:moveTo>
                <a:lnTo>
                  <a:pt x="7870" y="41"/>
                </a:lnTo>
                <a:lnTo>
                  <a:pt x="7083" y="81"/>
                </a:lnTo>
                <a:lnTo>
                  <a:pt x="6296" y="162"/>
                </a:lnTo>
                <a:lnTo>
                  <a:pt x="5509" y="243"/>
                </a:lnTo>
                <a:lnTo>
                  <a:pt x="5065" y="303"/>
                </a:lnTo>
                <a:lnTo>
                  <a:pt x="4601" y="384"/>
                </a:lnTo>
                <a:lnTo>
                  <a:pt x="4097" y="485"/>
                </a:lnTo>
                <a:lnTo>
                  <a:pt x="3592" y="626"/>
                </a:lnTo>
                <a:lnTo>
                  <a:pt x="3067" y="787"/>
                </a:lnTo>
                <a:lnTo>
                  <a:pt x="2563" y="1009"/>
                </a:lnTo>
                <a:lnTo>
                  <a:pt x="2321" y="1131"/>
                </a:lnTo>
                <a:lnTo>
                  <a:pt x="2079" y="1252"/>
                </a:lnTo>
                <a:lnTo>
                  <a:pt x="1836" y="1393"/>
                </a:lnTo>
                <a:lnTo>
                  <a:pt x="1614" y="1554"/>
                </a:lnTo>
                <a:lnTo>
                  <a:pt x="1392" y="1716"/>
                </a:lnTo>
                <a:lnTo>
                  <a:pt x="1191" y="1897"/>
                </a:lnTo>
                <a:lnTo>
                  <a:pt x="1009" y="2079"/>
                </a:lnTo>
                <a:lnTo>
                  <a:pt x="827" y="2261"/>
                </a:lnTo>
                <a:lnTo>
                  <a:pt x="686" y="2462"/>
                </a:lnTo>
                <a:lnTo>
                  <a:pt x="545" y="2664"/>
                </a:lnTo>
                <a:lnTo>
                  <a:pt x="404" y="2866"/>
                </a:lnTo>
                <a:lnTo>
                  <a:pt x="303" y="3088"/>
                </a:lnTo>
                <a:lnTo>
                  <a:pt x="222" y="3330"/>
                </a:lnTo>
                <a:lnTo>
                  <a:pt x="141" y="3552"/>
                </a:lnTo>
                <a:lnTo>
                  <a:pt x="81" y="3814"/>
                </a:lnTo>
                <a:lnTo>
                  <a:pt x="40" y="4057"/>
                </a:lnTo>
                <a:lnTo>
                  <a:pt x="0" y="4319"/>
                </a:lnTo>
                <a:lnTo>
                  <a:pt x="0" y="4581"/>
                </a:lnTo>
                <a:lnTo>
                  <a:pt x="0" y="4864"/>
                </a:lnTo>
                <a:lnTo>
                  <a:pt x="20" y="5146"/>
                </a:lnTo>
                <a:lnTo>
                  <a:pt x="81" y="5611"/>
                </a:lnTo>
                <a:lnTo>
                  <a:pt x="182" y="6095"/>
                </a:lnTo>
                <a:lnTo>
                  <a:pt x="303" y="6559"/>
                </a:lnTo>
                <a:lnTo>
                  <a:pt x="424" y="7023"/>
                </a:lnTo>
                <a:lnTo>
                  <a:pt x="565" y="7588"/>
                </a:lnTo>
                <a:lnTo>
                  <a:pt x="706" y="8173"/>
                </a:lnTo>
                <a:lnTo>
                  <a:pt x="767" y="8537"/>
                </a:lnTo>
                <a:lnTo>
                  <a:pt x="827" y="8920"/>
                </a:lnTo>
                <a:lnTo>
                  <a:pt x="868" y="9324"/>
                </a:lnTo>
                <a:lnTo>
                  <a:pt x="888" y="9707"/>
                </a:lnTo>
                <a:lnTo>
                  <a:pt x="908" y="10090"/>
                </a:lnTo>
                <a:lnTo>
                  <a:pt x="888" y="10474"/>
                </a:lnTo>
                <a:lnTo>
                  <a:pt x="868" y="10857"/>
                </a:lnTo>
                <a:lnTo>
                  <a:pt x="827" y="11241"/>
                </a:lnTo>
                <a:lnTo>
                  <a:pt x="807" y="11483"/>
                </a:lnTo>
                <a:lnTo>
                  <a:pt x="767" y="11765"/>
                </a:lnTo>
                <a:lnTo>
                  <a:pt x="747" y="12068"/>
                </a:lnTo>
                <a:lnTo>
                  <a:pt x="747" y="12351"/>
                </a:lnTo>
                <a:lnTo>
                  <a:pt x="767" y="12653"/>
                </a:lnTo>
                <a:lnTo>
                  <a:pt x="807" y="12815"/>
                </a:lnTo>
                <a:lnTo>
                  <a:pt x="848" y="12976"/>
                </a:lnTo>
                <a:lnTo>
                  <a:pt x="928" y="13138"/>
                </a:lnTo>
                <a:lnTo>
                  <a:pt x="1029" y="13299"/>
                </a:lnTo>
                <a:lnTo>
                  <a:pt x="1130" y="13440"/>
                </a:lnTo>
                <a:lnTo>
                  <a:pt x="1271" y="13561"/>
                </a:lnTo>
                <a:lnTo>
                  <a:pt x="1433" y="13662"/>
                </a:lnTo>
                <a:lnTo>
                  <a:pt x="1614" y="13723"/>
                </a:lnTo>
                <a:lnTo>
                  <a:pt x="1715" y="13763"/>
                </a:lnTo>
                <a:lnTo>
                  <a:pt x="2058" y="13763"/>
                </a:lnTo>
                <a:lnTo>
                  <a:pt x="2280" y="13723"/>
                </a:lnTo>
                <a:lnTo>
                  <a:pt x="2502" y="13683"/>
                </a:lnTo>
                <a:lnTo>
                  <a:pt x="3794" y="13420"/>
                </a:lnTo>
                <a:lnTo>
                  <a:pt x="4419" y="13299"/>
                </a:lnTo>
                <a:lnTo>
                  <a:pt x="5065" y="13198"/>
                </a:lnTo>
                <a:lnTo>
                  <a:pt x="5691" y="13118"/>
                </a:lnTo>
                <a:lnTo>
                  <a:pt x="6337" y="13057"/>
                </a:lnTo>
                <a:lnTo>
                  <a:pt x="6962" y="13037"/>
                </a:lnTo>
                <a:lnTo>
                  <a:pt x="7588" y="13037"/>
                </a:lnTo>
                <a:lnTo>
                  <a:pt x="8133" y="13077"/>
                </a:lnTo>
                <a:lnTo>
                  <a:pt x="8657" y="13138"/>
                </a:lnTo>
                <a:lnTo>
                  <a:pt x="9202" y="13218"/>
                </a:lnTo>
                <a:lnTo>
                  <a:pt x="9747" y="13319"/>
                </a:lnTo>
                <a:lnTo>
                  <a:pt x="10796" y="13561"/>
                </a:lnTo>
                <a:lnTo>
                  <a:pt x="11846" y="13824"/>
                </a:lnTo>
                <a:lnTo>
                  <a:pt x="13218" y="14167"/>
                </a:lnTo>
                <a:lnTo>
                  <a:pt x="13924" y="14328"/>
                </a:lnTo>
                <a:lnTo>
                  <a:pt x="14610" y="14449"/>
                </a:lnTo>
                <a:lnTo>
                  <a:pt x="15095" y="14530"/>
                </a:lnTo>
                <a:lnTo>
                  <a:pt x="15559" y="14570"/>
                </a:lnTo>
                <a:lnTo>
                  <a:pt x="16023" y="14611"/>
                </a:lnTo>
                <a:lnTo>
                  <a:pt x="16871" y="14611"/>
                </a:lnTo>
                <a:lnTo>
                  <a:pt x="17274" y="14570"/>
                </a:lnTo>
                <a:lnTo>
                  <a:pt x="17658" y="14530"/>
                </a:lnTo>
                <a:lnTo>
                  <a:pt x="18021" y="14449"/>
                </a:lnTo>
                <a:lnTo>
                  <a:pt x="18485" y="14328"/>
                </a:lnTo>
                <a:lnTo>
                  <a:pt x="18909" y="14187"/>
                </a:lnTo>
                <a:lnTo>
                  <a:pt x="19312" y="14005"/>
                </a:lnTo>
                <a:lnTo>
                  <a:pt x="19676" y="13783"/>
                </a:lnTo>
                <a:lnTo>
                  <a:pt x="20039" y="13541"/>
                </a:lnTo>
                <a:lnTo>
                  <a:pt x="20341" y="13279"/>
                </a:lnTo>
                <a:lnTo>
                  <a:pt x="20644" y="12976"/>
                </a:lnTo>
                <a:lnTo>
                  <a:pt x="20886" y="12674"/>
                </a:lnTo>
                <a:lnTo>
                  <a:pt x="21028" y="12472"/>
                </a:lnTo>
                <a:lnTo>
                  <a:pt x="21149" y="12270"/>
                </a:lnTo>
                <a:lnTo>
                  <a:pt x="21250" y="12048"/>
                </a:lnTo>
                <a:lnTo>
                  <a:pt x="21350" y="11846"/>
                </a:lnTo>
                <a:lnTo>
                  <a:pt x="21512" y="11402"/>
                </a:lnTo>
                <a:lnTo>
                  <a:pt x="21633" y="10958"/>
                </a:lnTo>
                <a:lnTo>
                  <a:pt x="21734" y="10494"/>
                </a:lnTo>
                <a:lnTo>
                  <a:pt x="21794" y="10030"/>
                </a:lnTo>
                <a:lnTo>
                  <a:pt x="21835" y="9586"/>
                </a:lnTo>
                <a:lnTo>
                  <a:pt x="21875" y="9142"/>
                </a:lnTo>
                <a:lnTo>
                  <a:pt x="21794" y="9142"/>
                </a:lnTo>
                <a:lnTo>
                  <a:pt x="21754" y="9586"/>
                </a:lnTo>
                <a:lnTo>
                  <a:pt x="21714" y="10030"/>
                </a:lnTo>
                <a:lnTo>
                  <a:pt x="21653" y="10474"/>
                </a:lnTo>
                <a:lnTo>
                  <a:pt x="21552" y="10918"/>
                </a:lnTo>
                <a:lnTo>
                  <a:pt x="21431" y="11362"/>
                </a:lnTo>
                <a:lnTo>
                  <a:pt x="21270" y="11806"/>
                </a:lnTo>
                <a:lnTo>
                  <a:pt x="21189" y="12008"/>
                </a:lnTo>
                <a:lnTo>
                  <a:pt x="21068" y="12230"/>
                </a:lnTo>
                <a:lnTo>
                  <a:pt x="20947" y="12431"/>
                </a:lnTo>
                <a:lnTo>
                  <a:pt x="20826" y="12613"/>
                </a:lnTo>
                <a:lnTo>
                  <a:pt x="20584" y="12936"/>
                </a:lnTo>
                <a:lnTo>
                  <a:pt x="20301" y="13218"/>
                </a:lnTo>
                <a:lnTo>
                  <a:pt x="19978" y="13481"/>
                </a:lnTo>
                <a:lnTo>
                  <a:pt x="19635" y="13723"/>
                </a:lnTo>
                <a:lnTo>
                  <a:pt x="19272" y="13925"/>
                </a:lnTo>
                <a:lnTo>
                  <a:pt x="18868" y="14106"/>
                </a:lnTo>
                <a:lnTo>
                  <a:pt x="18445" y="14248"/>
                </a:lnTo>
                <a:lnTo>
                  <a:pt x="18001" y="14369"/>
                </a:lnTo>
                <a:lnTo>
                  <a:pt x="17637" y="14449"/>
                </a:lnTo>
                <a:lnTo>
                  <a:pt x="17254" y="14490"/>
                </a:lnTo>
                <a:lnTo>
                  <a:pt x="16871" y="14530"/>
                </a:lnTo>
                <a:lnTo>
                  <a:pt x="16023" y="14530"/>
                </a:lnTo>
                <a:lnTo>
                  <a:pt x="15579" y="14490"/>
                </a:lnTo>
                <a:lnTo>
                  <a:pt x="15115" y="14449"/>
                </a:lnTo>
                <a:lnTo>
                  <a:pt x="14631" y="14369"/>
                </a:lnTo>
                <a:lnTo>
                  <a:pt x="13924" y="14248"/>
                </a:lnTo>
                <a:lnTo>
                  <a:pt x="13238" y="14086"/>
                </a:lnTo>
                <a:lnTo>
                  <a:pt x="11866" y="13743"/>
                </a:lnTo>
                <a:lnTo>
                  <a:pt x="10817" y="13481"/>
                </a:lnTo>
                <a:lnTo>
                  <a:pt x="9747" y="13239"/>
                </a:lnTo>
                <a:lnTo>
                  <a:pt x="9222" y="13138"/>
                </a:lnTo>
                <a:lnTo>
                  <a:pt x="8677" y="13057"/>
                </a:lnTo>
                <a:lnTo>
                  <a:pt x="8133" y="12996"/>
                </a:lnTo>
                <a:lnTo>
                  <a:pt x="7588" y="12956"/>
                </a:lnTo>
                <a:lnTo>
                  <a:pt x="6962" y="12956"/>
                </a:lnTo>
                <a:lnTo>
                  <a:pt x="6316" y="12976"/>
                </a:lnTo>
                <a:lnTo>
                  <a:pt x="5691" y="13037"/>
                </a:lnTo>
                <a:lnTo>
                  <a:pt x="5065" y="13118"/>
                </a:lnTo>
                <a:lnTo>
                  <a:pt x="4419" y="13218"/>
                </a:lnTo>
                <a:lnTo>
                  <a:pt x="3774" y="13339"/>
                </a:lnTo>
                <a:lnTo>
                  <a:pt x="2482" y="13602"/>
                </a:lnTo>
                <a:lnTo>
                  <a:pt x="2280" y="13642"/>
                </a:lnTo>
                <a:lnTo>
                  <a:pt x="2058" y="13683"/>
                </a:lnTo>
                <a:lnTo>
                  <a:pt x="1735" y="13683"/>
                </a:lnTo>
                <a:lnTo>
                  <a:pt x="1635" y="13662"/>
                </a:lnTo>
                <a:lnTo>
                  <a:pt x="1453" y="13582"/>
                </a:lnTo>
                <a:lnTo>
                  <a:pt x="1312" y="13501"/>
                </a:lnTo>
                <a:lnTo>
                  <a:pt x="1191" y="13380"/>
                </a:lnTo>
                <a:lnTo>
                  <a:pt x="1090" y="13239"/>
                </a:lnTo>
                <a:lnTo>
                  <a:pt x="989" y="13097"/>
                </a:lnTo>
                <a:lnTo>
                  <a:pt x="928" y="12936"/>
                </a:lnTo>
                <a:lnTo>
                  <a:pt x="888" y="12795"/>
                </a:lnTo>
                <a:lnTo>
                  <a:pt x="848" y="12633"/>
                </a:lnTo>
                <a:lnTo>
                  <a:pt x="827" y="12351"/>
                </a:lnTo>
                <a:lnTo>
                  <a:pt x="827" y="12068"/>
                </a:lnTo>
                <a:lnTo>
                  <a:pt x="848" y="11765"/>
                </a:lnTo>
                <a:lnTo>
                  <a:pt x="888" y="11483"/>
                </a:lnTo>
                <a:lnTo>
                  <a:pt x="908" y="11261"/>
                </a:lnTo>
                <a:lnTo>
                  <a:pt x="948" y="10857"/>
                </a:lnTo>
                <a:lnTo>
                  <a:pt x="969" y="10474"/>
                </a:lnTo>
                <a:lnTo>
                  <a:pt x="989" y="10090"/>
                </a:lnTo>
                <a:lnTo>
                  <a:pt x="969" y="9707"/>
                </a:lnTo>
                <a:lnTo>
                  <a:pt x="948" y="9303"/>
                </a:lnTo>
                <a:lnTo>
                  <a:pt x="908" y="8920"/>
                </a:lnTo>
                <a:lnTo>
                  <a:pt x="848" y="8537"/>
                </a:lnTo>
                <a:lnTo>
                  <a:pt x="787" y="8153"/>
                </a:lnTo>
                <a:lnTo>
                  <a:pt x="646" y="7568"/>
                </a:lnTo>
                <a:lnTo>
                  <a:pt x="505" y="7003"/>
                </a:lnTo>
                <a:lnTo>
                  <a:pt x="383" y="6539"/>
                </a:lnTo>
                <a:lnTo>
                  <a:pt x="262" y="6075"/>
                </a:lnTo>
                <a:lnTo>
                  <a:pt x="161" y="5611"/>
                </a:lnTo>
                <a:lnTo>
                  <a:pt x="101" y="5126"/>
                </a:lnTo>
                <a:lnTo>
                  <a:pt x="81" y="4844"/>
                </a:lnTo>
                <a:lnTo>
                  <a:pt x="81" y="4581"/>
                </a:lnTo>
                <a:lnTo>
                  <a:pt x="81" y="4319"/>
                </a:lnTo>
                <a:lnTo>
                  <a:pt x="121" y="4077"/>
                </a:lnTo>
                <a:lnTo>
                  <a:pt x="161" y="3835"/>
                </a:lnTo>
                <a:lnTo>
                  <a:pt x="222" y="3593"/>
                </a:lnTo>
                <a:lnTo>
                  <a:pt x="283" y="3350"/>
                </a:lnTo>
                <a:lnTo>
                  <a:pt x="383" y="3128"/>
                </a:lnTo>
                <a:lnTo>
                  <a:pt x="484" y="2906"/>
                </a:lnTo>
                <a:lnTo>
                  <a:pt x="605" y="2705"/>
                </a:lnTo>
                <a:lnTo>
                  <a:pt x="747" y="2503"/>
                </a:lnTo>
                <a:lnTo>
                  <a:pt x="888" y="2301"/>
                </a:lnTo>
                <a:lnTo>
                  <a:pt x="1070" y="2119"/>
                </a:lnTo>
                <a:lnTo>
                  <a:pt x="1251" y="1938"/>
                </a:lnTo>
                <a:lnTo>
                  <a:pt x="1453" y="1776"/>
                </a:lnTo>
                <a:lnTo>
                  <a:pt x="1655" y="1615"/>
                </a:lnTo>
                <a:lnTo>
                  <a:pt x="1897" y="1453"/>
                </a:lnTo>
                <a:lnTo>
                  <a:pt x="2119" y="1332"/>
                </a:lnTo>
                <a:lnTo>
                  <a:pt x="2361" y="1191"/>
                </a:lnTo>
                <a:lnTo>
                  <a:pt x="2603" y="1070"/>
                </a:lnTo>
                <a:lnTo>
                  <a:pt x="3108" y="868"/>
                </a:lnTo>
                <a:lnTo>
                  <a:pt x="3612" y="707"/>
                </a:lnTo>
                <a:lnTo>
                  <a:pt x="4117" y="565"/>
                </a:lnTo>
                <a:lnTo>
                  <a:pt x="4621" y="465"/>
                </a:lnTo>
                <a:lnTo>
                  <a:pt x="5085" y="384"/>
                </a:lnTo>
                <a:lnTo>
                  <a:pt x="5529" y="323"/>
                </a:lnTo>
                <a:lnTo>
                  <a:pt x="6316" y="243"/>
                </a:lnTo>
                <a:lnTo>
                  <a:pt x="7083" y="162"/>
                </a:lnTo>
                <a:lnTo>
                  <a:pt x="7870" y="122"/>
                </a:lnTo>
                <a:lnTo>
                  <a:pt x="8637" y="81"/>
                </a:lnTo>
                <a:lnTo>
                  <a:pt x="10171" y="81"/>
                </a:lnTo>
                <a:lnTo>
                  <a:pt x="10938" y="101"/>
                </a:lnTo>
                <a:lnTo>
                  <a:pt x="11704" y="142"/>
                </a:lnTo>
                <a:lnTo>
                  <a:pt x="12451" y="202"/>
                </a:lnTo>
                <a:lnTo>
                  <a:pt x="13218" y="283"/>
                </a:lnTo>
                <a:lnTo>
                  <a:pt x="13965" y="364"/>
                </a:lnTo>
                <a:lnTo>
                  <a:pt x="14711" y="485"/>
                </a:lnTo>
                <a:lnTo>
                  <a:pt x="15458" y="606"/>
                </a:lnTo>
                <a:lnTo>
                  <a:pt x="16225" y="767"/>
                </a:lnTo>
                <a:lnTo>
                  <a:pt x="16971" y="929"/>
                </a:lnTo>
                <a:lnTo>
                  <a:pt x="17718" y="1110"/>
                </a:lnTo>
                <a:lnTo>
                  <a:pt x="18445" y="1312"/>
                </a:lnTo>
                <a:lnTo>
                  <a:pt x="19191" y="1554"/>
                </a:lnTo>
                <a:lnTo>
                  <a:pt x="19554" y="1675"/>
                </a:lnTo>
                <a:lnTo>
                  <a:pt x="19938" y="1817"/>
                </a:lnTo>
                <a:lnTo>
                  <a:pt x="20301" y="1978"/>
                </a:lnTo>
                <a:lnTo>
                  <a:pt x="20644" y="2140"/>
                </a:lnTo>
                <a:lnTo>
                  <a:pt x="20987" y="2321"/>
                </a:lnTo>
                <a:lnTo>
                  <a:pt x="21330" y="2523"/>
                </a:lnTo>
                <a:lnTo>
                  <a:pt x="21653" y="2745"/>
                </a:lnTo>
                <a:lnTo>
                  <a:pt x="21956" y="2967"/>
                </a:lnTo>
                <a:lnTo>
                  <a:pt x="22259" y="3229"/>
                </a:lnTo>
                <a:lnTo>
                  <a:pt x="22541" y="3492"/>
                </a:lnTo>
                <a:lnTo>
                  <a:pt x="22783" y="3794"/>
                </a:lnTo>
                <a:lnTo>
                  <a:pt x="23025" y="4097"/>
                </a:lnTo>
                <a:lnTo>
                  <a:pt x="23207" y="4380"/>
                </a:lnTo>
                <a:lnTo>
                  <a:pt x="23368" y="4682"/>
                </a:lnTo>
                <a:lnTo>
                  <a:pt x="23510" y="4965"/>
                </a:lnTo>
                <a:lnTo>
                  <a:pt x="23611" y="5288"/>
                </a:lnTo>
                <a:lnTo>
                  <a:pt x="23712" y="5611"/>
                </a:lnTo>
                <a:lnTo>
                  <a:pt x="23792" y="5933"/>
                </a:lnTo>
                <a:lnTo>
                  <a:pt x="23833" y="6256"/>
                </a:lnTo>
                <a:lnTo>
                  <a:pt x="23873" y="6579"/>
                </a:lnTo>
                <a:lnTo>
                  <a:pt x="23873" y="6922"/>
                </a:lnTo>
                <a:lnTo>
                  <a:pt x="23873" y="7245"/>
                </a:lnTo>
                <a:lnTo>
                  <a:pt x="23833" y="7588"/>
                </a:lnTo>
                <a:lnTo>
                  <a:pt x="23772" y="7911"/>
                </a:lnTo>
                <a:lnTo>
                  <a:pt x="23712" y="8234"/>
                </a:lnTo>
                <a:lnTo>
                  <a:pt x="23611" y="8537"/>
                </a:lnTo>
                <a:lnTo>
                  <a:pt x="23490" y="8860"/>
                </a:lnTo>
                <a:lnTo>
                  <a:pt x="23328" y="9162"/>
                </a:lnTo>
                <a:lnTo>
                  <a:pt x="23409" y="9182"/>
                </a:lnTo>
                <a:lnTo>
                  <a:pt x="23550" y="8880"/>
                </a:lnTo>
                <a:lnTo>
                  <a:pt x="23671" y="8577"/>
                </a:lnTo>
                <a:lnTo>
                  <a:pt x="23772" y="8254"/>
                </a:lnTo>
                <a:lnTo>
                  <a:pt x="23853" y="7931"/>
                </a:lnTo>
                <a:lnTo>
                  <a:pt x="23913" y="7588"/>
                </a:lnTo>
                <a:lnTo>
                  <a:pt x="23954" y="7265"/>
                </a:lnTo>
                <a:lnTo>
                  <a:pt x="23954" y="6922"/>
                </a:lnTo>
                <a:lnTo>
                  <a:pt x="23954" y="6579"/>
                </a:lnTo>
                <a:lnTo>
                  <a:pt x="23913" y="6236"/>
                </a:lnTo>
                <a:lnTo>
                  <a:pt x="23873" y="5913"/>
                </a:lnTo>
                <a:lnTo>
                  <a:pt x="23792" y="5590"/>
                </a:lnTo>
                <a:lnTo>
                  <a:pt x="23691" y="5267"/>
                </a:lnTo>
                <a:lnTo>
                  <a:pt x="23570" y="4945"/>
                </a:lnTo>
                <a:lnTo>
                  <a:pt x="23429" y="4642"/>
                </a:lnTo>
                <a:lnTo>
                  <a:pt x="23268" y="4339"/>
                </a:lnTo>
                <a:lnTo>
                  <a:pt x="23086" y="4057"/>
                </a:lnTo>
                <a:lnTo>
                  <a:pt x="22844" y="3734"/>
                </a:lnTo>
                <a:lnTo>
                  <a:pt x="22602" y="3451"/>
                </a:lnTo>
                <a:lnTo>
                  <a:pt x="22319" y="3169"/>
                </a:lnTo>
                <a:lnTo>
                  <a:pt x="22016" y="2906"/>
                </a:lnTo>
                <a:lnTo>
                  <a:pt x="21694" y="2684"/>
                </a:lnTo>
                <a:lnTo>
                  <a:pt x="21371" y="2462"/>
                </a:lnTo>
                <a:lnTo>
                  <a:pt x="21048" y="2261"/>
                </a:lnTo>
                <a:lnTo>
                  <a:pt x="20685" y="2079"/>
                </a:lnTo>
                <a:lnTo>
                  <a:pt x="20341" y="1897"/>
                </a:lnTo>
                <a:lnTo>
                  <a:pt x="19978" y="1756"/>
                </a:lnTo>
                <a:lnTo>
                  <a:pt x="19595" y="1595"/>
                </a:lnTo>
                <a:lnTo>
                  <a:pt x="19232" y="1474"/>
                </a:lnTo>
                <a:lnTo>
                  <a:pt x="18465" y="1231"/>
                </a:lnTo>
                <a:lnTo>
                  <a:pt x="17738" y="1030"/>
                </a:lnTo>
                <a:lnTo>
                  <a:pt x="16971" y="848"/>
                </a:lnTo>
                <a:lnTo>
                  <a:pt x="16225" y="687"/>
                </a:lnTo>
                <a:lnTo>
                  <a:pt x="15478" y="545"/>
                </a:lnTo>
                <a:lnTo>
                  <a:pt x="14731" y="404"/>
                </a:lnTo>
                <a:lnTo>
                  <a:pt x="13985" y="283"/>
                </a:lnTo>
                <a:lnTo>
                  <a:pt x="13218" y="202"/>
                </a:lnTo>
                <a:lnTo>
                  <a:pt x="12471" y="122"/>
                </a:lnTo>
                <a:lnTo>
                  <a:pt x="11704" y="61"/>
                </a:lnTo>
                <a:lnTo>
                  <a:pt x="10938" y="21"/>
                </a:lnTo>
                <a:lnTo>
                  <a:pt x="10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34"/>
          <p:cNvSpPr/>
          <p:nvPr/>
        </p:nvSpPr>
        <p:spPr>
          <a:xfrm flipH="1">
            <a:off x="-2092029" y="380207"/>
            <a:ext cx="1145153" cy="459224"/>
          </a:xfrm>
          <a:custGeom>
            <a:rect b="b" l="l" r="r" t="t"/>
            <a:pathLst>
              <a:path extrusionOk="0" h="8214" w="20483">
                <a:moveTo>
                  <a:pt x="0" y="1"/>
                </a:moveTo>
                <a:lnTo>
                  <a:pt x="20" y="182"/>
                </a:lnTo>
                <a:lnTo>
                  <a:pt x="40" y="384"/>
                </a:lnTo>
                <a:lnTo>
                  <a:pt x="141" y="768"/>
                </a:lnTo>
                <a:lnTo>
                  <a:pt x="283" y="1131"/>
                </a:lnTo>
                <a:lnTo>
                  <a:pt x="424" y="1494"/>
                </a:lnTo>
                <a:lnTo>
                  <a:pt x="585" y="1877"/>
                </a:lnTo>
                <a:lnTo>
                  <a:pt x="727" y="2261"/>
                </a:lnTo>
                <a:lnTo>
                  <a:pt x="787" y="2463"/>
                </a:lnTo>
                <a:lnTo>
                  <a:pt x="827" y="2664"/>
                </a:lnTo>
                <a:lnTo>
                  <a:pt x="848" y="2886"/>
                </a:lnTo>
                <a:lnTo>
                  <a:pt x="868" y="3088"/>
                </a:lnTo>
                <a:lnTo>
                  <a:pt x="848" y="3330"/>
                </a:lnTo>
                <a:lnTo>
                  <a:pt x="807" y="3573"/>
                </a:lnTo>
                <a:lnTo>
                  <a:pt x="686" y="4057"/>
                </a:lnTo>
                <a:lnTo>
                  <a:pt x="585" y="4460"/>
                </a:lnTo>
                <a:lnTo>
                  <a:pt x="545" y="4662"/>
                </a:lnTo>
                <a:lnTo>
                  <a:pt x="525" y="4864"/>
                </a:lnTo>
                <a:lnTo>
                  <a:pt x="525" y="5066"/>
                </a:lnTo>
                <a:lnTo>
                  <a:pt x="525" y="5248"/>
                </a:lnTo>
                <a:lnTo>
                  <a:pt x="565" y="5449"/>
                </a:lnTo>
                <a:lnTo>
                  <a:pt x="646" y="5631"/>
                </a:lnTo>
                <a:lnTo>
                  <a:pt x="706" y="5752"/>
                </a:lnTo>
                <a:lnTo>
                  <a:pt x="767" y="5873"/>
                </a:lnTo>
                <a:lnTo>
                  <a:pt x="848" y="5974"/>
                </a:lnTo>
                <a:lnTo>
                  <a:pt x="949" y="6075"/>
                </a:lnTo>
                <a:lnTo>
                  <a:pt x="1049" y="6156"/>
                </a:lnTo>
                <a:lnTo>
                  <a:pt x="1171" y="6236"/>
                </a:lnTo>
                <a:lnTo>
                  <a:pt x="1453" y="6378"/>
                </a:lnTo>
                <a:lnTo>
                  <a:pt x="1756" y="6478"/>
                </a:lnTo>
                <a:lnTo>
                  <a:pt x="2139" y="6559"/>
                </a:lnTo>
                <a:lnTo>
                  <a:pt x="2543" y="6600"/>
                </a:lnTo>
                <a:lnTo>
                  <a:pt x="3007" y="6620"/>
                </a:lnTo>
                <a:lnTo>
                  <a:pt x="4682" y="6600"/>
                </a:lnTo>
                <a:lnTo>
                  <a:pt x="7426" y="6600"/>
                </a:lnTo>
                <a:lnTo>
                  <a:pt x="8334" y="6640"/>
                </a:lnTo>
                <a:lnTo>
                  <a:pt x="9243" y="6721"/>
                </a:lnTo>
                <a:lnTo>
                  <a:pt x="10151" y="6822"/>
                </a:lnTo>
                <a:lnTo>
                  <a:pt x="10595" y="6902"/>
                </a:lnTo>
                <a:lnTo>
                  <a:pt x="11059" y="6983"/>
                </a:lnTo>
                <a:lnTo>
                  <a:pt x="11503" y="7084"/>
                </a:lnTo>
                <a:lnTo>
                  <a:pt x="11927" y="7205"/>
                </a:lnTo>
                <a:lnTo>
                  <a:pt x="12512" y="7387"/>
                </a:lnTo>
                <a:lnTo>
                  <a:pt x="13077" y="7568"/>
                </a:lnTo>
                <a:lnTo>
                  <a:pt x="13803" y="7790"/>
                </a:lnTo>
                <a:lnTo>
                  <a:pt x="14167" y="7911"/>
                </a:lnTo>
                <a:lnTo>
                  <a:pt x="14550" y="8012"/>
                </a:lnTo>
                <a:lnTo>
                  <a:pt x="14913" y="8093"/>
                </a:lnTo>
                <a:lnTo>
                  <a:pt x="15297" y="8153"/>
                </a:lnTo>
                <a:lnTo>
                  <a:pt x="15680" y="8194"/>
                </a:lnTo>
                <a:lnTo>
                  <a:pt x="16063" y="8214"/>
                </a:lnTo>
                <a:lnTo>
                  <a:pt x="16427" y="8214"/>
                </a:lnTo>
                <a:lnTo>
                  <a:pt x="16770" y="8174"/>
                </a:lnTo>
                <a:lnTo>
                  <a:pt x="17093" y="8113"/>
                </a:lnTo>
                <a:lnTo>
                  <a:pt x="17415" y="8032"/>
                </a:lnTo>
                <a:lnTo>
                  <a:pt x="17738" y="7931"/>
                </a:lnTo>
                <a:lnTo>
                  <a:pt x="18061" y="7810"/>
                </a:lnTo>
                <a:lnTo>
                  <a:pt x="18364" y="7649"/>
                </a:lnTo>
                <a:lnTo>
                  <a:pt x="18646" y="7488"/>
                </a:lnTo>
                <a:lnTo>
                  <a:pt x="18929" y="7306"/>
                </a:lnTo>
                <a:lnTo>
                  <a:pt x="19191" y="7104"/>
                </a:lnTo>
                <a:lnTo>
                  <a:pt x="19454" y="6902"/>
                </a:lnTo>
                <a:lnTo>
                  <a:pt x="19696" y="6660"/>
                </a:lnTo>
                <a:lnTo>
                  <a:pt x="19918" y="6418"/>
                </a:lnTo>
                <a:lnTo>
                  <a:pt x="20120" y="6156"/>
                </a:lnTo>
                <a:lnTo>
                  <a:pt x="20321" y="5873"/>
                </a:lnTo>
                <a:lnTo>
                  <a:pt x="20483" y="5570"/>
                </a:lnTo>
                <a:lnTo>
                  <a:pt x="20402" y="5550"/>
                </a:lnTo>
                <a:lnTo>
                  <a:pt x="20241" y="5833"/>
                </a:lnTo>
                <a:lnTo>
                  <a:pt x="20059" y="6095"/>
                </a:lnTo>
                <a:lnTo>
                  <a:pt x="19857" y="6357"/>
                </a:lnTo>
                <a:lnTo>
                  <a:pt x="19635" y="6600"/>
                </a:lnTo>
                <a:lnTo>
                  <a:pt x="19393" y="6842"/>
                </a:lnTo>
                <a:lnTo>
                  <a:pt x="19151" y="7044"/>
                </a:lnTo>
                <a:lnTo>
                  <a:pt x="18889" y="7245"/>
                </a:lnTo>
                <a:lnTo>
                  <a:pt x="18606" y="7427"/>
                </a:lnTo>
                <a:lnTo>
                  <a:pt x="18324" y="7588"/>
                </a:lnTo>
                <a:lnTo>
                  <a:pt x="18021" y="7730"/>
                </a:lnTo>
                <a:lnTo>
                  <a:pt x="17718" y="7851"/>
                </a:lnTo>
                <a:lnTo>
                  <a:pt x="17395" y="7952"/>
                </a:lnTo>
                <a:lnTo>
                  <a:pt x="17072" y="8032"/>
                </a:lnTo>
                <a:lnTo>
                  <a:pt x="16750" y="8093"/>
                </a:lnTo>
                <a:lnTo>
                  <a:pt x="16427" y="8133"/>
                </a:lnTo>
                <a:lnTo>
                  <a:pt x="16063" y="8133"/>
                </a:lnTo>
                <a:lnTo>
                  <a:pt x="15680" y="8113"/>
                </a:lnTo>
                <a:lnTo>
                  <a:pt x="15317" y="8073"/>
                </a:lnTo>
                <a:lnTo>
                  <a:pt x="14933" y="8012"/>
                </a:lnTo>
                <a:lnTo>
                  <a:pt x="14550" y="7931"/>
                </a:lnTo>
                <a:lnTo>
                  <a:pt x="14187" y="7831"/>
                </a:lnTo>
                <a:lnTo>
                  <a:pt x="13823" y="7730"/>
                </a:lnTo>
                <a:lnTo>
                  <a:pt x="13097" y="7488"/>
                </a:lnTo>
                <a:lnTo>
                  <a:pt x="12532" y="7306"/>
                </a:lnTo>
                <a:lnTo>
                  <a:pt x="11947" y="7124"/>
                </a:lnTo>
                <a:lnTo>
                  <a:pt x="11523" y="7003"/>
                </a:lnTo>
                <a:lnTo>
                  <a:pt x="11059" y="6902"/>
                </a:lnTo>
                <a:lnTo>
                  <a:pt x="10615" y="6822"/>
                </a:lnTo>
                <a:lnTo>
                  <a:pt x="10171" y="6741"/>
                </a:lnTo>
                <a:lnTo>
                  <a:pt x="9263" y="6640"/>
                </a:lnTo>
                <a:lnTo>
                  <a:pt x="8355" y="6559"/>
                </a:lnTo>
                <a:lnTo>
                  <a:pt x="7426" y="6519"/>
                </a:lnTo>
                <a:lnTo>
                  <a:pt x="4682" y="6519"/>
                </a:lnTo>
                <a:lnTo>
                  <a:pt x="3007" y="6539"/>
                </a:lnTo>
                <a:lnTo>
                  <a:pt x="2563" y="6519"/>
                </a:lnTo>
                <a:lnTo>
                  <a:pt x="2159" y="6478"/>
                </a:lnTo>
                <a:lnTo>
                  <a:pt x="1796" y="6398"/>
                </a:lnTo>
                <a:lnTo>
                  <a:pt x="1493" y="6297"/>
                </a:lnTo>
                <a:lnTo>
                  <a:pt x="1231" y="6176"/>
                </a:lnTo>
                <a:lnTo>
                  <a:pt x="1110" y="6095"/>
                </a:lnTo>
                <a:lnTo>
                  <a:pt x="1009" y="6014"/>
                </a:lnTo>
                <a:lnTo>
                  <a:pt x="928" y="5913"/>
                </a:lnTo>
                <a:lnTo>
                  <a:pt x="848" y="5833"/>
                </a:lnTo>
                <a:lnTo>
                  <a:pt x="767" y="5712"/>
                </a:lnTo>
                <a:lnTo>
                  <a:pt x="706" y="5611"/>
                </a:lnTo>
                <a:lnTo>
                  <a:pt x="646" y="5429"/>
                </a:lnTo>
                <a:lnTo>
                  <a:pt x="606" y="5248"/>
                </a:lnTo>
                <a:lnTo>
                  <a:pt x="606" y="5046"/>
                </a:lnTo>
                <a:lnTo>
                  <a:pt x="606" y="4864"/>
                </a:lnTo>
                <a:lnTo>
                  <a:pt x="626" y="4662"/>
                </a:lnTo>
                <a:lnTo>
                  <a:pt x="666" y="4481"/>
                </a:lnTo>
                <a:lnTo>
                  <a:pt x="767" y="4077"/>
                </a:lnTo>
                <a:lnTo>
                  <a:pt x="888" y="3593"/>
                </a:lnTo>
                <a:lnTo>
                  <a:pt x="928" y="3330"/>
                </a:lnTo>
                <a:lnTo>
                  <a:pt x="949" y="3088"/>
                </a:lnTo>
                <a:lnTo>
                  <a:pt x="928" y="2866"/>
                </a:lnTo>
                <a:lnTo>
                  <a:pt x="908" y="2664"/>
                </a:lnTo>
                <a:lnTo>
                  <a:pt x="868" y="2463"/>
                </a:lnTo>
                <a:lnTo>
                  <a:pt x="807" y="2261"/>
                </a:lnTo>
                <a:lnTo>
                  <a:pt x="666" y="1857"/>
                </a:lnTo>
                <a:lnTo>
                  <a:pt x="505" y="1454"/>
                </a:lnTo>
                <a:lnTo>
                  <a:pt x="363" y="1090"/>
                </a:lnTo>
                <a:lnTo>
                  <a:pt x="222" y="727"/>
                </a:lnTo>
                <a:lnTo>
                  <a:pt x="121" y="364"/>
                </a:lnTo>
                <a:lnTo>
                  <a:pt x="101" y="182"/>
                </a:lnTo>
                <a:lnTo>
                  <a:pt x="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34"/>
          <p:cNvSpPr/>
          <p:nvPr/>
        </p:nvSpPr>
        <p:spPr>
          <a:xfrm flipH="1">
            <a:off x="-2068376" y="155687"/>
            <a:ext cx="886861" cy="530339"/>
          </a:xfrm>
          <a:custGeom>
            <a:rect b="b" l="l" r="r" t="t"/>
            <a:pathLst>
              <a:path extrusionOk="0" h="9486" w="15863">
                <a:moveTo>
                  <a:pt x="4117" y="82"/>
                </a:moveTo>
                <a:lnTo>
                  <a:pt x="4581" y="122"/>
                </a:lnTo>
                <a:lnTo>
                  <a:pt x="5025" y="162"/>
                </a:lnTo>
                <a:lnTo>
                  <a:pt x="5429" y="223"/>
                </a:lnTo>
                <a:lnTo>
                  <a:pt x="6176" y="344"/>
                </a:lnTo>
                <a:lnTo>
                  <a:pt x="6741" y="465"/>
                </a:lnTo>
                <a:lnTo>
                  <a:pt x="7427" y="626"/>
                </a:lnTo>
                <a:lnTo>
                  <a:pt x="8113" y="788"/>
                </a:lnTo>
                <a:lnTo>
                  <a:pt x="8799" y="990"/>
                </a:lnTo>
                <a:lnTo>
                  <a:pt x="9485" y="1171"/>
                </a:lnTo>
                <a:lnTo>
                  <a:pt x="10171" y="1393"/>
                </a:lnTo>
                <a:lnTo>
                  <a:pt x="10837" y="1615"/>
                </a:lnTo>
                <a:lnTo>
                  <a:pt x="11503" y="1857"/>
                </a:lnTo>
                <a:lnTo>
                  <a:pt x="12169" y="2100"/>
                </a:lnTo>
                <a:lnTo>
                  <a:pt x="12815" y="2382"/>
                </a:lnTo>
                <a:lnTo>
                  <a:pt x="13158" y="2523"/>
                </a:lnTo>
                <a:lnTo>
                  <a:pt x="13481" y="2705"/>
                </a:lnTo>
                <a:lnTo>
                  <a:pt x="13824" y="2887"/>
                </a:lnTo>
                <a:lnTo>
                  <a:pt x="14127" y="3109"/>
                </a:lnTo>
                <a:lnTo>
                  <a:pt x="14429" y="3331"/>
                </a:lnTo>
                <a:lnTo>
                  <a:pt x="14712" y="3593"/>
                </a:lnTo>
                <a:lnTo>
                  <a:pt x="14954" y="3875"/>
                </a:lnTo>
                <a:lnTo>
                  <a:pt x="15176" y="4158"/>
                </a:lnTo>
                <a:lnTo>
                  <a:pt x="15358" y="4481"/>
                </a:lnTo>
                <a:lnTo>
                  <a:pt x="15519" y="4804"/>
                </a:lnTo>
                <a:lnTo>
                  <a:pt x="15620" y="5127"/>
                </a:lnTo>
                <a:lnTo>
                  <a:pt x="15721" y="5490"/>
                </a:lnTo>
                <a:lnTo>
                  <a:pt x="15761" y="5833"/>
                </a:lnTo>
                <a:lnTo>
                  <a:pt x="15781" y="6176"/>
                </a:lnTo>
                <a:lnTo>
                  <a:pt x="15741" y="6539"/>
                </a:lnTo>
                <a:lnTo>
                  <a:pt x="15680" y="6902"/>
                </a:lnTo>
                <a:lnTo>
                  <a:pt x="15580" y="7246"/>
                </a:lnTo>
                <a:lnTo>
                  <a:pt x="15438" y="7589"/>
                </a:lnTo>
                <a:lnTo>
                  <a:pt x="15257" y="7891"/>
                </a:lnTo>
                <a:lnTo>
                  <a:pt x="15055" y="8174"/>
                </a:lnTo>
                <a:lnTo>
                  <a:pt x="14813" y="8436"/>
                </a:lnTo>
                <a:lnTo>
                  <a:pt x="14550" y="8678"/>
                </a:lnTo>
                <a:lnTo>
                  <a:pt x="14389" y="8799"/>
                </a:lnTo>
                <a:lnTo>
                  <a:pt x="14207" y="8900"/>
                </a:lnTo>
                <a:lnTo>
                  <a:pt x="14026" y="8981"/>
                </a:lnTo>
                <a:lnTo>
                  <a:pt x="13844" y="9082"/>
                </a:lnTo>
                <a:lnTo>
                  <a:pt x="13481" y="9203"/>
                </a:lnTo>
                <a:lnTo>
                  <a:pt x="13097" y="9304"/>
                </a:lnTo>
                <a:lnTo>
                  <a:pt x="12734" y="9364"/>
                </a:lnTo>
                <a:lnTo>
                  <a:pt x="12371" y="9385"/>
                </a:lnTo>
                <a:lnTo>
                  <a:pt x="12028" y="9405"/>
                </a:lnTo>
                <a:lnTo>
                  <a:pt x="11725" y="9385"/>
                </a:lnTo>
                <a:lnTo>
                  <a:pt x="11362" y="9364"/>
                </a:lnTo>
                <a:lnTo>
                  <a:pt x="10999" y="9324"/>
                </a:lnTo>
                <a:lnTo>
                  <a:pt x="10615" y="9264"/>
                </a:lnTo>
                <a:lnTo>
                  <a:pt x="10272" y="9183"/>
                </a:lnTo>
                <a:lnTo>
                  <a:pt x="9546" y="9021"/>
                </a:lnTo>
                <a:lnTo>
                  <a:pt x="8839" y="8840"/>
                </a:lnTo>
                <a:lnTo>
                  <a:pt x="7810" y="8577"/>
                </a:lnTo>
                <a:lnTo>
                  <a:pt x="7306" y="8476"/>
                </a:lnTo>
                <a:lnTo>
                  <a:pt x="6781" y="8376"/>
                </a:lnTo>
                <a:lnTo>
                  <a:pt x="6055" y="8295"/>
                </a:lnTo>
                <a:lnTo>
                  <a:pt x="5328" y="8234"/>
                </a:lnTo>
                <a:lnTo>
                  <a:pt x="4622" y="8214"/>
                </a:lnTo>
                <a:lnTo>
                  <a:pt x="3895" y="8214"/>
                </a:lnTo>
                <a:lnTo>
                  <a:pt x="2866" y="8194"/>
                </a:lnTo>
                <a:lnTo>
                  <a:pt x="2341" y="8174"/>
                </a:lnTo>
                <a:lnTo>
                  <a:pt x="1837" y="8133"/>
                </a:lnTo>
                <a:lnTo>
                  <a:pt x="1393" y="8073"/>
                </a:lnTo>
                <a:lnTo>
                  <a:pt x="1171" y="8033"/>
                </a:lnTo>
                <a:lnTo>
                  <a:pt x="969" y="7972"/>
                </a:lnTo>
                <a:lnTo>
                  <a:pt x="767" y="7871"/>
                </a:lnTo>
                <a:lnTo>
                  <a:pt x="586" y="7770"/>
                </a:lnTo>
                <a:lnTo>
                  <a:pt x="404" y="7629"/>
                </a:lnTo>
                <a:lnTo>
                  <a:pt x="283" y="7467"/>
                </a:lnTo>
                <a:lnTo>
                  <a:pt x="223" y="7367"/>
                </a:lnTo>
                <a:lnTo>
                  <a:pt x="162" y="7246"/>
                </a:lnTo>
                <a:lnTo>
                  <a:pt x="101" y="7024"/>
                </a:lnTo>
                <a:lnTo>
                  <a:pt x="81" y="6802"/>
                </a:lnTo>
                <a:lnTo>
                  <a:pt x="101" y="6580"/>
                </a:lnTo>
                <a:lnTo>
                  <a:pt x="142" y="6337"/>
                </a:lnTo>
                <a:lnTo>
                  <a:pt x="182" y="6095"/>
                </a:lnTo>
                <a:lnTo>
                  <a:pt x="323" y="5611"/>
                </a:lnTo>
                <a:lnTo>
                  <a:pt x="445" y="5248"/>
                </a:lnTo>
                <a:lnTo>
                  <a:pt x="525" y="4905"/>
                </a:lnTo>
                <a:lnTo>
                  <a:pt x="545" y="4723"/>
                </a:lnTo>
                <a:lnTo>
                  <a:pt x="566" y="4562"/>
                </a:lnTo>
                <a:lnTo>
                  <a:pt x="586" y="4380"/>
                </a:lnTo>
                <a:lnTo>
                  <a:pt x="566" y="4218"/>
                </a:lnTo>
                <a:lnTo>
                  <a:pt x="485" y="3795"/>
                </a:lnTo>
                <a:lnTo>
                  <a:pt x="384" y="3391"/>
                </a:lnTo>
                <a:lnTo>
                  <a:pt x="263" y="2887"/>
                </a:lnTo>
                <a:lnTo>
                  <a:pt x="223" y="2644"/>
                </a:lnTo>
                <a:lnTo>
                  <a:pt x="182" y="2382"/>
                </a:lnTo>
                <a:lnTo>
                  <a:pt x="202" y="2140"/>
                </a:lnTo>
                <a:lnTo>
                  <a:pt x="243" y="1898"/>
                </a:lnTo>
                <a:lnTo>
                  <a:pt x="323" y="1656"/>
                </a:lnTo>
                <a:lnTo>
                  <a:pt x="445" y="1393"/>
                </a:lnTo>
                <a:lnTo>
                  <a:pt x="566" y="1212"/>
                </a:lnTo>
                <a:lnTo>
                  <a:pt x="707" y="1050"/>
                </a:lnTo>
                <a:lnTo>
                  <a:pt x="868" y="889"/>
                </a:lnTo>
                <a:lnTo>
                  <a:pt x="1030" y="748"/>
                </a:lnTo>
                <a:lnTo>
                  <a:pt x="1211" y="626"/>
                </a:lnTo>
                <a:lnTo>
                  <a:pt x="1393" y="526"/>
                </a:lnTo>
                <a:lnTo>
                  <a:pt x="1595" y="425"/>
                </a:lnTo>
                <a:lnTo>
                  <a:pt x="1797" y="344"/>
                </a:lnTo>
                <a:lnTo>
                  <a:pt x="2019" y="283"/>
                </a:lnTo>
                <a:lnTo>
                  <a:pt x="2241" y="223"/>
                </a:lnTo>
                <a:lnTo>
                  <a:pt x="2705" y="142"/>
                </a:lnTo>
                <a:lnTo>
                  <a:pt x="3189" y="82"/>
                </a:lnTo>
                <a:close/>
                <a:moveTo>
                  <a:pt x="3552" y="1"/>
                </a:moveTo>
                <a:lnTo>
                  <a:pt x="3088" y="21"/>
                </a:lnTo>
                <a:lnTo>
                  <a:pt x="2604" y="61"/>
                </a:lnTo>
                <a:lnTo>
                  <a:pt x="2160" y="162"/>
                </a:lnTo>
                <a:lnTo>
                  <a:pt x="1938" y="223"/>
                </a:lnTo>
                <a:lnTo>
                  <a:pt x="1716" y="283"/>
                </a:lnTo>
                <a:lnTo>
                  <a:pt x="1514" y="384"/>
                </a:lnTo>
                <a:lnTo>
                  <a:pt x="1312" y="465"/>
                </a:lnTo>
                <a:lnTo>
                  <a:pt x="1131" y="586"/>
                </a:lnTo>
                <a:lnTo>
                  <a:pt x="949" y="707"/>
                </a:lnTo>
                <a:lnTo>
                  <a:pt x="788" y="848"/>
                </a:lnTo>
                <a:lnTo>
                  <a:pt x="646" y="990"/>
                </a:lnTo>
                <a:lnTo>
                  <a:pt x="505" y="1171"/>
                </a:lnTo>
                <a:lnTo>
                  <a:pt x="384" y="1353"/>
                </a:lnTo>
                <a:lnTo>
                  <a:pt x="243" y="1615"/>
                </a:lnTo>
                <a:lnTo>
                  <a:pt x="162" y="1878"/>
                </a:lnTo>
                <a:lnTo>
                  <a:pt x="122" y="2140"/>
                </a:lnTo>
                <a:lnTo>
                  <a:pt x="101" y="2382"/>
                </a:lnTo>
                <a:lnTo>
                  <a:pt x="142" y="2644"/>
                </a:lnTo>
                <a:lnTo>
                  <a:pt x="182" y="2887"/>
                </a:lnTo>
                <a:lnTo>
                  <a:pt x="303" y="3411"/>
                </a:lnTo>
                <a:lnTo>
                  <a:pt x="404" y="3815"/>
                </a:lnTo>
                <a:lnTo>
                  <a:pt x="485" y="4218"/>
                </a:lnTo>
                <a:lnTo>
                  <a:pt x="505" y="4380"/>
                </a:lnTo>
                <a:lnTo>
                  <a:pt x="485" y="4541"/>
                </a:lnTo>
                <a:lnTo>
                  <a:pt x="445" y="4884"/>
                </a:lnTo>
                <a:lnTo>
                  <a:pt x="364" y="5227"/>
                </a:lnTo>
                <a:lnTo>
                  <a:pt x="263" y="5591"/>
                </a:lnTo>
                <a:lnTo>
                  <a:pt x="101" y="6075"/>
                </a:lnTo>
                <a:lnTo>
                  <a:pt x="61" y="6337"/>
                </a:lnTo>
                <a:lnTo>
                  <a:pt x="21" y="6580"/>
                </a:lnTo>
                <a:lnTo>
                  <a:pt x="1" y="6822"/>
                </a:lnTo>
                <a:lnTo>
                  <a:pt x="41" y="7064"/>
                </a:lnTo>
                <a:lnTo>
                  <a:pt x="101" y="7286"/>
                </a:lnTo>
                <a:lnTo>
                  <a:pt x="142" y="7387"/>
                </a:lnTo>
                <a:lnTo>
                  <a:pt x="202" y="7508"/>
                </a:lnTo>
                <a:lnTo>
                  <a:pt x="344" y="7689"/>
                </a:lnTo>
                <a:lnTo>
                  <a:pt x="525" y="7831"/>
                </a:lnTo>
                <a:lnTo>
                  <a:pt x="727" y="7952"/>
                </a:lnTo>
                <a:lnTo>
                  <a:pt x="929" y="8033"/>
                </a:lnTo>
                <a:lnTo>
                  <a:pt x="1151" y="8113"/>
                </a:lnTo>
                <a:lnTo>
                  <a:pt x="1373" y="8154"/>
                </a:lnTo>
                <a:lnTo>
                  <a:pt x="1817" y="8214"/>
                </a:lnTo>
                <a:lnTo>
                  <a:pt x="2341" y="8255"/>
                </a:lnTo>
                <a:lnTo>
                  <a:pt x="2866" y="8275"/>
                </a:lnTo>
                <a:lnTo>
                  <a:pt x="3895" y="8295"/>
                </a:lnTo>
                <a:lnTo>
                  <a:pt x="4602" y="8295"/>
                </a:lnTo>
                <a:lnTo>
                  <a:pt x="5328" y="8315"/>
                </a:lnTo>
                <a:lnTo>
                  <a:pt x="6055" y="8376"/>
                </a:lnTo>
                <a:lnTo>
                  <a:pt x="6761" y="8456"/>
                </a:lnTo>
                <a:lnTo>
                  <a:pt x="7286" y="8557"/>
                </a:lnTo>
                <a:lnTo>
                  <a:pt x="7790" y="8658"/>
                </a:lnTo>
                <a:lnTo>
                  <a:pt x="8819" y="8920"/>
                </a:lnTo>
                <a:lnTo>
                  <a:pt x="9526" y="9102"/>
                </a:lnTo>
                <a:lnTo>
                  <a:pt x="10252" y="9264"/>
                </a:lnTo>
                <a:lnTo>
                  <a:pt x="10615" y="9344"/>
                </a:lnTo>
                <a:lnTo>
                  <a:pt x="10979" y="9385"/>
                </a:lnTo>
                <a:lnTo>
                  <a:pt x="11342" y="9445"/>
                </a:lnTo>
                <a:lnTo>
                  <a:pt x="11725" y="9465"/>
                </a:lnTo>
                <a:lnTo>
                  <a:pt x="12048" y="9485"/>
                </a:lnTo>
                <a:lnTo>
                  <a:pt x="12351" y="9465"/>
                </a:lnTo>
                <a:lnTo>
                  <a:pt x="12674" y="9445"/>
                </a:lnTo>
                <a:lnTo>
                  <a:pt x="12997" y="9405"/>
                </a:lnTo>
                <a:lnTo>
                  <a:pt x="13319" y="9324"/>
                </a:lnTo>
                <a:lnTo>
                  <a:pt x="13662" y="9223"/>
                </a:lnTo>
                <a:lnTo>
                  <a:pt x="13985" y="9102"/>
                </a:lnTo>
                <a:lnTo>
                  <a:pt x="14288" y="8941"/>
                </a:lnTo>
                <a:lnTo>
                  <a:pt x="14591" y="8739"/>
                </a:lnTo>
                <a:lnTo>
                  <a:pt x="14873" y="8497"/>
                </a:lnTo>
                <a:lnTo>
                  <a:pt x="15115" y="8234"/>
                </a:lnTo>
                <a:lnTo>
                  <a:pt x="15337" y="7932"/>
                </a:lnTo>
                <a:lnTo>
                  <a:pt x="15499" y="7609"/>
                </a:lnTo>
                <a:lnTo>
                  <a:pt x="15660" y="7286"/>
                </a:lnTo>
                <a:lnTo>
                  <a:pt x="15761" y="6923"/>
                </a:lnTo>
                <a:lnTo>
                  <a:pt x="15822" y="6559"/>
                </a:lnTo>
                <a:lnTo>
                  <a:pt x="15862" y="6176"/>
                </a:lnTo>
                <a:lnTo>
                  <a:pt x="15842" y="5833"/>
                </a:lnTo>
                <a:lnTo>
                  <a:pt x="15802" y="5470"/>
                </a:lnTo>
                <a:lnTo>
                  <a:pt x="15701" y="5106"/>
                </a:lnTo>
                <a:lnTo>
                  <a:pt x="15580" y="4763"/>
                </a:lnTo>
                <a:lnTo>
                  <a:pt x="15418" y="4440"/>
                </a:lnTo>
                <a:lnTo>
                  <a:pt x="15236" y="4118"/>
                </a:lnTo>
                <a:lnTo>
                  <a:pt x="15015" y="3815"/>
                </a:lnTo>
                <a:lnTo>
                  <a:pt x="14772" y="3532"/>
                </a:lnTo>
                <a:lnTo>
                  <a:pt x="14490" y="3270"/>
                </a:lnTo>
                <a:lnTo>
                  <a:pt x="14187" y="3028"/>
                </a:lnTo>
                <a:lnTo>
                  <a:pt x="13864" y="2826"/>
                </a:lnTo>
                <a:lnTo>
                  <a:pt x="13541" y="2624"/>
                </a:lnTo>
                <a:lnTo>
                  <a:pt x="13198" y="2463"/>
                </a:lnTo>
                <a:lnTo>
                  <a:pt x="12855" y="2301"/>
                </a:lnTo>
                <a:lnTo>
                  <a:pt x="12189" y="2039"/>
                </a:lnTo>
                <a:lnTo>
                  <a:pt x="11523" y="1777"/>
                </a:lnTo>
                <a:lnTo>
                  <a:pt x="10857" y="1535"/>
                </a:lnTo>
                <a:lnTo>
                  <a:pt x="10191" y="1313"/>
                </a:lnTo>
                <a:lnTo>
                  <a:pt x="9505" y="1111"/>
                </a:lnTo>
                <a:lnTo>
                  <a:pt x="8819" y="909"/>
                </a:lnTo>
                <a:lnTo>
                  <a:pt x="8133" y="707"/>
                </a:lnTo>
                <a:lnTo>
                  <a:pt x="7447" y="546"/>
                </a:lnTo>
                <a:lnTo>
                  <a:pt x="6761" y="384"/>
                </a:lnTo>
                <a:lnTo>
                  <a:pt x="6176" y="263"/>
                </a:lnTo>
                <a:lnTo>
                  <a:pt x="5389" y="142"/>
                </a:lnTo>
                <a:lnTo>
                  <a:pt x="4965" y="82"/>
                </a:lnTo>
                <a:lnTo>
                  <a:pt x="4501" y="21"/>
                </a:lnTo>
                <a:lnTo>
                  <a:pt x="403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34"/>
          <p:cNvSpPr/>
          <p:nvPr/>
        </p:nvSpPr>
        <p:spPr>
          <a:xfrm flipH="1">
            <a:off x="-2048022" y="183920"/>
            <a:ext cx="669045" cy="364461"/>
          </a:xfrm>
          <a:custGeom>
            <a:rect b="b" l="l" r="r" t="t"/>
            <a:pathLst>
              <a:path extrusionOk="0" h="6519" w="11967">
                <a:moveTo>
                  <a:pt x="6216" y="81"/>
                </a:moveTo>
                <a:lnTo>
                  <a:pt x="6720" y="121"/>
                </a:lnTo>
                <a:lnTo>
                  <a:pt x="7204" y="202"/>
                </a:lnTo>
                <a:lnTo>
                  <a:pt x="7709" y="283"/>
                </a:lnTo>
                <a:lnTo>
                  <a:pt x="8173" y="404"/>
                </a:lnTo>
                <a:lnTo>
                  <a:pt x="8657" y="565"/>
                </a:lnTo>
                <a:lnTo>
                  <a:pt x="9121" y="727"/>
                </a:lnTo>
                <a:lnTo>
                  <a:pt x="9565" y="929"/>
                </a:lnTo>
                <a:lnTo>
                  <a:pt x="9868" y="1090"/>
                </a:lnTo>
                <a:lnTo>
                  <a:pt x="10171" y="1272"/>
                </a:lnTo>
                <a:lnTo>
                  <a:pt x="10433" y="1433"/>
                </a:lnTo>
                <a:lnTo>
                  <a:pt x="10675" y="1615"/>
                </a:lnTo>
                <a:lnTo>
                  <a:pt x="10897" y="1796"/>
                </a:lnTo>
                <a:lnTo>
                  <a:pt x="11099" y="1998"/>
                </a:lnTo>
                <a:lnTo>
                  <a:pt x="11261" y="2200"/>
                </a:lnTo>
                <a:lnTo>
                  <a:pt x="11422" y="2402"/>
                </a:lnTo>
                <a:lnTo>
                  <a:pt x="11583" y="2684"/>
                </a:lnTo>
                <a:lnTo>
                  <a:pt x="11725" y="2967"/>
                </a:lnTo>
                <a:lnTo>
                  <a:pt x="11805" y="3270"/>
                </a:lnTo>
                <a:lnTo>
                  <a:pt x="11866" y="3552"/>
                </a:lnTo>
                <a:lnTo>
                  <a:pt x="11886" y="3855"/>
                </a:lnTo>
                <a:lnTo>
                  <a:pt x="11866" y="4137"/>
                </a:lnTo>
                <a:lnTo>
                  <a:pt x="11805" y="4420"/>
                </a:lnTo>
                <a:lnTo>
                  <a:pt x="11725" y="4662"/>
                </a:lnTo>
                <a:lnTo>
                  <a:pt x="11644" y="4823"/>
                </a:lnTo>
                <a:lnTo>
                  <a:pt x="11543" y="4965"/>
                </a:lnTo>
                <a:lnTo>
                  <a:pt x="11442" y="5106"/>
                </a:lnTo>
                <a:lnTo>
                  <a:pt x="11321" y="5247"/>
                </a:lnTo>
                <a:lnTo>
                  <a:pt x="11180" y="5388"/>
                </a:lnTo>
                <a:lnTo>
                  <a:pt x="11039" y="5510"/>
                </a:lnTo>
                <a:lnTo>
                  <a:pt x="10877" y="5631"/>
                </a:lnTo>
                <a:lnTo>
                  <a:pt x="10695" y="5752"/>
                </a:lnTo>
                <a:lnTo>
                  <a:pt x="10494" y="5853"/>
                </a:lnTo>
                <a:lnTo>
                  <a:pt x="10292" y="5953"/>
                </a:lnTo>
                <a:lnTo>
                  <a:pt x="10070" y="6054"/>
                </a:lnTo>
                <a:lnTo>
                  <a:pt x="9848" y="6135"/>
                </a:lnTo>
                <a:lnTo>
                  <a:pt x="9606" y="6216"/>
                </a:lnTo>
                <a:lnTo>
                  <a:pt x="9364" y="6276"/>
                </a:lnTo>
                <a:lnTo>
                  <a:pt x="8859" y="6377"/>
                </a:lnTo>
                <a:lnTo>
                  <a:pt x="8314" y="6438"/>
                </a:lnTo>
                <a:lnTo>
                  <a:pt x="7729" y="6438"/>
                </a:lnTo>
                <a:lnTo>
                  <a:pt x="7103" y="6418"/>
                </a:lnTo>
                <a:lnTo>
                  <a:pt x="6438" y="6357"/>
                </a:lnTo>
                <a:lnTo>
                  <a:pt x="5731" y="6256"/>
                </a:lnTo>
                <a:lnTo>
                  <a:pt x="5025" y="6115"/>
                </a:lnTo>
                <a:lnTo>
                  <a:pt x="4339" y="5953"/>
                </a:lnTo>
                <a:lnTo>
                  <a:pt x="3653" y="5772"/>
                </a:lnTo>
                <a:lnTo>
                  <a:pt x="2987" y="5550"/>
                </a:lnTo>
                <a:lnTo>
                  <a:pt x="2321" y="5308"/>
                </a:lnTo>
                <a:lnTo>
                  <a:pt x="1655" y="5025"/>
                </a:lnTo>
                <a:lnTo>
                  <a:pt x="1009" y="4722"/>
                </a:lnTo>
                <a:lnTo>
                  <a:pt x="787" y="4581"/>
                </a:lnTo>
                <a:lnTo>
                  <a:pt x="585" y="4460"/>
                </a:lnTo>
                <a:lnTo>
                  <a:pt x="424" y="4299"/>
                </a:lnTo>
                <a:lnTo>
                  <a:pt x="283" y="4137"/>
                </a:lnTo>
                <a:lnTo>
                  <a:pt x="182" y="3956"/>
                </a:lnTo>
                <a:lnTo>
                  <a:pt x="121" y="3754"/>
                </a:lnTo>
                <a:lnTo>
                  <a:pt x="81" y="3552"/>
                </a:lnTo>
                <a:lnTo>
                  <a:pt x="81" y="3350"/>
                </a:lnTo>
                <a:lnTo>
                  <a:pt x="101" y="3148"/>
                </a:lnTo>
                <a:lnTo>
                  <a:pt x="141" y="2947"/>
                </a:lnTo>
                <a:lnTo>
                  <a:pt x="222" y="2745"/>
                </a:lnTo>
                <a:lnTo>
                  <a:pt x="303" y="2543"/>
                </a:lnTo>
                <a:lnTo>
                  <a:pt x="424" y="2341"/>
                </a:lnTo>
                <a:lnTo>
                  <a:pt x="545" y="2139"/>
                </a:lnTo>
                <a:lnTo>
                  <a:pt x="686" y="1958"/>
                </a:lnTo>
                <a:lnTo>
                  <a:pt x="827" y="1776"/>
                </a:lnTo>
                <a:lnTo>
                  <a:pt x="989" y="1595"/>
                </a:lnTo>
                <a:lnTo>
                  <a:pt x="1171" y="1433"/>
                </a:lnTo>
                <a:lnTo>
                  <a:pt x="1352" y="1272"/>
                </a:lnTo>
                <a:lnTo>
                  <a:pt x="1534" y="1130"/>
                </a:lnTo>
                <a:lnTo>
                  <a:pt x="1715" y="1009"/>
                </a:lnTo>
                <a:lnTo>
                  <a:pt x="1917" y="888"/>
                </a:lnTo>
                <a:lnTo>
                  <a:pt x="2099" y="787"/>
                </a:lnTo>
                <a:lnTo>
                  <a:pt x="2301" y="707"/>
                </a:lnTo>
                <a:lnTo>
                  <a:pt x="2724" y="565"/>
                </a:lnTo>
                <a:lnTo>
                  <a:pt x="3148" y="424"/>
                </a:lnTo>
                <a:lnTo>
                  <a:pt x="3572" y="323"/>
                </a:lnTo>
                <a:lnTo>
                  <a:pt x="3996" y="222"/>
                </a:lnTo>
                <a:lnTo>
                  <a:pt x="4419" y="162"/>
                </a:lnTo>
                <a:lnTo>
                  <a:pt x="4863" y="121"/>
                </a:lnTo>
                <a:lnTo>
                  <a:pt x="5287" y="81"/>
                </a:lnTo>
                <a:close/>
                <a:moveTo>
                  <a:pt x="5550" y="0"/>
                </a:moveTo>
                <a:lnTo>
                  <a:pt x="5085" y="21"/>
                </a:lnTo>
                <a:lnTo>
                  <a:pt x="4601" y="61"/>
                </a:lnTo>
                <a:lnTo>
                  <a:pt x="4137" y="121"/>
                </a:lnTo>
                <a:lnTo>
                  <a:pt x="3653" y="222"/>
                </a:lnTo>
                <a:lnTo>
                  <a:pt x="3189" y="323"/>
                </a:lnTo>
                <a:lnTo>
                  <a:pt x="2724" y="464"/>
                </a:lnTo>
                <a:lnTo>
                  <a:pt x="2260" y="626"/>
                </a:lnTo>
                <a:lnTo>
                  <a:pt x="2079" y="707"/>
                </a:lnTo>
                <a:lnTo>
                  <a:pt x="1877" y="808"/>
                </a:lnTo>
                <a:lnTo>
                  <a:pt x="1675" y="929"/>
                </a:lnTo>
                <a:lnTo>
                  <a:pt x="1493" y="1070"/>
                </a:lnTo>
                <a:lnTo>
                  <a:pt x="1292" y="1211"/>
                </a:lnTo>
                <a:lnTo>
                  <a:pt x="1110" y="1373"/>
                </a:lnTo>
                <a:lnTo>
                  <a:pt x="928" y="1554"/>
                </a:lnTo>
                <a:lnTo>
                  <a:pt x="767" y="1716"/>
                </a:lnTo>
                <a:lnTo>
                  <a:pt x="605" y="1917"/>
                </a:lnTo>
                <a:lnTo>
                  <a:pt x="464" y="2119"/>
                </a:lnTo>
                <a:lnTo>
                  <a:pt x="343" y="2301"/>
                </a:lnTo>
                <a:lnTo>
                  <a:pt x="242" y="2523"/>
                </a:lnTo>
                <a:lnTo>
                  <a:pt x="141" y="2725"/>
                </a:lnTo>
                <a:lnTo>
                  <a:pt x="81" y="2926"/>
                </a:lnTo>
                <a:lnTo>
                  <a:pt x="20" y="3128"/>
                </a:lnTo>
                <a:lnTo>
                  <a:pt x="0" y="3330"/>
                </a:lnTo>
                <a:lnTo>
                  <a:pt x="0" y="3572"/>
                </a:lnTo>
                <a:lnTo>
                  <a:pt x="40" y="3774"/>
                </a:lnTo>
                <a:lnTo>
                  <a:pt x="121" y="3976"/>
                </a:lnTo>
                <a:lnTo>
                  <a:pt x="222" y="4178"/>
                </a:lnTo>
                <a:lnTo>
                  <a:pt x="363" y="4339"/>
                </a:lnTo>
                <a:lnTo>
                  <a:pt x="525" y="4501"/>
                </a:lnTo>
                <a:lnTo>
                  <a:pt x="747" y="4662"/>
                </a:lnTo>
                <a:lnTo>
                  <a:pt x="969" y="4783"/>
                </a:lnTo>
                <a:lnTo>
                  <a:pt x="1614" y="5106"/>
                </a:lnTo>
                <a:lnTo>
                  <a:pt x="2280" y="5368"/>
                </a:lnTo>
                <a:lnTo>
                  <a:pt x="2946" y="5631"/>
                </a:lnTo>
                <a:lnTo>
                  <a:pt x="3632" y="5853"/>
                </a:lnTo>
                <a:lnTo>
                  <a:pt x="4319" y="6034"/>
                </a:lnTo>
                <a:lnTo>
                  <a:pt x="5025" y="6196"/>
                </a:lnTo>
                <a:lnTo>
                  <a:pt x="5731" y="6337"/>
                </a:lnTo>
                <a:lnTo>
                  <a:pt x="6438" y="6438"/>
                </a:lnTo>
                <a:lnTo>
                  <a:pt x="7144" y="6498"/>
                </a:lnTo>
                <a:lnTo>
                  <a:pt x="7790" y="6519"/>
                </a:lnTo>
                <a:lnTo>
                  <a:pt x="8234" y="6519"/>
                </a:lnTo>
                <a:lnTo>
                  <a:pt x="8637" y="6478"/>
                </a:lnTo>
                <a:lnTo>
                  <a:pt x="9041" y="6418"/>
                </a:lnTo>
                <a:lnTo>
                  <a:pt x="9424" y="6357"/>
                </a:lnTo>
                <a:lnTo>
                  <a:pt x="9767" y="6256"/>
                </a:lnTo>
                <a:lnTo>
                  <a:pt x="10110" y="6135"/>
                </a:lnTo>
                <a:lnTo>
                  <a:pt x="10433" y="5974"/>
                </a:lnTo>
                <a:lnTo>
                  <a:pt x="10736" y="5812"/>
                </a:lnTo>
                <a:lnTo>
                  <a:pt x="10917" y="5691"/>
                </a:lnTo>
                <a:lnTo>
                  <a:pt x="11079" y="5570"/>
                </a:lnTo>
                <a:lnTo>
                  <a:pt x="11240" y="5429"/>
                </a:lnTo>
                <a:lnTo>
                  <a:pt x="11382" y="5308"/>
                </a:lnTo>
                <a:lnTo>
                  <a:pt x="11503" y="5166"/>
                </a:lnTo>
                <a:lnTo>
                  <a:pt x="11604" y="5005"/>
                </a:lnTo>
                <a:lnTo>
                  <a:pt x="11704" y="4864"/>
                </a:lnTo>
                <a:lnTo>
                  <a:pt x="11785" y="4702"/>
                </a:lnTo>
                <a:lnTo>
                  <a:pt x="11886" y="4440"/>
                </a:lnTo>
                <a:lnTo>
                  <a:pt x="11947" y="4137"/>
                </a:lnTo>
                <a:lnTo>
                  <a:pt x="11967" y="3855"/>
                </a:lnTo>
                <a:lnTo>
                  <a:pt x="11947" y="3552"/>
                </a:lnTo>
                <a:lnTo>
                  <a:pt x="11886" y="3249"/>
                </a:lnTo>
                <a:lnTo>
                  <a:pt x="11805" y="2947"/>
                </a:lnTo>
                <a:lnTo>
                  <a:pt x="11664" y="2644"/>
                </a:lnTo>
                <a:lnTo>
                  <a:pt x="11483" y="2361"/>
                </a:lnTo>
                <a:lnTo>
                  <a:pt x="11341" y="2160"/>
                </a:lnTo>
                <a:lnTo>
                  <a:pt x="11160" y="1938"/>
                </a:lnTo>
                <a:lnTo>
                  <a:pt x="10958" y="1736"/>
                </a:lnTo>
                <a:lnTo>
                  <a:pt x="10716" y="1554"/>
                </a:lnTo>
                <a:lnTo>
                  <a:pt x="10474" y="1373"/>
                </a:lnTo>
                <a:lnTo>
                  <a:pt x="10211" y="1191"/>
                </a:lnTo>
                <a:lnTo>
                  <a:pt x="9908" y="1030"/>
                </a:lnTo>
                <a:lnTo>
                  <a:pt x="9606" y="868"/>
                </a:lnTo>
                <a:lnTo>
                  <a:pt x="9182" y="666"/>
                </a:lnTo>
                <a:lnTo>
                  <a:pt x="8758" y="505"/>
                </a:lnTo>
                <a:lnTo>
                  <a:pt x="8314" y="364"/>
                </a:lnTo>
                <a:lnTo>
                  <a:pt x="7870" y="243"/>
                </a:lnTo>
                <a:lnTo>
                  <a:pt x="7406" y="142"/>
                </a:lnTo>
                <a:lnTo>
                  <a:pt x="6942" y="81"/>
                </a:lnTo>
                <a:lnTo>
                  <a:pt x="6478" y="21"/>
                </a:lnTo>
                <a:lnTo>
                  <a:pt x="60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34"/>
          <p:cNvSpPr/>
          <p:nvPr/>
        </p:nvSpPr>
        <p:spPr>
          <a:xfrm>
            <a:off x="-332032" y="4187869"/>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34"/>
          <p:cNvSpPr/>
          <p:nvPr/>
        </p:nvSpPr>
        <p:spPr>
          <a:xfrm flipH="1" rot="-6644194">
            <a:off x="7670526" y="2265459"/>
            <a:ext cx="1826641" cy="1093256"/>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34"/>
          <p:cNvSpPr/>
          <p:nvPr/>
        </p:nvSpPr>
        <p:spPr>
          <a:xfrm flipH="1" rot="-6644194">
            <a:off x="8037132" y="2205232"/>
            <a:ext cx="794323" cy="541624"/>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34"/>
          <p:cNvSpPr/>
          <p:nvPr/>
        </p:nvSpPr>
        <p:spPr>
          <a:xfrm flipH="1">
            <a:off x="8262704" y="376106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34"/>
          <p:cNvSpPr/>
          <p:nvPr/>
        </p:nvSpPr>
        <p:spPr>
          <a:xfrm flipH="1">
            <a:off x="782579" y="32156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34"/>
          <p:cNvSpPr/>
          <p:nvPr/>
        </p:nvSpPr>
        <p:spPr>
          <a:xfrm flipH="1">
            <a:off x="8296528" y="320373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34"/>
          <p:cNvSpPr/>
          <p:nvPr/>
        </p:nvSpPr>
        <p:spPr>
          <a:xfrm flipH="1">
            <a:off x="2287360" y="7108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34"/>
          <p:cNvSpPr/>
          <p:nvPr/>
        </p:nvSpPr>
        <p:spPr>
          <a:xfrm flipH="1">
            <a:off x="204961" y="19066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34"/>
          <p:cNvSpPr/>
          <p:nvPr/>
        </p:nvSpPr>
        <p:spPr>
          <a:xfrm flipH="1">
            <a:off x="139551" y="399383"/>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34"/>
          <p:cNvSpPr/>
          <p:nvPr/>
        </p:nvSpPr>
        <p:spPr>
          <a:xfrm flipH="1">
            <a:off x="137259" y="397147"/>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34"/>
          <p:cNvSpPr/>
          <p:nvPr/>
        </p:nvSpPr>
        <p:spPr>
          <a:xfrm flipH="1" rot="-6644194">
            <a:off x="8394382" y="2331576"/>
            <a:ext cx="4584" cy="51993"/>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34"/>
          <p:cNvSpPr/>
          <p:nvPr/>
        </p:nvSpPr>
        <p:spPr>
          <a:xfrm flipH="1" rot="-6644194">
            <a:off x="8370715" y="2355306"/>
            <a:ext cx="51937"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34"/>
          <p:cNvSpPr/>
          <p:nvPr/>
        </p:nvSpPr>
        <p:spPr>
          <a:xfrm flipH="1">
            <a:off x="1936493" y="725600"/>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34"/>
          <p:cNvSpPr/>
          <p:nvPr/>
        </p:nvSpPr>
        <p:spPr>
          <a:xfrm flipH="1">
            <a:off x="1911670" y="750423"/>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34"/>
          <p:cNvSpPr/>
          <p:nvPr/>
        </p:nvSpPr>
        <p:spPr>
          <a:xfrm flipH="1">
            <a:off x="199052" y="34116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10" name="Google Shape;2710;p34"/>
          <p:cNvGrpSpPr/>
          <p:nvPr/>
        </p:nvGrpSpPr>
        <p:grpSpPr>
          <a:xfrm>
            <a:off x="4194738" y="4317100"/>
            <a:ext cx="754524" cy="750237"/>
            <a:chOff x="8523754" y="10"/>
            <a:chExt cx="516408" cy="513439"/>
          </a:xfrm>
        </p:grpSpPr>
        <p:sp>
          <p:nvSpPr>
            <p:cNvPr id="2711" name="Google Shape;2711;p34"/>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34"/>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13" name="Google Shape;2713;p34"/>
          <p:cNvSpPr/>
          <p:nvPr/>
        </p:nvSpPr>
        <p:spPr>
          <a:xfrm>
            <a:off x="8375975" y="108904"/>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34"/>
          <p:cNvSpPr/>
          <p:nvPr/>
        </p:nvSpPr>
        <p:spPr>
          <a:xfrm rot="5400000">
            <a:off x="8375975" y="714006"/>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34"/>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34"/>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TITLE_1">
    <p:spTree>
      <p:nvGrpSpPr>
        <p:cNvPr id="2717" name="Shape 2717"/>
        <p:cNvGrpSpPr/>
        <p:nvPr/>
      </p:nvGrpSpPr>
      <p:grpSpPr>
        <a:xfrm>
          <a:off x="0" y="0"/>
          <a:ext cx="0" cy="0"/>
          <a:chOff x="0" y="0"/>
          <a:chExt cx="0" cy="0"/>
        </a:xfrm>
      </p:grpSpPr>
      <p:sp>
        <p:nvSpPr>
          <p:cNvPr id="2718" name="Google Shape;2718;p35"/>
          <p:cNvSpPr/>
          <p:nvPr/>
        </p:nvSpPr>
        <p:spPr>
          <a:xfrm flipH="1">
            <a:off x="125" y="0"/>
            <a:ext cx="1840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35"/>
          <p:cNvSpPr/>
          <p:nvPr/>
        </p:nvSpPr>
        <p:spPr>
          <a:xfrm flipH="1">
            <a:off x="7316647" y="0"/>
            <a:ext cx="1840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0" name="Google Shape;2720;p35"/>
          <p:cNvGrpSpPr/>
          <p:nvPr/>
        </p:nvGrpSpPr>
        <p:grpSpPr>
          <a:xfrm>
            <a:off x="7747680" y="163941"/>
            <a:ext cx="1209708" cy="1147945"/>
            <a:chOff x="5235125" y="2636100"/>
            <a:chExt cx="796175" cy="755525"/>
          </a:xfrm>
        </p:grpSpPr>
        <p:sp>
          <p:nvSpPr>
            <p:cNvPr id="2721" name="Google Shape;2721;p35"/>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35"/>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35"/>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35"/>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35"/>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35"/>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35"/>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35"/>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35"/>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35"/>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35"/>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35"/>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35"/>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35"/>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35"/>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35"/>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35"/>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35"/>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35"/>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35"/>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35"/>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35"/>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35"/>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35"/>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35"/>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35"/>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35"/>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35"/>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35"/>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35"/>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35"/>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35"/>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35"/>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35"/>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35"/>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35"/>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35"/>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35"/>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35"/>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35"/>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35"/>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35"/>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35"/>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35"/>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35"/>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35"/>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35"/>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35"/>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35"/>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35"/>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35"/>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35"/>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35"/>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35"/>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35"/>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35"/>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35"/>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35"/>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35"/>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35"/>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35"/>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35"/>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35"/>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35"/>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5" name="Google Shape;2785;p35"/>
          <p:cNvGrpSpPr/>
          <p:nvPr/>
        </p:nvGrpSpPr>
        <p:grpSpPr>
          <a:xfrm>
            <a:off x="315517" y="3792616"/>
            <a:ext cx="1209708" cy="1147945"/>
            <a:chOff x="5235125" y="2636100"/>
            <a:chExt cx="796175" cy="755525"/>
          </a:xfrm>
        </p:grpSpPr>
        <p:sp>
          <p:nvSpPr>
            <p:cNvPr id="2786" name="Google Shape;2786;p35"/>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35"/>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35"/>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35"/>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35"/>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35"/>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35"/>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35"/>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35"/>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35"/>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35"/>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35"/>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35"/>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35"/>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35"/>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35"/>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35"/>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35"/>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35"/>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35"/>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35"/>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35"/>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35"/>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35"/>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35"/>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35"/>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35"/>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35"/>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35"/>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35"/>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35"/>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35"/>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35"/>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35"/>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35"/>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35"/>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35"/>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35"/>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35"/>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35"/>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35"/>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35"/>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35"/>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35"/>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35"/>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35"/>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35"/>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35"/>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35"/>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35"/>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35"/>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35"/>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35"/>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35"/>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35"/>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35"/>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35"/>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35"/>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35"/>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35"/>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35"/>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35"/>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35"/>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35"/>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50" name="Google Shape;2850;p35"/>
          <p:cNvSpPr/>
          <p:nvPr/>
        </p:nvSpPr>
        <p:spPr>
          <a:xfrm>
            <a:off x="691750" y="2573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35"/>
          <p:cNvSpPr/>
          <p:nvPr/>
        </p:nvSpPr>
        <p:spPr>
          <a:xfrm>
            <a:off x="691763" y="7890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35"/>
          <p:cNvSpPr/>
          <p:nvPr/>
        </p:nvSpPr>
        <p:spPr>
          <a:xfrm>
            <a:off x="8123913" y="38860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35"/>
          <p:cNvSpPr/>
          <p:nvPr/>
        </p:nvSpPr>
        <p:spPr>
          <a:xfrm>
            <a:off x="8123925" y="44177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35"/>
          <p:cNvSpPr/>
          <p:nvPr/>
        </p:nvSpPr>
        <p:spPr>
          <a:xfrm>
            <a:off x="1012297" y="1920378"/>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35"/>
          <p:cNvSpPr/>
          <p:nvPr/>
        </p:nvSpPr>
        <p:spPr>
          <a:xfrm flipH="1">
            <a:off x="-858733" y="1586481"/>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35"/>
          <p:cNvSpPr/>
          <p:nvPr/>
        </p:nvSpPr>
        <p:spPr>
          <a:xfrm flipH="1">
            <a:off x="340550" y="2787965"/>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35"/>
          <p:cNvSpPr/>
          <p:nvPr/>
        </p:nvSpPr>
        <p:spPr>
          <a:xfrm flipH="1">
            <a:off x="-731261" y="1730887"/>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35"/>
          <p:cNvSpPr/>
          <p:nvPr/>
        </p:nvSpPr>
        <p:spPr>
          <a:xfrm flipH="1">
            <a:off x="484960" y="2856786"/>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35"/>
          <p:cNvSpPr/>
          <p:nvPr/>
        </p:nvSpPr>
        <p:spPr>
          <a:xfrm flipH="1">
            <a:off x="-606026" y="1791769"/>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35"/>
          <p:cNvSpPr/>
          <p:nvPr/>
        </p:nvSpPr>
        <p:spPr>
          <a:xfrm flipH="1">
            <a:off x="629427" y="2966250"/>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35"/>
          <p:cNvSpPr/>
          <p:nvPr/>
        </p:nvSpPr>
        <p:spPr>
          <a:xfrm flipH="1">
            <a:off x="7700621" y="1915906"/>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35"/>
          <p:cNvSpPr/>
          <p:nvPr/>
        </p:nvSpPr>
        <p:spPr>
          <a:xfrm flipH="1">
            <a:off x="7849509" y="2038845"/>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35"/>
          <p:cNvSpPr/>
          <p:nvPr/>
        </p:nvSpPr>
        <p:spPr>
          <a:xfrm flipH="1">
            <a:off x="7837329" y="2024197"/>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35"/>
          <p:cNvSpPr/>
          <p:nvPr/>
        </p:nvSpPr>
        <p:spPr>
          <a:xfrm flipH="1" rot="-2700000">
            <a:off x="3945745" y="4005741"/>
            <a:ext cx="1596436" cy="1802958"/>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35"/>
          <p:cNvSpPr/>
          <p:nvPr/>
        </p:nvSpPr>
        <p:spPr>
          <a:xfrm flipH="1" rot="-2700000">
            <a:off x="3980673" y="-135927"/>
            <a:ext cx="935331" cy="741276"/>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35"/>
          <p:cNvSpPr/>
          <p:nvPr/>
        </p:nvSpPr>
        <p:spPr>
          <a:xfrm flipH="1" rot="-2700000">
            <a:off x="4067304" y="4075914"/>
            <a:ext cx="1395616" cy="1650666"/>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35"/>
          <p:cNvSpPr/>
          <p:nvPr/>
        </p:nvSpPr>
        <p:spPr>
          <a:xfrm flipH="1" rot="-2700000">
            <a:off x="4109734" y="-7464"/>
            <a:ext cx="653334" cy="572100"/>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35"/>
          <p:cNvSpPr/>
          <p:nvPr/>
        </p:nvSpPr>
        <p:spPr>
          <a:xfrm flipH="1" rot="-2700000">
            <a:off x="4167878" y="4188008"/>
            <a:ext cx="1193679" cy="1427260"/>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35"/>
          <p:cNvSpPr/>
          <p:nvPr/>
        </p:nvSpPr>
        <p:spPr>
          <a:xfrm flipH="1" rot="-2700000">
            <a:off x="4309575" y="4326620"/>
            <a:ext cx="901507" cy="1104562"/>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35"/>
          <p:cNvSpPr/>
          <p:nvPr/>
        </p:nvSpPr>
        <p:spPr>
          <a:xfrm flipH="1" rot="-2700000">
            <a:off x="4305556" y="4724336"/>
            <a:ext cx="130935" cy="390457"/>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35"/>
          <p:cNvSpPr/>
          <p:nvPr/>
        </p:nvSpPr>
        <p:spPr>
          <a:xfrm flipH="1" rot="-2700000">
            <a:off x="5244598" y="430213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35"/>
          <p:cNvSpPr/>
          <p:nvPr/>
        </p:nvSpPr>
        <p:spPr>
          <a:xfrm flipH="1" rot="-2700000">
            <a:off x="5242294" y="4299868"/>
            <a:ext cx="104994" cy="104994"/>
          </a:xfrm>
          <a:custGeom>
            <a:rect b="b" l="l" r="r" t="t"/>
            <a:pathLst>
              <a:path extrusionOk="0" h="1878" w="1878">
                <a:moveTo>
                  <a:pt x="949" y="82"/>
                </a:moveTo>
                <a:lnTo>
                  <a:pt x="1110" y="102"/>
                </a:lnTo>
                <a:lnTo>
                  <a:pt x="1272" y="142"/>
                </a:lnTo>
                <a:lnTo>
                  <a:pt x="1413" y="223"/>
                </a:lnTo>
                <a:lnTo>
                  <a:pt x="1554" y="324"/>
                </a:lnTo>
                <a:lnTo>
                  <a:pt x="1655" y="465"/>
                </a:lnTo>
                <a:lnTo>
                  <a:pt x="1736" y="606"/>
                </a:lnTo>
                <a:lnTo>
                  <a:pt x="1776" y="768"/>
                </a:lnTo>
                <a:lnTo>
                  <a:pt x="1796" y="949"/>
                </a:lnTo>
                <a:lnTo>
                  <a:pt x="1776" y="1111"/>
                </a:lnTo>
                <a:lnTo>
                  <a:pt x="1736" y="1272"/>
                </a:lnTo>
                <a:lnTo>
                  <a:pt x="1655" y="1414"/>
                </a:lnTo>
                <a:lnTo>
                  <a:pt x="1554" y="1555"/>
                </a:lnTo>
                <a:lnTo>
                  <a:pt x="1413" y="1656"/>
                </a:lnTo>
                <a:lnTo>
                  <a:pt x="1272" y="1736"/>
                </a:lnTo>
                <a:lnTo>
                  <a:pt x="1110" y="1777"/>
                </a:lnTo>
                <a:lnTo>
                  <a:pt x="949" y="1797"/>
                </a:lnTo>
                <a:lnTo>
                  <a:pt x="767" y="1777"/>
                </a:lnTo>
                <a:lnTo>
                  <a:pt x="606" y="1736"/>
                </a:lnTo>
                <a:lnTo>
                  <a:pt x="464" y="1656"/>
                </a:lnTo>
                <a:lnTo>
                  <a:pt x="323" y="1555"/>
                </a:lnTo>
                <a:lnTo>
                  <a:pt x="222" y="1414"/>
                </a:lnTo>
                <a:lnTo>
                  <a:pt x="142" y="1272"/>
                </a:lnTo>
                <a:lnTo>
                  <a:pt x="101" y="1111"/>
                </a:lnTo>
                <a:lnTo>
                  <a:pt x="81" y="949"/>
                </a:lnTo>
                <a:lnTo>
                  <a:pt x="101" y="768"/>
                </a:lnTo>
                <a:lnTo>
                  <a:pt x="142" y="606"/>
                </a:lnTo>
                <a:lnTo>
                  <a:pt x="222" y="465"/>
                </a:lnTo>
                <a:lnTo>
                  <a:pt x="323" y="324"/>
                </a:lnTo>
                <a:lnTo>
                  <a:pt x="464" y="223"/>
                </a:lnTo>
                <a:lnTo>
                  <a:pt x="606" y="142"/>
                </a:lnTo>
                <a:lnTo>
                  <a:pt x="767" y="102"/>
                </a:lnTo>
                <a:lnTo>
                  <a:pt x="949" y="82"/>
                </a:lnTo>
                <a:close/>
                <a:moveTo>
                  <a:pt x="949" y="1"/>
                </a:moveTo>
                <a:lnTo>
                  <a:pt x="747" y="21"/>
                </a:lnTo>
                <a:lnTo>
                  <a:pt x="565" y="82"/>
                </a:lnTo>
                <a:lnTo>
                  <a:pt x="424" y="162"/>
                </a:lnTo>
                <a:lnTo>
                  <a:pt x="283" y="283"/>
                </a:lnTo>
                <a:lnTo>
                  <a:pt x="162" y="405"/>
                </a:lnTo>
                <a:lnTo>
                  <a:pt x="81" y="566"/>
                </a:lnTo>
                <a:lnTo>
                  <a:pt x="21" y="748"/>
                </a:lnTo>
                <a:lnTo>
                  <a:pt x="0" y="949"/>
                </a:lnTo>
                <a:lnTo>
                  <a:pt x="21" y="1131"/>
                </a:lnTo>
                <a:lnTo>
                  <a:pt x="81" y="1313"/>
                </a:lnTo>
                <a:lnTo>
                  <a:pt x="162" y="1474"/>
                </a:lnTo>
                <a:lnTo>
                  <a:pt x="283" y="1595"/>
                </a:lnTo>
                <a:lnTo>
                  <a:pt x="424" y="1716"/>
                </a:lnTo>
                <a:lnTo>
                  <a:pt x="565" y="1797"/>
                </a:lnTo>
                <a:lnTo>
                  <a:pt x="747" y="1857"/>
                </a:lnTo>
                <a:lnTo>
                  <a:pt x="949" y="1878"/>
                </a:lnTo>
                <a:lnTo>
                  <a:pt x="1130" y="1857"/>
                </a:lnTo>
                <a:lnTo>
                  <a:pt x="1312" y="1797"/>
                </a:lnTo>
                <a:lnTo>
                  <a:pt x="1473" y="1716"/>
                </a:lnTo>
                <a:lnTo>
                  <a:pt x="1615" y="1595"/>
                </a:lnTo>
                <a:lnTo>
                  <a:pt x="1716" y="1474"/>
                </a:lnTo>
                <a:lnTo>
                  <a:pt x="1817" y="1313"/>
                </a:lnTo>
                <a:lnTo>
                  <a:pt x="1857" y="1131"/>
                </a:lnTo>
                <a:lnTo>
                  <a:pt x="1877" y="949"/>
                </a:lnTo>
                <a:lnTo>
                  <a:pt x="1857" y="748"/>
                </a:lnTo>
                <a:lnTo>
                  <a:pt x="1817" y="566"/>
                </a:lnTo>
                <a:lnTo>
                  <a:pt x="1716" y="405"/>
                </a:lnTo>
                <a:lnTo>
                  <a:pt x="1615" y="283"/>
                </a:lnTo>
                <a:lnTo>
                  <a:pt x="1473" y="162"/>
                </a:lnTo>
                <a:lnTo>
                  <a:pt x="1312" y="82"/>
                </a:lnTo>
                <a:lnTo>
                  <a:pt x="1130"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35"/>
          <p:cNvSpPr/>
          <p:nvPr/>
        </p:nvSpPr>
        <p:spPr>
          <a:xfrm flipH="1" rot="-2700000">
            <a:off x="3277569" y="4749891"/>
            <a:ext cx="101584" cy="101640"/>
          </a:xfrm>
          <a:custGeom>
            <a:rect b="b" l="l" r="r" t="t"/>
            <a:pathLst>
              <a:path extrusionOk="0" h="1818" w="1817">
                <a:moveTo>
                  <a:pt x="908" y="1"/>
                </a:moveTo>
                <a:lnTo>
                  <a:pt x="727" y="21"/>
                </a:lnTo>
                <a:lnTo>
                  <a:pt x="565" y="82"/>
                </a:lnTo>
                <a:lnTo>
                  <a:pt x="404" y="162"/>
                </a:lnTo>
                <a:lnTo>
                  <a:pt x="262" y="263"/>
                </a:lnTo>
                <a:lnTo>
                  <a:pt x="162" y="404"/>
                </a:lnTo>
                <a:lnTo>
                  <a:pt x="81" y="566"/>
                </a:lnTo>
                <a:lnTo>
                  <a:pt x="20" y="727"/>
                </a:lnTo>
                <a:lnTo>
                  <a:pt x="0" y="909"/>
                </a:lnTo>
                <a:lnTo>
                  <a:pt x="20" y="1091"/>
                </a:lnTo>
                <a:lnTo>
                  <a:pt x="81" y="1252"/>
                </a:lnTo>
                <a:lnTo>
                  <a:pt x="162" y="1413"/>
                </a:lnTo>
                <a:lnTo>
                  <a:pt x="262" y="1555"/>
                </a:lnTo>
                <a:lnTo>
                  <a:pt x="404" y="1656"/>
                </a:lnTo>
                <a:lnTo>
                  <a:pt x="565" y="1736"/>
                </a:lnTo>
                <a:lnTo>
                  <a:pt x="727" y="1797"/>
                </a:lnTo>
                <a:lnTo>
                  <a:pt x="908" y="1817"/>
                </a:lnTo>
                <a:lnTo>
                  <a:pt x="1090" y="1797"/>
                </a:lnTo>
                <a:lnTo>
                  <a:pt x="1251" y="1736"/>
                </a:lnTo>
                <a:lnTo>
                  <a:pt x="1413" y="1656"/>
                </a:lnTo>
                <a:lnTo>
                  <a:pt x="1534" y="1555"/>
                </a:lnTo>
                <a:lnTo>
                  <a:pt x="1655" y="1413"/>
                </a:lnTo>
                <a:lnTo>
                  <a:pt x="1736" y="1252"/>
                </a:lnTo>
                <a:lnTo>
                  <a:pt x="1796" y="1091"/>
                </a:lnTo>
                <a:lnTo>
                  <a:pt x="1816" y="909"/>
                </a:lnTo>
                <a:lnTo>
                  <a:pt x="1796" y="727"/>
                </a:lnTo>
                <a:lnTo>
                  <a:pt x="1736" y="566"/>
                </a:lnTo>
                <a:lnTo>
                  <a:pt x="1655" y="404"/>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35"/>
          <p:cNvSpPr/>
          <p:nvPr/>
        </p:nvSpPr>
        <p:spPr>
          <a:xfrm flipH="1" rot="-2700000">
            <a:off x="3275324" y="4747635"/>
            <a:ext cx="106112" cy="106112"/>
          </a:xfrm>
          <a:custGeom>
            <a:rect b="b" l="l" r="r" t="t"/>
            <a:pathLst>
              <a:path extrusionOk="0" h="1898" w="1898">
                <a:moveTo>
                  <a:pt x="949" y="81"/>
                </a:moveTo>
                <a:lnTo>
                  <a:pt x="1131" y="101"/>
                </a:lnTo>
                <a:lnTo>
                  <a:pt x="1292" y="162"/>
                </a:lnTo>
                <a:lnTo>
                  <a:pt x="1434" y="243"/>
                </a:lnTo>
                <a:lnTo>
                  <a:pt x="1555" y="344"/>
                </a:lnTo>
                <a:lnTo>
                  <a:pt x="1655" y="465"/>
                </a:lnTo>
                <a:lnTo>
                  <a:pt x="1736" y="606"/>
                </a:lnTo>
                <a:lnTo>
                  <a:pt x="1797" y="767"/>
                </a:lnTo>
                <a:lnTo>
                  <a:pt x="1817" y="949"/>
                </a:lnTo>
                <a:lnTo>
                  <a:pt x="1797" y="1131"/>
                </a:lnTo>
                <a:lnTo>
                  <a:pt x="1736" y="1292"/>
                </a:lnTo>
                <a:lnTo>
                  <a:pt x="1655" y="1433"/>
                </a:lnTo>
                <a:lnTo>
                  <a:pt x="1555" y="1554"/>
                </a:lnTo>
                <a:lnTo>
                  <a:pt x="1434" y="1655"/>
                </a:lnTo>
                <a:lnTo>
                  <a:pt x="1292" y="1736"/>
                </a:lnTo>
                <a:lnTo>
                  <a:pt x="1131" y="1797"/>
                </a:lnTo>
                <a:lnTo>
                  <a:pt x="949" y="1817"/>
                </a:lnTo>
                <a:lnTo>
                  <a:pt x="768" y="1797"/>
                </a:lnTo>
                <a:lnTo>
                  <a:pt x="606" y="1736"/>
                </a:lnTo>
                <a:lnTo>
                  <a:pt x="465" y="1655"/>
                </a:lnTo>
                <a:lnTo>
                  <a:pt x="344" y="1554"/>
                </a:lnTo>
                <a:lnTo>
                  <a:pt x="243" y="1433"/>
                </a:lnTo>
                <a:lnTo>
                  <a:pt x="162" y="1292"/>
                </a:lnTo>
                <a:lnTo>
                  <a:pt x="102" y="1131"/>
                </a:lnTo>
                <a:lnTo>
                  <a:pt x="81" y="949"/>
                </a:lnTo>
                <a:lnTo>
                  <a:pt x="102" y="767"/>
                </a:lnTo>
                <a:lnTo>
                  <a:pt x="162" y="606"/>
                </a:lnTo>
                <a:lnTo>
                  <a:pt x="243" y="465"/>
                </a:lnTo>
                <a:lnTo>
                  <a:pt x="344" y="344"/>
                </a:lnTo>
                <a:lnTo>
                  <a:pt x="465" y="243"/>
                </a:lnTo>
                <a:lnTo>
                  <a:pt x="606" y="162"/>
                </a:lnTo>
                <a:lnTo>
                  <a:pt x="768" y="101"/>
                </a:lnTo>
                <a:lnTo>
                  <a:pt x="949" y="81"/>
                </a:lnTo>
                <a:close/>
                <a:moveTo>
                  <a:pt x="949" y="0"/>
                </a:moveTo>
                <a:lnTo>
                  <a:pt x="768" y="21"/>
                </a:lnTo>
                <a:lnTo>
                  <a:pt x="58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86" y="1817"/>
                </a:lnTo>
                <a:lnTo>
                  <a:pt x="768" y="1877"/>
                </a:lnTo>
                <a:lnTo>
                  <a:pt x="949" y="1897"/>
                </a:lnTo>
                <a:lnTo>
                  <a:pt x="1131" y="1877"/>
                </a:lnTo>
                <a:lnTo>
                  <a:pt x="1312" y="1817"/>
                </a:lnTo>
                <a:lnTo>
                  <a:pt x="1474" y="1736"/>
                </a:lnTo>
                <a:lnTo>
                  <a:pt x="1615" y="1615"/>
                </a:lnTo>
                <a:lnTo>
                  <a:pt x="1736" y="1474"/>
                </a:lnTo>
                <a:lnTo>
                  <a:pt x="1817" y="1312"/>
                </a:lnTo>
                <a:lnTo>
                  <a:pt x="1877" y="1131"/>
                </a:lnTo>
                <a:lnTo>
                  <a:pt x="1898" y="949"/>
                </a:lnTo>
                <a:lnTo>
                  <a:pt x="1877" y="767"/>
                </a:lnTo>
                <a:lnTo>
                  <a:pt x="1817" y="586"/>
                </a:lnTo>
                <a:lnTo>
                  <a:pt x="1736" y="424"/>
                </a:lnTo>
                <a:lnTo>
                  <a:pt x="1615" y="283"/>
                </a:lnTo>
                <a:lnTo>
                  <a:pt x="1474" y="162"/>
                </a:lnTo>
                <a:lnTo>
                  <a:pt x="1312" y="81"/>
                </a:lnTo>
                <a:lnTo>
                  <a:pt x="1131"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35"/>
          <p:cNvSpPr/>
          <p:nvPr/>
        </p:nvSpPr>
        <p:spPr>
          <a:xfrm flipH="1" rot="-2700000">
            <a:off x="4353985" y="4869156"/>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35"/>
          <p:cNvSpPr/>
          <p:nvPr/>
        </p:nvSpPr>
        <p:spPr>
          <a:xfrm flipH="1" rot="-2700000">
            <a:off x="4327811" y="4894538"/>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p:cSld name="Diapositiva de título_1">
    <p:bg>
      <p:bgPr>
        <a:solidFill>
          <a:srgbClr val="F3F3F3"/>
        </a:solidFill>
      </p:bgPr>
    </p:bg>
    <p:spTree>
      <p:nvGrpSpPr>
        <p:cNvPr id="2877" name="Shape 2877"/>
        <p:cNvGrpSpPr/>
        <p:nvPr/>
      </p:nvGrpSpPr>
      <p:grpSpPr>
        <a:xfrm>
          <a:off x="0" y="0"/>
          <a:ext cx="0" cy="0"/>
          <a:chOff x="0" y="0"/>
          <a:chExt cx="0" cy="0"/>
        </a:xfrm>
      </p:grpSpPr>
      <p:sp>
        <p:nvSpPr>
          <p:cNvPr id="2878" name="Google Shape;2878;p36"/>
          <p:cNvSpPr/>
          <p:nvPr/>
        </p:nvSpPr>
        <p:spPr>
          <a:xfrm>
            <a:off x="4946725" y="0"/>
            <a:ext cx="4196935" cy="5143530"/>
          </a:xfrm>
          <a:custGeom>
            <a:rect b="b" l="l" r="r" t="t"/>
            <a:pathLst>
              <a:path extrusionOk="0" h="65892" w="140542">
                <a:moveTo>
                  <a:pt x="0" y="0"/>
                </a:moveTo>
                <a:lnTo>
                  <a:pt x="0" y="65891"/>
                </a:lnTo>
                <a:lnTo>
                  <a:pt x="140541" y="65891"/>
                </a:lnTo>
                <a:lnTo>
                  <a:pt x="140541" y="0"/>
                </a:ln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36"/>
          <p:cNvSpPr/>
          <p:nvPr/>
        </p:nvSpPr>
        <p:spPr>
          <a:xfrm>
            <a:off x="1202150" y="584950"/>
            <a:ext cx="6739800" cy="3973500"/>
          </a:xfrm>
          <a:prstGeom prst="rect">
            <a:avLst/>
          </a:prstGeom>
          <a:solidFill>
            <a:srgbClr val="FFD4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36"/>
          <p:cNvSpPr/>
          <p:nvPr/>
        </p:nvSpPr>
        <p:spPr>
          <a:xfrm>
            <a:off x="0" y="1057950"/>
            <a:ext cx="2421900" cy="40857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36"/>
          <p:cNvSpPr txBox="1"/>
          <p:nvPr>
            <p:ph type="ctrTitle"/>
          </p:nvPr>
        </p:nvSpPr>
        <p:spPr>
          <a:xfrm flipH="1">
            <a:off x="973500" y="1951175"/>
            <a:ext cx="1245900" cy="1241400"/>
          </a:xfrm>
          <a:prstGeom prst="rect">
            <a:avLst/>
          </a:prstGeom>
          <a:noFill/>
          <a:ln>
            <a:noFill/>
          </a:ln>
        </p:spPr>
        <p:txBody>
          <a:bodyPr anchorCtr="0" anchor="ctr" bIns="34275" lIns="68575" spcFirstLastPara="1" rIns="68575" wrap="square" tIns="34275">
            <a:noAutofit/>
          </a:bodyPr>
          <a:lstStyle>
            <a:lvl1pPr lvl="0" rtl="0">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1pPr>
            <a:lvl2pPr lvl="1"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2pPr>
            <a:lvl3pPr lvl="2"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3pPr>
            <a:lvl4pPr lvl="3"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4pPr>
            <a:lvl5pPr lvl="4"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5pPr>
            <a:lvl6pPr lvl="5"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6pPr>
            <a:lvl7pPr lvl="6"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7pPr>
            <a:lvl8pPr lvl="7"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8pPr>
            <a:lvl9pPr lvl="8"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9pPr>
          </a:lstStyle>
          <a:p/>
        </p:txBody>
      </p:sp>
      <p:sp>
        <p:nvSpPr>
          <p:cNvPr id="2882" name="Google Shape;2882;p36"/>
          <p:cNvSpPr txBox="1"/>
          <p:nvPr>
            <p:ph idx="1" type="body"/>
          </p:nvPr>
        </p:nvSpPr>
        <p:spPr>
          <a:xfrm>
            <a:off x="2413800" y="1136650"/>
            <a:ext cx="4316400" cy="2870100"/>
          </a:xfrm>
          <a:prstGeom prst="rect">
            <a:avLst/>
          </a:prstGeom>
        </p:spPr>
        <p:txBody>
          <a:bodyPr anchorCtr="0" anchor="ctr" bIns="91425" lIns="91425" spcFirstLastPara="1" rIns="91425" wrap="square" tIns="91425">
            <a:noAutofit/>
          </a:bodyPr>
          <a:lstStyle>
            <a:lvl1pPr indent="-298450" lvl="0" marL="457200" rtl="0">
              <a:spcBef>
                <a:spcPts val="0"/>
              </a:spcBef>
              <a:spcAft>
                <a:spcPts val="0"/>
              </a:spcAft>
              <a:buClr>
                <a:srgbClr val="F3F3F3"/>
              </a:buClr>
              <a:buSzPts val="1100"/>
              <a:buChar char="●"/>
              <a:defRPr sz="1100">
                <a:solidFill>
                  <a:srgbClr val="F3F3F3"/>
                </a:solidFill>
              </a:defRPr>
            </a:lvl1pPr>
            <a:lvl2pPr indent="-298450" lvl="1" marL="914400" rtl="0">
              <a:spcBef>
                <a:spcPts val="0"/>
              </a:spcBef>
              <a:spcAft>
                <a:spcPts val="0"/>
              </a:spcAft>
              <a:buClr>
                <a:srgbClr val="F3F3F3"/>
              </a:buClr>
              <a:buSzPts val="1100"/>
              <a:buChar char="○"/>
              <a:defRPr sz="1100">
                <a:solidFill>
                  <a:srgbClr val="F3F3F3"/>
                </a:solidFill>
              </a:defRPr>
            </a:lvl2pPr>
            <a:lvl3pPr indent="-298450" lvl="2" marL="1371600" rtl="0">
              <a:spcBef>
                <a:spcPts val="0"/>
              </a:spcBef>
              <a:spcAft>
                <a:spcPts val="0"/>
              </a:spcAft>
              <a:buClr>
                <a:srgbClr val="F3F3F3"/>
              </a:buClr>
              <a:buSzPts val="1100"/>
              <a:buChar char="■"/>
              <a:defRPr sz="1100">
                <a:solidFill>
                  <a:srgbClr val="F3F3F3"/>
                </a:solidFill>
              </a:defRPr>
            </a:lvl3pPr>
            <a:lvl4pPr indent="-298450" lvl="3" marL="1828800" rtl="0">
              <a:spcBef>
                <a:spcPts val="0"/>
              </a:spcBef>
              <a:spcAft>
                <a:spcPts val="0"/>
              </a:spcAft>
              <a:buClr>
                <a:srgbClr val="F3F3F3"/>
              </a:buClr>
              <a:buSzPts val="1100"/>
              <a:buChar char="●"/>
              <a:defRPr sz="1100">
                <a:solidFill>
                  <a:srgbClr val="F3F3F3"/>
                </a:solidFill>
              </a:defRPr>
            </a:lvl4pPr>
            <a:lvl5pPr indent="-298450" lvl="4" marL="2286000" rtl="0">
              <a:spcBef>
                <a:spcPts val="0"/>
              </a:spcBef>
              <a:spcAft>
                <a:spcPts val="0"/>
              </a:spcAft>
              <a:buClr>
                <a:srgbClr val="F3F3F3"/>
              </a:buClr>
              <a:buSzPts val="1100"/>
              <a:buChar char="○"/>
              <a:defRPr sz="1100">
                <a:solidFill>
                  <a:srgbClr val="F3F3F3"/>
                </a:solidFill>
              </a:defRPr>
            </a:lvl5pPr>
            <a:lvl6pPr indent="-298450" lvl="5" marL="2743200" rtl="0">
              <a:spcBef>
                <a:spcPts val="0"/>
              </a:spcBef>
              <a:spcAft>
                <a:spcPts val="0"/>
              </a:spcAft>
              <a:buClr>
                <a:srgbClr val="F3F3F3"/>
              </a:buClr>
              <a:buSzPts val="1100"/>
              <a:buChar char="■"/>
              <a:defRPr sz="1100">
                <a:solidFill>
                  <a:srgbClr val="F3F3F3"/>
                </a:solidFill>
              </a:defRPr>
            </a:lvl6pPr>
            <a:lvl7pPr indent="-298450" lvl="6" marL="3200400" rtl="0">
              <a:spcBef>
                <a:spcPts val="0"/>
              </a:spcBef>
              <a:spcAft>
                <a:spcPts val="0"/>
              </a:spcAft>
              <a:buClr>
                <a:srgbClr val="F3F3F3"/>
              </a:buClr>
              <a:buSzPts val="1100"/>
              <a:buChar char="●"/>
              <a:defRPr sz="1100">
                <a:solidFill>
                  <a:srgbClr val="F3F3F3"/>
                </a:solidFill>
              </a:defRPr>
            </a:lvl7pPr>
            <a:lvl8pPr indent="-298450" lvl="7" marL="3657600" rtl="0">
              <a:spcBef>
                <a:spcPts val="0"/>
              </a:spcBef>
              <a:spcAft>
                <a:spcPts val="0"/>
              </a:spcAft>
              <a:buClr>
                <a:srgbClr val="F3F3F3"/>
              </a:buClr>
              <a:buSzPts val="1100"/>
              <a:buChar char="○"/>
              <a:defRPr sz="1100">
                <a:solidFill>
                  <a:srgbClr val="F3F3F3"/>
                </a:solidFill>
              </a:defRPr>
            </a:lvl8pPr>
            <a:lvl9pPr indent="-298450" lvl="8" marL="4114800" rtl="0">
              <a:spcBef>
                <a:spcPts val="0"/>
              </a:spcBef>
              <a:spcAft>
                <a:spcPts val="0"/>
              </a:spcAft>
              <a:buClr>
                <a:srgbClr val="F3F3F3"/>
              </a:buClr>
              <a:buSzPts val="1100"/>
              <a:buChar char="■"/>
              <a:defRPr sz="1100">
                <a:solidFill>
                  <a:srgbClr val="F3F3F3"/>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p:cSld name="CUSTOM_1_1">
    <p:bg>
      <p:bgPr>
        <a:solidFill>
          <a:srgbClr val="F3F3F3"/>
        </a:solidFill>
      </p:bgPr>
    </p:bg>
    <p:spTree>
      <p:nvGrpSpPr>
        <p:cNvPr id="2883" name="Shape 2883"/>
        <p:cNvGrpSpPr/>
        <p:nvPr/>
      </p:nvGrpSpPr>
      <p:grpSpPr>
        <a:xfrm>
          <a:off x="0" y="0"/>
          <a:ext cx="0" cy="0"/>
          <a:chOff x="0" y="0"/>
          <a:chExt cx="0" cy="0"/>
        </a:xfrm>
      </p:grpSpPr>
      <p:sp>
        <p:nvSpPr>
          <p:cNvPr id="2884" name="Google Shape;2884;p37"/>
          <p:cNvSpPr txBox="1"/>
          <p:nvPr>
            <p:ph type="ctrTitle"/>
          </p:nvPr>
        </p:nvSpPr>
        <p:spPr>
          <a:xfrm>
            <a:off x="917900" y="1782500"/>
            <a:ext cx="7479600" cy="1578600"/>
          </a:xfrm>
          <a:prstGeom prst="rect">
            <a:avLst/>
          </a:prstGeom>
          <a:noFill/>
          <a:ln>
            <a:noFill/>
          </a:ln>
        </p:spPr>
        <p:txBody>
          <a:bodyPr anchorCtr="0" anchor="ctr" bIns="34275" lIns="68575" spcFirstLastPara="1" rIns="68575" wrap="square" tIns="34275">
            <a:noAutofit/>
          </a:bodyPr>
          <a:lstStyle>
            <a:lvl1pPr lvl="0" rtl="0" algn="ctr">
              <a:lnSpc>
                <a:spcPct val="90000"/>
              </a:lnSpc>
              <a:spcBef>
                <a:spcPts val="0"/>
              </a:spcBef>
              <a:spcAft>
                <a:spcPts val="0"/>
              </a:spcAft>
              <a:buSzPts val="3000"/>
              <a:buNone/>
              <a:defRPr sz="3000"/>
            </a:lvl1pPr>
            <a:lvl2pPr lvl="1" rtl="0" algn="ctr">
              <a:spcBef>
                <a:spcPts val="0"/>
              </a:spcBef>
              <a:spcAft>
                <a:spcPts val="0"/>
              </a:spcAft>
              <a:buSzPts val="3000"/>
              <a:buFont typeface="Fjalla One"/>
              <a:buNone/>
              <a:defRPr sz="3000">
                <a:latin typeface="Fjalla One"/>
                <a:ea typeface="Fjalla One"/>
                <a:cs typeface="Fjalla One"/>
                <a:sym typeface="Fjalla One"/>
              </a:defRPr>
            </a:lvl2pPr>
            <a:lvl3pPr lvl="2" rtl="0" algn="ctr">
              <a:spcBef>
                <a:spcPts val="0"/>
              </a:spcBef>
              <a:spcAft>
                <a:spcPts val="0"/>
              </a:spcAft>
              <a:buSzPts val="3000"/>
              <a:buFont typeface="Fjalla One"/>
              <a:buNone/>
              <a:defRPr sz="3000">
                <a:latin typeface="Fjalla One"/>
                <a:ea typeface="Fjalla One"/>
                <a:cs typeface="Fjalla One"/>
                <a:sym typeface="Fjalla One"/>
              </a:defRPr>
            </a:lvl3pPr>
            <a:lvl4pPr lvl="3" rtl="0" algn="ctr">
              <a:spcBef>
                <a:spcPts val="0"/>
              </a:spcBef>
              <a:spcAft>
                <a:spcPts val="0"/>
              </a:spcAft>
              <a:buSzPts val="3000"/>
              <a:buFont typeface="Fjalla One"/>
              <a:buNone/>
              <a:defRPr sz="3000">
                <a:latin typeface="Fjalla One"/>
                <a:ea typeface="Fjalla One"/>
                <a:cs typeface="Fjalla One"/>
                <a:sym typeface="Fjalla One"/>
              </a:defRPr>
            </a:lvl4pPr>
            <a:lvl5pPr lvl="4" rtl="0" algn="ctr">
              <a:spcBef>
                <a:spcPts val="0"/>
              </a:spcBef>
              <a:spcAft>
                <a:spcPts val="0"/>
              </a:spcAft>
              <a:buSzPts val="3000"/>
              <a:buFont typeface="Fjalla One"/>
              <a:buNone/>
              <a:defRPr sz="3000">
                <a:latin typeface="Fjalla One"/>
                <a:ea typeface="Fjalla One"/>
                <a:cs typeface="Fjalla One"/>
                <a:sym typeface="Fjalla One"/>
              </a:defRPr>
            </a:lvl5pPr>
            <a:lvl6pPr lvl="5" rtl="0" algn="ctr">
              <a:spcBef>
                <a:spcPts val="0"/>
              </a:spcBef>
              <a:spcAft>
                <a:spcPts val="0"/>
              </a:spcAft>
              <a:buSzPts val="3000"/>
              <a:buFont typeface="Fjalla One"/>
              <a:buNone/>
              <a:defRPr sz="3000">
                <a:latin typeface="Fjalla One"/>
                <a:ea typeface="Fjalla One"/>
                <a:cs typeface="Fjalla One"/>
                <a:sym typeface="Fjalla One"/>
              </a:defRPr>
            </a:lvl6pPr>
            <a:lvl7pPr lvl="6" rtl="0" algn="ctr">
              <a:spcBef>
                <a:spcPts val="0"/>
              </a:spcBef>
              <a:spcAft>
                <a:spcPts val="0"/>
              </a:spcAft>
              <a:buSzPts val="3000"/>
              <a:buFont typeface="Fjalla One"/>
              <a:buNone/>
              <a:defRPr sz="3000">
                <a:latin typeface="Fjalla One"/>
                <a:ea typeface="Fjalla One"/>
                <a:cs typeface="Fjalla One"/>
                <a:sym typeface="Fjalla One"/>
              </a:defRPr>
            </a:lvl7pPr>
            <a:lvl8pPr lvl="7" rtl="0" algn="ctr">
              <a:spcBef>
                <a:spcPts val="0"/>
              </a:spcBef>
              <a:spcAft>
                <a:spcPts val="0"/>
              </a:spcAft>
              <a:buSzPts val="3000"/>
              <a:buFont typeface="Fjalla One"/>
              <a:buNone/>
              <a:defRPr sz="3000">
                <a:latin typeface="Fjalla One"/>
                <a:ea typeface="Fjalla One"/>
                <a:cs typeface="Fjalla One"/>
                <a:sym typeface="Fjalla One"/>
              </a:defRPr>
            </a:lvl8pPr>
            <a:lvl9pPr lvl="8" rtl="0" algn="ctr">
              <a:spcBef>
                <a:spcPts val="0"/>
              </a:spcBef>
              <a:spcAft>
                <a:spcPts val="0"/>
              </a:spcAft>
              <a:buSzPts val="3000"/>
              <a:buFont typeface="Fjalla One"/>
              <a:buNone/>
              <a:defRPr sz="3000">
                <a:latin typeface="Fjalla One"/>
                <a:ea typeface="Fjalla One"/>
                <a:cs typeface="Fjalla One"/>
                <a:sym typeface="Fjalla One"/>
              </a:defRPr>
            </a:lvl9pPr>
          </a:lstStyle>
          <a:p/>
        </p:txBody>
      </p:sp>
      <p:sp>
        <p:nvSpPr>
          <p:cNvPr id="2885" name="Google Shape;2885;p37"/>
          <p:cNvSpPr/>
          <p:nvPr/>
        </p:nvSpPr>
        <p:spPr>
          <a:xfrm flipH="1">
            <a:off x="8421300" y="0"/>
            <a:ext cx="722700" cy="51435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37"/>
          <p:cNvSpPr/>
          <p:nvPr/>
        </p:nvSpPr>
        <p:spPr>
          <a:xfrm>
            <a:off x="0" y="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CUSTOM_2">
    <p:spTree>
      <p:nvGrpSpPr>
        <p:cNvPr id="2887" name="Shape 2887"/>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
  <p:cSld name="8_Título y objetos_2">
    <p:bg>
      <p:bgPr>
        <a:solidFill>
          <a:srgbClr val="F3F3F3"/>
        </a:solidFill>
      </p:bgPr>
    </p:bg>
    <p:spTree>
      <p:nvGrpSpPr>
        <p:cNvPr id="2888" name="Shape 2888"/>
        <p:cNvGrpSpPr/>
        <p:nvPr/>
      </p:nvGrpSpPr>
      <p:grpSpPr>
        <a:xfrm>
          <a:off x="0" y="0"/>
          <a:ext cx="0" cy="0"/>
          <a:chOff x="0" y="0"/>
          <a:chExt cx="0" cy="0"/>
        </a:xfrm>
      </p:grpSpPr>
      <p:sp>
        <p:nvSpPr>
          <p:cNvPr id="2889" name="Google Shape;2889;p39"/>
          <p:cNvSpPr/>
          <p:nvPr/>
        </p:nvSpPr>
        <p:spPr>
          <a:xfrm>
            <a:off x="0" y="125"/>
            <a:ext cx="722700" cy="51435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39"/>
          <p:cNvSpPr txBox="1"/>
          <p:nvPr>
            <p:ph type="ctrTitle"/>
          </p:nvPr>
        </p:nvSpPr>
        <p:spPr>
          <a:xfrm flipH="1">
            <a:off x="973500" y="1951175"/>
            <a:ext cx="1245900" cy="1241400"/>
          </a:xfrm>
          <a:prstGeom prst="rect">
            <a:avLst/>
          </a:prstGeom>
          <a:noFill/>
          <a:ln>
            <a:noFill/>
          </a:ln>
        </p:spPr>
        <p:txBody>
          <a:bodyPr anchorCtr="0" anchor="ctr" bIns="34275" lIns="68575" spcFirstLastPara="1" rIns="68575" wrap="square" tIns="34275">
            <a:noAutofit/>
          </a:bodyPr>
          <a:lstStyle>
            <a:lvl1pPr lvl="0" rtl="0">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1pPr>
            <a:lvl2pPr lvl="1"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2pPr>
            <a:lvl3pPr lvl="2"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3pPr>
            <a:lvl4pPr lvl="3"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4pPr>
            <a:lvl5pPr lvl="4"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5pPr>
            <a:lvl6pPr lvl="5"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6pPr>
            <a:lvl7pPr lvl="6"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7pPr>
            <a:lvl8pPr lvl="7"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8pPr>
            <a:lvl9pPr lvl="8"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9pPr>
          </a:lstStyle>
          <a:p/>
        </p:txBody>
      </p:sp>
      <p:sp>
        <p:nvSpPr>
          <p:cNvPr id="2891" name="Google Shape;2891;p39"/>
          <p:cNvSpPr/>
          <p:nvPr/>
        </p:nvSpPr>
        <p:spPr>
          <a:xfrm>
            <a:off x="8636100" y="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S">
  <p:cSld name="1_Título y objetos_4">
    <p:bg>
      <p:bgPr>
        <a:solidFill>
          <a:srgbClr val="F3F3F3"/>
        </a:solidFill>
      </p:bgPr>
    </p:bg>
    <p:spTree>
      <p:nvGrpSpPr>
        <p:cNvPr id="2892" name="Shape 2892"/>
        <p:cNvGrpSpPr/>
        <p:nvPr/>
      </p:nvGrpSpPr>
      <p:grpSpPr>
        <a:xfrm>
          <a:off x="0" y="0"/>
          <a:ext cx="0" cy="0"/>
          <a:chOff x="0" y="0"/>
          <a:chExt cx="0" cy="0"/>
        </a:xfrm>
      </p:grpSpPr>
      <p:sp>
        <p:nvSpPr>
          <p:cNvPr id="2893" name="Google Shape;2893;p40"/>
          <p:cNvSpPr txBox="1"/>
          <p:nvPr>
            <p:ph type="ctrTitle"/>
          </p:nvPr>
        </p:nvSpPr>
        <p:spPr>
          <a:xfrm flipH="1">
            <a:off x="973500" y="1951175"/>
            <a:ext cx="1245900" cy="1241400"/>
          </a:xfrm>
          <a:prstGeom prst="rect">
            <a:avLst/>
          </a:prstGeom>
          <a:noFill/>
          <a:ln>
            <a:noFill/>
          </a:ln>
        </p:spPr>
        <p:txBody>
          <a:bodyPr anchorCtr="0" anchor="ctr" bIns="34275" lIns="68575" spcFirstLastPara="1" rIns="68575" wrap="square" tIns="34275">
            <a:noAutofit/>
          </a:bodyPr>
          <a:lstStyle>
            <a:lvl1pPr lvl="0" rtl="0">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1pPr>
            <a:lvl2pPr lvl="1"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2pPr>
            <a:lvl3pPr lvl="2"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3pPr>
            <a:lvl4pPr lvl="3"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4pPr>
            <a:lvl5pPr lvl="4"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5pPr>
            <a:lvl6pPr lvl="5"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6pPr>
            <a:lvl7pPr lvl="6"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7pPr>
            <a:lvl8pPr lvl="7"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8pPr>
            <a:lvl9pPr lvl="8"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9pPr>
          </a:lstStyle>
          <a:p/>
        </p:txBody>
      </p:sp>
      <p:sp>
        <p:nvSpPr>
          <p:cNvPr id="2894" name="Google Shape;2894;p40"/>
          <p:cNvSpPr/>
          <p:nvPr/>
        </p:nvSpPr>
        <p:spPr>
          <a:xfrm>
            <a:off x="0" y="0"/>
            <a:ext cx="722700" cy="38739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40"/>
          <p:cNvSpPr/>
          <p:nvPr/>
        </p:nvSpPr>
        <p:spPr>
          <a:xfrm>
            <a:off x="8636100" y="46356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40"/>
          <p:cNvSpPr txBox="1"/>
          <p:nvPr>
            <p:ph idx="1" type="subTitle"/>
          </p:nvPr>
        </p:nvSpPr>
        <p:spPr>
          <a:xfrm flipH="1">
            <a:off x="2770106" y="1902449"/>
            <a:ext cx="1426500" cy="8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897" name="Google Shape;2897;p40"/>
          <p:cNvSpPr txBox="1"/>
          <p:nvPr>
            <p:ph idx="2" type="subTitle"/>
          </p:nvPr>
        </p:nvSpPr>
        <p:spPr>
          <a:xfrm flipH="1">
            <a:off x="4691069" y="1902462"/>
            <a:ext cx="1426500" cy="8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898" name="Google Shape;2898;p40"/>
          <p:cNvSpPr txBox="1"/>
          <p:nvPr>
            <p:ph idx="3" type="subTitle"/>
          </p:nvPr>
        </p:nvSpPr>
        <p:spPr>
          <a:xfrm flipH="1">
            <a:off x="6612050" y="1902449"/>
            <a:ext cx="1426500" cy="8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899" name="Google Shape;2899;p40"/>
          <p:cNvSpPr txBox="1"/>
          <p:nvPr>
            <p:ph idx="4" type="subTitle"/>
          </p:nvPr>
        </p:nvSpPr>
        <p:spPr>
          <a:xfrm flipH="1">
            <a:off x="2770106" y="3274561"/>
            <a:ext cx="1426500" cy="8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900" name="Google Shape;2900;p40"/>
          <p:cNvSpPr txBox="1"/>
          <p:nvPr>
            <p:ph idx="5" type="subTitle"/>
          </p:nvPr>
        </p:nvSpPr>
        <p:spPr>
          <a:xfrm flipH="1">
            <a:off x="4691069" y="3274561"/>
            <a:ext cx="1426500" cy="8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901" name="Google Shape;2901;p40"/>
          <p:cNvSpPr txBox="1"/>
          <p:nvPr>
            <p:ph idx="6" type="subTitle"/>
          </p:nvPr>
        </p:nvSpPr>
        <p:spPr>
          <a:xfrm flipH="1">
            <a:off x="6612050" y="3274561"/>
            <a:ext cx="1426500" cy="8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2">
  <p:cSld name="1_Título y objetos_4_2_1_1">
    <p:bg>
      <p:bgPr>
        <a:solidFill>
          <a:srgbClr val="F3F3F3"/>
        </a:solidFill>
      </p:bgPr>
    </p:bg>
    <p:spTree>
      <p:nvGrpSpPr>
        <p:cNvPr id="2902" name="Shape 2902"/>
        <p:cNvGrpSpPr/>
        <p:nvPr/>
      </p:nvGrpSpPr>
      <p:grpSpPr>
        <a:xfrm>
          <a:off x="0" y="0"/>
          <a:ext cx="0" cy="0"/>
          <a:chOff x="0" y="0"/>
          <a:chExt cx="0" cy="0"/>
        </a:xfrm>
      </p:grpSpPr>
      <p:sp>
        <p:nvSpPr>
          <p:cNvPr id="2903" name="Google Shape;2903;p41"/>
          <p:cNvSpPr txBox="1"/>
          <p:nvPr>
            <p:ph type="ctrTitle"/>
          </p:nvPr>
        </p:nvSpPr>
        <p:spPr>
          <a:xfrm flipH="1">
            <a:off x="5711003" y="955400"/>
            <a:ext cx="2737800" cy="1241400"/>
          </a:xfrm>
          <a:prstGeom prst="rect">
            <a:avLst/>
          </a:prstGeom>
          <a:noFill/>
          <a:ln>
            <a:noFill/>
          </a:ln>
        </p:spPr>
        <p:txBody>
          <a:bodyPr anchorCtr="0" anchor="b" bIns="34275" lIns="68575" spcFirstLastPara="1" rIns="68575" wrap="square" tIns="34275">
            <a:noAutofit/>
          </a:bodyPr>
          <a:lstStyle>
            <a:lvl1pPr lvl="0" rtl="0" algn="r">
              <a:spcBef>
                <a:spcPts val="0"/>
              </a:spcBef>
              <a:spcAft>
                <a:spcPts val="0"/>
              </a:spcAft>
              <a:buSzPts val="4800"/>
              <a:buFont typeface="Advent Pro SemiBold"/>
              <a:buNone/>
              <a:defRPr sz="4300">
                <a:latin typeface="Saira SemiCondensed SemiBold"/>
                <a:ea typeface="Saira SemiCondensed SemiBold"/>
                <a:cs typeface="Saira SemiCondensed SemiBold"/>
                <a:sym typeface="Saira SemiCondensed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2904" name="Google Shape;2904;p41"/>
          <p:cNvSpPr txBox="1"/>
          <p:nvPr>
            <p:ph idx="1" type="subTitle"/>
          </p:nvPr>
        </p:nvSpPr>
        <p:spPr>
          <a:xfrm flipH="1">
            <a:off x="5900011" y="2967450"/>
            <a:ext cx="2548800" cy="564900"/>
          </a:xfrm>
          <a:prstGeom prst="rect">
            <a:avLst/>
          </a:prstGeom>
          <a:noFill/>
          <a:ln>
            <a:noFill/>
          </a:ln>
        </p:spPr>
        <p:txBody>
          <a:bodyPr anchorCtr="0" anchor="t" bIns="34275" lIns="68575" spcFirstLastPara="1" rIns="68575" wrap="square" tIns="34275">
            <a:noAutofit/>
          </a:bodyPr>
          <a:lstStyle>
            <a:lvl1pPr lvl="0" rtl="0" algn="r">
              <a:lnSpc>
                <a:spcPct val="90000"/>
              </a:lnSpc>
              <a:spcBef>
                <a:spcPts val="0"/>
              </a:spcBef>
              <a:spcAft>
                <a:spcPts val="0"/>
              </a:spcAft>
              <a:buSzPts val="1200"/>
              <a:buNone/>
              <a:defRPr sz="1200">
                <a:latin typeface="Abel"/>
                <a:ea typeface="Abel"/>
                <a:cs typeface="Abel"/>
                <a:sym typeface="Abel"/>
              </a:defRPr>
            </a:lvl1pPr>
            <a:lvl2pPr lvl="1" rtl="0" algn="r">
              <a:lnSpc>
                <a:spcPct val="90000"/>
              </a:lnSpc>
              <a:spcBef>
                <a:spcPts val="400"/>
              </a:spcBef>
              <a:spcAft>
                <a:spcPts val="0"/>
              </a:spcAft>
              <a:buSzPts val="1500"/>
              <a:buNone/>
              <a:defRPr sz="1500"/>
            </a:lvl2pPr>
            <a:lvl3pPr lvl="2" rtl="0" algn="r">
              <a:lnSpc>
                <a:spcPct val="90000"/>
              </a:lnSpc>
              <a:spcBef>
                <a:spcPts val="400"/>
              </a:spcBef>
              <a:spcAft>
                <a:spcPts val="0"/>
              </a:spcAft>
              <a:buSzPts val="1400"/>
              <a:buNone/>
              <a:defRPr sz="1400"/>
            </a:lvl3pPr>
            <a:lvl4pPr lvl="3" rtl="0" algn="r">
              <a:lnSpc>
                <a:spcPct val="90000"/>
              </a:lnSpc>
              <a:spcBef>
                <a:spcPts val="400"/>
              </a:spcBef>
              <a:spcAft>
                <a:spcPts val="0"/>
              </a:spcAft>
              <a:buSzPts val="1200"/>
              <a:buNone/>
              <a:defRPr sz="1200"/>
            </a:lvl4pPr>
            <a:lvl5pPr lvl="4" rtl="0" algn="r">
              <a:lnSpc>
                <a:spcPct val="90000"/>
              </a:lnSpc>
              <a:spcBef>
                <a:spcPts val="400"/>
              </a:spcBef>
              <a:spcAft>
                <a:spcPts val="0"/>
              </a:spcAft>
              <a:buSzPts val="1200"/>
              <a:buNone/>
              <a:defRPr sz="1200"/>
            </a:lvl5pPr>
            <a:lvl6pPr lvl="5" rtl="0" algn="r">
              <a:lnSpc>
                <a:spcPct val="90000"/>
              </a:lnSpc>
              <a:spcBef>
                <a:spcPts val="400"/>
              </a:spcBef>
              <a:spcAft>
                <a:spcPts val="0"/>
              </a:spcAft>
              <a:buSzPts val="1200"/>
              <a:buNone/>
              <a:defRPr sz="1200"/>
            </a:lvl6pPr>
            <a:lvl7pPr lvl="6" rtl="0" algn="r">
              <a:lnSpc>
                <a:spcPct val="90000"/>
              </a:lnSpc>
              <a:spcBef>
                <a:spcPts val="400"/>
              </a:spcBef>
              <a:spcAft>
                <a:spcPts val="0"/>
              </a:spcAft>
              <a:buSzPts val="1200"/>
              <a:buNone/>
              <a:defRPr sz="1200"/>
            </a:lvl7pPr>
            <a:lvl8pPr lvl="7" rtl="0" algn="r">
              <a:lnSpc>
                <a:spcPct val="90000"/>
              </a:lnSpc>
              <a:spcBef>
                <a:spcPts val="400"/>
              </a:spcBef>
              <a:spcAft>
                <a:spcPts val="0"/>
              </a:spcAft>
              <a:buSzPts val="1200"/>
              <a:buNone/>
              <a:defRPr sz="1200"/>
            </a:lvl8pPr>
            <a:lvl9pPr lvl="8" rtl="0" algn="r">
              <a:lnSpc>
                <a:spcPct val="90000"/>
              </a:lnSpc>
              <a:spcBef>
                <a:spcPts val="400"/>
              </a:spcBef>
              <a:spcAft>
                <a:spcPts val="0"/>
              </a:spcAft>
              <a:buSzPts val="1200"/>
              <a:buNone/>
              <a:defRPr sz="1200"/>
            </a:lvl9pPr>
          </a:lstStyle>
          <a:p/>
        </p:txBody>
      </p:sp>
      <p:sp>
        <p:nvSpPr>
          <p:cNvPr id="2905" name="Google Shape;2905;p41"/>
          <p:cNvSpPr/>
          <p:nvPr/>
        </p:nvSpPr>
        <p:spPr>
          <a:xfrm flipH="1">
            <a:off x="0" y="0"/>
            <a:ext cx="4196935" cy="5143530"/>
          </a:xfrm>
          <a:custGeom>
            <a:rect b="b" l="l" r="r" t="t"/>
            <a:pathLst>
              <a:path extrusionOk="0" h="65892" w="140542">
                <a:moveTo>
                  <a:pt x="0" y="0"/>
                </a:moveTo>
                <a:lnTo>
                  <a:pt x="0" y="65891"/>
                </a:lnTo>
                <a:lnTo>
                  <a:pt x="140541" y="65891"/>
                </a:lnTo>
                <a:lnTo>
                  <a:pt x="140541"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41"/>
          <p:cNvSpPr/>
          <p:nvPr/>
        </p:nvSpPr>
        <p:spPr>
          <a:xfrm>
            <a:off x="8636100" y="46356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s">
  <p:cSld name="CUSTOM_26_1_1_1">
    <p:bg>
      <p:bgPr>
        <a:solidFill>
          <a:srgbClr val="EFEFEF"/>
        </a:solidFill>
      </p:bgPr>
    </p:bg>
    <p:spTree>
      <p:nvGrpSpPr>
        <p:cNvPr id="2907" name="Shape 2907"/>
        <p:cNvGrpSpPr/>
        <p:nvPr/>
      </p:nvGrpSpPr>
      <p:grpSpPr>
        <a:xfrm>
          <a:off x="0" y="0"/>
          <a:ext cx="0" cy="0"/>
          <a:chOff x="0" y="0"/>
          <a:chExt cx="0" cy="0"/>
        </a:xfrm>
      </p:grpSpPr>
      <p:sp>
        <p:nvSpPr>
          <p:cNvPr id="2908" name="Google Shape;2908;p42"/>
          <p:cNvSpPr txBox="1"/>
          <p:nvPr>
            <p:ph idx="1" type="subTitle"/>
          </p:nvPr>
        </p:nvSpPr>
        <p:spPr>
          <a:xfrm>
            <a:off x="6189713" y="2321100"/>
            <a:ext cx="2425800" cy="57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2"/>
              </a:buClr>
              <a:buSzPts val="1200"/>
              <a:buNone/>
              <a:defRPr>
                <a:solidFill>
                  <a:schemeClr val="lt2"/>
                </a:solidFill>
              </a:defRPr>
            </a:lvl1pPr>
            <a:lvl2pPr lvl="1" rtl="0" algn="ctr">
              <a:lnSpc>
                <a:spcPct val="100000"/>
              </a:lnSpc>
              <a:spcBef>
                <a:spcPts val="0"/>
              </a:spcBef>
              <a:spcAft>
                <a:spcPts val="0"/>
              </a:spcAft>
              <a:buClr>
                <a:schemeClr val="lt2"/>
              </a:buClr>
              <a:buSzPts val="1200"/>
              <a:buNone/>
              <a:defRPr sz="1200">
                <a:solidFill>
                  <a:schemeClr val="lt2"/>
                </a:solidFill>
              </a:defRPr>
            </a:lvl2pPr>
            <a:lvl3pPr lvl="2" rtl="0" algn="ctr">
              <a:lnSpc>
                <a:spcPct val="100000"/>
              </a:lnSpc>
              <a:spcBef>
                <a:spcPts val="0"/>
              </a:spcBef>
              <a:spcAft>
                <a:spcPts val="0"/>
              </a:spcAft>
              <a:buClr>
                <a:schemeClr val="lt2"/>
              </a:buClr>
              <a:buSzPts val="1200"/>
              <a:buNone/>
              <a:defRPr sz="1200">
                <a:solidFill>
                  <a:schemeClr val="lt2"/>
                </a:solidFill>
              </a:defRPr>
            </a:lvl3pPr>
            <a:lvl4pPr lvl="3" rtl="0" algn="ctr">
              <a:lnSpc>
                <a:spcPct val="100000"/>
              </a:lnSpc>
              <a:spcBef>
                <a:spcPts val="0"/>
              </a:spcBef>
              <a:spcAft>
                <a:spcPts val="0"/>
              </a:spcAft>
              <a:buClr>
                <a:schemeClr val="lt2"/>
              </a:buClr>
              <a:buSzPts val="1200"/>
              <a:buNone/>
              <a:defRPr sz="1200">
                <a:solidFill>
                  <a:schemeClr val="lt2"/>
                </a:solidFill>
              </a:defRPr>
            </a:lvl4pPr>
            <a:lvl5pPr lvl="4" rtl="0" algn="ctr">
              <a:lnSpc>
                <a:spcPct val="100000"/>
              </a:lnSpc>
              <a:spcBef>
                <a:spcPts val="0"/>
              </a:spcBef>
              <a:spcAft>
                <a:spcPts val="0"/>
              </a:spcAft>
              <a:buClr>
                <a:schemeClr val="lt2"/>
              </a:buClr>
              <a:buSzPts val="1200"/>
              <a:buNone/>
              <a:defRPr sz="1200">
                <a:solidFill>
                  <a:schemeClr val="lt2"/>
                </a:solidFill>
              </a:defRPr>
            </a:lvl5pPr>
            <a:lvl6pPr lvl="5" rtl="0" algn="ctr">
              <a:lnSpc>
                <a:spcPct val="100000"/>
              </a:lnSpc>
              <a:spcBef>
                <a:spcPts val="0"/>
              </a:spcBef>
              <a:spcAft>
                <a:spcPts val="0"/>
              </a:spcAft>
              <a:buClr>
                <a:schemeClr val="lt2"/>
              </a:buClr>
              <a:buSzPts val="1200"/>
              <a:buNone/>
              <a:defRPr sz="1200">
                <a:solidFill>
                  <a:schemeClr val="lt2"/>
                </a:solidFill>
              </a:defRPr>
            </a:lvl6pPr>
            <a:lvl7pPr lvl="6" rtl="0" algn="ctr">
              <a:lnSpc>
                <a:spcPct val="100000"/>
              </a:lnSpc>
              <a:spcBef>
                <a:spcPts val="0"/>
              </a:spcBef>
              <a:spcAft>
                <a:spcPts val="0"/>
              </a:spcAft>
              <a:buClr>
                <a:schemeClr val="lt2"/>
              </a:buClr>
              <a:buSzPts val="1200"/>
              <a:buNone/>
              <a:defRPr sz="1200">
                <a:solidFill>
                  <a:schemeClr val="lt2"/>
                </a:solidFill>
              </a:defRPr>
            </a:lvl7pPr>
            <a:lvl8pPr lvl="7" rtl="0" algn="ctr">
              <a:lnSpc>
                <a:spcPct val="100000"/>
              </a:lnSpc>
              <a:spcBef>
                <a:spcPts val="0"/>
              </a:spcBef>
              <a:spcAft>
                <a:spcPts val="0"/>
              </a:spcAft>
              <a:buClr>
                <a:schemeClr val="lt2"/>
              </a:buClr>
              <a:buSzPts val="1200"/>
              <a:buNone/>
              <a:defRPr sz="1200">
                <a:solidFill>
                  <a:schemeClr val="lt2"/>
                </a:solidFill>
              </a:defRPr>
            </a:lvl8pPr>
            <a:lvl9pPr lvl="8" rtl="0" algn="ctr">
              <a:lnSpc>
                <a:spcPct val="100000"/>
              </a:lnSpc>
              <a:spcBef>
                <a:spcPts val="0"/>
              </a:spcBef>
              <a:spcAft>
                <a:spcPts val="0"/>
              </a:spcAft>
              <a:buClr>
                <a:schemeClr val="lt2"/>
              </a:buClr>
              <a:buSzPts val="1200"/>
              <a:buNone/>
              <a:defRPr sz="1200">
                <a:solidFill>
                  <a:schemeClr val="lt2"/>
                </a:solidFill>
              </a:defRPr>
            </a:lvl9pPr>
          </a:lstStyle>
          <a:p/>
        </p:txBody>
      </p:sp>
      <p:sp>
        <p:nvSpPr>
          <p:cNvPr id="2909" name="Google Shape;2909;p42"/>
          <p:cNvSpPr txBox="1"/>
          <p:nvPr>
            <p:ph idx="2" type="subTitle"/>
          </p:nvPr>
        </p:nvSpPr>
        <p:spPr>
          <a:xfrm>
            <a:off x="587862" y="2321100"/>
            <a:ext cx="2425800" cy="57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2"/>
              </a:buClr>
              <a:buSzPts val="1200"/>
              <a:buNone/>
              <a:defRPr>
                <a:solidFill>
                  <a:schemeClr val="lt2"/>
                </a:solidFill>
              </a:defRPr>
            </a:lvl1pPr>
            <a:lvl2pPr lvl="1" rtl="0" algn="ctr">
              <a:lnSpc>
                <a:spcPct val="100000"/>
              </a:lnSpc>
              <a:spcBef>
                <a:spcPts val="0"/>
              </a:spcBef>
              <a:spcAft>
                <a:spcPts val="0"/>
              </a:spcAft>
              <a:buClr>
                <a:schemeClr val="lt2"/>
              </a:buClr>
              <a:buSzPts val="1200"/>
              <a:buNone/>
              <a:defRPr sz="1200">
                <a:solidFill>
                  <a:schemeClr val="lt2"/>
                </a:solidFill>
              </a:defRPr>
            </a:lvl2pPr>
            <a:lvl3pPr lvl="2" rtl="0" algn="ctr">
              <a:lnSpc>
                <a:spcPct val="100000"/>
              </a:lnSpc>
              <a:spcBef>
                <a:spcPts val="0"/>
              </a:spcBef>
              <a:spcAft>
                <a:spcPts val="0"/>
              </a:spcAft>
              <a:buClr>
                <a:schemeClr val="lt2"/>
              </a:buClr>
              <a:buSzPts val="1200"/>
              <a:buNone/>
              <a:defRPr sz="1200">
                <a:solidFill>
                  <a:schemeClr val="lt2"/>
                </a:solidFill>
              </a:defRPr>
            </a:lvl3pPr>
            <a:lvl4pPr lvl="3" rtl="0" algn="ctr">
              <a:lnSpc>
                <a:spcPct val="100000"/>
              </a:lnSpc>
              <a:spcBef>
                <a:spcPts val="0"/>
              </a:spcBef>
              <a:spcAft>
                <a:spcPts val="0"/>
              </a:spcAft>
              <a:buClr>
                <a:schemeClr val="lt2"/>
              </a:buClr>
              <a:buSzPts val="1200"/>
              <a:buNone/>
              <a:defRPr sz="1200">
                <a:solidFill>
                  <a:schemeClr val="lt2"/>
                </a:solidFill>
              </a:defRPr>
            </a:lvl4pPr>
            <a:lvl5pPr lvl="4" rtl="0" algn="ctr">
              <a:lnSpc>
                <a:spcPct val="100000"/>
              </a:lnSpc>
              <a:spcBef>
                <a:spcPts val="0"/>
              </a:spcBef>
              <a:spcAft>
                <a:spcPts val="0"/>
              </a:spcAft>
              <a:buClr>
                <a:schemeClr val="lt2"/>
              </a:buClr>
              <a:buSzPts val="1200"/>
              <a:buNone/>
              <a:defRPr sz="1200">
                <a:solidFill>
                  <a:schemeClr val="lt2"/>
                </a:solidFill>
              </a:defRPr>
            </a:lvl5pPr>
            <a:lvl6pPr lvl="5" rtl="0" algn="ctr">
              <a:lnSpc>
                <a:spcPct val="100000"/>
              </a:lnSpc>
              <a:spcBef>
                <a:spcPts val="0"/>
              </a:spcBef>
              <a:spcAft>
                <a:spcPts val="0"/>
              </a:spcAft>
              <a:buClr>
                <a:schemeClr val="lt2"/>
              </a:buClr>
              <a:buSzPts val="1200"/>
              <a:buNone/>
              <a:defRPr sz="1200">
                <a:solidFill>
                  <a:schemeClr val="lt2"/>
                </a:solidFill>
              </a:defRPr>
            </a:lvl6pPr>
            <a:lvl7pPr lvl="6" rtl="0" algn="ctr">
              <a:lnSpc>
                <a:spcPct val="100000"/>
              </a:lnSpc>
              <a:spcBef>
                <a:spcPts val="0"/>
              </a:spcBef>
              <a:spcAft>
                <a:spcPts val="0"/>
              </a:spcAft>
              <a:buClr>
                <a:schemeClr val="lt2"/>
              </a:buClr>
              <a:buSzPts val="1200"/>
              <a:buNone/>
              <a:defRPr sz="1200">
                <a:solidFill>
                  <a:schemeClr val="lt2"/>
                </a:solidFill>
              </a:defRPr>
            </a:lvl7pPr>
            <a:lvl8pPr lvl="7" rtl="0" algn="ctr">
              <a:lnSpc>
                <a:spcPct val="100000"/>
              </a:lnSpc>
              <a:spcBef>
                <a:spcPts val="0"/>
              </a:spcBef>
              <a:spcAft>
                <a:spcPts val="0"/>
              </a:spcAft>
              <a:buClr>
                <a:schemeClr val="lt2"/>
              </a:buClr>
              <a:buSzPts val="1200"/>
              <a:buNone/>
              <a:defRPr sz="1200">
                <a:solidFill>
                  <a:schemeClr val="lt2"/>
                </a:solidFill>
              </a:defRPr>
            </a:lvl8pPr>
            <a:lvl9pPr lvl="8" rtl="0" algn="ctr">
              <a:lnSpc>
                <a:spcPct val="100000"/>
              </a:lnSpc>
              <a:spcBef>
                <a:spcPts val="0"/>
              </a:spcBef>
              <a:spcAft>
                <a:spcPts val="0"/>
              </a:spcAft>
              <a:buClr>
                <a:schemeClr val="lt2"/>
              </a:buClr>
              <a:buSzPts val="1200"/>
              <a:buNone/>
              <a:defRPr sz="1200">
                <a:solidFill>
                  <a:schemeClr val="lt2"/>
                </a:solidFill>
              </a:defRPr>
            </a:lvl9pPr>
          </a:lstStyle>
          <a:p/>
        </p:txBody>
      </p:sp>
      <p:sp>
        <p:nvSpPr>
          <p:cNvPr id="2910" name="Google Shape;2910;p42"/>
          <p:cNvSpPr txBox="1"/>
          <p:nvPr>
            <p:ph idx="3" type="subTitle"/>
          </p:nvPr>
        </p:nvSpPr>
        <p:spPr>
          <a:xfrm>
            <a:off x="3359112" y="2321100"/>
            <a:ext cx="2425800" cy="57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2"/>
              </a:buClr>
              <a:buSzPts val="1200"/>
              <a:buNone/>
              <a:defRPr>
                <a:solidFill>
                  <a:schemeClr val="lt2"/>
                </a:solidFill>
              </a:defRPr>
            </a:lvl1pPr>
            <a:lvl2pPr lvl="1" rtl="0" algn="ctr">
              <a:lnSpc>
                <a:spcPct val="100000"/>
              </a:lnSpc>
              <a:spcBef>
                <a:spcPts val="0"/>
              </a:spcBef>
              <a:spcAft>
                <a:spcPts val="0"/>
              </a:spcAft>
              <a:buClr>
                <a:schemeClr val="lt2"/>
              </a:buClr>
              <a:buSzPts val="1200"/>
              <a:buNone/>
              <a:defRPr sz="1200">
                <a:solidFill>
                  <a:schemeClr val="lt2"/>
                </a:solidFill>
              </a:defRPr>
            </a:lvl2pPr>
            <a:lvl3pPr lvl="2" rtl="0" algn="ctr">
              <a:lnSpc>
                <a:spcPct val="100000"/>
              </a:lnSpc>
              <a:spcBef>
                <a:spcPts val="0"/>
              </a:spcBef>
              <a:spcAft>
                <a:spcPts val="0"/>
              </a:spcAft>
              <a:buClr>
                <a:schemeClr val="lt2"/>
              </a:buClr>
              <a:buSzPts val="1200"/>
              <a:buNone/>
              <a:defRPr sz="1200">
                <a:solidFill>
                  <a:schemeClr val="lt2"/>
                </a:solidFill>
              </a:defRPr>
            </a:lvl3pPr>
            <a:lvl4pPr lvl="3" rtl="0" algn="ctr">
              <a:lnSpc>
                <a:spcPct val="100000"/>
              </a:lnSpc>
              <a:spcBef>
                <a:spcPts val="0"/>
              </a:spcBef>
              <a:spcAft>
                <a:spcPts val="0"/>
              </a:spcAft>
              <a:buClr>
                <a:schemeClr val="lt2"/>
              </a:buClr>
              <a:buSzPts val="1200"/>
              <a:buNone/>
              <a:defRPr sz="1200">
                <a:solidFill>
                  <a:schemeClr val="lt2"/>
                </a:solidFill>
              </a:defRPr>
            </a:lvl4pPr>
            <a:lvl5pPr lvl="4" rtl="0" algn="ctr">
              <a:lnSpc>
                <a:spcPct val="100000"/>
              </a:lnSpc>
              <a:spcBef>
                <a:spcPts val="0"/>
              </a:spcBef>
              <a:spcAft>
                <a:spcPts val="0"/>
              </a:spcAft>
              <a:buClr>
                <a:schemeClr val="lt2"/>
              </a:buClr>
              <a:buSzPts val="1200"/>
              <a:buNone/>
              <a:defRPr sz="1200">
                <a:solidFill>
                  <a:schemeClr val="lt2"/>
                </a:solidFill>
              </a:defRPr>
            </a:lvl5pPr>
            <a:lvl6pPr lvl="5" rtl="0" algn="ctr">
              <a:lnSpc>
                <a:spcPct val="100000"/>
              </a:lnSpc>
              <a:spcBef>
                <a:spcPts val="0"/>
              </a:spcBef>
              <a:spcAft>
                <a:spcPts val="0"/>
              </a:spcAft>
              <a:buClr>
                <a:schemeClr val="lt2"/>
              </a:buClr>
              <a:buSzPts val="1200"/>
              <a:buNone/>
              <a:defRPr sz="1200">
                <a:solidFill>
                  <a:schemeClr val="lt2"/>
                </a:solidFill>
              </a:defRPr>
            </a:lvl6pPr>
            <a:lvl7pPr lvl="6" rtl="0" algn="ctr">
              <a:lnSpc>
                <a:spcPct val="100000"/>
              </a:lnSpc>
              <a:spcBef>
                <a:spcPts val="0"/>
              </a:spcBef>
              <a:spcAft>
                <a:spcPts val="0"/>
              </a:spcAft>
              <a:buClr>
                <a:schemeClr val="lt2"/>
              </a:buClr>
              <a:buSzPts val="1200"/>
              <a:buNone/>
              <a:defRPr sz="1200">
                <a:solidFill>
                  <a:schemeClr val="lt2"/>
                </a:solidFill>
              </a:defRPr>
            </a:lvl7pPr>
            <a:lvl8pPr lvl="7" rtl="0" algn="ctr">
              <a:lnSpc>
                <a:spcPct val="100000"/>
              </a:lnSpc>
              <a:spcBef>
                <a:spcPts val="0"/>
              </a:spcBef>
              <a:spcAft>
                <a:spcPts val="0"/>
              </a:spcAft>
              <a:buClr>
                <a:schemeClr val="lt2"/>
              </a:buClr>
              <a:buSzPts val="1200"/>
              <a:buNone/>
              <a:defRPr sz="1200">
                <a:solidFill>
                  <a:schemeClr val="lt2"/>
                </a:solidFill>
              </a:defRPr>
            </a:lvl8pPr>
            <a:lvl9pPr lvl="8" rtl="0" algn="ctr">
              <a:lnSpc>
                <a:spcPct val="100000"/>
              </a:lnSpc>
              <a:spcBef>
                <a:spcPts val="0"/>
              </a:spcBef>
              <a:spcAft>
                <a:spcPts val="0"/>
              </a:spcAft>
              <a:buClr>
                <a:schemeClr val="lt2"/>
              </a:buClr>
              <a:buSzPts val="1200"/>
              <a:buNone/>
              <a:defRPr sz="1200">
                <a:solidFill>
                  <a:schemeClr val="lt2"/>
                </a:solidFill>
              </a:defRPr>
            </a:lvl9pPr>
          </a:lstStyle>
          <a:p/>
        </p:txBody>
      </p:sp>
      <p:sp>
        <p:nvSpPr>
          <p:cNvPr id="2911" name="Google Shape;2911;p42"/>
          <p:cNvSpPr/>
          <p:nvPr/>
        </p:nvSpPr>
        <p:spPr>
          <a:xfrm flipH="1">
            <a:off x="3657600" y="424125"/>
            <a:ext cx="5486400" cy="504600"/>
          </a:xfrm>
          <a:prstGeom prst="rect">
            <a:avLst/>
          </a:prstGeom>
          <a:solidFill>
            <a:srgbClr val="1025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42"/>
          <p:cNvSpPr txBox="1"/>
          <p:nvPr>
            <p:ph type="ctrTitle"/>
          </p:nvPr>
        </p:nvSpPr>
        <p:spPr>
          <a:xfrm flipH="1">
            <a:off x="930900" y="366803"/>
            <a:ext cx="7264500" cy="504000"/>
          </a:xfrm>
          <a:prstGeom prst="rect">
            <a:avLst/>
          </a:prstGeom>
        </p:spPr>
        <p:txBody>
          <a:bodyPr anchorCtr="0" anchor="t" bIns="91425" lIns="91425" spcFirstLastPara="1" rIns="91425" wrap="square" tIns="91425">
            <a:noAutofit/>
          </a:bodyPr>
          <a:lstStyle>
            <a:lvl1pPr lvl="0" rtl="0" algn="r">
              <a:lnSpc>
                <a:spcPct val="115000"/>
              </a:lnSpc>
              <a:spcBef>
                <a:spcPts val="0"/>
              </a:spcBef>
              <a:spcAft>
                <a:spcPts val="0"/>
              </a:spcAft>
              <a:buSzPts val="2400"/>
              <a:buNone/>
              <a:defRPr/>
            </a:lvl1pPr>
            <a:lvl2pPr lvl="1" rtl="0">
              <a:spcBef>
                <a:spcPts val="0"/>
              </a:spcBef>
              <a:spcAft>
                <a:spcPts val="0"/>
              </a:spcAft>
              <a:buSzPts val="2400"/>
              <a:buFont typeface="Josefin Sans"/>
              <a:buNone/>
              <a:defRPr b="1" sz="2400">
                <a:latin typeface="Josefin Sans"/>
                <a:ea typeface="Josefin Sans"/>
                <a:cs typeface="Josefin Sans"/>
                <a:sym typeface="Josefin Sans"/>
              </a:defRPr>
            </a:lvl2pPr>
            <a:lvl3pPr lvl="2" rtl="0">
              <a:spcBef>
                <a:spcPts val="0"/>
              </a:spcBef>
              <a:spcAft>
                <a:spcPts val="0"/>
              </a:spcAft>
              <a:buSzPts val="2400"/>
              <a:buFont typeface="Josefin Sans"/>
              <a:buNone/>
              <a:defRPr b="1" sz="2400">
                <a:latin typeface="Josefin Sans"/>
                <a:ea typeface="Josefin Sans"/>
                <a:cs typeface="Josefin Sans"/>
                <a:sym typeface="Josefin Sans"/>
              </a:defRPr>
            </a:lvl3pPr>
            <a:lvl4pPr lvl="3" rtl="0">
              <a:spcBef>
                <a:spcPts val="0"/>
              </a:spcBef>
              <a:spcAft>
                <a:spcPts val="0"/>
              </a:spcAft>
              <a:buSzPts val="2400"/>
              <a:buFont typeface="Josefin Sans"/>
              <a:buNone/>
              <a:defRPr b="1" sz="2400">
                <a:latin typeface="Josefin Sans"/>
                <a:ea typeface="Josefin Sans"/>
                <a:cs typeface="Josefin Sans"/>
                <a:sym typeface="Josefin Sans"/>
              </a:defRPr>
            </a:lvl4pPr>
            <a:lvl5pPr lvl="4" rtl="0">
              <a:spcBef>
                <a:spcPts val="0"/>
              </a:spcBef>
              <a:spcAft>
                <a:spcPts val="0"/>
              </a:spcAft>
              <a:buSzPts val="2400"/>
              <a:buFont typeface="Josefin Sans"/>
              <a:buNone/>
              <a:defRPr b="1" sz="2400">
                <a:latin typeface="Josefin Sans"/>
                <a:ea typeface="Josefin Sans"/>
                <a:cs typeface="Josefin Sans"/>
                <a:sym typeface="Josefin Sans"/>
              </a:defRPr>
            </a:lvl5pPr>
            <a:lvl6pPr lvl="5" rtl="0">
              <a:spcBef>
                <a:spcPts val="0"/>
              </a:spcBef>
              <a:spcAft>
                <a:spcPts val="0"/>
              </a:spcAft>
              <a:buSzPts val="2400"/>
              <a:buFont typeface="Josefin Sans"/>
              <a:buNone/>
              <a:defRPr b="1" sz="2400">
                <a:latin typeface="Josefin Sans"/>
                <a:ea typeface="Josefin Sans"/>
                <a:cs typeface="Josefin Sans"/>
                <a:sym typeface="Josefin Sans"/>
              </a:defRPr>
            </a:lvl6pPr>
            <a:lvl7pPr lvl="6" rtl="0">
              <a:spcBef>
                <a:spcPts val="0"/>
              </a:spcBef>
              <a:spcAft>
                <a:spcPts val="0"/>
              </a:spcAft>
              <a:buSzPts val="2400"/>
              <a:buFont typeface="Josefin Sans"/>
              <a:buNone/>
              <a:defRPr b="1" sz="2400">
                <a:latin typeface="Josefin Sans"/>
                <a:ea typeface="Josefin Sans"/>
                <a:cs typeface="Josefin Sans"/>
                <a:sym typeface="Josefin Sans"/>
              </a:defRPr>
            </a:lvl7pPr>
            <a:lvl8pPr lvl="7" rtl="0">
              <a:spcBef>
                <a:spcPts val="0"/>
              </a:spcBef>
              <a:spcAft>
                <a:spcPts val="0"/>
              </a:spcAft>
              <a:buSzPts val="2400"/>
              <a:buFont typeface="Josefin Sans"/>
              <a:buNone/>
              <a:defRPr b="1" sz="2400">
                <a:latin typeface="Josefin Sans"/>
                <a:ea typeface="Josefin Sans"/>
                <a:cs typeface="Josefin Sans"/>
                <a:sym typeface="Josefin Sans"/>
              </a:defRPr>
            </a:lvl8pPr>
            <a:lvl9pPr lvl="8" rtl="0">
              <a:spcBef>
                <a:spcPts val="0"/>
              </a:spcBef>
              <a:spcAft>
                <a:spcPts val="0"/>
              </a:spcAft>
              <a:buSzPts val="2400"/>
              <a:buFont typeface="Josefin Sans"/>
              <a:buNone/>
              <a:defRPr b="1" sz="2400">
                <a:latin typeface="Josefin Sans"/>
                <a:ea typeface="Josefin Sans"/>
                <a:cs typeface="Josefin Sans"/>
                <a:sym typeface="Josefin Sans"/>
              </a:defRPr>
            </a:lvl9pPr>
          </a:lstStyle>
          <a:p/>
        </p:txBody>
      </p:sp>
      <p:sp>
        <p:nvSpPr>
          <p:cNvPr id="2913" name="Google Shape;2913;p42"/>
          <p:cNvSpPr txBox="1"/>
          <p:nvPr>
            <p:ph idx="4" type="subTitle"/>
          </p:nvPr>
        </p:nvSpPr>
        <p:spPr>
          <a:xfrm>
            <a:off x="6189718" y="2005346"/>
            <a:ext cx="2425800" cy="371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rgbClr val="22385D"/>
              </a:buClr>
              <a:buSzPts val="1200"/>
              <a:buFont typeface="Staatliches"/>
              <a:buNone/>
              <a:defRPr sz="1400">
                <a:solidFill>
                  <a:srgbClr val="22385D"/>
                </a:solidFill>
                <a:latin typeface="Staatliches"/>
                <a:ea typeface="Staatliches"/>
                <a:cs typeface="Staatliches"/>
                <a:sym typeface="Staatliches"/>
              </a:defRPr>
            </a:lvl1pPr>
            <a:lvl2pPr lvl="1"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2pPr>
            <a:lvl3pPr lvl="2"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3pPr>
            <a:lvl4pPr lvl="3"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4pPr>
            <a:lvl5pPr lvl="4"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5pPr>
            <a:lvl6pPr lvl="5"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6pPr>
            <a:lvl7pPr lvl="6"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7pPr>
            <a:lvl8pPr lvl="7"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8pPr>
            <a:lvl9pPr lvl="8"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9pPr>
          </a:lstStyle>
          <a:p/>
        </p:txBody>
      </p:sp>
      <p:sp>
        <p:nvSpPr>
          <p:cNvPr id="2914" name="Google Shape;2914;p42"/>
          <p:cNvSpPr txBox="1"/>
          <p:nvPr>
            <p:ph idx="5" type="subTitle"/>
          </p:nvPr>
        </p:nvSpPr>
        <p:spPr>
          <a:xfrm>
            <a:off x="587850" y="2005346"/>
            <a:ext cx="2425800" cy="371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rgbClr val="22385D"/>
              </a:buClr>
              <a:buSzPts val="1200"/>
              <a:buFont typeface="Staatliches"/>
              <a:buNone/>
              <a:defRPr sz="1400">
                <a:solidFill>
                  <a:srgbClr val="22385D"/>
                </a:solidFill>
                <a:latin typeface="Staatliches"/>
                <a:ea typeface="Staatliches"/>
                <a:cs typeface="Staatliches"/>
                <a:sym typeface="Staatliches"/>
              </a:defRPr>
            </a:lvl1pPr>
            <a:lvl2pPr lvl="1"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2pPr>
            <a:lvl3pPr lvl="2"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3pPr>
            <a:lvl4pPr lvl="3"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4pPr>
            <a:lvl5pPr lvl="4"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5pPr>
            <a:lvl6pPr lvl="5"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6pPr>
            <a:lvl7pPr lvl="6"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7pPr>
            <a:lvl8pPr lvl="7"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8pPr>
            <a:lvl9pPr lvl="8"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9pPr>
          </a:lstStyle>
          <a:p/>
        </p:txBody>
      </p:sp>
      <p:sp>
        <p:nvSpPr>
          <p:cNvPr id="2915" name="Google Shape;2915;p42"/>
          <p:cNvSpPr txBox="1"/>
          <p:nvPr>
            <p:ph idx="6" type="subTitle"/>
          </p:nvPr>
        </p:nvSpPr>
        <p:spPr>
          <a:xfrm>
            <a:off x="3359108" y="2005346"/>
            <a:ext cx="2425800" cy="371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rgbClr val="22385D"/>
              </a:buClr>
              <a:buSzPts val="1200"/>
              <a:buFont typeface="Staatliches"/>
              <a:buNone/>
              <a:defRPr sz="1400">
                <a:solidFill>
                  <a:srgbClr val="22385D"/>
                </a:solidFill>
                <a:latin typeface="Staatliches"/>
                <a:ea typeface="Staatliches"/>
                <a:cs typeface="Staatliches"/>
                <a:sym typeface="Staatliches"/>
              </a:defRPr>
            </a:lvl1pPr>
            <a:lvl2pPr lvl="1"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2pPr>
            <a:lvl3pPr lvl="2"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3pPr>
            <a:lvl4pPr lvl="3"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4pPr>
            <a:lvl5pPr lvl="4"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5pPr>
            <a:lvl6pPr lvl="5"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6pPr>
            <a:lvl7pPr lvl="6"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7pPr>
            <a:lvl8pPr lvl="7"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8pPr>
            <a:lvl9pPr lvl="8"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9pPr>
          </a:lstStyle>
          <a:p/>
        </p:txBody>
      </p:sp>
      <p:sp>
        <p:nvSpPr>
          <p:cNvPr id="2916" name="Google Shape;2916;p42"/>
          <p:cNvSpPr txBox="1"/>
          <p:nvPr>
            <p:ph idx="7" type="subTitle"/>
          </p:nvPr>
        </p:nvSpPr>
        <p:spPr>
          <a:xfrm>
            <a:off x="6189713" y="4056305"/>
            <a:ext cx="2425800" cy="57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2"/>
              </a:buClr>
              <a:buSzPts val="1200"/>
              <a:buNone/>
              <a:defRPr>
                <a:solidFill>
                  <a:schemeClr val="lt2"/>
                </a:solidFill>
              </a:defRPr>
            </a:lvl1pPr>
            <a:lvl2pPr lvl="1" rtl="0" algn="ctr">
              <a:lnSpc>
                <a:spcPct val="100000"/>
              </a:lnSpc>
              <a:spcBef>
                <a:spcPts val="0"/>
              </a:spcBef>
              <a:spcAft>
                <a:spcPts val="0"/>
              </a:spcAft>
              <a:buClr>
                <a:schemeClr val="lt2"/>
              </a:buClr>
              <a:buSzPts val="1200"/>
              <a:buNone/>
              <a:defRPr sz="1200">
                <a:solidFill>
                  <a:schemeClr val="lt2"/>
                </a:solidFill>
              </a:defRPr>
            </a:lvl2pPr>
            <a:lvl3pPr lvl="2" rtl="0" algn="ctr">
              <a:lnSpc>
                <a:spcPct val="100000"/>
              </a:lnSpc>
              <a:spcBef>
                <a:spcPts val="0"/>
              </a:spcBef>
              <a:spcAft>
                <a:spcPts val="0"/>
              </a:spcAft>
              <a:buClr>
                <a:schemeClr val="lt2"/>
              </a:buClr>
              <a:buSzPts val="1200"/>
              <a:buNone/>
              <a:defRPr sz="1200">
                <a:solidFill>
                  <a:schemeClr val="lt2"/>
                </a:solidFill>
              </a:defRPr>
            </a:lvl3pPr>
            <a:lvl4pPr lvl="3" rtl="0" algn="ctr">
              <a:lnSpc>
                <a:spcPct val="100000"/>
              </a:lnSpc>
              <a:spcBef>
                <a:spcPts val="0"/>
              </a:spcBef>
              <a:spcAft>
                <a:spcPts val="0"/>
              </a:spcAft>
              <a:buClr>
                <a:schemeClr val="lt2"/>
              </a:buClr>
              <a:buSzPts val="1200"/>
              <a:buNone/>
              <a:defRPr sz="1200">
                <a:solidFill>
                  <a:schemeClr val="lt2"/>
                </a:solidFill>
              </a:defRPr>
            </a:lvl4pPr>
            <a:lvl5pPr lvl="4" rtl="0" algn="ctr">
              <a:lnSpc>
                <a:spcPct val="100000"/>
              </a:lnSpc>
              <a:spcBef>
                <a:spcPts val="0"/>
              </a:spcBef>
              <a:spcAft>
                <a:spcPts val="0"/>
              </a:spcAft>
              <a:buClr>
                <a:schemeClr val="lt2"/>
              </a:buClr>
              <a:buSzPts val="1200"/>
              <a:buNone/>
              <a:defRPr sz="1200">
                <a:solidFill>
                  <a:schemeClr val="lt2"/>
                </a:solidFill>
              </a:defRPr>
            </a:lvl5pPr>
            <a:lvl6pPr lvl="5" rtl="0" algn="ctr">
              <a:lnSpc>
                <a:spcPct val="100000"/>
              </a:lnSpc>
              <a:spcBef>
                <a:spcPts val="0"/>
              </a:spcBef>
              <a:spcAft>
                <a:spcPts val="0"/>
              </a:spcAft>
              <a:buClr>
                <a:schemeClr val="lt2"/>
              </a:buClr>
              <a:buSzPts val="1200"/>
              <a:buNone/>
              <a:defRPr sz="1200">
                <a:solidFill>
                  <a:schemeClr val="lt2"/>
                </a:solidFill>
              </a:defRPr>
            </a:lvl6pPr>
            <a:lvl7pPr lvl="6" rtl="0" algn="ctr">
              <a:lnSpc>
                <a:spcPct val="100000"/>
              </a:lnSpc>
              <a:spcBef>
                <a:spcPts val="0"/>
              </a:spcBef>
              <a:spcAft>
                <a:spcPts val="0"/>
              </a:spcAft>
              <a:buClr>
                <a:schemeClr val="lt2"/>
              </a:buClr>
              <a:buSzPts val="1200"/>
              <a:buNone/>
              <a:defRPr sz="1200">
                <a:solidFill>
                  <a:schemeClr val="lt2"/>
                </a:solidFill>
              </a:defRPr>
            </a:lvl7pPr>
            <a:lvl8pPr lvl="7" rtl="0" algn="ctr">
              <a:lnSpc>
                <a:spcPct val="100000"/>
              </a:lnSpc>
              <a:spcBef>
                <a:spcPts val="0"/>
              </a:spcBef>
              <a:spcAft>
                <a:spcPts val="0"/>
              </a:spcAft>
              <a:buClr>
                <a:schemeClr val="lt2"/>
              </a:buClr>
              <a:buSzPts val="1200"/>
              <a:buNone/>
              <a:defRPr sz="1200">
                <a:solidFill>
                  <a:schemeClr val="lt2"/>
                </a:solidFill>
              </a:defRPr>
            </a:lvl8pPr>
            <a:lvl9pPr lvl="8" rtl="0" algn="ctr">
              <a:lnSpc>
                <a:spcPct val="100000"/>
              </a:lnSpc>
              <a:spcBef>
                <a:spcPts val="0"/>
              </a:spcBef>
              <a:spcAft>
                <a:spcPts val="0"/>
              </a:spcAft>
              <a:buClr>
                <a:schemeClr val="lt2"/>
              </a:buClr>
              <a:buSzPts val="1200"/>
              <a:buNone/>
              <a:defRPr sz="1200">
                <a:solidFill>
                  <a:schemeClr val="lt2"/>
                </a:solidFill>
              </a:defRPr>
            </a:lvl9pPr>
          </a:lstStyle>
          <a:p/>
        </p:txBody>
      </p:sp>
      <p:sp>
        <p:nvSpPr>
          <p:cNvPr id="2917" name="Google Shape;2917;p42"/>
          <p:cNvSpPr txBox="1"/>
          <p:nvPr>
            <p:ph idx="8" type="subTitle"/>
          </p:nvPr>
        </p:nvSpPr>
        <p:spPr>
          <a:xfrm>
            <a:off x="587862" y="4056305"/>
            <a:ext cx="2425800" cy="57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2"/>
              </a:buClr>
              <a:buSzPts val="1200"/>
              <a:buNone/>
              <a:defRPr>
                <a:solidFill>
                  <a:schemeClr val="lt2"/>
                </a:solidFill>
              </a:defRPr>
            </a:lvl1pPr>
            <a:lvl2pPr lvl="1" rtl="0" algn="ctr">
              <a:lnSpc>
                <a:spcPct val="100000"/>
              </a:lnSpc>
              <a:spcBef>
                <a:spcPts val="0"/>
              </a:spcBef>
              <a:spcAft>
                <a:spcPts val="0"/>
              </a:spcAft>
              <a:buClr>
                <a:schemeClr val="lt2"/>
              </a:buClr>
              <a:buSzPts val="1200"/>
              <a:buNone/>
              <a:defRPr sz="1200">
                <a:solidFill>
                  <a:schemeClr val="lt2"/>
                </a:solidFill>
              </a:defRPr>
            </a:lvl2pPr>
            <a:lvl3pPr lvl="2" rtl="0" algn="ctr">
              <a:lnSpc>
                <a:spcPct val="100000"/>
              </a:lnSpc>
              <a:spcBef>
                <a:spcPts val="0"/>
              </a:spcBef>
              <a:spcAft>
                <a:spcPts val="0"/>
              </a:spcAft>
              <a:buClr>
                <a:schemeClr val="lt2"/>
              </a:buClr>
              <a:buSzPts val="1200"/>
              <a:buNone/>
              <a:defRPr sz="1200">
                <a:solidFill>
                  <a:schemeClr val="lt2"/>
                </a:solidFill>
              </a:defRPr>
            </a:lvl3pPr>
            <a:lvl4pPr lvl="3" rtl="0" algn="ctr">
              <a:lnSpc>
                <a:spcPct val="100000"/>
              </a:lnSpc>
              <a:spcBef>
                <a:spcPts val="0"/>
              </a:spcBef>
              <a:spcAft>
                <a:spcPts val="0"/>
              </a:spcAft>
              <a:buClr>
                <a:schemeClr val="lt2"/>
              </a:buClr>
              <a:buSzPts val="1200"/>
              <a:buNone/>
              <a:defRPr sz="1200">
                <a:solidFill>
                  <a:schemeClr val="lt2"/>
                </a:solidFill>
              </a:defRPr>
            </a:lvl4pPr>
            <a:lvl5pPr lvl="4" rtl="0" algn="ctr">
              <a:lnSpc>
                <a:spcPct val="100000"/>
              </a:lnSpc>
              <a:spcBef>
                <a:spcPts val="0"/>
              </a:spcBef>
              <a:spcAft>
                <a:spcPts val="0"/>
              </a:spcAft>
              <a:buClr>
                <a:schemeClr val="lt2"/>
              </a:buClr>
              <a:buSzPts val="1200"/>
              <a:buNone/>
              <a:defRPr sz="1200">
                <a:solidFill>
                  <a:schemeClr val="lt2"/>
                </a:solidFill>
              </a:defRPr>
            </a:lvl5pPr>
            <a:lvl6pPr lvl="5" rtl="0" algn="ctr">
              <a:lnSpc>
                <a:spcPct val="100000"/>
              </a:lnSpc>
              <a:spcBef>
                <a:spcPts val="0"/>
              </a:spcBef>
              <a:spcAft>
                <a:spcPts val="0"/>
              </a:spcAft>
              <a:buClr>
                <a:schemeClr val="lt2"/>
              </a:buClr>
              <a:buSzPts val="1200"/>
              <a:buNone/>
              <a:defRPr sz="1200">
                <a:solidFill>
                  <a:schemeClr val="lt2"/>
                </a:solidFill>
              </a:defRPr>
            </a:lvl6pPr>
            <a:lvl7pPr lvl="6" rtl="0" algn="ctr">
              <a:lnSpc>
                <a:spcPct val="100000"/>
              </a:lnSpc>
              <a:spcBef>
                <a:spcPts val="0"/>
              </a:spcBef>
              <a:spcAft>
                <a:spcPts val="0"/>
              </a:spcAft>
              <a:buClr>
                <a:schemeClr val="lt2"/>
              </a:buClr>
              <a:buSzPts val="1200"/>
              <a:buNone/>
              <a:defRPr sz="1200">
                <a:solidFill>
                  <a:schemeClr val="lt2"/>
                </a:solidFill>
              </a:defRPr>
            </a:lvl7pPr>
            <a:lvl8pPr lvl="7" rtl="0" algn="ctr">
              <a:lnSpc>
                <a:spcPct val="100000"/>
              </a:lnSpc>
              <a:spcBef>
                <a:spcPts val="0"/>
              </a:spcBef>
              <a:spcAft>
                <a:spcPts val="0"/>
              </a:spcAft>
              <a:buClr>
                <a:schemeClr val="lt2"/>
              </a:buClr>
              <a:buSzPts val="1200"/>
              <a:buNone/>
              <a:defRPr sz="1200">
                <a:solidFill>
                  <a:schemeClr val="lt2"/>
                </a:solidFill>
              </a:defRPr>
            </a:lvl8pPr>
            <a:lvl9pPr lvl="8" rtl="0" algn="ctr">
              <a:lnSpc>
                <a:spcPct val="100000"/>
              </a:lnSpc>
              <a:spcBef>
                <a:spcPts val="0"/>
              </a:spcBef>
              <a:spcAft>
                <a:spcPts val="0"/>
              </a:spcAft>
              <a:buClr>
                <a:schemeClr val="lt2"/>
              </a:buClr>
              <a:buSzPts val="1200"/>
              <a:buNone/>
              <a:defRPr sz="1200">
                <a:solidFill>
                  <a:schemeClr val="lt2"/>
                </a:solidFill>
              </a:defRPr>
            </a:lvl9pPr>
          </a:lstStyle>
          <a:p/>
        </p:txBody>
      </p:sp>
      <p:sp>
        <p:nvSpPr>
          <p:cNvPr id="2918" name="Google Shape;2918;p42"/>
          <p:cNvSpPr txBox="1"/>
          <p:nvPr>
            <p:ph idx="9" type="subTitle"/>
          </p:nvPr>
        </p:nvSpPr>
        <p:spPr>
          <a:xfrm>
            <a:off x="3359112" y="4056305"/>
            <a:ext cx="2425800" cy="57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2"/>
              </a:buClr>
              <a:buSzPts val="1200"/>
              <a:buNone/>
              <a:defRPr>
                <a:solidFill>
                  <a:schemeClr val="lt2"/>
                </a:solidFill>
              </a:defRPr>
            </a:lvl1pPr>
            <a:lvl2pPr lvl="1" rtl="0" algn="ctr">
              <a:lnSpc>
                <a:spcPct val="100000"/>
              </a:lnSpc>
              <a:spcBef>
                <a:spcPts val="0"/>
              </a:spcBef>
              <a:spcAft>
                <a:spcPts val="0"/>
              </a:spcAft>
              <a:buClr>
                <a:schemeClr val="lt2"/>
              </a:buClr>
              <a:buSzPts val="1200"/>
              <a:buNone/>
              <a:defRPr sz="1200">
                <a:solidFill>
                  <a:schemeClr val="lt2"/>
                </a:solidFill>
              </a:defRPr>
            </a:lvl2pPr>
            <a:lvl3pPr lvl="2" rtl="0" algn="ctr">
              <a:lnSpc>
                <a:spcPct val="100000"/>
              </a:lnSpc>
              <a:spcBef>
                <a:spcPts val="0"/>
              </a:spcBef>
              <a:spcAft>
                <a:spcPts val="0"/>
              </a:spcAft>
              <a:buClr>
                <a:schemeClr val="lt2"/>
              </a:buClr>
              <a:buSzPts val="1200"/>
              <a:buNone/>
              <a:defRPr sz="1200">
                <a:solidFill>
                  <a:schemeClr val="lt2"/>
                </a:solidFill>
              </a:defRPr>
            </a:lvl3pPr>
            <a:lvl4pPr lvl="3" rtl="0" algn="ctr">
              <a:lnSpc>
                <a:spcPct val="100000"/>
              </a:lnSpc>
              <a:spcBef>
                <a:spcPts val="0"/>
              </a:spcBef>
              <a:spcAft>
                <a:spcPts val="0"/>
              </a:spcAft>
              <a:buClr>
                <a:schemeClr val="lt2"/>
              </a:buClr>
              <a:buSzPts val="1200"/>
              <a:buNone/>
              <a:defRPr sz="1200">
                <a:solidFill>
                  <a:schemeClr val="lt2"/>
                </a:solidFill>
              </a:defRPr>
            </a:lvl4pPr>
            <a:lvl5pPr lvl="4" rtl="0" algn="ctr">
              <a:lnSpc>
                <a:spcPct val="100000"/>
              </a:lnSpc>
              <a:spcBef>
                <a:spcPts val="0"/>
              </a:spcBef>
              <a:spcAft>
                <a:spcPts val="0"/>
              </a:spcAft>
              <a:buClr>
                <a:schemeClr val="lt2"/>
              </a:buClr>
              <a:buSzPts val="1200"/>
              <a:buNone/>
              <a:defRPr sz="1200">
                <a:solidFill>
                  <a:schemeClr val="lt2"/>
                </a:solidFill>
              </a:defRPr>
            </a:lvl5pPr>
            <a:lvl6pPr lvl="5" rtl="0" algn="ctr">
              <a:lnSpc>
                <a:spcPct val="100000"/>
              </a:lnSpc>
              <a:spcBef>
                <a:spcPts val="0"/>
              </a:spcBef>
              <a:spcAft>
                <a:spcPts val="0"/>
              </a:spcAft>
              <a:buClr>
                <a:schemeClr val="lt2"/>
              </a:buClr>
              <a:buSzPts val="1200"/>
              <a:buNone/>
              <a:defRPr sz="1200">
                <a:solidFill>
                  <a:schemeClr val="lt2"/>
                </a:solidFill>
              </a:defRPr>
            </a:lvl6pPr>
            <a:lvl7pPr lvl="6" rtl="0" algn="ctr">
              <a:lnSpc>
                <a:spcPct val="100000"/>
              </a:lnSpc>
              <a:spcBef>
                <a:spcPts val="0"/>
              </a:spcBef>
              <a:spcAft>
                <a:spcPts val="0"/>
              </a:spcAft>
              <a:buClr>
                <a:schemeClr val="lt2"/>
              </a:buClr>
              <a:buSzPts val="1200"/>
              <a:buNone/>
              <a:defRPr sz="1200">
                <a:solidFill>
                  <a:schemeClr val="lt2"/>
                </a:solidFill>
              </a:defRPr>
            </a:lvl7pPr>
            <a:lvl8pPr lvl="7" rtl="0" algn="ctr">
              <a:lnSpc>
                <a:spcPct val="100000"/>
              </a:lnSpc>
              <a:spcBef>
                <a:spcPts val="0"/>
              </a:spcBef>
              <a:spcAft>
                <a:spcPts val="0"/>
              </a:spcAft>
              <a:buClr>
                <a:schemeClr val="lt2"/>
              </a:buClr>
              <a:buSzPts val="1200"/>
              <a:buNone/>
              <a:defRPr sz="1200">
                <a:solidFill>
                  <a:schemeClr val="lt2"/>
                </a:solidFill>
              </a:defRPr>
            </a:lvl8pPr>
            <a:lvl9pPr lvl="8" rtl="0" algn="ctr">
              <a:lnSpc>
                <a:spcPct val="100000"/>
              </a:lnSpc>
              <a:spcBef>
                <a:spcPts val="0"/>
              </a:spcBef>
              <a:spcAft>
                <a:spcPts val="0"/>
              </a:spcAft>
              <a:buClr>
                <a:schemeClr val="lt2"/>
              </a:buClr>
              <a:buSzPts val="1200"/>
              <a:buNone/>
              <a:defRPr sz="1200">
                <a:solidFill>
                  <a:schemeClr val="lt2"/>
                </a:solidFill>
              </a:defRPr>
            </a:lvl9pPr>
          </a:lstStyle>
          <a:p/>
        </p:txBody>
      </p:sp>
      <p:sp>
        <p:nvSpPr>
          <p:cNvPr id="2919" name="Google Shape;2919;p42"/>
          <p:cNvSpPr txBox="1"/>
          <p:nvPr>
            <p:ph idx="13" type="subTitle"/>
          </p:nvPr>
        </p:nvSpPr>
        <p:spPr>
          <a:xfrm>
            <a:off x="6189718" y="3740552"/>
            <a:ext cx="2425800" cy="371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rgbClr val="22385D"/>
              </a:buClr>
              <a:buSzPts val="1200"/>
              <a:buFont typeface="Staatliches"/>
              <a:buNone/>
              <a:defRPr sz="1400">
                <a:solidFill>
                  <a:srgbClr val="22385D"/>
                </a:solidFill>
                <a:latin typeface="Staatliches"/>
                <a:ea typeface="Staatliches"/>
                <a:cs typeface="Staatliches"/>
                <a:sym typeface="Staatliches"/>
              </a:defRPr>
            </a:lvl1pPr>
            <a:lvl2pPr lvl="1"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2pPr>
            <a:lvl3pPr lvl="2"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3pPr>
            <a:lvl4pPr lvl="3"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4pPr>
            <a:lvl5pPr lvl="4"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5pPr>
            <a:lvl6pPr lvl="5"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6pPr>
            <a:lvl7pPr lvl="6"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7pPr>
            <a:lvl8pPr lvl="7"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8pPr>
            <a:lvl9pPr lvl="8"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9pPr>
          </a:lstStyle>
          <a:p/>
        </p:txBody>
      </p:sp>
      <p:sp>
        <p:nvSpPr>
          <p:cNvPr id="2920" name="Google Shape;2920;p42"/>
          <p:cNvSpPr txBox="1"/>
          <p:nvPr>
            <p:ph idx="14" type="subTitle"/>
          </p:nvPr>
        </p:nvSpPr>
        <p:spPr>
          <a:xfrm>
            <a:off x="587850" y="3740552"/>
            <a:ext cx="2425800" cy="371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rgbClr val="22385D"/>
              </a:buClr>
              <a:buSzPts val="1200"/>
              <a:buFont typeface="Staatliches"/>
              <a:buNone/>
              <a:defRPr sz="1400">
                <a:solidFill>
                  <a:srgbClr val="22385D"/>
                </a:solidFill>
                <a:latin typeface="Staatliches"/>
                <a:ea typeface="Staatliches"/>
                <a:cs typeface="Staatliches"/>
                <a:sym typeface="Staatliches"/>
              </a:defRPr>
            </a:lvl1pPr>
            <a:lvl2pPr lvl="1"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2pPr>
            <a:lvl3pPr lvl="2"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3pPr>
            <a:lvl4pPr lvl="3"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4pPr>
            <a:lvl5pPr lvl="4"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5pPr>
            <a:lvl6pPr lvl="5"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6pPr>
            <a:lvl7pPr lvl="6"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7pPr>
            <a:lvl8pPr lvl="7"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8pPr>
            <a:lvl9pPr lvl="8"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9pPr>
          </a:lstStyle>
          <a:p/>
        </p:txBody>
      </p:sp>
      <p:sp>
        <p:nvSpPr>
          <p:cNvPr id="2921" name="Google Shape;2921;p42"/>
          <p:cNvSpPr txBox="1"/>
          <p:nvPr>
            <p:ph idx="15" type="subTitle"/>
          </p:nvPr>
        </p:nvSpPr>
        <p:spPr>
          <a:xfrm>
            <a:off x="3359108" y="3740552"/>
            <a:ext cx="2425800" cy="371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rgbClr val="22385D"/>
              </a:buClr>
              <a:buSzPts val="1200"/>
              <a:buFont typeface="Staatliches"/>
              <a:buNone/>
              <a:defRPr sz="1400">
                <a:solidFill>
                  <a:srgbClr val="22385D"/>
                </a:solidFill>
                <a:latin typeface="Staatliches"/>
                <a:ea typeface="Staatliches"/>
                <a:cs typeface="Staatliches"/>
                <a:sym typeface="Staatliches"/>
              </a:defRPr>
            </a:lvl1pPr>
            <a:lvl2pPr lvl="1"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2pPr>
            <a:lvl3pPr lvl="2"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3pPr>
            <a:lvl4pPr lvl="3"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4pPr>
            <a:lvl5pPr lvl="4"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5pPr>
            <a:lvl6pPr lvl="5"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6pPr>
            <a:lvl7pPr lvl="6"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7pPr>
            <a:lvl8pPr lvl="7"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8pPr>
            <a:lvl9pPr lvl="8"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9pPr>
          </a:lstStyle>
          <a:p/>
        </p:txBody>
      </p:sp>
      <p:pic>
        <p:nvPicPr>
          <p:cNvPr id="2922" name="Google Shape;2922;p42"/>
          <p:cNvPicPr preferRelativeResize="0"/>
          <p:nvPr/>
        </p:nvPicPr>
        <p:blipFill>
          <a:blip r:embed="rId2">
            <a:alphaModFix/>
          </a:blip>
          <a:stretch>
            <a:fillRect/>
          </a:stretch>
        </p:blipFill>
        <p:spPr>
          <a:xfrm>
            <a:off x="178504" y="182880"/>
            <a:ext cx="731520" cy="261257"/>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OPENING">
  <p:cSld name="Diapositiva de título_2">
    <p:bg>
      <p:bgPr>
        <a:solidFill>
          <a:srgbClr val="F3F3F3"/>
        </a:solidFill>
      </p:bgPr>
    </p:bg>
    <p:spTree>
      <p:nvGrpSpPr>
        <p:cNvPr id="2923" name="Shape 2923"/>
        <p:cNvGrpSpPr/>
        <p:nvPr/>
      </p:nvGrpSpPr>
      <p:grpSpPr>
        <a:xfrm>
          <a:off x="0" y="0"/>
          <a:ext cx="0" cy="0"/>
          <a:chOff x="0" y="0"/>
          <a:chExt cx="0" cy="0"/>
        </a:xfrm>
      </p:grpSpPr>
      <p:sp>
        <p:nvSpPr>
          <p:cNvPr id="2924" name="Google Shape;2924;p43"/>
          <p:cNvSpPr txBox="1"/>
          <p:nvPr>
            <p:ph type="ctrTitle"/>
          </p:nvPr>
        </p:nvSpPr>
        <p:spPr>
          <a:xfrm>
            <a:off x="694850" y="2610489"/>
            <a:ext cx="3871800" cy="1241400"/>
          </a:xfrm>
          <a:prstGeom prst="rect">
            <a:avLst/>
          </a:prstGeom>
          <a:noFill/>
          <a:ln>
            <a:noFill/>
          </a:ln>
        </p:spPr>
        <p:txBody>
          <a:bodyPr anchorCtr="0" anchor="b" bIns="34275" lIns="68575" spcFirstLastPara="1" rIns="68575" wrap="square" tIns="34275">
            <a:noAutofit/>
          </a:bodyPr>
          <a:lstStyle>
            <a:lvl1pPr lvl="0" rtl="0">
              <a:spcBef>
                <a:spcPts val="0"/>
              </a:spcBef>
              <a:spcAft>
                <a:spcPts val="0"/>
              </a:spcAft>
              <a:buSzPts val="4800"/>
              <a:buFont typeface="Advent Pro SemiBold"/>
              <a:buNone/>
              <a:defRPr sz="4300">
                <a:latin typeface="Saira SemiCondensed SemiBold"/>
                <a:ea typeface="Saira SemiCondensed SemiBold"/>
                <a:cs typeface="Saira SemiCondensed SemiBold"/>
                <a:sym typeface="Saira SemiCondensed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25" name="Google Shape;2925;p43"/>
          <p:cNvSpPr txBox="1"/>
          <p:nvPr>
            <p:ph idx="1" type="subTitle"/>
          </p:nvPr>
        </p:nvSpPr>
        <p:spPr>
          <a:xfrm>
            <a:off x="694850" y="3729450"/>
            <a:ext cx="2548800" cy="564900"/>
          </a:xfrm>
          <a:prstGeom prst="rect">
            <a:avLst/>
          </a:prstGeom>
          <a:noFill/>
          <a:ln>
            <a:noFill/>
          </a:ln>
        </p:spPr>
        <p:txBody>
          <a:bodyPr anchorCtr="0" anchor="t" bIns="34275" lIns="68575" spcFirstLastPara="1" rIns="68575" wrap="square" tIns="34275">
            <a:noAutofit/>
          </a:bodyPr>
          <a:lstStyle>
            <a:lvl1pPr lvl="0" rtl="0" algn="l">
              <a:lnSpc>
                <a:spcPct val="90000"/>
              </a:lnSpc>
              <a:spcBef>
                <a:spcPts val="800"/>
              </a:spcBef>
              <a:spcAft>
                <a:spcPts val="0"/>
              </a:spcAft>
              <a:buSzPts val="1200"/>
              <a:buNone/>
              <a:defRPr sz="1200">
                <a:latin typeface="Abel"/>
                <a:ea typeface="Abel"/>
                <a:cs typeface="Abel"/>
                <a:sym typeface="Abel"/>
              </a:defRPr>
            </a:lvl1pPr>
            <a:lvl2pPr lvl="1" rtl="0" algn="ctr">
              <a:lnSpc>
                <a:spcPct val="90000"/>
              </a:lnSpc>
              <a:spcBef>
                <a:spcPts val="400"/>
              </a:spcBef>
              <a:spcAft>
                <a:spcPts val="0"/>
              </a:spcAft>
              <a:buSzPts val="1500"/>
              <a:buNone/>
              <a:defRPr sz="1500"/>
            </a:lvl2pPr>
            <a:lvl3pPr lvl="2" rtl="0" algn="ctr">
              <a:lnSpc>
                <a:spcPct val="90000"/>
              </a:lnSpc>
              <a:spcBef>
                <a:spcPts val="400"/>
              </a:spcBef>
              <a:spcAft>
                <a:spcPts val="0"/>
              </a:spcAft>
              <a:buSzPts val="1400"/>
              <a:buNone/>
              <a:defRPr sz="1400"/>
            </a:lvl3pPr>
            <a:lvl4pPr lvl="3" rtl="0" algn="ctr">
              <a:lnSpc>
                <a:spcPct val="90000"/>
              </a:lnSpc>
              <a:spcBef>
                <a:spcPts val="400"/>
              </a:spcBef>
              <a:spcAft>
                <a:spcPts val="0"/>
              </a:spcAft>
              <a:buSzPts val="1200"/>
              <a:buNone/>
              <a:defRPr sz="1200"/>
            </a:lvl4pPr>
            <a:lvl5pPr lvl="4" rtl="0" algn="ctr">
              <a:lnSpc>
                <a:spcPct val="9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4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0"/>
              </a:spcAft>
              <a:buSzPts val="1200"/>
              <a:buNone/>
              <a:defRPr sz="1200"/>
            </a:lvl9pPr>
          </a:lstStyle>
          <a:p/>
        </p:txBody>
      </p:sp>
      <p:sp>
        <p:nvSpPr>
          <p:cNvPr id="2926" name="Google Shape;2926;p43"/>
          <p:cNvSpPr/>
          <p:nvPr/>
        </p:nvSpPr>
        <p:spPr>
          <a:xfrm>
            <a:off x="4946725" y="0"/>
            <a:ext cx="4196935" cy="5143530"/>
          </a:xfrm>
          <a:custGeom>
            <a:rect b="b" l="l" r="r" t="t"/>
            <a:pathLst>
              <a:path extrusionOk="0" h="65892" w="140542">
                <a:moveTo>
                  <a:pt x="0" y="0"/>
                </a:moveTo>
                <a:lnTo>
                  <a:pt x="0" y="65891"/>
                </a:lnTo>
                <a:lnTo>
                  <a:pt x="140541" y="65891"/>
                </a:lnTo>
                <a:lnTo>
                  <a:pt x="140541"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4">
  <p:cSld name="8_Título y objetos_2_1_1">
    <p:bg>
      <p:bgPr>
        <a:solidFill>
          <a:srgbClr val="F3F3F3"/>
        </a:solidFill>
      </p:bgPr>
    </p:bg>
    <p:spTree>
      <p:nvGrpSpPr>
        <p:cNvPr id="2927" name="Shape 2927"/>
        <p:cNvGrpSpPr/>
        <p:nvPr/>
      </p:nvGrpSpPr>
      <p:grpSpPr>
        <a:xfrm>
          <a:off x="0" y="0"/>
          <a:ext cx="0" cy="0"/>
          <a:chOff x="0" y="0"/>
          <a:chExt cx="0" cy="0"/>
        </a:xfrm>
      </p:grpSpPr>
      <p:sp>
        <p:nvSpPr>
          <p:cNvPr id="2928" name="Google Shape;2928;p44"/>
          <p:cNvSpPr/>
          <p:nvPr/>
        </p:nvSpPr>
        <p:spPr>
          <a:xfrm flipH="1">
            <a:off x="0" y="0"/>
            <a:ext cx="4196935" cy="5143530"/>
          </a:xfrm>
          <a:custGeom>
            <a:rect b="b" l="l" r="r" t="t"/>
            <a:pathLst>
              <a:path extrusionOk="0" h="65892" w="140542">
                <a:moveTo>
                  <a:pt x="0" y="0"/>
                </a:moveTo>
                <a:lnTo>
                  <a:pt x="0" y="65891"/>
                </a:lnTo>
                <a:lnTo>
                  <a:pt x="140541" y="65891"/>
                </a:lnTo>
                <a:lnTo>
                  <a:pt x="140541"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44"/>
          <p:cNvSpPr txBox="1"/>
          <p:nvPr>
            <p:ph type="ctrTitle"/>
          </p:nvPr>
        </p:nvSpPr>
        <p:spPr>
          <a:xfrm>
            <a:off x="6924600" y="1951175"/>
            <a:ext cx="1245900" cy="12414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1pPr>
            <a:lvl2pPr lvl="1"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2pPr>
            <a:lvl3pPr lvl="2"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3pPr>
            <a:lvl4pPr lvl="3"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4pPr>
            <a:lvl5pPr lvl="4"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5pPr>
            <a:lvl6pPr lvl="5"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6pPr>
            <a:lvl7pPr lvl="6"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7pPr>
            <a:lvl8pPr lvl="7"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8pPr>
            <a:lvl9pPr lvl="8"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9pPr>
          </a:lstStyle>
          <a:p/>
        </p:txBody>
      </p:sp>
      <p:sp>
        <p:nvSpPr>
          <p:cNvPr id="2930" name="Google Shape;2930;p44"/>
          <p:cNvSpPr/>
          <p:nvPr/>
        </p:nvSpPr>
        <p:spPr>
          <a:xfrm flipH="1">
            <a:off x="8421300" y="0"/>
            <a:ext cx="722700" cy="38739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44"/>
          <p:cNvSpPr/>
          <p:nvPr/>
        </p:nvSpPr>
        <p:spPr>
          <a:xfrm>
            <a:off x="8636100" y="46356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44"/>
          <p:cNvSpPr txBox="1"/>
          <p:nvPr>
            <p:ph idx="1" type="subTitle"/>
          </p:nvPr>
        </p:nvSpPr>
        <p:spPr>
          <a:xfrm flipH="1">
            <a:off x="781158" y="1535350"/>
            <a:ext cx="3027300" cy="61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3F3F3"/>
              </a:buClr>
              <a:buSzPts val="1100"/>
              <a:buNone/>
              <a:defRPr sz="1100">
                <a:solidFill>
                  <a:srgbClr val="F3F3F3"/>
                </a:solidFill>
              </a:defRPr>
            </a:lvl1pPr>
            <a:lvl2pPr lvl="1" rtl="0" algn="r">
              <a:lnSpc>
                <a:spcPct val="100000"/>
              </a:lnSpc>
              <a:spcBef>
                <a:spcPts val="0"/>
              </a:spcBef>
              <a:spcAft>
                <a:spcPts val="0"/>
              </a:spcAft>
              <a:buClr>
                <a:srgbClr val="F3F3F3"/>
              </a:buClr>
              <a:buSzPts val="1100"/>
              <a:buNone/>
              <a:defRPr sz="1100">
                <a:solidFill>
                  <a:srgbClr val="F3F3F3"/>
                </a:solidFill>
              </a:defRPr>
            </a:lvl2pPr>
            <a:lvl3pPr lvl="2" rtl="0" algn="r">
              <a:lnSpc>
                <a:spcPct val="100000"/>
              </a:lnSpc>
              <a:spcBef>
                <a:spcPts val="0"/>
              </a:spcBef>
              <a:spcAft>
                <a:spcPts val="0"/>
              </a:spcAft>
              <a:buClr>
                <a:srgbClr val="F3F3F3"/>
              </a:buClr>
              <a:buSzPts val="1100"/>
              <a:buNone/>
              <a:defRPr sz="1100">
                <a:solidFill>
                  <a:srgbClr val="F3F3F3"/>
                </a:solidFill>
              </a:defRPr>
            </a:lvl3pPr>
            <a:lvl4pPr lvl="3" rtl="0" algn="r">
              <a:lnSpc>
                <a:spcPct val="100000"/>
              </a:lnSpc>
              <a:spcBef>
                <a:spcPts val="0"/>
              </a:spcBef>
              <a:spcAft>
                <a:spcPts val="0"/>
              </a:spcAft>
              <a:buClr>
                <a:srgbClr val="F3F3F3"/>
              </a:buClr>
              <a:buSzPts val="1100"/>
              <a:buNone/>
              <a:defRPr sz="1100">
                <a:solidFill>
                  <a:srgbClr val="F3F3F3"/>
                </a:solidFill>
              </a:defRPr>
            </a:lvl4pPr>
            <a:lvl5pPr lvl="4" rtl="0" algn="r">
              <a:lnSpc>
                <a:spcPct val="100000"/>
              </a:lnSpc>
              <a:spcBef>
                <a:spcPts val="0"/>
              </a:spcBef>
              <a:spcAft>
                <a:spcPts val="0"/>
              </a:spcAft>
              <a:buClr>
                <a:srgbClr val="F3F3F3"/>
              </a:buClr>
              <a:buSzPts val="1100"/>
              <a:buNone/>
              <a:defRPr sz="1100">
                <a:solidFill>
                  <a:srgbClr val="F3F3F3"/>
                </a:solidFill>
              </a:defRPr>
            </a:lvl5pPr>
            <a:lvl6pPr lvl="5" rtl="0" algn="r">
              <a:lnSpc>
                <a:spcPct val="100000"/>
              </a:lnSpc>
              <a:spcBef>
                <a:spcPts val="0"/>
              </a:spcBef>
              <a:spcAft>
                <a:spcPts val="0"/>
              </a:spcAft>
              <a:buClr>
                <a:srgbClr val="F3F3F3"/>
              </a:buClr>
              <a:buSzPts val="1100"/>
              <a:buNone/>
              <a:defRPr sz="1100">
                <a:solidFill>
                  <a:srgbClr val="F3F3F3"/>
                </a:solidFill>
              </a:defRPr>
            </a:lvl6pPr>
            <a:lvl7pPr lvl="6" rtl="0" algn="r">
              <a:lnSpc>
                <a:spcPct val="100000"/>
              </a:lnSpc>
              <a:spcBef>
                <a:spcPts val="0"/>
              </a:spcBef>
              <a:spcAft>
                <a:spcPts val="0"/>
              </a:spcAft>
              <a:buClr>
                <a:srgbClr val="F3F3F3"/>
              </a:buClr>
              <a:buSzPts val="1100"/>
              <a:buNone/>
              <a:defRPr sz="1100">
                <a:solidFill>
                  <a:srgbClr val="F3F3F3"/>
                </a:solidFill>
              </a:defRPr>
            </a:lvl7pPr>
            <a:lvl8pPr lvl="7" rtl="0" algn="r">
              <a:lnSpc>
                <a:spcPct val="100000"/>
              </a:lnSpc>
              <a:spcBef>
                <a:spcPts val="0"/>
              </a:spcBef>
              <a:spcAft>
                <a:spcPts val="0"/>
              </a:spcAft>
              <a:buClr>
                <a:srgbClr val="F3F3F3"/>
              </a:buClr>
              <a:buSzPts val="1100"/>
              <a:buNone/>
              <a:defRPr sz="1100">
                <a:solidFill>
                  <a:srgbClr val="F3F3F3"/>
                </a:solidFill>
              </a:defRPr>
            </a:lvl8pPr>
            <a:lvl9pPr lvl="8" rtl="0" algn="r">
              <a:lnSpc>
                <a:spcPct val="100000"/>
              </a:lnSpc>
              <a:spcBef>
                <a:spcPts val="0"/>
              </a:spcBef>
              <a:spcAft>
                <a:spcPts val="0"/>
              </a:spcAft>
              <a:buClr>
                <a:srgbClr val="F3F3F3"/>
              </a:buClr>
              <a:buSzPts val="1100"/>
              <a:buNone/>
              <a:defRPr sz="1100">
                <a:solidFill>
                  <a:srgbClr val="F3F3F3"/>
                </a:solidFill>
              </a:defRPr>
            </a:lvl9pPr>
          </a:lstStyle>
          <a:p/>
        </p:txBody>
      </p:sp>
      <p:sp>
        <p:nvSpPr>
          <p:cNvPr id="2933" name="Google Shape;2933;p44"/>
          <p:cNvSpPr txBox="1"/>
          <p:nvPr>
            <p:ph idx="2" type="subTitle"/>
          </p:nvPr>
        </p:nvSpPr>
        <p:spPr>
          <a:xfrm flipH="1">
            <a:off x="781158" y="713150"/>
            <a:ext cx="3027300" cy="61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3F3F3"/>
              </a:buClr>
              <a:buSzPts val="1100"/>
              <a:buNone/>
              <a:defRPr sz="1100">
                <a:solidFill>
                  <a:srgbClr val="F3F3F3"/>
                </a:solidFill>
              </a:defRPr>
            </a:lvl1pPr>
            <a:lvl2pPr lvl="1" rtl="0" algn="r">
              <a:lnSpc>
                <a:spcPct val="100000"/>
              </a:lnSpc>
              <a:spcBef>
                <a:spcPts val="0"/>
              </a:spcBef>
              <a:spcAft>
                <a:spcPts val="0"/>
              </a:spcAft>
              <a:buClr>
                <a:srgbClr val="F3F3F3"/>
              </a:buClr>
              <a:buSzPts val="1100"/>
              <a:buNone/>
              <a:defRPr sz="1100">
                <a:solidFill>
                  <a:srgbClr val="F3F3F3"/>
                </a:solidFill>
              </a:defRPr>
            </a:lvl2pPr>
            <a:lvl3pPr lvl="2" rtl="0" algn="r">
              <a:lnSpc>
                <a:spcPct val="100000"/>
              </a:lnSpc>
              <a:spcBef>
                <a:spcPts val="0"/>
              </a:spcBef>
              <a:spcAft>
                <a:spcPts val="0"/>
              </a:spcAft>
              <a:buClr>
                <a:srgbClr val="F3F3F3"/>
              </a:buClr>
              <a:buSzPts val="1100"/>
              <a:buNone/>
              <a:defRPr sz="1100">
                <a:solidFill>
                  <a:srgbClr val="F3F3F3"/>
                </a:solidFill>
              </a:defRPr>
            </a:lvl3pPr>
            <a:lvl4pPr lvl="3" rtl="0" algn="r">
              <a:lnSpc>
                <a:spcPct val="100000"/>
              </a:lnSpc>
              <a:spcBef>
                <a:spcPts val="0"/>
              </a:spcBef>
              <a:spcAft>
                <a:spcPts val="0"/>
              </a:spcAft>
              <a:buClr>
                <a:srgbClr val="F3F3F3"/>
              </a:buClr>
              <a:buSzPts val="1100"/>
              <a:buNone/>
              <a:defRPr sz="1100">
                <a:solidFill>
                  <a:srgbClr val="F3F3F3"/>
                </a:solidFill>
              </a:defRPr>
            </a:lvl4pPr>
            <a:lvl5pPr lvl="4" rtl="0" algn="r">
              <a:lnSpc>
                <a:spcPct val="100000"/>
              </a:lnSpc>
              <a:spcBef>
                <a:spcPts val="0"/>
              </a:spcBef>
              <a:spcAft>
                <a:spcPts val="0"/>
              </a:spcAft>
              <a:buClr>
                <a:srgbClr val="F3F3F3"/>
              </a:buClr>
              <a:buSzPts val="1100"/>
              <a:buNone/>
              <a:defRPr sz="1100">
                <a:solidFill>
                  <a:srgbClr val="F3F3F3"/>
                </a:solidFill>
              </a:defRPr>
            </a:lvl5pPr>
            <a:lvl6pPr lvl="5" rtl="0" algn="r">
              <a:lnSpc>
                <a:spcPct val="100000"/>
              </a:lnSpc>
              <a:spcBef>
                <a:spcPts val="0"/>
              </a:spcBef>
              <a:spcAft>
                <a:spcPts val="0"/>
              </a:spcAft>
              <a:buClr>
                <a:srgbClr val="F3F3F3"/>
              </a:buClr>
              <a:buSzPts val="1100"/>
              <a:buNone/>
              <a:defRPr sz="1100">
                <a:solidFill>
                  <a:srgbClr val="F3F3F3"/>
                </a:solidFill>
              </a:defRPr>
            </a:lvl6pPr>
            <a:lvl7pPr lvl="6" rtl="0" algn="r">
              <a:lnSpc>
                <a:spcPct val="100000"/>
              </a:lnSpc>
              <a:spcBef>
                <a:spcPts val="0"/>
              </a:spcBef>
              <a:spcAft>
                <a:spcPts val="0"/>
              </a:spcAft>
              <a:buClr>
                <a:srgbClr val="F3F3F3"/>
              </a:buClr>
              <a:buSzPts val="1100"/>
              <a:buNone/>
              <a:defRPr sz="1100">
                <a:solidFill>
                  <a:srgbClr val="F3F3F3"/>
                </a:solidFill>
              </a:defRPr>
            </a:lvl7pPr>
            <a:lvl8pPr lvl="7" rtl="0" algn="r">
              <a:lnSpc>
                <a:spcPct val="100000"/>
              </a:lnSpc>
              <a:spcBef>
                <a:spcPts val="0"/>
              </a:spcBef>
              <a:spcAft>
                <a:spcPts val="0"/>
              </a:spcAft>
              <a:buClr>
                <a:srgbClr val="F3F3F3"/>
              </a:buClr>
              <a:buSzPts val="1100"/>
              <a:buNone/>
              <a:defRPr sz="1100">
                <a:solidFill>
                  <a:srgbClr val="F3F3F3"/>
                </a:solidFill>
              </a:defRPr>
            </a:lvl8pPr>
            <a:lvl9pPr lvl="8" rtl="0" algn="r">
              <a:lnSpc>
                <a:spcPct val="100000"/>
              </a:lnSpc>
              <a:spcBef>
                <a:spcPts val="0"/>
              </a:spcBef>
              <a:spcAft>
                <a:spcPts val="0"/>
              </a:spcAft>
              <a:buClr>
                <a:srgbClr val="F3F3F3"/>
              </a:buClr>
              <a:buSzPts val="1100"/>
              <a:buNone/>
              <a:defRPr sz="1100">
                <a:solidFill>
                  <a:srgbClr val="F3F3F3"/>
                </a:solidFill>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screen Image">
  <p:cSld name="Fullscreen Image">
    <p:spTree>
      <p:nvGrpSpPr>
        <p:cNvPr id="2934" name="Shape 2934"/>
        <p:cNvGrpSpPr/>
        <p:nvPr/>
      </p:nvGrpSpPr>
      <p:grpSpPr>
        <a:xfrm>
          <a:off x="0" y="0"/>
          <a:ext cx="0" cy="0"/>
          <a:chOff x="0" y="0"/>
          <a:chExt cx="0" cy="0"/>
        </a:xfrm>
      </p:grpSpPr>
      <p:sp>
        <p:nvSpPr>
          <p:cNvPr id="2935" name="Google Shape;2935;p45"/>
          <p:cNvSpPr/>
          <p:nvPr>
            <p:ph idx="2" type="pic"/>
          </p:nvPr>
        </p:nvSpPr>
        <p:spPr>
          <a:xfrm>
            <a:off x="0" y="0"/>
            <a:ext cx="9144000" cy="5143500"/>
          </a:xfrm>
          <a:prstGeom prst="rect">
            <a:avLst/>
          </a:prstGeom>
          <a:noFill/>
          <a:ln>
            <a:noFill/>
          </a:ln>
        </p:spPr>
        <p:txBody>
          <a:bodyPr anchorCtr="0" anchor="t" bIns="34300" lIns="34300" spcFirstLastPara="1" rIns="34300" wrap="square" tIns="34300">
            <a:noAutofit/>
          </a:bodyPr>
          <a:lstStyle>
            <a:lvl1pPr indent="0" lvl="0" marL="0" marR="0" rtl="0" algn="l">
              <a:lnSpc>
                <a:spcPct val="90000"/>
              </a:lnSpc>
              <a:spcBef>
                <a:spcPts val="800"/>
              </a:spcBef>
              <a:spcAft>
                <a:spcPts val="0"/>
              </a:spcAft>
              <a:buClr>
                <a:schemeClr val="lt2"/>
              </a:buClr>
              <a:buSzPts val="1200"/>
              <a:buFont typeface="Arial"/>
              <a:buNone/>
              <a:defRPr b="0" i="0" sz="1200" u="none" cap="none" strike="noStrike">
                <a:solidFill>
                  <a:schemeClr val="lt2"/>
                </a:solidFill>
                <a:latin typeface="Raleway Medium"/>
                <a:ea typeface="Raleway Medium"/>
                <a:cs typeface="Raleway Medium"/>
                <a:sym typeface="Raleway Medium"/>
              </a:defRPr>
            </a:lvl1pPr>
            <a:lvl2pPr indent="-165100" lvl="1" marL="5080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171450" lvl="2" marL="8509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158750" lvl="3" marL="1193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158750" lvl="4" marL="15367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158750" lvl="5" marL="1879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158750" lvl="6" marL="22225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158750" lvl="7" marL="2565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158750" lvl="8" marL="29083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2936" name="Google Shape;2936;p45"/>
          <p:cNvSpPr txBox="1"/>
          <p:nvPr>
            <p:ph idx="11" type="ftr"/>
          </p:nvPr>
        </p:nvSpPr>
        <p:spPr>
          <a:xfrm>
            <a:off x="113541" y="4767263"/>
            <a:ext cx="30861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2937" name="Google Shape;2937;p45"/>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2938" name="Shape 2938"/>
        <p:cNvGrpSpPr/>
        <p:nvPr/>
      </p:nvGrpSpPr>
      <p:grpSpPr>
        <a:xfrm>
          <a:off x="0" y="0"/>
          <a:ext cx="0" cy="0"/>
          <a:chOff x="0" y="0"/>
          <a:chExt cx="0" cy="0"/>
        </a:xfrm>
      </p:grpSpPr>
      <p:sp>
        <p:nvSpPr>
          <p:cNvPr id="2939" name="Google Shape;2939;p46"/>
          <p:cNvSpPr/>
          <p:nvPr>
            <p:ph idx="2" type="pic"/>
          </p:nvPr>
        </p:nvSpPr>
        <p:spPr>
          <a:xfrm>
            <a:off x="790781" y="1275755"/>
            <a:ext cx="2403600" cy="1809000"/>
          </a:xfrm>
          <a:prstGeom prst="rect">
            <a:avLst/>
          </a:prstGeom>
          <a:noFill/>
          <a:ln>
            <a:noFill/>
          </a:ln>
        </p:spPr>
        <p:txBody>
          <a:bodyPr anchorCtr="0" anchor="t" bIns="34300" lIns="34300" spcFirstLastPara="1" rIns="34300" wrap="square" tIns="34300">
            <a:noAutofit/>
          </a:bodyPr>
          <a:lstStyle>
            <a:lvl1pPr indent="-171450" lvl="0" marL="1651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Raleway Medium"/>
                <a:ea typeface="Raleway Medium"/>
                <a:cs typeface="Raleway Medium"/>
                <a:sym typeface="Raleway Medium"/>
              </a:defRPr>
            </a:lvl1pPr>
            <a:lvl2pPr indent="-165100" lvl="1" marL="5080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171450" lvl="2" marL="8509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158750" lvl="3" marL="1193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158750" lvl="4" marL="15367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158750" lvl="5" marL="1879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158750" lvl="6" marL="22225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158750" lvl="7" marL="2565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158750" lvl="8" marL="29083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2940" name="Google Shape;2940;p46"/>
          <p:cNvSpPr/>
          <p:nvPr>
            <p:ph idx="3" type="pic"/>
          </p:nvPr>
        </p:nvSpPr>
        <p:spPr>
          <a:xfrm>
            <a:off x="3299753" y="1071563"/>
            <a:ext cx="2946300" cy="2217600"/>
          </a:xfrm>
          <a:prstGeom prst="rect">
            <a:avLst/>
          </a:prstGeom>
          <a:noFill/>
          <a:ln>
            <a:noFill/>
          </a:ln>
        </p:spPr>
        <p:txBody>
          <a:bodyPr anchorCtr="0" anchor="t" bIns="34300" lIns="34300" spcFirstLastPara="1" rIns="34300" wrap="square" tIns="34300">
            <a:noAutofit/>
          </a:bodyPr>
          <a:lstStyle>
            <a:lvl1pPr indent="-171450" lvl="0" marL="1651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Raleway Medium"/>
                <a:ea typeface="Raleway Medium"/>
                <a:cs typeface="Raleway Medium"/>
                <a:sym typeface="Raleway Medium"/>
              </a:defRPr>
            </a:lvl1pPr>
            <a:lvl2pPr indent="-165100" lvl="1" marL="5080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171450" lvl="2" marL="8509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158750" lvl="3" marL="1193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158750" lvl="4" marL="15367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158750" lvl="5" marL="1879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158750" lvl="6" marL="22225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158750" lvl="7" marL="2565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158750" lvl="8" marL="29083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2941" name="Google Shape;2941;p46"/>
          <p:cNvSpPr/>
          <p:nvPr>
            <p:ph idx="4" type="pic"/>
          </p:nvPr>
        </p:nvSpPr>
        <p:spPr>
          <a:xfrm>
            <a:off x="6351538" y="1275755"/>
            <a:ext cx="2403600" cy="1809000"/>
          </a:xfrm>
          <a:prstGeom prst="rect">
            <a:avLst/>
          </a:prstGeom>
          <a:noFill/>
          <a:ln>
            <a:noFill/>
          </a:ln>
        </p:spPr>
        <p:txBody>
          <a:bodyPr anchorCtr="0" anchor="t" bIns="34300" lIns="34300" spcFirstLastPara="1" rIns="34300" wrap="square" tIns="34300">
            <a:noAutofit/>
          </a:bodyPr>
          <a:lstStyle>
            <a:lvl1pPr indent="-171450" lvl="0" marL="1651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Raleway Medium"/>
                <a:ea typeface="Raleway Medium"/>
                <a:cs typeface="Raleway Medium"/>
                <a:sym typeface="Raleway Medium"/>
              </a:defRPr>
            </a:lvl1pPr>
            <a:lvl2pPr indent="-165100" lvl="1" marL="5080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171450" lvl="2" marL="8509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158750" lvl="3" marL="1193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158750" lvl="4" marL="15367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158750" lvl="5" marL="1879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158750" lvl="6" marL="22225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158750" lvl="7" marL="2565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158750" lvl="8" marL="29083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2942" name="Google Shape;2942;p46"/>
          <p:cNvSpPr txBox="1"/>
          <p:nvPr>
            <p:ph idx="11" type="ftr"/>
          </p:nvPr>
        </p:nvSpPr>
        <p:spPr>
          <a:xfrm>
            <a:off x="0" y="0"/>
            <a:ext cx="1125300" cy="11250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2943" name="Google Shape;2943;p46"/>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1">
  <p:cSld name="CUSTOM_1_2">
    <p:bg>
      <p:bgPr>
        <a:solidFill>
          <a:srgbClr val="F3F3F3"/>
        </a:solidFill>
      </p:bgPr>
    </p:bg>
    <p:spTree>
      <p:nvGrpSpPr>
        <p:cNvPr id="2944" name="Shape 2944"/>
        <p:cNvGrpSpPr/>
        <p:nvPr/>
      </p:nvGrpSpPr>
      <p:grpSpPr>
        <a:xfrm>
          <a:off x="0" y="0"/>
          <a:ext cx="0" cy="0"/>
          <a:chOff x="0" y="0"/>
          <a:chExt cx="0" cy="0"/>
        </a:xfrm>
      </p:grpSpPr>
      <p:sp>
        <p:nvSpPr>
          <p:cNvPr id="2945" name="Google Shape;2945;p47"/>
          <p:cNvSpPr txBox="1"/>
          <p:nvPr>
            <p:ph type="ctrTitle"/>
          </p:nvPr>
        </p:nvSpPr>
        <p:spPr>
          <a:xfrm>
            <a:off x="917900" y="1782500"/>
            <a:ext cx="7479600" cy="1578600"/>
          </a:xfrm>
          <a:prstGeom prst="rect">
            <a:avLst/>
          </a:prstGeom>
          <a:noFill/>
          <a:ln>
            <a:noFill/>
          </a:ln>
        </p:spPr>
        <p:txBody>
          <a:bodyPr anchorCtr="0" anchor="ctr" bIns="34275" lIns="68575" spcFirstLastPara="1" rIns="68575" wrap="square" tIns="34275">
            <a:noAutofit/>
          </a:bodyPr>
          <a:lstStyle>
            <a:lvl1pPr lvl="0" rtl="0" algn="ctr">
              <a:lnSpc>
                <a:spcPct val="90000"/>
              </a:lnSpc>
              <a:spcBef>
                <a:spcPts val="0"/>
              </a:spcBef>
              <a:spcAft>
                <a:spcPts val="0"/>
              </a:spcAft>
              <a:buSzPts val="3000"/>
              <a:buNone/>
              <a:defRPr sz="3000"/>
            </a:lvl1pPr>
            <a:lvl2pPr lvl="1" rtl="0" algn="ctr">
              <a:spcBef>
                <a:spcPts val="0"/>
              </a:spcBef>
              <a:spcAft>
                <a:spcPts val="0"/>
              </a:spcAft>
              <a:buSzPts val="3000"/>
              <a:buFont typeface="Fjalla One"/>
              <a:buNone/>
              <a:defRPr sz="3000">
                <a:latin typeface="Fjalla One"/>
                <a:ea typeface="Fjalla One"/>
                <a:cs typeface="Fjalla One"/>
                <a:sym typeface="Fjalla One"/>
              </a:defRPr>
            </a:lvl2pPr>
            <a:lvl3pPr lvl="2" rtl="0" algn="ctr">
              <a:spcBef>
                <a:spcPts val="0"/>
              </a:spcBef>
              <a:spcAft>
                <a:spcPts val="0"/>
              </a:spcAft>
              <a:buSzPts val="3000"/>
              <a:buFont typeface="Fjalla One"/>
              <a:buNone/>
              <a:defRPr sz="3000">
                <a:latin typeface="Fjalla One"/>
                <a:ea typeface="Fjalla One"/>
                <a:cs typeface="Fjalla One"/>
                <a:sym typeface="Fjalla One"/>
              </a:defRPr>
            </a:lvl3pPr>
            <a:lvl4pPr lvl="3" rtl="0" algn="ctr">
              <a:spcBef>
                <a:spcPts val="0"/>
              </a:spcBef>
              <a:spcAft>
                <a:spcPts val="0"/>
              </a:spcAft>
              <a:buSzPts val="3000"/>
              <a:buFont typeface="Fjalla One"/>
              <a:buNone/>
              <a:defRPr sz="3000">
                <a:latin typeface="Fjalla One"/>
                <a:ea typeface="Fjalla One"/>
                <a:cs typeface="Fjalla One"/>
                <a:sym typeface="Fjalla One"/>
              </a:defRPr>
            </a:lvl4pPr>
            <a:lvl5pPr lvl="4" rtl="0" algn="ctr">
              <a:spcBef>
                <a:spcPts val="0"/>
              </a:spcBef>
              <a:spcAft>
                <a:spcPts val="0"/>
              </a:spcAft>
              <a:buSzPts val="3000"/>
              <a:buFont typeface="Fjalla One"/>
              <a:buNone/>
              <a:defRPr sz="3000">
                <a:latin typeface="Fjalla One"/>
                <a:ea typeface="Fjalla One"/>
                <a:cs typeface="Fjalla One"/>
                <a:sym typeface="Fjalla One"/>
              </a:defRPr>
            </a:lvl5pPr>
            <a:lvl6pPr lvl="5" rtl="0" algn="ctr">
              <a:spcBef>
                <a:spcPts val="0"/>
              </a:spcBef>
              <a:spcAft>
                <a:spcPts val="0"/>
              </a:spcAft>
              <a:buSzPts val="3000"/>
              <a:buFont typeface="Fjalla One"/>
              <a:buNone/>
              <a:defRPr sz="3000">
                <a:latin typeface="Fjalla One"/>
                <a:ea typeface="Fjalla One"/>
                <a:cs typeface="Fjalla One"/>
                <a:sym typeface="Fjalla One"/>
              </a:defRPr>
            </a:lvl6pPr>
            <a:lvl7pPr lvl="6" rtl="0" algn="ctr">
              <a:spcBef>
                <a:spcPts val="0"/>
              </a:spcBef>
              <a:spcAft>
                <a:spcPts val="0"/>
              </a:spcAft>
              <a:buSzPts val="3000"/>
              <a:buFont typeface="Fjalla One"/>
              <a:buNone/>
              <a:defRPr sz="3000">
                <a:latin typeface="Fjalla One"/>
                <a:ea typeface="Fjalla One"/>
                <a:cs typeface="Fjalla One"/>
                <a:sym typeface="Fjalla One"/>
              </a:defRPr>
            </a:lvl7pPr>
            <a:lvl8pPr lvl="7" rtl="0" algn="ctr">
              <a:spcBef>
                <a:spcPts val="0"/>
              </a:spcBef>
              <a:spcAft>
                <a:spcPts val="0"/>
              </a:spcAft>
              <a:buSzPts val="3000"/>
              <a:buFont typeface="Fjalla One"/>
              <a:buNone/>
              <a:defRPr sz="3000">
                <a:latin typeface="Fjalla One"/>
                <a:ea typeface="Fjalla One"/>
                <a:cs typeface="Fjalla One"/>
                <a:sym typeface="Fjalla One"/>
              </a:defRPr>
            </a:lvl8pPr>
            <a:lvl9pPr lvl="8" rtl="0" algn="ctr">
              <a:spcBef>
                <a:spcPts val="0"/>
              </a:spcBef>
              <a:spcAft>
                <a:spcPts val="0"/>
              </a:spcAft>
              <a:buSzPts val="3000"/>
              <a:buFont typeface="Fjalla One"/>
              <a:buNone/>
              <a:defRPr sz="3000">
                <a:latin typeface="Fjalla One"/>
                <a:ea typeface="Fjalla One"/>
                <a:cs typeface="Fjalla One"/>
                <a:sym typeface="Fjalla One"/>
              </a:defRPr>
            </a:lvl9pPr>
          </a:lstStyle>
          <a:p/>
        </p:txBody>
      </p:sp>
      <p:sp>
        <p:nvSpPr>
          <p:cNvPr id="2946" name="Google Shape;2946;p47"/>
          <p:cNvSpPr/>
          <p:nvPr/>
        </p:nvSpPr>
        <p:spPr>
          <a:xfrm flipH="1">
            <a:off x="8421300" y="0"/>
            <a:ext cx="722700" cy="51435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47"/>
          <p:cNvSpPr/>
          <p:nvPr/>
        </p:nvSpPr>
        <p:spPr>
          <a:xfrm>
            <a:off x="0" y="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950" name="Shape 2950"/>
        <p:cNvGrpSpPr/>
        <p:nvPr/>
      </p:nvGrpSpPr>
      <p:grpSpPr>
        <a:xfrm>
          <a:off x="0" y="0"/>
          <a:ext cx="0" cy="0"/>
          <a:chOff x="0" y="0"/>
          <a:chExt cx="0" cy="0"/>
        </a:xfrm>
      </p:grpSpPr>
      <p:sp>
        <p:nvSpPr>
          <p:cNvPr id="2951" name="Google Shape;2951;p49"/>
          <p:cNvSpPr txBox="1"/>
          <p:nvPr>
            <p:ph idx="10" type="dt"/>
          </p:nvPr>
        </p:nvSpPr>
        <p:spPr>
          <a:xfrm>
            <a:off x="628650" y="4767263"/>
            <a:ext cx="20574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2952" name="Google Shape;2952;p49"/>
          <p:cNvSpPr txBox="1"/>
          <p:nvPr>
            <p:ph idx="11" type="ftr"/>
          </p:nvPr>
        </p:nvSpPr>
        <p:spPr>
          <a:xfrm>
            <a:off x="113541" y="4767263"/>
            <a:ext cx="30861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2953" name="Google Shape;2953;p49"/>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b="0" i="0" sz="1200" u="none" cap="none" strike="noStrike">
                <a:solidFill>
                  <a:schemeClr val="lt1"/>
                </a:solidFill>
                <a:latin typeface="Raleway"/>
                <a:ea typeface="Raleway"/>
                <a:cs typeface="Raleway"/>
                <a:sym typeface="Raleway"/>
              </a:defRPr>
            </a:lvl1pPr>
            <a:lvl2pPr indent="0" lvl="1" marL="0" marR="0" rtl="0" algn="r">
              <a:spcBef>
                <a:spcPts val="0"/>
              </a:spcBef>
              <a:buNone/>
              <a:defRPr b="0" i="0" sz="1200" u="none" cap="none" strike="noStrike">
                <a:solidFill>
                  <a:schemeClr val="lt1"/>
                </a:solidFill>
                <a:latin typeface="Raleway"/>
                <a:ea typeface="Raleway"/>
                <a:cs typeface="Raleway"/>
                <a:sym typeface="Raleway"/>
              </a:defRPr>
            </a:lvl2pPr>
            <a:lvl3pPr indent="0" lvl="2" marL="0" marR="0" rtl="0" algn="r">
              <a:spcBef>
                <a:spcPts val="0"/>
              </a:spcBef>
              <a:buNone/>
              <a:defRPr b="0" i="0" sz="1200" u="none" cap="none" strike="noStrike">
                <a:solidFill>
                  <a:schemeClr val="lt1"/>
                </a:solidFill>
                <a:latin typeface="Raleway"/>
                <a:ea typeface="Raleway"/>
                <a:cs typeface="Raleway"/>
                <a:sym typeface="Raleway"/>
              </a:defRPr>
            </a:lvl3pPr>
            <a:lvl4pPr indent="0" lvl="3" marL="0" marR="0" rtl="0" algn="r">
              <a:spcBef>
                <a:spcPts val="0"/>
              </a:spcBef>
              <a:buNone/>
              <a:defRPr b="0" i="0" sz="1200" u="none" cap="none" strike="noStrike">
                <a:solidFill>
                  <a:schemeClr val="lt1"/>
                </a:solidFill>
                <a:latin typeface="Raleway"/>
                <a:ea typeface="Raleway"/>
                <a:cs typeface="Raleway"/>
                <a:sym typeface="Raleway"/>
              </a:defRPr>
            </a:lvl4pPr>
            <a:lvl5pPr indent="0" lvl="4" marL="0" marR="0" rtl="0" algn="r">
              <a:spcBef>
                <a:spcPts val="0"/>
              </a:spcBef>
              <a:buNone/>
              <a:defRPr b="0" i="0" sz="1200" u="none" cap="none" strike="noStrike">
                <a:solidFill>
                  <a:schemeClr val="lt1"/>
                </a:solidFill>
                <a:latin typeface="Raleway"/>
                <a:ea typeface="Raleway"/>
                <a:cs typeface="Raleway"/>
                <a:sym typeface="Raleway"/>
              </a:defRPr>
            </a:lvl5pPr>
            <a:lvl6pPr indent="0" lvl="5" marL="0" marR="0" rtl="0" algn="r">
              <a:spcBef>
                <a:spcPts val="0"/>
              </a:spcBef>
              <a:buNone/>
              <a:defRPr b="0" i="0" sz="1200" u="none" cap="none" strike="noStrike">
                <a:solidFill>
                  <a:schemeClr val="lt1"/>
                </a:solidFill>
                <a:latin typeface="Raleway"/>
                <a:ea typeface="Raleway"/>
                <a:cs typeface="Raleway"/>
                <a:sym typeface="Raleway"/>
              </a:defRPr>
            </a:lvl6pPr>
            <a:lvl7pPr indent="0" lvl="6" marL="0" marR="0" rtl="0" algn="r">
              <a:spcBef>
                <a:spcPts val="0"/>
              </a:spcBef>
              <a:buNone/>
              <a:defRPr b="0" i="0" sz="1200" u="none" cap="none" strike="noStrike">
                <a:solidFill>
                  <a:schemeClr val="lt1"/>
                </a:solidFill>
                <a:latin typeface="Raleway"/>
                <a:ea typeface="Raleway"/>
                <a:cs typeface="Raleway"/>
                <a:sym typeface="Raleway"/>
              </a:defRPr>
            </a:lvl7pPr>
            <a:lvl8pPr indent="0" lvl="7" marL="0" marR="0" rtl="0" algn="r">
              <a:spcBef>
                <a:spcPts val="0"/>
              </a:spcBef>
              <a:buNone/>
              <a:defRPr b="0" i="0" sz="1200" u="none" cap="none" strike="noStrike">
                <a:solidFill>
                  <a:schemeClr val="lt1"/>
                </a:solidFill>
                <a:latin typeface="Raleway"/>
                <a:ea typeface="Raleway"/>
                <a:cs typeface="Raleway"/>
                <a:sym typeface="Raleway"/>
              </a:defRPr>
            </a:lvl8pPr>
            <a:lvl9pPr indent="0" lvl="8" marL="0" marR="0" rtl="0" algn="r">
              <a:spcBef>
                <a:spcPts val="0"/>
              </a:spcBef>
              <a:buNone/>
              <a:defRPr b="0" i="0" sz="1200" u="none" cap="none" strike="noStrike">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ffee Break">
  <p:cSld name="1_Coffee Break">
    <p:spTree>
      <p:nvGrpSpPr>
        <p:cNvPr id="2954" name="Shape 2954"/>
        <p:cNvGrpSpPr/>
        <p:nvPr/>
      </p:nvGrpSpPr>
      <p:grpSpPr>
        <a:xfrm>
          <a:off x="0" y="0"/>
          <a:ext cx="0" cy="0"/>
          <a:chOff x="0" y="0"/>
          <a:chExt cx="0" cy="0"/>
        </a:xfrm>
      </p:grpSpPr>
      <p:sp>
        <p:nvSpPr>
          <p:cNvPr id="2955" name="Google Shape;2955;p50"/>
          <p:cNvSpPr/>
          <p:nvPr>
            <p:ph idx="2" type="pic"/>
          </p:nvPr>
        </p:nvSpPr>
        <p:spPr>
          <a:xfrm>
            <a:off x="0" y="882201"/>
            <a:ext cx="2131200" cy="4261200"/>
          </a:xfrm>
          <a:prstGeom prst="rect">
            <a:avLst/>
          </a:prstGeom>
          <a:solidFill>
            <a:srgbClr val="BFBFBF"/>
          </a:solidFill>
          <a:ln>
            <a:noFill/>
          </a:ln>
        </p:spPr>
        <p:txBody>
          <a:bodyPr anchorCtr="0" anchor="t" bIns="34300" lIns="34300" spcFirstLastPara="1" rIns="34300" wrap="square" tIns="34300">
            <a:noAutofit/>
          </a:bodyPr>
          <a:lstStyle>
            <a:lvl1pPr indent="-171450" lvl="0" marL="1651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Raleway Medium"/>
                <a:ea typeface="Raleway Medium"/>
                <a:cs typeface="Raleway Medium"/>
                <a:sym typeface="Raleway Medium"/>
              </a:defRPr>
            </a:lvl1pPr>
            <a:lvl2pPr indent="-165100" lvl="1" marL="5080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171450" lvl="2" marL="8509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158750" lvl="3" marL="1193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158750" lvl="4" marL="15367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158750" lvl="5" marL="1879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158750" lvl="6" marL="22225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158750" lvl="7" marL="2565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158750" lvl="8" marL="29083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2956" name="Google Shape;2956;p50"/>
          <p:cNvSpPr/>
          <p:nvPr>
            <p:ph idx="3" type="pic"/>
          </p:nvPr>
        </p:nvSpPr>
        <p:spPr>
          <a:xfrm>
            <a:off x="5294898" y="0"/>
            <a:ext cx="3849000" cy="5143500"/>
          </a:xfrm>
          <a:prstGeom prst="rect">
            <a:avLst/>
          </a:prstGeom>
          <a:solidFill>
            <a:srgbClr val="BFBFBF"/>
          </a:solidFill>
          <a:ln>
            <a:noFill/>
          </a:ln>
        </p:spPr>
        <p:txBody>
          <a:bodyPr anchorCtr="0" anchor="t" bIns="34300" lIns="34300" spcFirstLastPara="1" rIns="34300" wrap="square" tIns="34300">
            <a:noAutofit/>
          </a:bodyPr>
          <a:lstStyle>
            <a:lvl1pPr indent="-171450" lvl="0" marL="1651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Raleway Medium"/>
                <a:ea typeface="Raleway Medium"/>
                <a:cs typeface="Raleway Medium"/>
                <a:sym typeface="Raleway Medium"/>
              </a:defRPr>
            </a:lvl1pPr>
            <a:lvl2pPr indent="-165100" lvl="1" marL="5080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171450" lvl="2" marL="8509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158750" lvl="3" marL="1193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158750" lvl="4" marL="15367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158750" lvl="5" marL="1879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158750" lvl="6" marL="22225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158750" lvl="7" marL="2565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158750" lvl="8" marL="29083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2957" name="Google Shape;2957;p50"/>
          <p:cNvSpPr txBox="1"/>
          <p:nvPr>
            <p:ph idx="11" type="ftr"/>
          </p:nvPr>
        </p:nvSpPr>
        <p:spPr>
          <a:xfrm>
            <a:off x="0" y="0"/>
            <a:ext cx="1125300" cy="11250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2958" name="Google Shape;2958;p50"/>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b="0" i="0" sz="1200" u="none" cap="none" strike="noStrike">
                <a:solidFill>
                  <a:schemeClr val="lt1"/>
                </a:solidFill>
                <a:latin typeface="Raleway"/>
                <a:ea typeface="Raleway"/>
                <a:cs typeface="Raleway"/>
                <a:sym typeface="Raleway"/>
              </a:defRPr>
            </a:lvl1pPr>
            <a:lvl2pPr indent="0" lvl="1" marL="0" marR="0" rtl="0" algn="r">
              <a:spcBef>
                <a:spcPts val="0"/>
              </a:spcBef>
              <a:buNone/>
              <a:defRPr b="0" i="0" sz="1200" u="none" cap="none" strike="noStrike">
                <a:solidFill>
                  <a:schemeClr val="lt1"/>
                </a:solidFill>
                <a:latin typeface="Raleway"/>
                <a:ea typeface="Raleway"/>
                <a:cs typeface="Raleway"/>
                <a:sym typeface="Raleway"/>
              </a:defRPr>
            </a:lvl2pPr>
            <a:lvl3pPr indent="0" lvl="2" marL="0" marR="0" rtl="0" algn="r">
              <a:spcBef>
                <a:spcPts val="0"/>
              </a:spcBef>
              <a:buNone/>
              <a:defRPr b="0" i="0" sz="1200" u="none" cap="none" strike="noStrike">
                <a:solidFill>
                  <a:schemeClr val="lt1"/>
                </a:solidFill>
                <a:latin typeface="Raleway"/>
                <a:ea typeface="Raleway"/>
                <a:cs typeface="Raleway"/>
                <a:sym typeface="Raleway"/>
              </a:defRPr>
            </a:lvl3pPr>
            <a:lvl4pPr indent="0" lvl="3" marL="0" marR="0" rtl="0" algn="r">
              <a:spcBef>
                <a:spcPts val="0"/>
              </a:spcBef>
              <a:buNone/>
              <a:defRPr b="0" i="0" sz="1200" u="none" cap="none" strike="noStrike">
                <a:solidFill>
                  <a:schemeClr val="lt1"/>
                </a:solidFill>
                <a:latin typeface="Raleway"/>
                <a:ea typeface="Raleway"/>
                <a:cs typeface="Raleway"/>
                <a:sym typeface="Raleway"/>
              </a:defRPr>
            </a:lvl4pPr>
            <a:lvl5pPr indent="0" lvl="4" marL="0" marR="0" rtl="0" algn="r">
              <a:spcBef>
                <a:spcPts val="0"/>
              </a:spcBef>
              <a:buNone/>
              <a:defRPr b="0" i="0" sz="1200" u="none" cap="none" strike="noStrike">
                <a:solidFill>
                  <a:schemeClr val="lt1"/>
                </a:solidFill>
                <a:latin typeface="Raleway"/>
                <a:ea typeface="Raleway"/>
                <a:cs typeface="Raleway"/>
                <a:sym typeface="Raleway"/>
              </a:defRPr>
            </a:lvl5pPr>
            <a:lvl6pPr indent="0" lvl="5" marL="0" marR="0" rtl="0" algn="r">
              <a:spcBef>
                <a:spcPts val="0"/>
              </a:spcBef>
              <a:buNone/>
              <a:defRPr b="0" i="0" sz="1200" u="none" cap="none" strike="noStrike">
                <a:solidFill>
                  <a:schemeClr val="lt1"/>
                </a:solidFill>
                <a:latin typeface="Raleway"/>
                <a:ea typeface="Raleway"/>
                <a:cs typeface="Raleway"/>
                <a:sym typeface="Raleway"/>
              </a:defRPr>
            </a:lvl6pPr>
            <a:lvl7pPr indent="0" lvl="6" marL="0" marR="0" rtl="0" algn="r">
              <a:spcBef>
                <a:spcPts val="0"/>
              </a:spcBef>
              <a:buNone/>
              <a:defRPr b="0" i="0" sz="1200" u="none" cap="none" strike="noStrike">
                <a:solidFill>
                  <a:schemeClr val="lt1"/>
                </a:solidFill>
                <a:latin typeface="Raleway"/>
                <a:ea typeface="Raleway"/>
                <a:cs typeface="Raleway"/>
                <a:sym typeface="Raleway"/>
              </a:defRPr>
            </a:lvl7pPr>
            <a:lvl8pPr indent="0" lvl="7" marL="0" marR="0" rtl="0" algn="r">
              <a:spcBef>
                <a:spcPts val="0"/>
              </a:spcBef>
              <a:buNone/>
              <a:defRPr b="0" i="0" sz="1200" u="none" cap="none" strike="noStrike">
                <a:solidFill>
                  <a:schemeClr val="lt1"/>
                </a:solidFill>
                <a:latin typeface="Raleway"/>
                <a:ea typeface="Raleway"/>
                <a:cs typeface="Raleway"/>
                <a:sym typeface="Raleway"/>
              </a:defRPr>
            </a:lvl8pPr>
            <a:lvl9pPr indent="0" lvl="8" marL="0" marR="0" rtl="0" algn="r">
              <a:spcBef>
                <a:spcPts val="0"/>
              </a:spcBef>
              <a:buNone/>
              <a:defRPr b="0" i="0" sz="1200" u="none" cap="none" strike="noStrike">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ffee Break">
  <p:cSld name="3_Coffee Break">
    <p:spTree>
      <p:nvGrpSpPr>
        <p:cNvPr id="2959" name="Shape 2959"/>
        <p:cNvGrpSpPr/>
        <p:nvPr/>
      </p:nvGrpSpPr>
      <p:grpSpPr>
        <a:xfrm>
          <a:off x="0" y="0"/>
          <a:ext cx="0" cy="0"/>
          <a:chOff x="0" y="0"/>
          <a:chExt cx="0" cy="0"/>
        </a:xfrm>
      </p:grpSpPr>
      <p:sp>
        <p:nvSpPr>
          <p:cNvPr id="2960" name="Google Shape;2960;p51"/>
          <p:cNvSpPr/>
          <p:nvPr>
            <p:ph idx="2" type="pic"/>
          </p:nvPr>
        </p:nvSpPr>
        <p:spPr>
          <a:xfrm>
            <a:off x="0" y="2149749"/>
            <a:ext cx="1531200" cy="2993700"/>
          </a:xfrm>
          <a:prstGeom prst="rect">
            <a:avLst/>
          </a:prstGeom>
          <a:solidFill>
            <a:srgbClr val="BFBFBF"/>
          </a:solidFill>
          <a:ln>
            <a:noFill/>
          </a:ln>
        </p:spPr>
        <p:txBody>
          <a:bodyPr anchorCtr="0" anchor="t" bIns="34300" lIns="34300" spcFirstLastPara="1" rIns="34300" wrap="square" tIns="34300">
            <a:noAutofit/>
          </a:bodyPr>
          <a:lstStyle>
            <a:lvl1pPr indent="-171450" lvl="0" marL="1651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Raleway Medium"/>
                <a:ea typeface="Raleway Medium"/>
                <a:cs typeface="Raleway Medium"/>
                <a:sym typeface="Raleway Medium"/>
              </a:defRPr>
            </a:lvl1pPr>
            <a:lvl2pPr indent="-165100" lvl="1" marL="5080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171450" lvl="2" marL="8509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158750" lvl="3" marL="1193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158750" lvl="4" marL="15367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158750" lvl="5" marL="1879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158750" lvl="6" marL="22225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158750" lvl="7" marL="2565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158750" lvl="8" marL="29083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2961" name="Google Shape;2961;p51"/>
          <p:cNvSpPr/>
          <p:nvPr>
            <p:ph idx="3" type="pic"/>
          </p:nvPr>
        </p:nvSpPr>
        <p:spPr>
          <a:xfrm>
            <a:off x="0" y="0"/>
            <a:ext cx="3825300" cy="5143500"/>
          </a:xfrm>
          <a:prstGeom prst="rect">
            <a:avLst/>
          </a:prstGeom>
          <a:solidFill>
            <a:srgbClr val="BFBFBF"/>
          </a:solidFill>
          <a:ln>
            <a:noFill/>
          </a:ln>
        </p:spPr>
        <p:txBody>
          <a:bodyPr anchorCtr="0" anchor="t" bIns="34300" lIns="34300" spcFirstLastPara="1" rIns="34300" wrap="square" tIns="34300">
            <a:noAutofit/>
          </a:bodyPr>
          <a:lstStyle>
            <a:lvl1pPr indent="-171450" lvl="0" marL="1651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Raleway Medium"/>
                <a:ea typeface="Raleway Medium"/>
                <a:cs typeface="Raleway Medium"/>
                <a:sym typeface="Raleway Medium"/>
              </a:defRPr>
            </a:lvl1pPr>
            <a:lvl2pPr indent="-165100" lvl="1" marL="5080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171450" lvl="2" marL="8509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158750" lvl="3" marL="1193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158750" lvl="4" marL="15367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158750" lvl="5" marL="1879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158750" lvl="6" marL="22225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158750" lvl="7" marL="2565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158750" lvl="8" marL="29083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2962" name="Google Shape;2962;p51"/>
          <p:cNvSpPr/>
          <p:nvPr>
            <p:ph idx="4" type="pic"/>
          </p:nvPr>
        </p:nvSpPr>
        <p:spPr>
          <a:xfrm>
            <a:off x="1243027" y="0"/>
            <a:ext cx="3979200" cy="2046000"/>
          </a:xfrm>
          <a:prstGeom prst="rect">
            <a:avLst/>
          </a:prstGeom>
          <a:solidFill>
            <a:srgbClr val="BFBFBF"/>
          </a:solidFill>
          <a:ln>
            <a:noFill/>
          </a:ln>
        </p:spPr>
        <p:txBody>
          <a:bodyPr anchorCtr="0" anchor="t" bIns="34300" lIns="34300" spcFirstLastPara="1" rIns="34300" wrap="square" tIns="34300">
            <a:noAutofit/>
          </a:bodyPr>
          <a:lstStyle>
            <a:lvl1pPr indent="-171450" lvl="0" marL="1651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Raleway Medium"/>
                <a:ea typeface="Raleway Medium"/>
                <a:cs typeface="Raleway Medium"/>
                <a:sym typeface="Raleway Medium"/>
              </a:defRPr>
            </a:lvl1pPr>
            <a:lvl2pPr indent="-165100" lvl="1" marL="5080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171450" lvl="2" marL="8509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158750" lvl="3" marL="1193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158750" lvl="4" marL="15367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158750" lvl="5" marL="1879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158750" lvl="6" marL="22225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158750" lvl="7" marL="2565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158750" lvl="8" marL="29083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2963" name="Google Shape;2963;p51"/>
          <p:cNvSpPr txBox="1"/>
          <p:nvPr>
            <p:ph idx="11" type="ftr"/>
          </p:nvPr>
        </p:nvSpPr>
        <p:spPr>
          <a:xfrm>
            <a:off x="0" y="0"/>
            <a:ext cx="1125300" cy="11250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2964" name="Google Shape;2964;p51"/>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screen Image">
  <p:cSld name="Fullscreen Image">
    <p:spTree>
      <p:nvGrpSpPr>
        <p:cNvPr id="2965" name="Shape 2965"/>
        <p:cNvGrpSpPr/>
        <p:nvPr/>
      </p:nvGrpSpPr>
      <p:grpSpPr>
        <a:xfrm>
          <a:off x="0" y="0"/>
          <a:ext cx="0" cy="0"/>
          <a:chOff x="0" y="0"/>
          <a:chExt cx="0" cy="0"/>
        </a:xfrm>
      </p:grpSpPr>
      <p:sp>
        <p:nvSpPr>
          <p:cNvPr id="2966" name="Google Shape;2966;p52"/>
          <p:cNvSpPr/>
          <p:nvPr>
            <p:ph idx="2" type="pic"/>
          </p:nvPr>
        </p:nvSpPr>
        <p:spPr>
          <a:xfrm>
            <a:off x="0" y="0"/>
            <a:ext cx="9144000" cy="5143500"/>
          </a:xfrm>
          <a:prstGeom prst="rect">
            <a:avLst/>
          </a:prstGeom>
          <a:noFill/>
          <a:ln>
            <a:noFill/>
          </a:ln>
        </p:spPr>
        <p:txBody>
          <a:bodyPr anchorCtr="0" anchor="t" bIns="34300" lIns="34300" spcFirstLastPara="1" rIns="34300" wrap="square" tIns="34300">
            <a:noAutofit/>
          </a:bodyPr>
          <a:lstStyle>
            <a:lvl1pPr indent="0" lvl="0" marL="0" marR="0" rtl="0" algn="l">
              <a:lnSpc>
                <a:spcPct val="90000"/>
              </a:lnSpc>
              <a:spcBef>
                <a:spcPts val="800"/>
              </a:spcBef>
              <a:spcAft>
                <a:spcPts val="0"/>
              </a:spcAft>
              <a:buClr>
                <a:schemeClr val="lt2"/>
              </a:buClr>
              <a:buSzPts val="1200"/>
              <a:buFont typeface="Arial"/>
              <a:buNone/>
              <a:defRPr b="0" i="0" sz="1200" u="none" cap="none" strike="noStrike">
                <a:solidFill>
                  <a:schemeClr val="lt2"/>
                </a:solidFill>
                <a:latin typeface="Raleway Medium"/>
                <a:ea typeface="Raleway Medium"/>
                <a:cs typeface="Raleway Medium"/>
                <a:sym typeface="Raleway Medium"/>
              </a:defRPr>
            </a:lvl1pPr>
            <a:lvl2pPr indent="-165100" lvl="1" marL="5080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171450" lvl="2" marL="8509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158750" lvl="3" marL="1193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158750" lvl="4" marL="15367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158750" lvl="5" marL="1879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158750" lvl="6" marL="22225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158750" lvl="7" marL="2565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158750" lvl="8" marL="29083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2967" name="Google Shape;2967;p52"/>
          <p:cNvSpPr txBox="1"/>
          <p:nvPr>
            <p:ph idx="11" type="ftr"/>
          </p:nvPr>
        </p:nvSpPr>
        <p:spPr>
          <a:xfrm>
            <a:off x="113541" y="4767263"/>
            <a:ext cx="30861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2968" name="Google Shape;2968;p52"/>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Left Img Layout">
  <p:cSld name="11_Left Img Layout">
    <p:spTree>
      <p:nvGrpSpPr>
        <p:cNvPr id="2969" name="Shape 2969"/>
        <p:cNvGrpSpPr/>
        <p:nvPr/>
      </p:nvGrpSpPr>
      <p:grpSpPr>
        <a:xfrm>
          <a:off x="0" y="0"/>
          <a:ext cx="0" cy="0"/>
          <a:chOff x="0" y="0"/>
          <a:chExt cx="0" cy="0"/>
        </a:xfrm>
      </p:grpSpPr>
      <p:sp>
        <p:nvSpPr>
          <p:cNvPr id="2970" name="Google Shape;2970;p53"/>
          <p:cNvSpPr/>
          <p:nvPr>
            <p:ph idx="2" type="pic"/>
          </p:nvPr>
        </p:nvSpPr>
        <p:spPr>
          <a:xfrm>
            <a:off x="1" y="0"/>
            <a:ext cx="5300700" cy="5143500"/>
          </a:xfrm>
          <a:prstGeom prst="rect">
            <a:avLst/>
          </a:prstGeom>
          <a:solidFill>
            <a:srgbClr val="88888A"/>
          </a:solidFill>
          <a:ln>
            <a:noFill/>
          </a:ln>
        </p:spPr>
        <p:txBody>
          <a:bodyPr anchorCtr="0" anchor="t" bIns="34300" lIns="34300" spcFirstLastPara="1" rIns="34300" wrap="square" tIns="34300">
            <a:noAutofit/>
          </a:bodyPr>
          <a:lstStyle>
            <a:lvl1pPr indent="0" lvl="0" marL="0" marR="0" rtl="0" algn="l">
              <a:lnSpc>
                <a:spcPct val="90000"/>
              </a:lnSpc>
              <a:spcBef>
                <a:spcPts val="800"/>
              </a:spcBef>
              <a:spcAft>
                <a:spcPts val="0"/>
              </a:spcAft>
              <a:buClr>
                <a:schemeClr val="lt2"/>
              </a:buClr>
              <a:buSzPts val="1200"/>
              <a:buFont typeface="Arial"/>
              <a:buNone/>
              <a:defRPr b="0" i="0" sz="1200" u="none" cap="none" strike="noStrike">
                <a:solidFill>
                  <a:schemeClr val="lt2"/>
                </a:solidFill>
                <a:latin typeface="Open Sans Light"/>
                <a:ea typeface="Open Sans Light"/>
                <a:cs typeface="Open Sans Light"/>
                <a:sym typeface="Open Sans Light"/>
              </a:defRPr>
            </a:lvl1pPr>
            <a:lvl2pPr indent="-165100" lvl="1" marL="5080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171450" lvl="2" marL="8509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158750" lvl="3" marL="1193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158750" lvl="4" marL="15367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158750" lvl="5" marL="1879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158750" lvl="6" marL="22225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158750" lvl="7" marL="2565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158750" lvl="8" marL="29083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2971" name="Google Shape;2971;p53"/>
          <p:cNvSpPr txBox="1"/>
          <p:nvPr>
            <p:ph idx="1" type="body"/>
          </p:nvPr>
        </p:nvSpPr>
        <p:spPr>
          <a:xfrm>
            <a:off x="5300663" y="620487"/>
            <a:ext cx="3228900" cy="1426200"/>
          </a:xfrm>
          <a:prstGeom prst="rect">
            <a:avLst/>
          </a:prstGeom>
          <a:noFill/>
          <a:ln>
            <a:noFill/>
          </a:ln>
        </p:spPr>
        <p:txBody>
          <a:bodyPr anchorCtr="0" anchor="t" bIns="34300" lIns="34300" spcFirstLastPara="1" rIns="34300" wrap="square" tIns="34300">
            <a:noAutofit/>
          </a:bodyPr>
          <a:lstStyle>
            <a:lvl1pPr indent="-228600" lvl="0" marL="457200" marR="0" rtl="0" algn="l">
              <a:lnSpc>
                <a:spcPct val="90000"/>
              </a:lnSpc>
              <a:spcBef>
                <a:spcPts val="0"/>
              </a:spcBef>
              <a:spcAft>
                <a:spcPts val="0"/>
              </a:spcAft>
              <a:buClr>
                <a:srgbClr val="88888A"/>
              </a:buClr>
              <a:buSzPts val="3700"/>
              <a:buFont typeface="Arial"/>
              <a:buNone/>
              <a:defRPr b="0" i="0" sz="3700" u="none" cap="none" strike="noStrike">
                <a:solidFill>
                  <a:srgbClr val="88888A"/>
                </a:solidFill>
                <a:latin typeface="Open Sans ExtraBold"/>
                <a:ea typeface="Open Sans ExtraBold"/>
                <a:cs typeface="Open Sans ExtraBold"/>
                <a:sym typeface="Open Sans ExtraBold"/>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311150" lvl="3" marL="1828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311150" lvl="4" marL="22860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311150" lvl="5" marL="27432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311150" lvl="6" marL="3200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311150" lvl="7" marL="3657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311150" lvl="8" marL="4114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2972" name="Google Shape;2972;p53"/>
          <p:cNvSpPr txBox="1"/>
          <p:nvPr>
            <p:ph idx="3" type="body"/>
          </p:nvPr>
        </p:nvSpPr>
        <p:spPr>
          <a:xfrm>
            <a:off x="5300663" y="2460171"/>
            <a:ext cx="3228900" cy="2264100"/>
          </a:xfrm>
          <a:prstGeom prst="rect">
            <a:avLst/>
          </a:prstGeom>
          <a:noFill/>
          <a:ln>
            <a:noFill/>
          </a:ln>
        </p:spPr>
        <p:txBody>
          <a:bodyPr anchorCtr="0" anchor="t" bIns="34300" lIns="34300" spcFirstLastPara="1" rIns="34300" wrap="square" tIns="34300">
            <a:noAutofit/>
          </a:bodyPr>
          <a:lstStyle>
            <a:lvl1pPr indent="-228600" lvl="0" marL="457200" marR="0" rtl="0" algn="l">
              <a:lnSpc>
                <a:spcPct val="110000"/>
              </a:lnSpc>
              <a:spcBef>
                <a:spcPts val="800"/>
              </a:spcBef>
              <a:spcAft>
                <a:spcPts val="0"/>
              </a:spcAft>
              <a:buClr>
                <a:srgbClr val="88888A"/>
              </a:buClr>
              <a:buSzPts val="1200"/>
              <a:buFont typeface="Arial"/>
              <a:buNone/>
              <a:defRPr b="0" i="0" sz="1200" u="none" cap="none" strike="noStrike">
                <a:solidFill>
                  <a:srgbClr val="88888A"/>
                </a:solidFill>
                <a:latin typeface="Raleway SemiBold"/>
                <a:ea typeface="Raleway SemiBold"/>
                <a:cs typeface="Raleway SemiBold"/>
                <a:sym typeface="Raleway SemiBold"/>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311150" lvl="3" marL="1828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311150" lvl="4" marL="22860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311150" lvl="5" marL="27432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311150" lvl="6" marL="3200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311150" lvl="7" marL="3657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311150" lvl="8" marL="4114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2973" name="Google Shape;2973;p53"/>
          <p:cNvSpPr txBox="1"/>
          <p:nvPr>
            <p:ph idx="11" type="ftr"/>
          </p:nvPr>
        </p:nvSpPr>
        <p:spPr>
          <a:xfrm>
            <a:off x="0" y="0"/>
            <a:ext cx="1125300" cy="11250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2974" name="Google Shape;2974;p53"/>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2975" name="Shape 2975"/>
        <p:cNvGrpSpPr/>
        <p:nvPr/>
      </p:nvGrpSpPr>
      <p:grpSpPr>
        <a:xfrm>
          <a:off x="0" y="0"/>
          <a:ext cx="0" cy="0"/>
          <a:chOff x="0" y="0"/>
          <a:chExt cx="0" cy="0"/>
        </a:xfrm>
      </p:grpSpPr>
      <p:sp>
        <p:nvSpPr>
          <p:cNvPr id="2976" name="Google Shape;2976;p54"/>
          <p:cNvSpPr/>
          <p:nvPr>
            <p:ph idx="2" type="pic"/>
          </p:nvPr>
        </p:nvSpPr>
        <p:spPr>
          <a:xfrm>
            <a:off x="790781" y="1275755"/>
            <a:ext cx="2403600" cy="1809000"/>
          </a:xfrm>
          <a:prstGeom prst="rect">
            <a:avLst/>
          </a:prstGeom>
          <a:noFill/>
          <a:ln>
            <a:noFill/>
          </a:ln>
        </p:spPr>
        <p:txBody>
          <a:bodyPr anchorCtr="0" anchor="t" bIns="34300" lIns="34300" spcFirstLastPara="1" rIns="34300" wrap="square" tIns="34300">
            <a:noAutofit/>
          </a:bodyPr>
          <a:lstStyle>
            <a:lvl1pPr indent="-171450" lvl="0" marL="1651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Raleway Medium"/>
                <a:ea typeface="Raleway Medium"/>
                <a:cs typeface="Raleway Medium"/>
                <a:sym typeface="Raleway Medium"/>
              </a:defRPr>
            </a:lvl1pPr>
            <a:lvl2pPr indent="-165100" lvl="1" marL="5080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171450" lvl="2" marL="8509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158750" lvl="3" marL="1193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158750" lvl="4" marL="15367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158750" lvl="5" marL="1879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158750" lvl="6" marL="22225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158750" lvl="7" marL="2565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158750" lvl="8" marL="29083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2977" name="Google Shape;2977;p54"/>
          <p:cNvSpPr/>
          <p:nvPr>
            <p:ph idx="3" type="pic"/>
          </p:nvPr>
        </p:nvSpPr>
        <p:spPr>
          <a:xfrm>
            <a:off x="3299753" y="1071563"/>
            <a:ext cx="2946300" cy="2217600"/>
          </a:xfrm>
          <a:prstGeom prst="rect">
            <a:avLst/>
          </a:prstGeom>
          <a:noFill/>
          <a:ln>
            <a:noFill/>
          </a:ln>
        </p:spPr>
        <p:txBody>
          <a:bodyPr anchorCtr="0" anchor="t" bIns="34300" lIns="34300" spcFirstLastPara="1" rIns="34300" wrap="square" tIns="34300">
            <a:noAutofit/>
          </a:bodyPr>
          <a:lstStyle>
            <a:lvl1pPr indent="-171450" lvl="0" marL="1651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Raleway Medium"/>
                <a:ea typeface="Raleway Medium"/>
                <a:cs typeface="Raleway Medium"/>
                <a:sym typeface="Raleway Medium"/>
              </a:defRPr>
            </a:lvl1pPr>
            <a:lvl2pPr indent="-165100" lvl="1" marL="5080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171450" lvl="2" marL="8509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158750" lvl="3" marL="1193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158750" lvl="4" marL="15367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158750" lvl="5" marL="1879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158750" lvl="6" marL="22225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158750" lvl="7" marL="2565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158750" lvl="8" marL="29083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2978" name="Google Shape;2978;p54"/>
          <p:cNvSpPr/>
          <p:nvPr>
            <p:ph idx="4" type="pic"/>
          </p:nvPr>
        </p:nvSpPr>
        <p:spPr>
          <a:xfrm>
            <a:off x="6351538" y="1275755"/>
            <a:ext cx="2403600" cy="1809000"/>
          </a:xfrm>
          <a:prstGeom prst="rect">
            <a:avLst/>
          </a:prstGeom>
          <a:noFill/>
          <a:ln>
            <a:noFill/>
          </a:ln>
        </p:spPr>
        <p:txBody>
          <a:bodyPr anchorCtr="0" anchor="t" bIns="34300" lIns="34300" spcFirstLastPara="1" rIns="34300" wrap="square" tIns="34300">
            <a:noAutofit/>
          </a:bodyPr>
          <a:lstStyle>
            <a:lvl1pPr indent="-171450" lvl="0" marL="1651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Raleway Medium"/>
                <a:ea typeface="Raleway Medium"/>
                <a:cs typeface="Raleway Medium"/>
                <a:sym typeface="Raleway Medium"/>
              </a:defRPr>
            </a:lvl1pPr>
            <a:lvl2pPr indent="-165100" lvl="1" marL="5080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171450" lvl="2" marL="8509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158750" lvl="3" marL="1193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158750" lvl="4" marL="15367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158750" lvl="5" marL="1879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158750" lvl="6" marL="22225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158750" lvl="7" marL="2565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158750" lvl="8" marL="29083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2979" name="Google Shape;2979;p54"/>
          <p:cNvSpPr txBox="1"/>
          <p:nvPr>
            <p:ph idx="11" type="ftr"/>
          </p:nvPr>
        </p:nvSpPr>
        <p:spPr>
          <a:xfrm>
            <a:off x="0" y="0"/>
            <a:ext cx="1125300" cy="11250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2980" name="Google Shape;2980;p54"/>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Slide 1">
  <p:cSld name="Master Slide 1">
    <p:spTree>
      <p:nvGrpSpPr>
        <p:cNvPr id="2981" name="Shape 2981"/>
        <p:cNvGrpSpPr/>
        <p:nvPr/>
      </p:nvGrpSpPr>
      <p:grpSpPr>
        <a:xfrm>
          <a:off x="0" y="0"/>
          <a:ext cx="0" cy="0"/>
          <a:chOff x="0" y="0"/>
          <a:chExt cx="0" cy="0"/>
        </a:xfrm>
      </p:grpSpPr>
      <p:sp>
        <p:nvSpPr>
          <p:cNvPr id="2982" name="Google Shape;2982;p55"/>
          <p:cNvSpPr txBox="1"/>
          <p:nvPr>
            <p:ph idx="11" type="ftr"/>
          </p:nvPr>
        </p:nvSpPr>
        <p:spPr>
          <a:xfrm>
            <a:off x="0" y="0"/>
            <a:ext cx="1125300" cy="11250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2983" name="Google Shape;2983;p55"/>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84" name="Shape 2984"/>
        <p:cNvGrpSpPr/>
        <p:nvPr/>
      </p:nvGrpSpPr>
      <p:grpSpPr>
        <a:xfrm>
          <a:off x="0" y="0"/>
          <a:ext cx="0" cy="0"/>
          <a:chOff x="0" y="0"/>
          <a:chExt cx="0" cy="0"/>
        </a:xfrm>
      </p:grpSpPr>
      <p:sp>
        <p:nvSpPr>
          <p:cNvPr id="2985" name="Google Shape;2985;p56"/>
          <p:cNvSpPr txBox="1"/>
          <p:nvPr>
            <p:ph type="title"/>
          </p:nvPr>
        </p:nvSpPr>
        <p:spPr>
          <a:xfrm>
            <a:off x="628650" y="273844"/>
            <a:ext cx="7886700" cy="994200"/>
          </a:xfrm>
          <a:prstGeom prst="rect">
            <a:avLst/>
          </a:prstGeom>
          <a:noFill/>
          <a:ln>
            <a:noFill/>
          </a:ln>
        </p:spPr>
        <p:txBody>
          <a:bodyPr anchorCtr="0" anchor="t" bIns="34300" lIns="34300" spcFirstLastPara="1" rIns="34300" wrap="square" tIns="34300">
            <a:noAutofit/>
          </a:bodyPr>
          <a:lstStyle>
            <a:lvl1pPr indent="0" lvl="0" marL="0" marR="0" rtl="0" algn="l">
              <a:lnSpc>
                <a:spcPct val="90000"/>
              </a:lnSpc>
              <a:spcBef>
                <a:spcPts val="0"/>
              </a:spcBef>
              <a:spcAft>
                <a:spcPts val="0"/>
              </a:spcAft>
              <a:buClr>
                <a:schemeClr val="dk1"/>
              </a:buClr>
              <a:buSzPts val="3300"/>
              <a:buFont typeface="Raleway SemiBold"/>
              <a:buNone/>
              <a:defRPr b="0" i="0" sz="3300" u="none" cap="none" strike="noStrike">
                <a:solidFill>
                  <a:schemeClr val="dk1"/>
                </a:solidFill>
                <a:latin typeface="Raleway SemiBold"/>
                <a:ea typeface="Raleway SemiBold"/>
                <a:cs typeface="Raleway SemiBold"/>
                <a:sym typeface="Raleway SemiBold"/>
              </a:defRPr>
            </a:lvl1pPr>
            <a:lvl2pPr indent="0" lvl="1" rtl="0">
              <a:spcBef>
                <a:spcPts val="0"/>
              </a:spcBef>
              <a:spcAft>
                <a:spcPts val="0"/>
              </a:spcAft>
              <a:buSzPts val="500"/>
              <a:buNone/>
              <a:defRPr sz="700"/>
            </a:lvl2pPr>
            <a:lvl3pPr indent="0" lvl="2" rtl="0">
              <a:spcBef>
                <a:spcPts val="0"/>
              </a:spcBef>
              <a:spcAft>
                <a:spcPts val="0"/>
              </a:spcAft>
              <a:buSzPts val="500"/>
              <a:buNone/>
              <a:defRPr sz="700"/>
            </a:lvl3pPr>
            <a:lvl4pPr indent="0" lvl="3" rtl="0">
              <a:spcBef>
                <a:spcPts val="0"/>
              </a:spcBef>
              <a:spcAft>
                <a:spcPts val="0"/>
              </a:spcAft>
              <a:buSzPts val="500"/>
              <a:buNone/>
              <a:defRPr sz="700"/>
            </a:lvl4pPr>
            <a:lvl5pPr indent="0" lvl="4" rtl="0">
              <a:spcBef>
                <a:spcPts val="0"/>
              </a:spcBef>
              <a:spcAft>
                <a:spcPts val="0"/>
              </a:spcAft>
              <a:buSzPts val="500"/>
              <a:buNone/>
              <a:defRPr sz="700"/>
            </a:lvl5pPr>
            <a:lvl6pPr indent="0" lvl="5" rtl="0">
              <a:spcBef>
                <a:spcPts val="0"/>
              </a:spcBef>
              <a:spcAft>
                <a:spcPts val="0"/>
              </a:spcAft>
              <a:buSzPts val="500"/>
              <a:buNone/>
              <a:defRPr sz="700"/>
            </a:lvl6pPr>
            <a:lvl7pPr indent="0" lvl="6" rtl="0">
              <a:spcBef>
                <a:spcPts val="0"/>
              </a:spcBef>
              <a:spcAft>
                <a:spcPts val="0"/>
              </a:spcAft>
              <a:buSzPts val="500"/>
              <a:buNone/>
              <a:defRPr sz="700"/>
            </a:lvl7pPr>
            <a:lvl8pPr indent="0" lvl="7" rtl="0">
              <a:spcBef>
                <a:spcPts val="0"/>
              </a:spcBef>
              <a:spcAft>
                <a:spcPts val="0"/>
              </a:spcAft>
              <a:buSzPts val="500"/>
              <a:buNone/>
              <a:defRPr sz="700"/>
            </a:lvl8pPr>
            <a:lvl9pPr indent="0" lvl="8" rtl="0">
              <a:spcBef>
                <a:spcPts val="0"/>
              </a:spcBef>
              <a:spcAft>
                <a:spcPts val="0"/>
              </a:spcAft>
              <a:buSzPts val="500"/>
              <a:buNone/>
              <a:defRPr sz="700"/>
            </a:lvl9pPr>
          </a:lstStyle>
          <a:p/>
        </p:txBody>
      </p:sp>
      <p:sp>
        <p:nvSpPr>
          <p:cNvPr id="2986" name="Google Shape;2986;p56"/>
          <p:cNvSpPr txBox="1"/>
          <p:nvPr>
            <p:ph idx="10" type="dt"/>
          </p:nvPr>
        </p:nvSpPr>
        <p:spPr>
          <a:xfrm>
            <a:off x="628650" y="4767263"/>
            <a:ext cx="20574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2987" name="Google Shape;2987;p56"/>
          <p:cNvSpPr txBox="1"/>
          <p:nvPr>
            <p:ph idx="11" type="ftr"/>
          </p:nvPr>
        </p:nvSpPr>
        <p:spPr>
          <a:xfrm>
            <a:off x="113541" y="4767263"/>
            <a:ext cx="30861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2988" name="Google Shape;2988;p56"/>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Footer">
  <p:cSld name="No Footer">
    <p:spTree>
      <p:nvGrpSpPr>
        <p:cNvPr id="2989" name="Shape 2989"/>
        <p:cNvGrpSpPr/>
        <p:nvPr/>
      </p:nvGrpSpPr>
      <p:grpSpPr>
        <a:xfrm>
          <a:off x="0" y="0"/>
          <a:ext cx="0" cy="0"/>
          <a:chOff x="0" y="0"/>
          <a:chExt cx="0" cy="0"/>
        </a:xfrm>
      </p:grpSpPr>
      <p:sp>
        <p:nvSpPr>
          <p:cNvPr id="2990" name="Google Shape;2990;p57"/>
          <p:cNvSpPr txBox="1"/>
          <p:nvPr>
            <p:ph idx="11" type="ftr"/>
          </p:nvPr>
        </p:nvSpPr>
        <p:spPr>
          <a:xfrm>
            <a:off x="0" y="0"/>
            <a:ext cx="1125300" cy="11250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2991" name="Google Shape;2991;p57"/>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Custom Layout">
  <p:cSld name="34_Custom Layout">
    <p:spTree>
      <p:nvGrpSpPr>
        <p:cNvPr id="2992" name="Shape 2992"/>
        <p:cNvGrpSpPr/>
        <p:nvPr/>
      </p:nvGrpSpPr>
      <p:grpSpPr>
        <a:xfrm>
          <a:off x="0" y="0"/>
          <a:ext cx="0" cy="0"/>
          <a:chOff x="0" y="0"/>
          <a:chExt cx="0" cy="0"/>
        </a:xfrm>
      </p:grpSpPr>
      <p:sp>
        <p:nvSpPr>
          <p:cNvPr id="2993" name="Google Shape;2993;p58"/>
          <p:cNvSpPr txBox="1"/>
          <p:nvPr>
            <p:ph idx="1" type="body"/>
          </p:nvPr>
        </p:nvSpPr>
        <p:spPr>
          <a:xfrm>
            <a:off x="304800" y="273844"/>
            <a:ext cx="4027800" cy="621000"/>
          </a:xfrm>
          <a:prstGeom prst="rect">
            <a:avLst/>
          </a:prstGeom>
          <a:noFill/>
          <a:ln>
            <a:noFill/>
          </a:ln>
        </p:spPr>
        <p:txBody>
          <a:bodyPr anchorCtr="0" anchor="t" bIns="34300" lIns="34300" spcFirstLastPara="1" rIns="34300" wrap="square" tIns="34300">
            <a:noAutofit/>
          </a:bodyPr>
          <a:lstStyle>
            <a:lvl1pPr indent="-228600" lvl="0" marL="457200" marR="0" rtl="0" algn="l">
              <a:lnSpc>
                <a:spcPct val="90000"/>
              </a:lnSpc>
              <a:spcBef>
                <a:spcPts val="800"/>
              </a:spcBef>
              <a:spcAft>
                <a:spcPts val="0"/>
              </a:spcAft>
              <a:buClr>
                <a:srgbClr val="55555F"/>
              </a:buClr>
              <a:buSzPts val="2100"/>
              <a:buFont typeface="Arial"/>
              <a:buNone/>
              <a:defRPr b="0" i="0" sz="2100" u="none" cap="none" strike="noStrike">
                <a:solidFill>
                  <a:srgbClr val="55555F"/>
                </a:solidFill>
                <a:latin typeface="Open Sans ExtraBold"/>
                <a:ea typeface="Open Sans ExtraBold"/>
                <a:cs typeface="Open Sans ExtraBold"/>
                <a:sym typeface="Open Sans ExtraBold"/>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311150" lvl="3" marL="1828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311150" lvl="4" marL="22860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311150" lvl="5" marL="27432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311150" lvl="6" marL="3200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311150" lvl="7" marL="3657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311150" lvl="8" marL="4114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2994" name="Google Shape;2994;p58"/>
          <p:cNvSpPr txBox="1"/>
          <p:nvPr>
            <p:ph idx="2" type="body"/>
          </p:nvPr>
        </p:nvSpPr>
        <p:spPr>
          <a:xfrm>
            <a:off x="304801" y="3679032"/>
            <a:ext cx="5337600" cy="1132200"/>
          </a:xfrm>
          <a:prstGeom prst="rect">
            <a:avLst/>
          </a:prstGeom>
          <a:noFill/>
          <a:ln>
            <a:noFill/>
          </a:ln>
        </p:spPr>
        <p:txBody>
          <a:bodyPr anchorCtr="0" anchor="t" bIns="34300" lIns="34300" spcFirstLastPara="1" rIns="34300" wrap="square" tIns="34300">
            <a:noAutofit/>
          </a:bodyPr>
          <a:lstStyle>
            <a:lvl1pPr indent="-228600" lvl="0" marL="457200" marR="0" rtl="0" algn="l">
              <a:lnSpc>
                <a:spcPct val="90000"/>
              </a:lnSpc>
              <a:spcBef>
                <a:spcPts val="800"/>
              </a:spcBef>
              <a:spcAft>
                <a:spcPts val="0"/>
              </a:spcAft>
              <a:buClr>
                <a:srgbClr val="55555F"/>
              </a:buClr>
              <a:buSzPts val="1300"/>
              <a:buFont typeface="Arial"/>
              <a:buNone/>
              <a:defRPr b="0" i="0" sz="1300" u="none" cap="none" strike="noStrike">
                <a:solidFill>
                  <a:srgbClr val="55555F"/>
                </a:solidFill>
                <a:latin typeface="Raleway Medium"/>
                <a:ea typeface="Raleway Medium"/>
                <a:cs typeface="Raleway Medium"/>
                <a:sym typeface="Raleway Medium"/>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311150" lvl="3" marL="1828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311150" lvl="4" marL="22860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311150" lvl="5" marL="27432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311150" lvl="6" marL="3200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311150" lvl="7" marL="3657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311150" lvl="8" marL="4114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2995" name="Google Shape;2995;p58"/>
          <p:cNvSpPr txBox="1"/>
          <p:nvPr>
            <p:ph idx="11" type="ftr"/>
          </p:nvPr>
        </p:nvSpPr>
        <p:spPr>
          <a:xfrm>
            <a:off x="0" y="0"/>
            <a:ext cx="1125300" cy="11250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2996" name="Google Shape;2996;p58"/>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97" name="Shape 2997"/>
        <p:cNvGrpSpPr/>
        <p:nvPr/>
      </p:nvGrpSpPr>
      <p:grpSpPr>
        <a:xfrm>
          <a:off x="0" y="0"/>
          <a:ext cx="0" cy="0"/>
          <a:chOff x="0" y="0"/>
          <a:chExt cx="0" cy="0"/>
        </a:xfrm>
      </p:grpSpPr>
      <p:sp>
        <p:nvSpPr>
          <p:cNvPr id="2998" name="Google Shape;2998;p59"/>
          <p:cNvSpPr txBox="1"/>
          <p:nvPr>
            <p:ph type="ctrTitle"/>
          </p:nvPr>
        </p:nvSpPr>
        <p:spPr>
          <a:xfrm>
            <a:off x="1143000" y="841772"/>
            <a:ext cx="6858000" cy="1790700"/>
          </a:xfrm>
          <a:prstGeom prst="rect">
            <a:avLst/>
          </a:prstGeom>
          <a:noFill/>
          <a:ln>
            <a:noFill/>
          </a:ln>
        </p:spPr>
        <p:txBody>
          <a:bodyPr anchorCtr="0" anchor="b" bIns="34300" lIns="34300" spcFirstLastPara="1" rIns="34300" wrap="square" tIns="34300">
            <a:noAutofit/>
          </a:bodyPr>
          <a:lstStyle>
            <a:lvl1pPr indent="0" lvl="0" marL="0" marR="0" rtl="0" algn="ctr">
              <a:lnSpc>
                <a:spcPct val="90000"/>
              </a:lnSpc>
              <a:spcBef>
                <a:spcPts val="0"/>
              </a:spcBef>
              <a:spcAft>
                <a:spcPts val="0"/>
              </a:spcAft>
              <a:buClr>
                <a:schemeClr val="dk1"/>
              </a:buClr>
              <a:buSzPts val="4500"/>
              <a:buFont typeface="Raleway SemiBold"/>
              <a:buNone/>
              <a:defRPr b="0" i="0" sz="4500" u="none" cap="none" strike="noStrike">
                <a:solidFill>
                  <a:schemeClr val="dk1"/>
                </a:solidFill>
                <a:latin typeface="Raleway SemiBold"/>
                <a:ea typeface="Raleway SemiBold"/>
                <a:cs typeface="Raleway SemiBold"/>
                <a:sym typeface="Raleway SemiBold"/>
              </a:defRPr>
            </a:lvl1pPr>
            <a:lvl2pPr indent="0" lvl="1" rtl="0">
              <a:spcBef>
                <a:spcPts val="0"/>
              </a:spcBef>
              <a:spcAft>
                <a:spcPts val="0"/>
              </a:spcAft>
              <a:buSzPts val="500"/>
              <a:buNone/>
              <a:defRPr sz="700"/>
            </a:lvl2pPr>
            <a:lvl3pPr indent="0" lvl="2" rtl="0">
              <a:spcBef>
                <a:spcPts val="0"/>
              </a:spcBef>
              <a:spcAft>
                <a:spcPts val="0"/>
              </a:spcAft>
              <a:buSzPts val="500"/>
              <a:buNone/>
              <a:defRPr sz="700"/>
            </a:lvl3pPr>
            <a:lvl4pPr indent="0" lvl="3" rtl="0">
              <a:spcBef>
                <a:spcPts val="0"/>
              </a:spcBef>
              <a:spcAft>
                <a:spcPts val="0"/>
              </a:spcAft>
              <a:buSzPts val="500"/>
              <a:buNone/>
              <a:defRPr sz="700"/>
            </a:lvl4pPr>
            <a:lvl5pPr indent="0" lvl="4" rtl="0">
              <a:spcBef>
                <a:spcPts val="0"/>
              </a:spcBef>
              <a:spcAft>
                <a:spcPts val="0"/>
              </a:spcAft>
              <a:buSzPts val="500"/>
              <a:buNone/>
              <a:defRPr sz="700"/>
            </a:lvl5pPr>
            <a:lvl6pPr indent="0" lvl="5" rtl="0">
              <a:spcBef>
                <a:spcPts val="0"/>
              </a:spcBef>
              <a:spcAft>
                <a:spcPts val="0"/>
              </a:spcAft>
              <a:buSzPts val="500"/>
              <a:buNone/>
              <a:defRPr sz="700"/>
            </a:lvl6pPr>
            <a:lvl7pPr indent="0" lvl="6" rtl="0">
              <a:spcBef>
                <a:spcPts val="0"/>
              </a:spcBef>
              <a:spcAft>
                <a:spcPts val="0"/>
              </a:spcAft>
              <a:buSzPts val="500"/>
              <a:buNone/>
              <a:defRPr sz="700"/>
            </a:lvl7pPr>
            <a:lvl8pPr indent="0" lvl="7" rtl="0">
              <a:spcBef>
                <a:spcPts val="0"/>
              </a:spcBef>
              <a:spcAft>
                <a:spcPts val="0"/>
              </a:spcAft>
              <a:buSzPts val="500"/>
              <a:buNone/>
              <a:defRPr sz="700"/>
            </a:lvl8pPr>
            <a:lvl9pPr indent="0" lvl="8" rtl="0">
              <a:spcBef>
                <a:spcPts val="0"/>
              </a:spcBef>
              <a:spcAft>
                <a:spcPts val="0"/>
              </a:spcAft>
              <a:buSzPts val="500"/>
              <a:buNone/>
              <a:defRPr sz="700"/>
            </a:lvl9pPr>
          </a:lstStyle>
          <a:p/>
        </p:txBody>
      </p:sp>
      <p:sp>
        <p:nvSpPr>
          <p:cNvPr id="2999" name="Google Shape;2999;p59"/>
          <p:cNvSpPr txBox="1"/>
          <p:nvPr>
            <p:ph idx="1" type="subTitle"/>
          </p:nvPr>
        </p:nvSpPr>
        <p:spPr>
          <a:xfrm>
            <a:off x="1143000" y="2701528"/>
            <a:ext cx="6858000" cy="1241700"/>
          </a:xfrm>
          <a:prstGeom prst="rect">
            <a:avLst/>
          </a:prstGeom>
          <a:noFill/>
          <a:ln>
            <a:noFill/>
          </a:ln>
        </p:spPr>
        <p:txBody>
          <a:bodyPr anchorCtr="0" anchor="t" bIns="34300" lIns="34300" spcFirstLastPara="1" rIns="34300" wrap="square" tIns="34300">
            <a:noAutofit/>
          </a:bodyPr>
          <a:lstStyle>
            <a:lvl1pPr indent="0" lvl="0" marL="0" marR="0" rtl="0" algn="ctr">
              <a:lnSpc>
                <a:spcPct val="90000"/>
              </a:lnSpc>
              <a:spcBef>
                <a:spcPts val="800"/>
              </a:spcBef>
              <a:spcAft>
                <a:spcPts val="0"/>
              </a:spcAft>
              <a:buClr>
                <a:schemeClr val="dk1"/>
              </a:buClr>
              <a:buSzPts val="1800"/>
              <a:buFont typeface="Arial"/>
              <a:buNone/>
              <a:defRPr b="0" i="0" sz="1800" u="none" cap="none" strike="noStrike">
                <a:solidFill>
                  <a:schemeClr val="dk1"/>
                </a:solidFill>
                <a:latin typeface="Raleway Medium"/>
                <a:ea typeface="Raleway Medium"/>
                <a:cs typeface="Raleway Medium"/>
                <a:sym typeface="Raleway Medium"/>
              </a:defRPr>
            </a:lvl1pPr>
            <a:lvl2pPr indent="0" lvl="1" marL="342900" marR="0" rtl="0" algn="ctr">
              <a:lnSpc>
                <a:spcPct val="90000"/>
              </a:lnSpc>
              <a:spcBef>
                <a:spcPts val="400"/>
              </a:spcBef>
              <a:spcAft>
                <a:spcPts val="0"/>
              </a:spcAft>
              <a:buClr>
                <a:schemeClr val="dk1"/>
              </a:buClr>
              <a:buSzPts val="1500"/>
              <a:buFont typeface="Arial"/>
              <a:buNone/>
              <a:defRPr b="0" i="0" sz="1500" u="none" cap="none" strike="noStrike">
                <a:solidFill>
                  <a:schemeClr val="dk1"/>
                </a:solidFill>
                <a:latin typeface="Raleway Medium"/>
                <a:ea typeface="Raleway Medium"/>
                <a:cs typeface="Raleway Medium"/>
                <a:sym typeface="Raleway Medium"/>
              </a:defRPr>
            </a:lvl2pPr>
            <a:lvl3pPr indent="0" lvl="2" marL="685800" marR="0" rtl="0" algn="ctr">
              <a:lnSpc>
                <a:spcPct val="90000"/>
              </a:lnSpc>
              <a:spcBef>
                <a:spcPts val="400"/>
              </a:spcBef>
              <a:spcAft>
                <a:spcPts val="0"/>
              </a:spcAft>
              <a:buClr>
                <a:schemeClr val="dk1"/>
              </a:buClr>
              <a:buSzPts val="1300"/>
              <a:buFont typeface="Arial"/>
              <a:buNone/>
              <a:defRPr b="0" i="0" sz="1300" u="none" cap="none" strike="noStrike">
                <a:solidFill>
                  <a:schemeClr val="dk1"/>
                </a:solidFill>
                <a:latin typeface="Raleway Medium"/>
                <a:ea typeface="Raleway Medium"/>
                <a:cs typeface="Raleway Medium"/>
                <a:sym typeface="Raleway Medium"/>
              </a:defRPr>
            </a:lvl3pPr>
            <a:lvl4pPr indent="0" lvl="3" marL="1028700"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Raleway Medium"/>
                <a:ea typeface="Raleway Medium"/>
                <a:cs typeface="Raleway Medium"/>
                <a:sym typeface="Raleway Medium"/>
              </a:defRPr>
            </a:lvl4pPr>
            <a:lvl5pPr indent="0" lvl="4" marL="1371600"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Raleway Medium"/>
                <a:ea typeface="Raleway Medium"/>
                <a:cs typeface="Raleway Medium"/>
                <a:sym typeface="Raleway Medium"/>
              </a:defRPr>
            </a:lvl5pPr>
            <a:lvl6pPr indent="0" lvl="5" marL="1714500"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Raleway Medium"/>
                <a:ea typeface="Raleway Medium"/>
                <a:cs typeface="Raleway Medium"/>
                <a:sym typeface="Raleway Medium"/>
              </a:defRPr>
            </a:lvl6pPr>
            <a:lvl7pPr indent="0" lvl="6" marL="2057400"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Raleway Medium"/>
                <a:ea typeface="Raleway Medium"/>
                <a:cs typeface="Raleway Medium"/>
                <a:sym typeface="Raleway Medium"/>
              </a:defRPr>
            </a:lvl7pPr>
            <a:lvl8pPr indent="0" lvl="7" marL="2400300"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Raleway Medium"/>
                <a:ea typeface="Raleway Medium"/>
                <a:cs typeface="Raleway Medium"/>
                <a:sym typeface="Raleway Medium"/>
              </a:defRPr>
            </a:lvl8pPr>
            <a:lvl9pPr indent="0" lvl="8" marL="2743200"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Raleway Medium"/>
                <a:ea typeface="Raleway Medium"/>
                <a:cs typeface="Raleway Medium"/>
                <a:sym typeface="Raleway Medium"/>
              </a:defRPr>
            </a:lvl9pPr>
          </a:lstStyle>
          <a:p/>
        </p:txBody>
      </p:sp>
      <p:sp>
        <p:nvSpPr>
          <p:cNvPr id="3000" name="Google Shape;3000;p59"/>
          <p:cNvSpPr txBox="1"/>
          <p:nvPr>
            <p:ph idx="10" type="dt"/>
          </p:nvPr>
        </p:nvSpPr>
        <p:spPr>
          <a:xfrm>
            <a:off x="628650" y="4767263"/>
            <a:ext cx="20574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3001" name="Google Shape;3001;p59"/>
          <p:cNvSpPr txBox="1"/>
          <p:nvPr>
            <p:ph idx="11" type="ftr"/>
          </p:nvPr>
        </p:nvSpPr>
        <p:spPr>
          <a:xfrm>
            <a:off x="113541" y="4767263"/>
            <a:ext cx="30861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3002" name="Google Shape;3002;p59"/>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03" name="Shape 3003"/>
        <p:cNvGrpSpPr/>
        <p:nvPr/>
      </p:nvGrpSpPr>
      <p:grpSpPr>
        <a:xfrm>
          <a:off x="0" y="0"/>
          <a:ext cx="0" cy="0"/>
          <a:chOff x="0" y="0"/>
          <a:chExt cx="0" cy="0"/>
        </a:xfrm>
      </p:grpSpPr>
      <p:sp>
        <p:nvSpPr>
          <p:cNvPr id="3004" name="Google Shape;3004;p60"/>
          <p:cNvSpPr txBox="1"/>
          <p:nvPr>
            <p:ph type="title"/>
          </p:nvPr>
        </p:nvSpPr>
        <p:spPr>
          <a:xfrm>
            <a:off x="628650" y="273844"/>
            <a:ext cx="7886700" cy="994200"/>
          </a:xfrm>
          <a:prstGeom prst="rect">
            <a:avLst/>
          </a:prstGeom>
          <a:noFill/>
          <a:ln>
            <a:noFill/>
          </a:ln>
        </p:spPr>
        <p:txBody>
          <a:bodyPr anchorCtr="0" anchor="t" bIns="34300" lIns="34300" spcFirstLastPara="1" rIns="34300" wrap="square" tIns="34300">
            <a:noAutofit/>
          </a:bodyPr>
          <a:lstStyle>
            <a:lvl1pPr indent="0" lvl="0" marL="0" marR="0" rtl="0" algn="l">
              <a:lnSpc>
                <a:spcPct val="90000"/>
              </a:lnSpc>
              <a:spcBef>
                <a:spcPts val="0"/>
              </a:spcBef>
              <a:spcAft>
                <a:spcPts val="0"/>
              </a:spcAft>
              <a:buClr>
                <a:schemeClr val="dk1"/>
              </a:buClr>
              <a:buSzPts val="3300"/>
              <a:buFont typeface="Raleway SemiBold"/>
              <a:buNone/>
              <a:defRPr b="0" i="0" sz="3300" u="none" cap="none" strike="noStrike">
                <a:solidFill>
                  <a:schemeClr val="dk1"/>
                </a:solidFill>
                <a:latin typeface="Raleway SemiBold"/>
                <a:ea typeface="Raleway SemiBold"/>
                <a:cs typeface="Raleway SemiBold"/>
                <a:sym typeface="Raleway SemiBold"/>
              </a:defRPr>
            </a:lvl1pPr>
            <a:lvl2pPr indent="0" lvl="1" rtl="0">
              <a:spcBef>
                <a:spcPts val="0"/>
              </a:spcBef>
              <a:spcAft>
                <a:spcPts val="0"/>
              </a:spcAft>
              <a:buSzPts val="500"/>
              <a:buNone/>
              <a:defRPr sz="700"/>
            </a:lvl2pPr>
            <a:lvl3pPr indent="0" lvl="2" rtl="0">
              <a:spcBef>
                <a:spcPts val="0"/>
              </a:spcBef>
              <a:spcAft>
                <a:spcPts val="0"/>
              </a:spcAft>
              <a:buSzPts val="500"/>
              <a:buNone/>
              <a:defRPr sz="700"/>
            </a:lvl3pPr>
            <a:lvl4pPr indent="0" lvl="3" rtl="0">
              <a:spcBef>
                <a:spcPts val="0"/>
              </a:spcBef>
              <a:spcAft>
                <a:spcPts val="0"/>
              </a:spcAft>
              <a:buSzPts val="500"/>
              <a:buNone/>
              <a:defRPr sz="700"/>
            </a:lvl4pPr>
            <a:lvl5pPr indent="0" lvl="4" rtl="0">
              <a:spcBef>
                <a:spcPts val="0"/>
              </a:spcBef>
              <a:spcAft>
                <a:spcPts val="0"/>
              </a:spcAft>
              <a:buSzPts val="500"/>
              <a:buNone/>
              <a:defRPr sz="700"/>
            </a:lvl5pPr>
            <a:lvl6pPr indent="0" lvl="5" rtl="0">
              <a:spcBef>
                <a:spcPts val="0"/>
              </a:spcBef>
              <a:spcAft>
                <a:spcPts val="0"/>
              </a:spcAft>
              <a:buSzPts val="500"/>
              <a:buNone/>
              <a:defRPr sz="700"/>
            </a:lvl6pPr>
            <a:lvl7pPr indent="0" lvl="6" rtl="0">
              <a:spcBef>
                <a:spcPts val="0"/>
              </a:spcBef>
              <a:spcAft>
                <a:spcPts val="0"/>
              </a:spcAft>
              <a:buSzPts val="500"/>
              <a:buNone/>
              <a:defRPr sz="700"/>
            </a:lvl7pPr>
            <a:lvl8pPr indent="0" lvl="7" rtl="0">
              <a:spcBef>
                <a:spcPts val="0"/>
              </a:spcBef>
              <a:spcAft>
                <a:spcPts val="0"/>
              </a:spcAft>
              <a:buSzPts val="500"/>
              <a:buNone/>
              <a:defRPr sz="700"/>
            </a:lvl8pPr>
            <a:lvl9pPr indent="0" lvl="8" rtl="0">
              <a:spcBef>
                <a:spcPts val="0"/>
              </a:spcBef>
              <a:spcAft>
                <a:spcPts val="0"/>
              </a:spcAft>
              <a:buSzPts val="500"/>
              <a:buNone/>
              <a:defRPr sz="700"/>
            </a:lvl9pPr>
          </a:lstStyle>
          <a:p/>
        </p:txBody>
      </p:sp>
      <p:sp>
        <p:nvSpPr>
          <p:cNvPr id="3005" name="Google Shape;3005;p60"/>
          <p:cNvSpPr txBox="1"/>
          <p:nvPr>
            <p:ph idx="1" type="body"/>
          </p:nvPr>
        </p:nvSpPr>
        <p:spPr>
          <a:xfrm>
            <a:off x="628650" y="1369219"/>
            <a:ext cx="7886700" cy="3263400"/>
          </a:xfrm>
          <a:prstGeom prst="rect">
            <a:avLst/>
          </a:prstGeom>
          <a:noFill/>
          <a:ln>
            <a:noFill/>
          </a:ln>
        </p:spPr>
        <p:txBody>
          <a:bodyPr anchorCtr="0" anchor="t" bIns="34300" lIns="34300" spcFirstLastPara="1" rIns="34300" wrap="square" tIns="34300">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Raleway Medium"/>
                <a:ea typeface="Raleway Medium"/>
                <a:cs typeface="Raleway Medium"/>
                <a:sym typeface="Raleway Medium"/>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311150" lvl="3" marL="1828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311150" lvl="4" marL="22860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311150" lvl="5" marL="27432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311150" lvl="6" marL="3200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311150" lvl="7" marL="3657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311150" lvl="8" marL="4114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3006" name="Google Shape;3006;p60"/>
          <p:cNvSpPr txBox="1"/>
          <p:nvPr>
            <p:ph idx="10" type="dt"/>
          </p:nvPr>
        </p:nvSpPr>
        <p:spPr>
          <a:xfrm>
            <a:off x="628650" y="4767263"/>
            <a:ext cx="20574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3007" name="Google Shape;3007;p60"/>
          <p:cNvSpPr txBox="1"/>
          <p:nvPr>
            <p:ph idx="11" type="ftr"/>
          </p:nvPr>
        </p:nvSpPr>
        <p:spPr>
          <a:xfrm>
            <a:off x="113541" y="4767263"/>
            <a:ext cx="30861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3008" name="Google Shape;3008;p60"/>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09" name="Shape 3009"/>
        <p:cNvGrpSpPr/>
        <p:nvPr/>
      </p:nvGrpSpPr>
      <p:grpSpPr>
        <a:xfrm>
          <a:off x="0" y="0"/>
          <a:ext cx="0" cy="0"/>
          <a:chOff x="0" y="0"/>
          <a:chExt cx="0" cy="0"/>
        </a:xfrm>
      </p:grpSpPr>
      <p:sp>
        <p:nvSpPr>
          <p:cNvPr id="3010" name="Google Shape;3010;p61"/>
          <p:cNvSpPr txBox="1"/>
          <p:nvPr>
            <p:ph type="title"/>
          </p:nvPr>
        </p:nvSpPr>
        <p:spPr>
          <a:xfrm>
            <a:off x="623888" y="1282304"/>
            <a:ext cx="7886700" cy="2139600"/>
          </a:xfrm>
          <a:prstGeom prst="rect">
            <a:avLst/>
          </a:prstGeom>
          <a:noFill/>
          <a:ln>
            <a:noFill/>
          </a:ln>
        </p:spPr>
        <p:txBody>
          <a:bodyPr anchorCtr="0" anchor="b" bIns="34300" lIns="34300" spcFirstLastPara="1" rIns="34300" wrap="square" tIns="34300">
            <a:noAutofit/>
          </a:bodyPr>
          <a:lstStyle>
            <a:lvl1pPr indent="0" lvl="0" marL="0" marR="0" rtl="0" algn="l">
              <a:lnSpc>
                <a:spcPct val="90000"/>
              </a:lnSpc>
              <a:spcBef>
                <a:spcPts val="0"/>
              </a:spcBef>
              <a:spcAft>
                <a:spcPts val="0"/>
              </a:spcAft>
              <a:buClr>
                <a:schemeClr val="dk1"/>
              </a:buClr>
              <a:buSzPts val="4500"/>
              <a:buFont typeface="Raleway SemiBold"/>
              <a:buNone/>
              <a:defRPr b="0" i="0" sz="4500" u="none" cap="none" strike="noStrike">
                <a:solidFill>
                  <a:schemeClr val="dk1"/>
                </a:solidFill>
                <a:latin typeface="Raleway SemiBold"/>
                <a:ea typeface="Raleway SemiBold"/>
                <a:cs typeface="Raleway SemiBold"/>
                <a:sym typeface="Raleway SemiBold"/>
              </a:defRPr>
            </a:lvl1pPr>
            <a:lvl2pPr indent="0" lvl="1" rtl="0">
              <a:spcBef>
                <a:spcPts val="0"/>
              </a:spcBef>
              <a:spcAft>
                <a:spcPts val="0"/>
              </a:spcAft>
              <a:buSzPts val="500"/>
              <a:buNone/>
              <a:defRPr sz="700"/>
            </a:lvl2pPr>
            <a:lvl3pPr indent="0" lvl="2" rtl="0">
              <a:spcBef>
                <a:spcPts val="0"/>
              </a:spcBef>
              <a:spcAft>
                <a:spcPts val="0"/>
              </a:spcAft>
              <a:buSzPts val="500"/>
              <a:buNone/>
              <a:defRPr sz="700"/>
            </a:lvl3pPr>
            <a:lvl4pPr indent="0" lvl="3" rtl="0">
              <a:spcBef>
                <a:spcPts val="0"/>
              </a:spcBef>
              <a:spcAft>
                <a:spcPts val="0"/>
              </a:spcAft>
              <a:buSzPts val="500"/>
              <a:buNone/>
              <a:defRPr sz="700"/>
            </a:lvl4pPr>
            <a:lvl5pPr indent="0" lvl="4" rtl="0">
              <a:spcBef>
                <a:spcPts val="0"/>
              </a:spcBef>
              <a:spcAft>
                <a:spcPts val="0"/>
              </a:spcAft>
              <a:buSzPts val="500"/>
              <a:buNone/>
              <a:defRPr sz="700"/>
            </a:lvl5pPr>
            <a:lvl6pPr indent="0" lvl="5" rtl="0">
              <a:spcBef>
                <a:spcPts val="0"/>
              </a:spcBef>
              <a:spcAft>
                <a:spcPts val="0"/>
              </a:spcAft>
              <a:buSzPts val="500"/>
              <a:buNone/>
              <a:defRPr sz="700"/>
            </a:lvl6pPr>
            <a:lvl7pPr indent="0" lvl="6" rtl="0">
              <a:spcBef>
                <a:spcPts val="0"/>
              </a:spcBef>
              <a:spcAft>
                <a:spcPts val="0"/>
              </a:spcAft>
              <a:buSzPts val="500"/>
              <a:buNone/>
              <a:defRPr sz="700"/>
            </a:lvl7pPr>
            <a:lvl8pPr indent="0" lvl="7" rtl="0">
              <a:spcBef>
                <a:spcPts val="0"/>
              </a:spcBef>
              <a:spcAft>
                <a:spcPts val="0"/>
              </a:spcAft>
              <a:buSzPts val="500"/>
              <a:buNone/>
              <a:defRPr sz="700"/>
            </a:lvl8pPr>
            <a:lvl9pPr indent="0" lvl="8" rtl="0">
              <a:spcBef>
                <a:spcPts val="0"/>
              </a:spcBef>
              <a:spcAft>
                <a:spcPts val="0"/>
              </a:spcAft>
              <a:buSzPts val="500"/>
              <a:buNone/>
              <a:defRPr sz="700"/>
            </a:lvl9pPr>
          </a:lstStyle>
          <a:p/>
        </p:txBody>
      </p:sp>
      <p:sp>
        <p:nvSpPr>
          <p:cNvPr id="3011" name="Google Shape;3011;p61"/>
          <p:cNvSpPr txBox="1"/>
          <p:nvPr>
            <p:ph idx="1" type="body"/>
          </p:nvPr>
        </p:nvSpPr>
        <p:spPr>
          <a:xfrm>
            <a:off x="623888" y="3442098"/>
            <a:ext cx="7886700" cy="1125000"/>
          </a:xfrm>
          <a:prstGeom prst="rect">
            <a:avLst/>
          </a:prstGeom>
          <a:noFill/>
          <a:ln>
            <a:noFill/>
          </a:ln>
        </p:spPr>
        <p:txBody>
          <a:bodyPr anchorCtr="0" anchor="t" bIns="34300" lIns="34300" spcFirstLastPara="1" rIns="34300" wrap="square" tIns="34300">
            <a:noAutofit/>
          </a:bodyPr>
          <a:lstStyle>
            <a:lvl1pPr indent="-228600" lvl="0" marL="457200" marR="0" rtl="0" algn="l">
              <a:lnSpc>
                <a:spcPct val="90000"/>
              </a:lnSpc>
              <a:spcBef>
                <a:spcPts val="800"/>
              </a:spcBef>
              <a:spcAft>
                <a:spcPts val="0"/>
              </a:spcAft>
              <a:buClr>
                <a:srgbClr val="8D8E8F"/>
              </a:buClr>
              <a:buSzPts val="1800"/>
              <a:buFont typeface="Arial"/>
              <a:buNone/>
              <a:defRPr b="0" i="0" sz="1800" u="none" cap="none" strike="noStrike">
                <a:solidFill>
                  <a:srgbClr val="8D8E8F"/>
                </a:solidFill>
                <a:latin typeface="Raleway Medium"/>
                <a:ea typeface="Raleway Medium"/>
                <a:cs typeface="Raleway Medium"/>
                <a:sym typeface="Raleway Medium"/>
              </a:defRPr>
            </a:lvl1pPr>
            <a:lvl2pPr indent="-228600" lvl="1" marL="914400" marR="0" rtl="0" algn="l">
              <a:lnSpc>
                <a:spcPct val="90000"/>
              </a:lnSpc>
              <a:spcBef>
                <a:spcPts val="400"/>
              </a:spcBef>
              <a:spcAft>
                <a:spcPts val="0"/>
              </a:spcAft>
              <a:buClr>
                <a:srgbClr val="8D8E8F"/>
              </a:buClr>
              <a:buSzPts val="1500"/>
              <a:buFont typeface="Arial"/>
              <a:buNone/>
              <a:defRPr b="0" i="0" sz="1500" u="none" cap="none" strike="noStrike">
                <a:solidFill>
                  <a:srgbClr val="8D8E8F"/>
                </a:solidFill>
                <a:latin typeface="Raleway Medium"/>
                <a:ea typeface="Raleway Medium"/>
                <a:cs typeface="Raleway Medium"/>
                <a:sym typeface="Raleway Medium"/>
              </a:defRPr>
            </a:lvl2pPr>
            <a:lvl3pPr indent="-228600" lvl="2" marL="1371600" marR="0" rtl="0" algn="l">
              <a:lnSpc>
                <a:spcPct val="90000"/>
              </a:lnSpc>
              <a:spcBef>
                <a:spcPts val="400"/>
              </a:spcBef>
              <a:spcAft>
                <a:spcPts val="0"/>
              </a:spcAft>
              <a:buClr>
                <a:srgbClr val="8D8E8F"/>
              </a:buClr>
              <a:buSzPts val="1300"/>
              <a:buFont typeface="Arial"/>
              <a:buNone/>
              <a:defRPr b="0" i="0" sz="1300" u="none" cap="none" strike="noStrike">
                <a:solidFill>
                  <a:srgbClr val="8D8E8F"/>
                </a:solidFill>
                <a:latin typeface="Raleway Medium"/>
                <a:ea typeface="Raleway Medium"/>
                <a:cs typeface="Raleway Medium"/>
                <a:sym typeface="Raleway Medium"/>
              </a:defRPr>
            </a:lvl3pPr>
            <a:lvl4pPr indent="-228600" lvl="3" marL="1828800" marR="0" rtl="0" algn="l">
              <a:lnSpc>
                <a:spcPct val="90000"/>
              </a:lnSpc>
              <a:spcBef>
                <a:spcPts val="400"/>
              </a:spcBef>
              <a:spcAft>
                <a:spcPts val="0"/>
              </a:spcAft>
              <a:buClr>
                <a:srgbClr val="8D8E8F"/>
              </a:buClr>
              <a:buSzPts val="1200"/>
              <a:buFont typeface="Arial"/>
              <a:buNone/>
              <a:defRPr b="0" i="0" sz="1200" u="none" cap="none" strike="noStrike">
                <a:solidFill>
                  <a:srgbClr val="8D8E8F"/>
                </a:solidFill>
                <a:latin typeface="Raleway Medium"/>
                <a:ea typeface="Raleway Medium"/>
                <a:cs typeface="Raleway Medium"/>
                <a:sym typeface="Raleway Medium"/>
              </a:defRPr>
            </a:lvl4pPr>
            <a:lvl5pPr indent="-228600" lvl="4" marL="2286000" marR="0" rtl="0" algn="l">
              <a:lnSpc>
                <a:spcPct val="90000"/>
              </a:lnSpc>
              <a:spcBef>
                <a:spcPts val="400"/>
              </a:spcBef>
              <a:spcAft>
                <a:spcPts val="0"/>
              </a:spcAft>
              <a:buClr>
                <a:srgbClr val="8D8E8F"/>
              </a:buClr>
              <a:buSzPts val="1200"/>
              <a:buFont typeface="Arial"/>
              <a:buNone/>
              <a:defRPr b="0" i="0" sz="1200" u="none" cap="none" strike="noStrike">
                <a:solidFill>
                  <a:srgbClr val="8D8E8F"/>
                </a:solidFill>
                <a:latin typeface="Raleway Medium"/>
                <a:ea typeface="Raleway Medium"/>
                <a:cs typeface="Raleway Medium"/>
                <a:sym typeface="Raleway Medium"/>
              </a:defRPr>
            </a:lvl5pPr>
            <a:lvl6pPr indent="-228600" lvl="5" marL="2743200" marR="0" rtl="0" algn="l">
              <a:lnSpc>
                <a:spcPct val="90000"/>
              </a:lnSpc>
              <a:spcBef>
                <a:spcPts val="400"/>
              </a:spcBef>
              <a:spcAft>
                <a:spcPts val="0"/>
              </a:spcAft>
              <a:buClr>
                <a:srgbClr val="8D8E8F"/>
              </a:buClr>
              <a:buSzPts val="1200"/>
              <a:buFont typeface="Arial"/>
              <a:buNone/>
              <a:defRPr b="0" i="0" sz="1200" u="none" cap="none" strike="noStrike">
                <a:solidFill>
                  <a:srgbClr val="8D8E8F"/>
                </a:solidFill>
                <a:latin typeface="Raleway Medium"/>
                <a:ea typeface="Raleway Medium"/>
                <a:cs typeface="Raleway Medium"/>
                <a:sym typeface="Raleway Medium"/>
              </a:defRPr>
            </a:lvl6pPr>
            <a:lvl7pPr indent="-228600" lvl="6" marL="3200400" marR="0" rtl="0" algn="l">
              <a:lnSpc>
                <a:spcPct val="90000"/>
              </a:lnSpc>
              <a:spcBef>
                <a:spcPts val="400"/>
              </a:spcBef>
              <a:spcAft>
                <a:spcPts val="0"/>
              </a:spcAft>
              <a:buClr>
                <a:srgbClr val="8D8E8F"/>
              </a:buClr>
              <a:buSzPts val="1200"/>
              <a:buFont typeface="Arial"/>
              <a:buNone/>
              <a:defRPr b="0" i="0" sz="1200" u="none" cap="none" strike="noStrike">
                <a:solidFill>
                  <a:srgbClr val="8D8E8F"/>
                </a:solidFill>
                <a:latin typeface="Raleway Medium"/>
                <a:ea typeface="Raleway Medium"/>
                <a:cs typeface="Raleway Medium"/>
                <a:sym typeface="Raleway Medium"/>
              </a:defRPr>
            </a:lvl7pPr>
            <a:lvl8pPr indent="-228600" lvl="7" marL="3657600" marR="0" rtl="0" algn="l">
              <a:lnSpc>
                <a:spcPct val="90000"/>
              </a:lnSpc>
              <a:spcBef>
                <a:spcPts val="400"/>
              </a:spcBef>
              <a:spcAft>
                <a:spcPts val="0"/>
              </a:spcAft>
              <a:buClr>
                <a:srgbClr val="8D8E8F"/>
              </a:buClr>
              <a:buSzPts val="1200"/>
              <a:buFont typeface="Arial"/>
              <a:buNone/>
              <a:defRPr b="0" i="0" sz="1200" u="none" cap="none" strike="noStrike">
                <a:solidFill>
                  <a:srgbClr val="8D8E8F"/>
                </a:solidFill>
                <a:latin typeface="Raleway Medium"/>
                <a:ea typeface="Raleway Medium"/>
                <a:cs typeface="Raleway Medium"/>
                <a:sym typeface="Raleway Medium"/>
              </a:defRPr>
            </a:lvl8pPr>
            <a:lvl9pPr indent="-228600" lvl="8" marL="4114800" marR="0" rtl="0" algn="l">
              <a:lnSpc>
                <a:spcPct val="90000"/>
              </a:lnSpc>
              <a:spcBef>
                <a:spcPts val="400"/>
              </a:spcBef>
              <a:spcAft>
                <a:spcPts val="0"/>
              </a:spcAft>
              <a:buClr>
                <a:srgbClr val="8D8E8F"/>
              </a:buClr>
              <a:buSzPts val="1200"/>
              <a:buFont typeface="Arial"/>
              <a:buNone/>
              <a:defRPr b="0" i="0" sz="1200" u="none" cap="none" strike="noStrike">
                <a:solidFill>
                  <a:srgbClr val="8D8E8F"/>
                </a:solidFill>
                <a:latin typeface="Raleway Medium"/>
                <a:ea typeface="Raleway Medium"/>
                <a:cs typeface="Raleway Medium"/>
                <a:sym typeface="Raleway Medium"/>
              </a:defRPr>
            </a:lvl9pPr>
          </a:lstStyle>
          <a:p/>
        </p:txBody>
      </p:sp>
      <p:sp>
        <p:nvSpPr>
          <p:cNvPr id="3012" name="Google Shape;3012;p61"/>
          <p:cNvSpPr txBox="1"/>
          <p:nvPr>
            <p:ph idx="10" type="dt"/>
          </p:nvPr>
        </p:nvSpPr>
        <p:spPr>
          <a:xfrm>
            <a:off x="628650" y="4767263"/>
            <a:ext cx="20574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3013" name="Google Shape;3013;p61"/>
          <p:cNvSpPr txBox="1"/>
          <p:nvPr>
            <p:ph idx="11" type="ftr"/>
          </p:nvPr>
        </p:nvSpPr>
        <p:spPr>
          <a:xfrm>
            <a:off x="113541" y="4767263"/>
            <a:ext cx="30861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3014" name="Google Shape;3014;p61"/>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15" name="Shape 3015"/>
        <p:cNvGrpSpPr/>
        <p:nvPr/>
      </p:nvGrpSpPr>
      <p:grpSpPr>
        <a:xfrm>
          <a:off x="0" y="0"/>
          <a:ext cx="0" cy="0"/>
          <a:chOff x="0" y="0"/>
          <a:chExt cx="0" cy="0"/>
        </a:xfrm>
      </p:grpSpPr>
      <p:sp>
        <p:nvSpPr>
          <p:cNvPr id="3016" name="Google Shape;3016;p62"/>
          <p:cNvSpPr txBox="1"/>
          <p:nvPr>
            <p:ph type="title"/>
          </p:nvPr>
        </p:nvSpPr>
        <p:spPr>
          <a:xfrm>
            <a:off x="628650" y="273844"/>
            <a:ext cx="7886700" cy="994200"/>
          </a:xfrm>
          <a:prstGeom prst="rect">
            <a:avLst/>
          </a:prstGeom>
          <a:noFill/>
          <a:ln>
            <a:noFill/>
          </a:ln>
        </p:spPr>
        <p:txBody>
          <a:bodyPr anchorCtr="0" anchor="t" bIns="34300" lIns="34300" spcFirstLastPara="1" rIns="34300" wrap="square" tIns="34300">
            <a:noAutofit/>
          </a:bodyPr>
          <a:lstStyle>
            <a:lvl1pPr indent="0" lvl="0" marL="0" marR="0" rtl="0" algn="l">
              <a:lnSpc>
                <a:spcPct val="90000"/>
              </a:lnSpc>
              <a:spcBef>
                <a:spcPts val="0"/>
              </a:spcBef>
              <a:spcAft>
                <a:spcPts val="0"/>
              </a:spcAft>
              <a:buClr>
                <a:schemeClr val="dk1"/>
              </a:buClr>
              <a:buSzPts val="3300"/>
              <a:buFont typeface="Raleway SemiBold"/>
              <a:buNone/>
              <a:defRPr b="0" i="0" sz="3300" u="none" cap="none" strike="noStrike">
                <a:solidFill>
                  <a:schemeClr val="dk1"/>
                </a:solidFill>
                <a:latin typeface="Raleway SemiBold"/>
                <a:ea typeface="Raleway SemiBold"/>
                <a:cs typeface="Raleway SemiBold"/>
                <a:sym typeface="Raleway SemiBold"/>
              </a:defRPr>
            </a:lvl1pPr>
            <a:lvl2pPr indent="0" lvl="1" rtl="0">
              <a:spcBef>
                <a:spcPts val="0"/>
              </a:spcBef>
              <a:spcAft>
                <a:spcPts val="0"/>
              </a:spcAft>
              <a:buSzPts val="500"/>
              <a:buNone/>
              <a:defRPr sz="700"/>
            </a:lvl2pPr>
            <a:lvl3pPr indent="0" lvl="2" rtl="0">
              <a:spcBef>
                <a:spcPts val="0"/>
              </a:spcBef>
              <a:spcAft>
                <a:spcPts val="0"/>
              </a:spcAft>
              <a:buSzPts val="500"/>
              <a:buNone/>
              <a:defRPr sz="700"/>
            </a:lvl3pPr>
            <a:lvl4pPr indent="0" lvl="3" rtl="0">
              <a:spcBef>
                <a:spcPts val="0"/>
              </a:spcBef>
              <a:spcAft>
                <a:spcPts val="0"/>
              </a:spcAft>
              <a:buSzPts val="500"/>
              <a:buNone/>
              <a:defRPr sz="700"/>
            </a:lvl4pPr>
            <a:lvl5pPr indent="0" lvl="4" rtl="0">
              <a:spcBef>
                <a:spcPts val="0"/>
              </a:spcBef>
              <a:spcAft>
                <a:spcPts val="0"/>
              </a:spcAft>
              <a:buSzPts val="500"/>
              <a:buNone/>
              <a:defRPr sz="700"/>
            </a:lvl5pPr>
            <a:lvl6pPr indent="0" lvl="5" rtl="0">
              <a:spcBef>
                <a:spcPts val="0"/>
              </a:spcBef>
              <a:spcAft>
                <a:spcPts val="0"/>
              </a:spcAft>
              <a:buSzPts val="500"/>
              <a:buNone/>
              <a:defRPr sz="700"/>
            </a:lvl6pPr>
            <a:lvl7pPr indent="0" lvl="6" rtl="0">
              <a:spcBef>
                <a:spcPts val="0"/>
              </a:spcBef>
              <a:spcAft>
                <a:spcPts val="0"/>
              </a:spcAft>
              <a:buSzPts val="500"/>
              <a:buNone/>
              <a:defRPr sz="700"/>
            </a:lvl7pPr>
            <a:lvl8pPr indent="0" lvl="7" rtl="0">
              <a:spcBef>
                <a:spcPts val="0"/>
              </a:spcBef>
              <a:spcAft>
                <a:spcPts val="0"/>
              </a:spcAft>
              <a:buSzPts val="500"/>
              <a:buNone/>
              <a:defRPr sz="700"/>
            </a:lvl8pPr>
            <a:lvl9pPr indent="0" lvl="8" rtl="0">
              <a:spcBef>
                <a:spcPts val="0"/>
              </a:spcBef>
              <a:spcAft>
                <a:spcPts val="0"/>
              </a:spcAft>
              <a:buSzPts val="500"/>
              <a:buNone/>
              <a:defRPr sz="700"/>
            </a:lvl9pPr>
          </a:lstStyle>
          <a:p/>
        </p:txBody>
      </p:sp>
      <p:sp>
        <p:nvSpPr>
          <p:cNvPr id="3017" name="Google Shape;3017;p62"/>
          <p:cNvSpPr txBox="1"/>
          <p:nvPr>
            <p:ph idx="1" type="body"/>
          </p:nvPr>
        </p:nvSpPr>
        <p:spPr>
          <a:xfrm>
            <a:off x="628650" y="1369219"/>
            <a:ext cx="3886200" cy="3263400"/>
          </a:xfrm>
          <a:prstGeom prst="rect">
            <a:avLst/>
          </a:prstGeom>
          <a:noFill/>
          <a:ln>
            <a:noFill/>
          </a:ln>
        </p:spPr>
        <p:txBody>
          <a:bodyPr anchorCtr="0" anchor="t" bIns="34300" lIns="34300" spcFirstLastPara="1" rIns="34300" wrap="square" tIns="34300">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Raleway Medium"/>
                <a:ea typeface="Raleway Medium"/>
                <a:cs typeface="Raleway Medium"/>
                <a:sym typeface="Raleway Medium"/>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311150" lvl="3" marL="1828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311150" lvl="4" marL="22860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311150" lvl="5" marL="27432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311150" lvl="6" marL="3200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311150" lvl="7" marL="3657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311150" lvl="8" marL="4114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3018" name="Google Shape;3018;p62"/>
          <p:cNvSpPr txBox="1"/>
          <p:nvPr>
            <p:ph idx="2" type="body"/>
          </p:nvPr>
        </p:nvSpPr>
        <p:spPr>
          <a:xfrm>
            <a:off x="4629150" y="1369219"/>
            <a:ext cx="3886200" cy="3263400"/>
          </a:xfrm>
          <a:prstGeom prst="rect">
            <a:avLst/>
          </a:prstGeom>
          <a:noFill/>
          <a:ln>
            <a:noFill/>
          </a:ln>
        </p:spPr>
        <p:txBody>
          <a:bodyPr anchorCtr="0" anchor="t" bIns="34300" lIns="34300" spcFirstLastPara="1" rIns="34300" wrap="square" tIns="34300">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Raleway Medium"/>
                <a:ea typeface="Raleway Medium"/>
                <a:cs typeface="Raleway Medium"/>
                <a:sym typeface="Raleway Medium"/>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311150" lvl="3" marL="1828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311150" lvl="4" marL="22860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311150" lvl="5" marL="27432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311150" lvl="6" marL="3200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311150" lvl="7" marL="3657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311150" lvl="8" marL="4114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3019" name="Google Shape;3019;p62"/>
          <p:cNvSpPr txBox="1"/>
          <p:nvPr>
            <p:ph idx="10" type="dt"/>
          </p:nvPr>
        </p:nvSpPr>
        <p:spPr>
          <a:xfrm>
            <a:off x="628650" y="4767263"/>
            <a:ext cx="20574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3020" name="Google Shape;3020;p62"/>
          <p:cNvSpPr txBox="1"/>
          <p:nvPr>
            <p:ph idx="11" type="ftr"/>
          </p:nvPr>
        </p:nvSpPr>
        <p:spPr>
          <a:xfrm>
            <a:off x="113541" y="4767263"/>
            <a:ext cx="30861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3021" name="Google Shape;3021;p62"/>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22" name="Shape 3022"/>
        <p:cNvGrpSpPr/>
        <p:nvPr/>
      </p:nvGrpSpPr>
      <p:grpSpPr>
        <a:xfrm>
          <a:off x="0" y="0"/>
          <a:ext cx="0" cy="0"/>
          <a:chOff x="0" y="0"/>
          <a:chExt cx="0" cy="0"/>
        </a:xfrm>
      </p:grpSpPr>
      <p:sp>
        <p:nvSpPr>
          <p:cNvPr id="3023" name="Google Shape;3023;p63"/>
          <p:cNvSpPr txBox="1"/>
          <p:nvPr>
            <p:ph type="title"/>
          </p:nvPr>
        </p:nvSpPr>
        <p:spPr>
          <a:xfrm>
            <a:off x="629841" y="273844"/>
            <a:ext cx="7886700" cy="994200"/>
          </a:xfrm>
          <a:prstGeom prst="rect">
            <a:avLst/>
          </a:prstGeom>
          <a:noFill/>
          <a:ln>
            <a:noFill/>
          </a:ln>
        </p:spPr>
        <p:txBody>
          <a:bodyPr anchorCtr="0" anchor="t" bIns="34300" lIns="34300" spcFirstLastPara="1" rIns="34300" wrap="square" tIns="34300">
            <a:noAutofit/>
          </a:bodyPr>
          <a:lstStyle>
            <a:lvl1pPr indent="0" lvl="0" marL="0" marR="0" rtl="0" algn="l">
              <a:lnSpc>
                <a:spcPct val="90000"/>
              </a:lnSpc>
              <a:spcBef>
                <a:spcPts val="0"/>
              </a:spcBef>
              <a:spcAft>
                <a:spcPts val="0"/>
              </a:spcAft>
              <a:buClr>
                <a:schemeClr val="dk1"/>
              </a:buClr>
              <a:buSzPts val="3300"/>
              <a:buFont typeface="Raleway SemiBold"/>
              <a:buNone/>
              <a:defRPr b="0" i="0" sz="3300" u="none" cap="none" strike="noStrike">
                <a:solidFill>
                  <a:schemeClr val="dk1"/>
                </a:solidFill>
                <a:latin typeface="Raleway SemiBold"/>
                <a:ea typeface="Raleway SemiBold"/>
                <a:cs typeface="Raleway SemiBold"/>
                <a:sym typeface="Raleway SemiBold"/>
              </a:defRPr>
            </a:lvl1pPr>
            <a:lvl2pPr indent="0" lvl="1" rtl="0">
              <a:spcBef>
                <a:spcPts val="0"/>
              </a:spcBef>
              <a:spcAft>
                <a:spcPts val="0"/>
              </a:spcAft>
              <a:buSzPts val="500"/>
              <a:buNone/>
              <a:defRPr sz="700"/>
            </a:lvl2pPr>
            <a:lvl3pPr indent="0" lvl="2" rtl="0">
              <a:spcBef>
                <a:spcPts val="0"/>
              </a:spcBef>
              <a:spcAft>
                <a:spcPts val="0"/>
              </a:spcAft>
              <a:buSzPts val="500"/>
              <a:buNone/>
              <a:defRPr sz="700"/>
            </a:lvl3pPr>
            <a:lvl4pPr indent="0" lvl="3" rtl="0">
              <a:spcBef>
                <a:spcPts val="0"/>
              </a:spcBef>
              <a:spcAft>
                <a:spcPts val="0"/>
              </a:spcAft>
              <a:buSzPts val="500"/>
              <a:buNone/>
              <a:defRPr sz="700"/>
            </a:lvl4pPr>
            <a:lvl5pPr indent="0" lvl="4" rtl="0">
              <a:spcBef>
                <a:spcPts val="0"/>
              </a:spcBef>
              <a:spcAft>
                <a:spcPts val="0"/>
              </a:spcAft>
              <a:buSzPts val="500"/>
              <a:buNone/>
              <a:defRPr sz="700"/>
            </a:lvl5pPr>
            <a:lvl6pPr indent="0" lvl="5" rtl="0">
              <a:spcBef>
                <a:spcPts val="0"/>
              </a:spcBef>
              <a:spcAft>
                <a:spcPts val="0"/>
              </a:spcAft>
              <a:buSzPts val="500"/>
              <a:buNone/>
              <a:defRPr sz="700"/>
            </a:lvl6pPr>
            <a:lvl7pPr indent="0" lvl="6" rtl="0">
              <a:spcBef>
                <a:spcPts val="0"/>
              </a:spcBef>
              <a:spcAft>
                <a:spcPts val="0"/>
              </a:spcAft>
              <a:buSzPts val="500"/>
              <a:buNone/>
              <a:defRPr sz="700"/>
            </a:lvl7pPr>
            <a:lvl8pPr indent="0" lvl="7" rtl="0">
              <a:spcBef>
                <a:spcPts val="0"/>
              </a:spcBef>
              <a:spcAft>
                <a:spcPts val="0"/>
              </a:spcAft>
              <a:buSzPts val="500"/>
              <a:buNone/>
              <a:defRPr sz="700"/>
            </a:lvl8pPr>
            <a:lvl9pPr indent="0" lvl="8" rtl="0">
              <a:spcBef>
                <a:spcPts val="0"/>
              </a:spcBef>
              <a:spcAft>
                <a:spcPts val="0"/>
              </a:spcAft>
              <a:buSzPts val="500"/>
              <a:buNone/>
              <a:defRPr sz="700"/>
            </a:lvl9pPr>
          </a:lstStyle>
          <a:p/>
        </p:txBody>
      </p:sp>
      <p:sp>
        <p:nvSpPr>
          <p:cNvPr id="3024" name="Google Shape;3024;p63"/>
          <p:cNvSpPr txBox="1"/>
          <p:nvPr>
            <p:ph idx="1" type="body"/>
          </p:nvPr>
        </p:nvSpPr>
        <p:spPr>
          <a:xfrm>
            <a:off x="629841" y="1260872"/>
            <a:ext cx="3868200" cy="618000"/>
          </a:xfrm>
          <a:prstGeom prst="rect">
            <a:avLst/>
          </a:prstGeom>
          <a:noFill/>
          <a:ln>
            <a:noFill/>
          </a:ln>
        </p:spPr>
        <p:txBody>
          <a:bodyPr anchorCtr="0" anchor="b" bIns="34300" lIns="34300" spcFirstLastPara="1" rIns="34300" wrap="square" tIns="34300">
            <a:noAutofit/>
          </a:bodyPr>
          <a:lstStyle>
            <a:lvl1pPr indent="-228600" lvl="0" marL="457200" marR="0" rtl="0" algn="l">
              <a:lnSpc>
                <a:spcPct val="90000"/>
              </a:lnSpc>
              <a:spcBef>
                <a:spcPts val="800"/>
              </a:spcBef>
              <a:spcAft>
                <a:spcPts val="0"/>
              </a:spcAft>
              <a:buClr>
                <a:schemeClr val="dk1"/>
              </a:buClr>
              <a:buSzPts val="1800"/>
              <a:buFont typeface="Arial"/>
              <a:buNone/>
              <a:defRPr b="1" i="0" sz="1800" u="none" cap="none" strike="noStrike">
                <a:solidFill>
                  <a:schemeClr val="dk1"/>
                </a:solidFill>
                <a:latin typeface="Raleway Medium"/>
                <a:ea typeface="Raleway Medium"/>
                <a:cs typeface="Raleway Medium"/>
                <a:sym typeface="Raleway Medium"/>
              </a:defRPr>
            </a:lvl1pPr>
            <a:lvl2pPr indent="-228600" lvl="1" marL="914400" marR="0" rtl="0" algn="l">
              <a:lnSpc>
                <a:spcPct val="90000"/>
              </a:lnSpc>
              <a:spcBef>
                <a:spcPts val="400"/>
              </a:spcBef>
              <a:spcAft>
                <a:spcPts val="0"/>
              </a:spcAft>
              <a:buClr>
                <a:schemeClr val="dk1"/>
              </a:buClr>
              <a:buSzPts val="1500"/>
              <a:buFont typeface="Arial"/>
              <a:buNone/>
              <a:defRPr b="1" i="0" sz="1500" u="none" cap="none" strike="noStrike">
                <a:solidFill>
                  <a:schemeClr val="dk1"/>
                </a:solidFill>
                <a:latin typeface="Raleway Medium"/>
                <a:ea typeface="Raleway Medium"/>
                <a:cs typeface="Raleway Medium"/>
                <a:sym typeface="Raleway Medium"/>
              </a:defRPr>
            </a:lvl2pPr>
            <a:lvl3pPr indent="-228600" lvl="2" marL="1371600" marR="0" rtl="0" algn="l">
              <a:lnSpc>
                <a:spcPct val="90000"/>
              </a:lnSpc>
              <a:spcBef>
                <a:spcPts val="400"/>
              </a:spcBef>
              <a:spcAft>
                <a:spcPts val="0"/>
              </a:spcAft>
              <a:buClr>
                <a:schemeClr val="dk1"/>
              </a:buClr>
              <a:buSzPts val="1300"/>
              <a:buFont typeface="Arial"/>
              <a:buNone/>
              <a:defRPr b="1" i="0" sz="1300" u="none" cap="none" strike="noStrike">
                <a:solidFill>
                  <a:schemeClr val="dk1"/>
                </a:solidFill>
                <a:latin typeface="Raleway Medium"/>
                <a:ea typeface="Raleway Medium"/>
                <a:cs typeface="Raleway Medium"/>
                <a:sym typeface="Raleway Medium"/>
              </a:defRPr>
            </a:lvl3pPr>
            <a:lvl4pPr indent="-228600" lvl="3" marL="18288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Raleway Medium"/>
                <a:ea typeface="Raleway Medium"/>
                <a:cs typeface="Raleway Medium"/>
                <a:sym typeface="Raleway Medium"/>
              </a:defRPr>
            </a:lvl4pPr>
            <a:lvl5pPr indent="-228600" lvl="4" marL="22860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Raleway Medium"/>
                <a:ea typeface="Raleway Medium"/>
                <a:cs typeface="Raleway Medium"/>
                <a:sym typeface="Raleway Medium"/>
              </a:defRPr>
            </a:lvl5pPr>
            <a:lvl6pPr indent="-228600" lvl="5" marL="27432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Raleway Medium"/>
                <a:ea typeface="Raleway Medium"/>
                <a:cs typeface="Raleway Medium"/>
                <a:sym typeface="Raleway Medium"/>
              </a:defRPr>
            </a:lvl6pPr>
            <a:lvl7pPr indent="-228600" lvl="6" marL="32004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Raleway Medium"/>
                <a:ea typeface="Raleway Medium"/>
                <a:cs typeface="Raleway Medium"/>
                <a:sym typeface="Raleway Medium"/>
              </a:defRPr>
            </a:lvl7pPr>
            <a:lvl8pPr indent="-228600" lvl="7" marL="36576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Raleway Medium"/>
                <a:ea typeface="Raleway Medium"/>
                <a:cs typeface="Raleway Medium"/>
                <a:sym typeface="Raleway Medium"/>
              </a:defRPr>
            </a:lvl8pPr>
            <a:lvl9pPr indent="-228600" lvl="8" marL="41148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Raleway Medium"/>
                <a:ea typeface="Raleway Medium"/>
                <a:cs typeface="Raleway Medium"/>
                <a:sym typeface="Raleway Medium"/>
              </a:defRPr>
            </a:lvl9pPr>
          </a:lstStyle>
          <a:p/>
        </p:txBody>
      </p:sp>
      <p:sp>
        <p:nvSpPr>
          <p:cNvPr id="3025" name="Google Shape;3025;p63"/>
          <p:cNvSpPr txBox="1"/>
          <p:nvPr>
            <p:ph idx="2" type="body"/>
          </p:nvPr>
        </p:nvSpPr>
        <p:spPr>
          <a:xfrm>
            <a:off x="629841" y="1878806"/>
            <a:ext cx="3868200" cy="2763300"/>
          </a:xfrm>
          <a:prstGeom prst="rect">
            <a:avLst/>
          </a:prstGeom>
          <a:noFill/>
          <a:ln>
            <a:noFill/>
          </a:ln>
        </p:spPr>
        <p:txBody>
          <a:bodyPr anchorCtr="0" anchor="t" bIns="34300" lIns="34300" spcFirstLastPara="1" rIns="34300" wrap="square" tIns="34300">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Raleway Medium"/>
                <a:ea typeface="Raleway Medium"/>
                <a:cs typeface="Raleway Medium"/>
                <a:sym typeface="Raleway Medium"/>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311150" lvl="3" marL="1828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311150" lvl="4" marL="22860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311150" lvl="5" marL="27432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311150" lvl="6" marL="3200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311150" lvl="7" marL="3657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311150" lvl="8" marL="4114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3026" name="Google Shape;3026;p63"/>
          <p:cNvSpPr txBox="1"/>
          <p:nvPr>
            <p:ph idx="3" type="body"/>
          </p:nvPr>
        </p:nvSpPr>
        <p:spPr>
          <a:xfrm>
            <a:off x="4629150" y="1260872"/>
            <a:ext cx="3887400" cy="618000"/>
          </a:xfrm>
          <a:prstGeom prst="rect">
            <a:avLst/>
          </a:prstGeom>
          <a:noFill/>
          <a:ln>
            <a:noFill/>
          </a:ln>
        </p:spPr>
        <p:txBody>
          <a:bodyPr anchorCtr="0" anchor="b" bIns="34300" lIns="34300" spcFirstLastPara="1" rIns="34300" wrap="square" tIns="34300">
            <a:noAutofit/>
          </a:bodyPr>
          <a:lstStyle>
            <a:lvl1pPr indent="-228600" lvl="0" marL="457200" marR="0" rtl="0" algn="l">
              <a:lnSpc>
                <a:spcPct val="90000"/>
              </a:lnSpc>
              <a:spcBef>
                <a:spcPts val="800"/>
              </a:spcBef>
              <a:spcAft>
                <a:spcPts val="0"/>
              </a:spcAft>
              <a:buClr>
                <a:schemeClr val="dk1"/>
              </a:buClr>
              <a:buSzPts val="1800"/>
              <a:buFont typeface="Arial"/>
              <a:buNone/>
              <a:defRPr b="1" i="0" sz="1800" u="none" cap="none" strike="noStrike">
                <a:solidFill>
                  <a:schemeClr val="dk1"/>
                </a:solidFill>
                <a:latin typeface="Raleway Medium"/>
                <a:ea typeface="Raleway Medium"/>
                <a:cs typeface="Raleway Medium"/>
                <a:sym typeface="Raleway Medium"/>
              </a:defRPr>
            </a:lvl1pPr>
            <a:lvl2pPr indent="-228600" lvl="1" marL="914400" marR="0" rtl="0" algn="l">
              <a:lnSpc>
                <a:spcPct val="90000"/>
              </a:lnSpc>
              <a:spcBef>
                <a:spcPts val="400"/>
              </a:spcBef>
              <a:spcAft>
                <a:spcPts val="0"/>
              </a:spcAft>
              <a:buClr>
                <a:schemeClr val="dk1"/>
              </a:buClr>
              <a:buSzPts val="1500"/>
              <a:buFont typeface="Arial"/>
              <a:buNone/>
              <a:defRPr b="1" i="0" sz="1500" u="none" cap="none" strike="noStrike">
                <a:solidFill>
                  <a:schemeClr val="dk1"/>
                </a:solidFill>
                <a:latin typeface="Raleway Medium"/>
                <a:ea typeface="Raleway Medium"/>
                <a:cs typeface="Raleway Medium"/>
                <a:sym typeface="Raleway Medium"/>
              </a:defRPr>
            </a:lvl2pPr>
            <a:lvl3pPr indent="-228600" lvl="2" marL="1371600" marR="0" rtl="0" algn="l">
              <a:lnSpc>
                <a:spcPct val="90000"/>
              </a:lnSpc>
              <a:spcBef>
                <a:spcPts val="400"/>
              </a:spcBef>
              <a:spcAft>
                <a:spcPts val="0"/>
              </a:spcAft>
              <a:buClr>
                <a:schemeClr val="dk1"/>
              </a:buClr>
              <a:buSzPts val="1300"/>
              <a:buFont typeface="Arial"/>
              <a:buNone/>
              <a:defRPr b="1" i="0" sz="1300" u="none" cap="none" strike="noStrike">
                <a:solidFill>
                  <a:schemeClr val="dk1"/>
                </a:solidFill>
                <a:latin typeface="Raleway Medium"/>
                <a:ea typeface="Raleway Medium"/>
                <a:cs typeface="Raleway Medium"/>
                <a:sym typeface="Raleway Medium"/>
              </a:defRPr>
            </a:lvl3pPr>
            <a:lvl4pPr indent="-228600" lvl="3" marL="18288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Raleway Medium"/>
                <a:ea typeface="Raleway Medium"/>
                <a:cs typeface="Raleway Medium"/>
                <a:sym typeface="Raleway Medium"/>
              </a:defRPr>
            </a:lvl4pPr>
            <a:lvl5pPr indent="-228600" lvl="4" marL="22860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Raleway Medium"/>
                <a:ea typeface="Raleway Medium"/>
                <a:cs typeface="Raleway Medium"/>
                <a:sym typeface="Raleway Medium"/>
              </a:defRPr>
            </a:lvl5pPr>
            <a:lvl6pPr indent="-228600" lvl="5" marL="27432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Raleway Medium"/>
                <a:ea typeface="Raleway Medium"/>
                <a:cs typeface="Raleway Medium"/>
                <a:sym typeface="Raleway Medium"/>
              </a:defRPr>
            </a:lvl6pPr>
            <a:lvl7pPr indent="-228600" lvl="6" marL="32004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Raleway Medium"/>
                <a:ea typeface="Raleway Medium"/>
                <a:cs typeface="Raleway Medium"/>
                <a:sym typeface="Raleway Medium"/>
              </a:defRPr>
            </a:lvl7pPr>
            <a:lvl8pPr indent="-228600" lvl="7" marL="36576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Raleway Medium"/>
                <a:ea typeface="Raleway Medium"/>
                <a:cs typeface="Raleway Medium"/>
                <a:sym typeface="Raleway Medium"/>
              </a:defRPr>
            </a:lvl8pPr>
            <a:lvl9pPr indent="-228600" lvl="8" marL="41148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Raleway Medium"/>
                <a:ea typeface="Raleway Medium"/>
                <a:cs typeface="Raleway Medium"/>
                <a:sym typeface="Raleway Medium"/>
              </a:defRPr>
            </a:lvl9pPr>
          </a:lstStyle>
          <a:p/>
        </p:txBody>
      </p:sp>
      <p:sp>
        <p:nvSpPr>
          <p:cNvPr id="3027" name="Google Shape;3027;p63"/>
          <p:cNvSpPr txBox="1"/>
          <p:nvPr>
            <p:ph idx="4" type="body"/>
          </p:nvPr>
        </p:nvSpPr>
        <p:spPr>
          <a:xfrm>
            <a:off x="4629150" y="1878806"/>
            <a:ext cx="3887400" cy="2763300"/>
          </a:xfrm>
          <a:prstGeom prst="rect">
            <a:avLst/>
          </a:prstGeom>
          <a:noFill/>
          <a:ln>
            <a:noFill/>
          </a:ln>
        </p:spPr>
        <p:txBody>
          <a:bodyPr anchorCtr="0" anchor="t" bIns="34300" lIns="34300" spcFirstLastPara="1" rIns="34300" wrap="square" tIns="34300">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Raleway Medium"/>
                <a:ea typeface="Raleway Medium"/>
                <a:cs typeface="Raleway Medium"/>
                <a:sym typeface="Raleway Medium"/>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311150" lvl="3" marL="1828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311150" lvl="4" marL="22860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311150" lvl="5" marL="27432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311150" lvl="6" marL="3200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311150" lvl="7" marL="3657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311150" lvl="8" marL="4114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3028" name="Google Shape;3028;p63"/>
          <p:cNvSpPr txBox="1"/>
          <p:nvPr>
            <p:ph idx="10" type="dt"/>
          </p:nvPr>
        </p:nvSpPr>
        <p:spPr>
          <a:xfrm>
            <a:off x="628650" y="4767263"/>
            <a:ext cx="20574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3029" name="Google Shape;3029;p63"/>
          <p:cNvSpPr txBox="1"/>
          <p:nvPr>
            <p:ph idx="11" type="ftr"/>
          </p:nvPr>
        </p:nvSpPr>
        <p:spPr>
          <a:xfrm>
            <a:off x="113541" y="4767263"/>
            <a:ext cx="30861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3030" name="Google Shape;3030;p63"/>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031" name="Shape 3031"/>
        <p:cNvGrpSpPr/>
        <p:nvPr/>
      </p:nvGrpSpPr>
      <p:grpSpPr>
        <a:xfrm>
          <a:off x="0" y="0"/>
          <a:ext cx="0" cy="0"/>
          <a:chOff x="0" y="0"/>
          <a:chExt cx="0" cy="0"/>
        </a:xfrm>
      </p:grpSpPr>
      <p:sp>
        <p:nvSpPr>
          <p:cNvPr id="3032" name="Google Shape;3032;p64"/>
          <p:cNvSpPr txBox="1"/>
          <p:nvPr>
            <p:ph type="title"/>
          </p:nvPr>
        </p:nvSpPr>
        <p:spPr>
          <a:xfrm>
            <a:off x="629842" y="342900"/>
            <a:ext cx="2949300" cy="1200300"/>
          </a:xfrm>
          <a:prstGeom prst="rect">
            <a:avLst/>
          </a:prstGeom>
          <a:noFill/>
          <a:ln>
            <a:noFill/>
          </a:ln>
        </p:spPr>
        <p:txBody>
          <a:bodyPr anchorCtr="0" anchor="b" bIns="34300" lIns="34300" spcFirstLastPara="1" rIns="34300" wrap="square" tIns="34300">
            <a:noAutofit/>
          </a:bodyPr>
          <a:lstStyle>
            <a:lvl1pPr indent="0" lvl="0" marL="0" marR="0" rtl="0" algn="l">
              <a:lnSpc>
                <a:spcPct val="90000"/>
              </a:lnSpc>
              <a:spcBef>
                <a:spcPts val="0"/>
              </a:spcBef>
              <a:spcAft>
                <a:spcPts val="0"/>
              </a:spcAft>
              <a:buClr>
                <a:schemeClr val="dk1"/>
              </a:buClr>
              <a:buSzPts val="2400"/>
              <a:buFont typeface="Raleway SemiBold"/>
              <a:buNone/>
              <a:defRPr b="0" i="0" sz="2400" u="none" cap="none" strike="noStrike">
                <a:solidFill>
                  <a:schemeClr val="dk1"/>
                </a:solidFill>
                <a:latin typeface="Raleway SemiBold"/>
                <a:ea typeface="Raleway SemiBold"/>
                <a:cs typeface="Raleway SemiBold"/>
                <a:sym typeface="Raleway SemiBold"/>
              </a:defRPr>
            </a:lvl1pPr>
            <a:lvl2pPr indent="0" lvl="1" rtl="0">
              <a:spcBef>
                <a:spcPts val="0"/>
              </a:spcBef>
              <a:spcAft>
                <a:spcPts val="0"/>
              </a:spcAft>
              <a:buSzPts val="500"/>
              <a:buNone/>
              <a:defRPr sz="700"/>
            </a:lvl2pPr>
            <a:lvl3pPr indent="0" lvl="2" rtl="0">
              <a:spcBef>
                <a:spcPts val="0"/>
              </a:spcBef>
              <a:spcAft>
                <a:spcPts val="0"/>
              </a:spcAft>
              <a:buSzPts val="500"/>
              <a:buNone/>
              <a:defRPr sz="700"/>
            </a:lvl3pPr>
            <a:lvl4pPr indent="0" lvl="3" rtl="0">
              <a:spcBef>
                <a:spcPts val="0"/>
              </a:spcBef>
              <a:spcAft>
                <a:spcPts val="0"/>
              </a:spcAft>
              <a:buSzPts val="500"/>
              <a:buNone/>
              <a:defRPr sz="700"/>
            </a:lvl4pPr>
            <a:lvl5pPr indent="0" lvl="4" rtl="0">
              <a:spcBef>
                <a:spcPts val="0"/>
              </a:spcBef>
              <a:spcAft>
                <a:spcPts val="0"/>
              </a:spcAft>
              <a:buSzPts val="500"/>
              <a:buNone/>
              <a:defRPr sz="700"/>
            </a:lvl5pPr>
            <a:lvl6pPr indent="0" lvl="5" rtl="0">
              <a:spcBef>
                <a:spcPts val="0"/>
              </a:spcBef>
              <a:spcAft>
                <a:spcPts val="0"/>
              </a:spcAft>
              <a:buSzPts val="500"/>
              <a:buNone/>
              <a:defRPr sz="700"/>
            </a:lvl6pPr>
            <a:lvl7pPr indent="0" lvl="6" rtl="0">
              <a:spcBef>
                <a:spcPts val="0"/>
              </a:spcBef>
              <a:spcAft>
                <a:spcPts val="0"/>
              </a:spcAft>
              <a:buSzPts val="500"/>
              <a:buNone/>
              <a:defRPr sz="700"/>
            </a:lvl7pPr>
            <a:lvl8pPr indent="0" lvl="7" rtl="0">
              <a:spcBef>
                <a:spcPts val="0"/>
              </a:spcBef>
              <a:spcAft>
                <a:spcPts val="0"/>
              </a:spcAft>
              <a:buSzPts val="500"/>
              <a:buNone/>
              <a:defRPr sz="700"/>
            </a:lvl8pPr>
            <a:lvl9pPr indent="0" lvl="8" rtl="0">
              <a:spcBef>
                <a:spcPts val="0"/>
              </a:spcBef>
              <a:spcAft>
                <a:spcPts val="0"/>
              </a:spcAft>
              <a:buSzPts val="500"/>
              <a:buNone/>
              <a:defRPr sz="700"/>
            </a:lvl9pPr>
          </a:lstStyle>
          <a:p/>
        </p:txBody>
      </p:sp>
      <p:sp>
        <p:nvSpPr>
          <p:cNvPr id="3033" name="Google Shape;3033;p64"/>
          <p:cNvSpPr txBox="1"/>
          <p:nvPr>
            <p:ph idx="1" type="body"/>
          </p:nvPr>
        </p:nvSpPr>
        <p:spPr>
          <a:xfrm>
            <a:off x="3887391" y="740569"/>
            <a:ext cx="4629000" cy="3655200"/>
          </a:xfrm>
          <a:prstGeom prst="rect">
            <a:avLst/>
          </a:prstGeom>
          <a:noFill/>
          <a:ln>
            <a:noFill/>
          </a:ln>
        </p:spPr>
        <p:txBody>
          <a:bodyPr anchorCtr="0" anchor="t" bIns="34300" lIns="34300" spcFirstLastPara="1" rIns="34300" wrap="square" tIns="34300">
            <a:noAutofit/>
          </a:bodyPr>
          <a:lstStyle>
            <a:lvl1pPr indent="-381000" lvl="0" marL="457200" marR="0" rtl="0" algn="l">
              <a:lnSpc>
                <a:spcPct val="90000"/>
              </a:lnSpc>
              <a:spcBef>
                <a:spcPts val="800"/>
              </a:spcBef>
              <a:spcAft>
                <a:spcPts val="0"/>
              </a:spcAft>
              <a:buClr>
                <a:schemeClr val="dk1"/>
              </a:buClr>
              <a:buSzPts val="2400"/>
              <a:buFont typeface="Arial"/>
              <a:buChar char="•"/>
              <a:defRPr b="0" i="0" sz="2400" u="none" cap="none" strike="noStrike">
                <a:solidFill>
                  <a:schemeClr val="dk1"/>
                </a:solidFill>
                <a:latin typeface="Raleway Medium"/>
                <a:ea typeface="Raleway Medium"/>
                <a:cs typeface="Raleway Medium"/>
                <a:sym typeface="Raleway Medium"/>
              </a:defRPr>
            </a:lvl1pPr>
            <a:lvl2pPr indent="-361950" lvl="1" marL="914400" marR="0" rtl="0" algn="l">
              <a:lnSpc>
                <a:spcPct val="90000"/>
              </a:lnSpc>
              <a:spcBef>
                <a:spcPts val="400"/>
              </a:spcBef>
              <a:spcAft>
                <a:spcPts val="0"/>
              </a:spcAft>
              <a:buClr>
                <a:schemeClr val="dk1"/>
              </a:buClr>
              <a:buSzPts val="2100"/>
              <a:buFont typeface="Arial"/>
              <a:buChar char="•"/>
              <a:defRPr b="0" i="0" sz="2100" u="none" cap="none" strike="noStrike">
                <a:solidFill>
                  <a:schemeClr val="dk1"/>
                </a:solidFill>
                <a:latin typeface="Raleway Medium"/>
                <a:ea typeface="Raleway Medium"/>
                <a:cs typeface="Raleway Medium"/>
                <a:sym typeface="Raleway Medium"/>
              </a:defRPr>
            </a:lvl2pPr>
            <a:lvl3pPr indent="-342900" lvl="2" marL="13716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3pPr>
            <a:lvl4pPr indent="-323850" lvl="3" marL="18288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4pPr>
            <a:lvl5pPr indent="-323850" lvl="4" marL="22860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5pPr>
            <a:lvl6pPr indent="-323850" lvl="5" marL="27432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6pPr>
            <a:lvl7pPr indent="-323850" lvl="6" marL="32004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7pPr>
            <a:lvl8pPr indent="-323850" lvl="7" marL="3657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8pPr>
            <a:lvl9pPr indent="-323850" lvl="8" marL="41148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9pPr>
          </a:lstStyle>
          <a:p/>
        </p:txBody>
      </p:sp>
      <p:sp>
        <p:nvSpPr>
          <p:cNvPr id="3034" name="Google Shape;3034;p64"/>
          <p:cNvSpPr txBox="1"/>
          <p:nvPr>
            <p:ph idx="2" type="body"/>
          </p:nvPr>
        </p:nvSpPr>
        <p:spPr>
          <a:xfrm>
            <a:off x="629842" y="1543050"/>
            <a:ext cx="2949300" cy="2858700"/>
          </a:xfrm>
          <a:prstGeom prst="rect">
            <a:avLst/>
          </a:prstGeom>
          <a:noFill/>
          <a:ln>
            <a:noFill/>
          </a:ln>
        </p:spPr>
        <p:txBody>
          <a:bodyPr anchorCtr="0" anchor="t" bIns="34300" lIns="34300" spcFirstLastPara="1" rIns="34300" wrap="square" tIns="34300">
            <a:noAutofit/>
          </a:bodyPr>
          <a:lstStyle>
            <a:lvl1pPr indent="-228600" lvl="0" marL="457200" marR="0" rtl="0" algn="l">
              <a:lnSpc>
                <a:spcPct val="90000"/>
              </a:lnSpc>
              <a:spcBef>
                <a:spcPts val="800"/>
              </a:spcBef>
              <a:spcAft>
                <a:spcPts val="0"/>
              </a:spcAft>
              <a:buClr>
                <a:schemeClr val="dk1"/>
              </a:buClr>
              <a:buSzPts val="1200"/>
              <a:buFont typeface="Arial"/>
              <a:buNone/>
              <a:defRPr b="0" i="0" sz="1200" u="none" cap="none" strike="noStrike">
                <a:solidFill>
                  <a:schemeClr val="dk1"/>
                </a:solidFill>
                <a:latin typeface="Raleway Medium"/>
                <a:ea typeface="Raleway Medium"/>
                <a:cs typeface="Raleway Medium"/>
                <a:sym typeface="Raleway Medium"/>
              </a:defRPr>
            </a:lvl1pPr>
            <a:lvl2pPr indent="-228600" lvl="1" marL="914400" marR="0" rtl="0" algn="l">
              <a:lnSpc>
                <a:spcPct val="90000"/>
              </a:lnSpc>
              <a:spcBef>
                <a:spcPts val="400"/>
              </a:spcBef>
              <a:spcAft>
                <a:spcPts val="0"/>
              </a:spcAft>
              <a:buClr>
                <a:schemeClr val="dk1"/>
              </a:buClr>
              <a:buSzPts val="1000"/>
              <a:buFont typeface="Arial"/>
              <a:buNone/>
              <a:defRPr b="0" i="0" sz="1000" u="none" cap="none" strike="noStrike">
                <a:solidFill>
                  <a:schemeClr val="dk1"/>
                </a:solidFill>
                <a:latin typeface="Raleway Medium"/>
                <a:ea typeface="Raleway Medium"/>
                <a:cs typeface="Raleway Medium"/>
                <a:sym typeface="Raleway Medium"/>
              </a:defRPr>
            </a:lvl2pPr>
            <a:lvl3pPr indent="-228600" lvl="2" marL="1371600" marR="0" rtl="0" algn="l">
              <a:lnSpc>
                <a:spcPct val="90000"/>
              </a:lnSpc>
              <a:spcBef>
                <a:spcPts val="400"/>
              </a:spcBef>
              <a:spcAft>
                <a:spcPts val="0"/>
              </a:spcAft>
              <a:buClr>
                <a:schemeClr val="dk1"/>
              </a:buClr>
              <a:buSzPts val="900"/>
              <a:buFont typeface="Arial"/>
              <a:buNone/>
              <a:defRPr b="0" i="0" sz="900" u="none" cap="none" strike="noStrike">
                <a:solidFill>
                  <a:schemeClr val="dk1"/>
                </a:solidFill>
                <a:latin typeface="Raleway Medium"/>
                <a:ea typeface="Raleway Medium"/>
                <a:cs typeface="Raleway Medium"/>
                <a:sym typeface="Raleway Medium"/>
              </a:defRPr>
            </a:lvl3pPr>
            <a:lvl4pPr indent="-228600" lvl="3" marL="1828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Raleway Medium"/>
                <a:ea typeface="Raleway Medium"/>
                <a:cs typeface="Raleway Medium"/>
                <a:sym typeface="Raleway Medium"/>
              </a:defRPr>
            </a:lvl4pPr>
            <a:lvl5pPr indent="-228600" lvl="4" marL="22860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Raleway Medium"/>
                <a:ea typeface="Raleway Medium"/>
                <a:cs typeface="Raleway Medium"/>
                <a:sym typeface="Raleway Medium"/>
              </a:defRPr>
            </a:lvl5pPr>
            <a:lvl6pPr indent="-228600" lvl="5" marL="27432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Raleway Medium"/>
                <a:ea typeface="Raleway Medium"/>
                <a:cs typeface="Raleway Medium"/>
                <a:sym typeface="Raleway Medium"/>
              </a:defRPr>
            </a:lvl6pPr>
            <a:lvl7pPr indent="-228600" lvl="6" marL="32004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Raleway Medium"/>
                <a:ea typeface="Raleway Medium"/>
                <a:cs typeface="Raleway Medium"/>
                <a:sym typeface="Raleway Medium"/>
              </a:defRPr>
            </a:lvl7pPr>
            <a:lvl8pPr indent="-228600" lvl="7" marL="36576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Raleway Medium"/>
                <a:ea typeface="Raleway Medium"/>
                <a:cs typeface="Raleway Medium"/>
                <a:sym typeface="Raleway Medium"/>
              </a:defRPr>
            </a:lvl8pPr>
            <a:lvl9pPr indent="-228600" lvl="8" marL="4114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Raleway Medium"/>
                <a:ea typeface="Raleway Medium"/>
                <a:cs typeface="Raleway Medium"/>
                <a:sym typeface="Raleway Medium"/>
              </a:defRPr>
            </a:lvl9pPr>
          </a:lstStyle>
          <a:p/>
        </p:txBody>
      </p:sp>
      <p:sp>
        <p:nvSpPr>
          <p:cNvPr id="3035" name="Google Shape;3035;p64"/>
          <p:cNvSpPr txBox="1"/>
          <p:nvPr>
            <p:ph idx="10" type="dt"/>
          </p:nvPr>
        </p:nvSpPr>
        <p:spPr>
          <a:xfrm>
            <a:off x="628650" y="4767263"/>
            <a:ext cx="20574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3036" name="Google Shape;3036;p64"/>
          <p:cNvSpPr txBox="1"/>
          <p:nvPr>
            <p:ph idx="11" type="ftr"/>
          </p:nvPr>
        </p:nvSpPr>
        <p:spPr>
          <a:xfrm>
            <a:off x="113541" y="4767263"/>
            <a:ext cx="30861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3037" name="Google Shape;3037;p64"/>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038" name="Shape 3038"/>
        <p:cNvGrpSpPr/>
        <p:nvPr/>
      </p:nvGrpSpPr>
      <p:grpSpPr>
        <a:xfrm>
          <a:off x="0" y="0"/>
          <a:ext cx="0" cy="0"/>
          <a:chOff x="0" y="0"/>
          <a:chExt cx="0" cy="0"/>
        </a:xfrm>
      </p:grpSpPr>
      <p:sp>
        <p:nvSpPr>
          <p:cNvPr id="3039" name="Google Shape;3039;p65"/>
          <p:cNvSpPr txBox="1"/>
          <p:nvPr>
            <p:ph type="title"/>
          </p:nvPr>
        </p:nvSpPr>
        <p:spPr>
          <a:xfrm>
            <a:off x="629842" y="342900"/>
            <a:ext cx="2949300" cy="1200300"/>
          </a:xfrm>
          <a:prstGeom prst="rect">
            <a:avLst/>
          </a:prstGeom>
          <a:noFill/>
          <a:ln>
            <a:noFill/>
          </a:ln>
        </p:spPr>
        <p:txBody>
          <a:bodyPr anchorCtr="0" anchor="b" bIns="34300" lIns="34300" spcFirstLastPara="1" rIns="34300" wrap="square" tIns="34300">
            <a:noAutofit/>
          </a:bodyPr>
          <a:lstStyle>
            <a:lvl1pPr indent="0" lvl="0" marL="0" marR="0" rtl="0" algn="l">
              <a:lnSpc>
                <a:spcPct val="90000"/>
              </a:lnSpc>
              <a:spcBef>
                <a:spcPts val="0"/>
              </a:spcBef>
              <a:spcAft>
                <a:spcPts val="0"/>
              </a:spcAft>
              <a:buClr>
                <a:schemeClr val="dk1"/>
              </a:buClr>
              <a:buSzPts val="2400"/>
              <a:buFont typeface="Raleway SemiBold"/>
              <a:buNone/>
              <a:defRPr b="0" i="0" sz="2400" u="none" cap="none" strike="noStrike">
                <a:solidFill>
                  <a:schemeClr val="dk1"/>
                </a:solidFill>
                <a:latin typeface="Raleway SemiBold"/>
                <a:ea typeface="Raleway SemiBold"/>
                <a:cs typeface="Raleway SemiBold"/>
                <a:sym typeface="Raleway SemiBold"/>
              </a:defRPr>
            </a:lvl1pPr>
            <a:lvl2pPr indent="0" lvl="1" rtl="0">
              <a:spcBef>
                <a:spcPts val="0"/>
              </a:spcBef>
              <a:spcAft>
                <a:spcPts val="0"/>
              </a:spcAft>
              <a:buSzPts val="500"/>
              <a:buNone/>
              <a:defRPr sz="700"/>
            </a:lvl2pPr>
            <a:lvl3pPr indent="0" lvl="2" rtl="0">
              <a:spcBef>
                <a:spcPts val="0"/>
              </a:spcBef>
              <a:spcAft>
                <a:spcPts val="0"/>
              </a:spcAft>
              <a:buSzPts val="500"/>
              <a:buNone/>
              <a:defRPr sz="700"/>
            </a:lvl3pPr>
            <a:lvl4pPr indent="0" lvl="3" rtl="0">
              <a:spcBef>
                <a:spcPts val="0"/>
              </a:spcBef>
              <a:spcAft>
                <a:spcPts val="0"/>
              </a:spcAft>
              <a:buSzPts val="500"/>
              <a:buNone/>
              <a:defRPr sz="700"/>
            </a:lvl4pPr>
            <a:lvl5pPr indent="0" lvl="4" rtl="0">
              <a:spcBef>
                <a:spcPts val="0"/>
              </a:spcBef>
              <a:spcAft>
                <a:spcPts val="0"/>
              </a:spcAft>
              <a:buSzPts val="500"/>
              <a:buNone/>
              <a:defRPr sz="700"/>
            </a:lvl5pPr>
            <a:lvl6pPr indent="0" lvl="5" rtl="0">
              <a:spcBef>
                <a:spcPts val="0"/>
              </a:spcBef>
              <a:spcAft>
                <a:spcPts val="0"/>
              </a:spcAft>
              <a:buSzPts val="500"/>
              <a:buNone/>
              <a:defRPr sz="700"/>
            </a:lvl6pPr>
            <a:lvl7pPr indent="0" lvl="6" rtl="0">
              <a:spcBef>
                <a:spcPts val="0"/>
              </a:spcBef>
              <a:spcAft>
                <a:spcPts val="0"/>
              </a:spcAft>
              <a:buSzPts val="500"/>
              <a:buNone/>
              <a:defRPr sz="700"/>
            </a:lvl7pPr>
            <a:lvl8pPr indent="0" lvl="7" rtl="0">
              <a:spcBef>
                <a:spcPts val="0"/>
              </a:spcBef>
              <a:spcAft>
                <a:spcPts val="0"/>
              </a:spcAft>
              <a:buSzPts val="500"/>
              <a:buNone/>
              <a:defRPr sz="700"/>
            </a:lvl8pPr>
            <a:lvl9pPr indent="0" lvl="8" rtl="0">
              <a:spcBef>
                <a:spcPts val="0"/>
              </a:spcBef>
              <a:spcAft>
                <a:spcPts val="0"/>
              </a:spcAft>
              <a:buSzPts val="500"/>
              <a:buNone/>
              <a:defRPr sz="700"/>
            </a:lvl9pPr>
          </a:lstStyle>
          <a:p/>
        </p:txBody>
      </p:sp>
      <p:sp>
        <p:nvSpPr>
          <p:cNvPr id="3040" name="Google Shape;3040;p65"/>
          <p:cNvSpPr/>
          <p:nvPr>
            <p:ph idx="2" type="pic"/>
          </p:nvPr>
        </p:nvSpPr>
        <p:spPr>
          <a:xfrm>
            <a:off x="3887391" y="740569"/>
            <a:ext cx="4629000" cy="3655200"/>
          </a:xfrm>
          <a:prstGeom prst="rect">
            <a:avLst/>
          </a:prstGeom>
          <a:noFill/>
          <a:ln>
            <a:noFill/>
          </a:ln>
        </p:spPr>
        <p:txBody>
          <a:bodyPr anchorCtr="0" anchor="t" bIns="34300" lIns="34300" spcFirstLastPara="1" rIns="34300" wrap="square" tIns="34300">
            <a:noAutofit/>
          </a:bodyPr>
          <a:lstStyle>
            <a:lvl1pPr indent="0" lvl="0" marL="0" marR="0" rtl="0" algn="l">
              <a:lnSpc>
                <a:spcPct val="90000"/>
              </a:lnSpc>
              <a:spcBef>
                <a:spcPts val="800"/>
              </a:spcBef>
              <a:spcAft>
                <a:spcPts val="0"/>
              </a:spcAft>
              <a:buClr>
                <a:schemeClr val="dk1"/>
              </a:buClr>
              <a:buSzPts val="2400"/>
              <a:buFont typeface="Arial"/>
              <a:buNone/>
              <a:defRPr b="0" i="0" sz="2400" u="none" cap="none" strike="noStrike">
                <a:solidFill>
                  <a:schemeClr val="dk1"/>
                </a:solidFill>
                <a:latin typeface="Raleway Medium"/>
                <a:ea typeface="Raleway Medium"/>
                <a:cs typeface="Raleway Medium"/>
                <a:sym typeface="Raleway Medium"/>
              </a:defRPr>
            </a:lvl1pPr>
            <a:lvl2pPr indent="0" lvl="1" marL="342900" marR="0" rtl="0" algn="l">
              <a:lnSpc>
                <a:spcPct val="90000"/>
              </a:lnSpc>
              <a:spcBef>
                <a:spcPts val="400"/>
              </a:spcBef>
              <a:spcAft>
                <a:spcPts val="0"/>
              </a:spcAft>
              <a:buClr>
                <a:schemeClr val="dk1"/>
              </a:buClr>
              <a:buSzPts val="2100"/>
              <a:buFont typeface="Arial"/>
              <a:buNone/>
              <a:defRPr b="0" i="0" sz="2100" u="none" cap="none" strike="noStrike">
                <a:solidFill>
                  <a:schemeClr val="dk1"/>
                </a:solidFill>
                <a:latin typeface="Raleway Medium"/>
                <a:ea typeface="Raleway Medium"/>
                <a:cs typeface="Raleway Medium"/>
                <a:sym typeface="Raleway Medium"/>
              </a:defRPr>
            </a:lvl2pPr>
            <a:lvl3pPr indent="0" lvl="2" marL="6858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Raleway Medium"/>
                <a:ea typeface="Raleway Medium"/>
                <a:cs typeface="Raleway Medium"/>
                <a:sym typeface="Raleway Medium"/>
              </a:defRPr>
            </a:lvl3pPr>
            <a:lvl4pPr indent="0" lvl="3" marL="10287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Raleway Medium"/>
                <a:ea typeface="Raleway Medium"/>
                <a:cs typeface="Raleway Medium"/>
                <a:sym typeface="Raleway Medium"/>
              </a:defRPr>
            </a:lvl4pPr>
            <a:lvl5pPr indent="0" lvl="4"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Raleway Medium"/>
                <a:ea typeface="Raleway Medium"/>
                <a:cs typeface="Raleway Medium"/>
                <a:sym typeface="Raleway Medium"/>
              </a:defRPr>
            </a:lvl5pPr>
            <a:lvl6pPr indent="0" lvl="5" marL="17145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Raleway Medium"/>
                <a:ea typeface="Raleway Medium"/>
                <a:cs typeface="Raleway Medium"/>
                <a:sym typeface="Raleway Medium"/>
              </a:defRPr>
            </a:lvl6pPr>
            <a:lvl7pPr indent="0" lvl="6" marL="20574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Raleway Medium"/>
                <a:ea typeface="Raleway Medium"/>
                <a:cs typeface="Raleway Medium"/>
                <a:sym typeface="Raleway Medium"/>
              </a:defRPr>
            </a:lvl7pPr>
            <a:lvl8pPr indent="0" lvl="7" marL="24003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Raleway Medium"/>
                <a:ea typeface="Raleway Medium"/>
                <a:cs typeface="Raleway Medium"/>
                <a:sym typeface="Raleway Medium"/>
              </a:defRPr>
            </a:lvl8pPr>
            <a:lvl9pPr indent="0" lvl="8" marL="27432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Raleway Medium"/>
                <a:ea typeface="Raleway Medium"/>
                <a:cs typeface="Raleway Medium"/>
                <a:sym typeface="Raleway Medium"/>
              </a:defRPr>
            </a:lvl9pPr>
          </a:lstStyle>
          <a:p/>
        </p:txBody>
      </p:sp>
      <p:sp>
        <p:nvSpPr>
          <p:cNvPr id="3041" name="Google Shape;3041;p65"/>
          <p:cNvSpPr txBox="1"/>
          <p:nvPr>
            <p:ph idx="1" type="body"/>
          </p:nvPr>
        </p:nvSpPr>
        <p:spPr>
          <a:xfrm>
            <a:off x="629842" y="1543050"/>
            <a:ext cx="2949300" cy="2858700"/>
          </a:xfrm>
          <a:prstGeom prst="rect">
            <a:avLst/>
          </a:prstGeom>
          <a:noFill/>
          <a:ln>
            <a:noFill/>
          </a:ln>
        </p:spPr>
        <p:txBody>
          <a:bodyPr anchorCtr="0" anchor="t" bIns="34300" lIns="34300" spcFirstLastPara="1" rIns="34300" wrap="square" tIns="34300">
            <a:noAutofit/>
          </a:bodyPr>
          <a:lstStyle>
            <a:lvl1pPr indent="-228600" lvl="0" marL="457200" marR="0" rtl="0" algn="l">
              <a:lnSpc>
                <a:spcPct val="90000"/>
              </a:lnSpc>
              <a:spcBef>
                <a:spcPts val="800"/>
              </a:spcBef>
              <a:spcAft>
                <a:spcPts val="0"/>
              </a:spcAft>
              <a:buClr>
                <a:schemeClr val="dk1"/>
              </a:buClr>
              <a:buSzPts val="1200"/>
              <a:buFont typeface="Arial"/>
              <a:buNone/>
              <a:defRPr b="0" i="0" sz="1200" u="none" cap="none" strike="noStrike">
                <a:solidFill>
                  <a:schemeClr val="dk1"/>
                </a:solidFill>
                <a:latin typeface="Raleway Medium"/>
                <a:ea typeface="Raleway Medium"/>
                <a:cs typeface="Raleway Medium"/>
                <a:sym typeface="Raleway Medium"/>
              </a:defRPr>
            </a:lvl1pPr>
            <a:lvl2pPr indent="-228600" lvl="1" marL="914400" marR="0" rtl="0" algn="l">
              <a:lnSpc>
                <a:spcPct val="90000"/>
              </a:lnSpc>
              <a:spcBef>
                <a:spcPts val="400"/>
              </a:spcBef>
              <a:spcAft>
                <a:spcPts val="0"/>
              </a:spcAft>
              <a:buClr>
                <a:schemeClr val="dk1"/>
              </a:buClr>
              <a:buSzPts val="1000"/>
              <a:buFont typeface="Arial"/>
              <a:buNone/>
              <a:defRPr b="0" i="0" sz="1000" u="none" cap="none" strike="noStrike">
                <a:solidFill>
                  <a:schemeClr val="dk1"/>
                </a:solidFill>
                <a:latin typeface="Raleway Medium"/>
                <a:ea typeface="Raleway Medium"/>
                <a:cs typeface="Raleway Medium"/>
                <a:sym typeface="Raleway Medium"/>
              </a:defRPr>
            </a:lvl2pPr>
            <a:lvl3pPr indent="-228600" lvl="2" marL="1371600" marR="0" rtl="0" algn="l">
              <a:lnSpc>
                <a:spcPct val="90000"/>
              </a:lnSpc>
              <a:spcBef>
                <a:spcPts val="400"/>
              </a:spcBef>
              <a:spcAft>
                <a:spcPts val="0"/>
              </a:spcAft>
              <a:buClr>
                <a:schemeClr val="dk1"/>
              </a:buClr>
              <a:buSzPts val="900"/>
              <a:buFont typeface="Arial"/>
              <a:buNone/>
              <a:defRPr b="0" i="0" sz="900" u="none" cap="none" strike="noStrike">
                <a:solidFill>
                  <a:schemeClr val="dk1"/>
                </a:solidFill>
                <a:latin typeface="Raleway Medium"/>
                <a:ea typeface="Raleway Medium"/>
                <a:cs typeface="Raleway Medium"/>
                <a:sym typeface="Raleway Medium"/>
              </a:defRPr>
            </a:lvl3pPr>
            <a:lvl4pPr indent="-228600" lvl="3" marL="1828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Raleway Medium"/>
                <a:ea typeface="Raleway Medium"/>
                <a:cs typeface="Raleway Medium"/>
                <a:sym typeface="Raleway Medium"/>
              </a:defRPr>
            </a:lvl4pPr>
            <a:lvl5pPr indent="-228600" lvl="4" marL="22860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Raleway Medium"/>
                <a:ea typeface="Raleway Medium"/>
                <a:cs typeface="Raleway Medium"/>
                <a:sym typeface="Raleway Medium"/>
              </a:defRPr>
            </a:lvl5pPr>
            <a:lvl6pPr indent="-228600" lvl="5" marL="27432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Raleway Medium"/>
                <a:ea typeface="Raleway Medium"/>
                <a:cs typeface="Raleway Medium"/>
                <a:sym typeface="Raleway Medium"/>
              </a:defRPr>
            </a:lvl6pPr>
            <a:lvl7pPr indent="-228600" lvl="6" marL="32004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Raleway Medium"/>
                <a:ea typeface="Raleway Medium"/>
                <a:cs typeface="Raleway Medium"/>
                <a:sym typeface="Raleway Medium"/>
              </a:defRPr>
            </a:lvl7pPr>
            <a:lvl8pPr indent="-228600" lvl="7" marL="36576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Raleway Medium"/>
                <a:ea typeface="Raleway Medium"/>
                <a:cs typeface="Raleway Medium"/>
                <a:sym typeface="Raleway Medium"/>
              </a:defRPr>
            </a:lvl8pPr>
            <a:lvl9pPr indent="-228600" lvl="8" marL="4114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Raleway Medium"/>
                <a:ea typeface="Raleway Medium"/>
                <a:cs typeface="Raleway Medium"/>
                <a:sym typeface="Raleway Medium"/>
              </a:defRPr>
            </a:lvl9pPr>
          </a:lstStyle>
          <a:p/>
        </p:txBody>
      </p:sp>
      <p:sp>
        <p:nvSpPr>
          <p:cNvPr id="3042" name="Google Shape;3042;p65"/>
          <p:cNvSpPr txBox="1"/>
          <p:nvPr>
            <p:ph idx="10" type="dt"/>
          </p:nvPr>
        </p:nvSpPr>
        <p:spPr>
          <a:xfrm>
            <a:off x="628650" y="4767263"/>
            <a:ext cx="20574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3043" name="Google Shape;3043;p65"/>
          <p:cNvSpPr txBox="1"/>
          <p:nvPr>
            <p:ph idx="11" type="ftr"/>
          </p:nvPr>
        </p:nvSpPr>
        <p:spPr>
          <a:xfrm>
            <a:off x="113541" y="4767263"/>
            <a:ext cx="30861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3044" name="Google Shape;3044;p65"/>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045" name="Shape 3045"/>
        <p:cNvGrpSpPr/>
        <p:nvPr/>
      </p:nvGrpSpPr>
      <p:grpSpPr>
        <a:xfrm>
          <a:off x="0" y="0"/>
          <a:ext cx="0" cy="0"/>
          <a:chOff x="0" y="0"/>
          <a:chExt cx="0" cy="0"/>
        </a:xfrm>
      </p:grpSpPr>
      <p:sp>
        <p:nvSpPr>
          <p:cNvPr id="3046" name="Google Shape;3046;p66"/>
          <p:cNvSpPr txBox="1"/>
          <p:nvPr>
            <p:ph type="title"/>
          </p:nvPr>
        </p:nvSpPr>
        <p:spPr>
          <a:xfrm>
            <a:off x="628650" y="273844"/>
            <a:ext cx="7886700" cy="994200"/>
          </a:xfrm>
          <a:prstGeom prst="rect">
            <a:avLst/>
          </a:prstGeom>
          <a:noFill/>
          <a:ln>
            <a:noFill/>
          </a:ln>
        </p:spPr>
        <p:txBody>
          <a:bodyPr anchorCtr="0" anchor="t" bIns="34300" lIns="34300" spcFirstLastPara="1" rIns="34300" wrap="square" tIns="34300">
            <a:noAutofit/>
          </a:bodyPr>
          <a:lstStyle>
            <a:lvl1pPr indent="0" lvl="0" marL="0" marR="0" rtl="0" algn="l">
              <a:lnSpc>
                <a:spcPct val="90000"/>
              </a:lnSpc>
              <a:spcBef>
                <a:spcPts val="0"/>
              </a:spcBef>
              <a:spcAft>
                <a:spcPts val="0"/>
              </a:spcAft>
              <a:buClr>
                <a:schemeClr val="dk1"/>
              </a:buClr>
              <a:buSzPts val="3300"/>
              <a:buFont typeface="Raleway SemiBold"/>
              <a:buNone/>
              <a:defRPr b="0" i="0" sz="3300" u="none" cap="none" strike="noStrike">
                <a:solidFill>
                  <a:schemeClr val="dk1"/>
                </a:solidFill>
                <a:latin typeface="Raleway SemiBold"/>
                <a:ea typeface="Raleway SemiBold"/>
                <a:cs typeface="Raleway SemiBold"/>
                <a:sym typeface="Raleway SemiBold"/>
              </a:defRPr>
            </a:lvl1pPr>
            <a:lvl2pPr indent="0" lvl="1" rtl="0">
              <a:spcBef>
                <a:spcPts val="0"/>
              </a:spcBef>
              <a:spcAft>
                <a:spcPts val="0"/>
              </a:spcAft>
              <a:buSzPts val="500"/>
              <a:buNone/>
              <a:defRPr sz="700"/>
            </a:lvl2pPr>
            <a:lvl3pPr indent="0" lvl="2" rtl="0">
              <a:spcBef>
                <a:spcPts val="0"/>
              </a:spcBef>
              <a:spcAft>
                <a:spcPts val="0"/>
              </a:spcAft>
              <a:buSzPts val="500"/>
              <a:buNone/>
              <a:defRPr sz="700"/>
            </a:lvl3pPr>
            <a:lvl4pPr indent="0" lvl="3" rtl="0">
              <a:spcBef>
                <a:spcPts val="0"/>
              </a:spcBef>
              <a:spcAft>
                <a:spcPts val="0"/>
              </a:spcAft>
              <a:buSzPts val="500"/>
              <a:buNone/>
              <a:defRPr sz="700"/>
            </a:lvl4pPr>
            <a:lvl5pPr indent="0" lvl="4" rtl="0">
              <a:spcBef>
                <a:spcPts val="0"/>
              </a:spcBef>
              <a:spcAft>
                <a:spcPts val="0"/>
              </a:spcAft>
              <a:buSzPts val="500"/>
              <a:buNone/>
              <a:defRPr sz="700"/>
            </a:lvl5pPr>
            <a:lvl6pPr indent="0" lvl="5" rtl="0">
              <a:spcBef>
                <a:spcPts val="0"/>
              </a:spcBef>
              <a:spcAft>
                <a:spcPts val="0"/>
              </a:spcAft>
              <a:buSzPts val="500"/>
              <a:buNone/>
              <a:defRPr sz="700"/>
            </a:lvl6pPr>
            <a:lvl7pPr indent="0" lvl="6" rtl="0">
              <a:spcBef>
                <a:spcPts val="0"/>
              </a:spcBef>
              <a:spcAft>
                <a:spcPts val="0"/>
              </a:spcAft>
              <a:buSzPts val="500"/>
              <a:buNone/>
              <a:defRPr sz="700"/>
            </a:lvl7pPr>
            <a:lvl8pPr indent="0" lvl="7" rtl="0">
              <a:spcBef>
                <a:spcPts val="0"/>
              </a:spcBef>
              <a:spcAft>
                <a:spcPts val="0"/>
              </a:spcAft>
              <a:buSzPts val="500"/>
              <a:buNone/>
              <a:defRPr sz="700"/>
            </a:lvl8pPr>
            <a:lvl9pPr indent="0" lvl="8" rtl="0">
              <a:spcBef>
                <a:spcPts val="0"/>
              </a:spcBef>
              <a:spcAft>
                <a:spcPts val="0"/>
              </a:spcAft>
              <a:buSzPts val="500"/>
              <a:buNone/>
              <a:defRPr sz="700"/>
            </a:lvl9pPr>
          </a:lstStyle>
          <a:p/>
        </p:txBody>
      </p:sp>
      <p:sp>
        <p:nvSpPr>
          <p:cNvPr id="3047" name="Google Shape;3047;p66"/>
          <p:cNvSpPr txBox="1"/>
          <p:nvPr>
            <p:ph idx="1" type="body"/>
          </p:nvPr>
        </p:nvSpPr>
        <p:spPr>
          <a:xfrm rot="5400000">
            <a:off x="2940300" y="-942431"/>
            <a:ext cx="3263400" cy="7886700"/>
          </a:xfrm>
          <a:prstGeom prst="rect">
            <a:avLst/>
          </a:prstGeom>
          <a:noFill/>
          <a:ln>
            <a:noFill/>
          </a:ln>
        </p:spPr>
        <p:txBody>
          <a:bodyPr anchorCtr="0" anchor="t" bIns="34300" lIns="34300" spcFirstLastPara="1" rIns="34300" wrap="square" tIns="34300">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Raleway Medium"/>
                <a:ea typeface="Raleway Medium"/>
                <a:cs typeface="Raleway Medium"/>
                <a:sym typeface="Raleway Medium"/>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311150" lvl="3" marL="1828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311150" lvl="4" marL="22860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311150" lvl="5" marL="27432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311150" lvl="6" marL="3200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311150" lvl="7" marL="3657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311150" lvl="8" marL="4114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3048" name="Google Shape;3048;p66"/>
          <p:cNvSpPr txBox="1"/>
          <p:nvPr>
            <p:ph idx="10" type="dt"/>
          </p:nvPr>
        </p:nvSpPr>
        <p:spPr>
          <a:xfrm>
            <a:off x="628650" y="4767263"/>
            <a:ext cx="20574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3049" name="Google Shape;3049;p66"/>
          <p:cNvSpPr txBox="1"/>
          <p:nvPr>
            <p:ph idx="11" type="ftr"/>
          </p:nvPr>
        </p:nvSpPr>
        <p:spPr>
          <a:xfrm>
            <a:off x="113541" y="4767263"/>
            <a:ext cx="30861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3050" name="Google Shape;3050;p66"/>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051" name="Shape 3051"/>
        <p:cNvGrpSpPr/>
        <p:nvPr/>
      </p:nvGrpSpPr>
      <p:grpSpPr>
        <a:xfrm>
          <a:off x="0" y="0"/>
          <a:ext cx="0" cy="0"/>
          <a:chOff x="0" y="0"/>
          <a:chExt cx="0" cy="0"/>
        </a:xfrm>
      </p:grpSpPr>
      <p:sp>
        <p:nvSpPr>
          <p:cNvPr id="3052" name="Google Shape;3052;p67"/>
          <p:cNvSpPr txBox="1"/>
          <p:nvPr>
            <p:ph type="title"/>
          </p:nvPr>
        </p:nvSpPr>
        <p:spPr>
          <a:xfrm rot="5400000">
            <a:off x="5350050" y="1467544"/>
            <a:ext cx="4359000" cy="1971600"/>
          </a:xfrm>
          <a:prstGeom prst="rect">
            <a:avLst/>
          </a:prstGeom>
          <a:noFill/>
          <a:ln>
            <a:noFill/>
          </a:ln>
        </p:spPr>
        <p:txBody>
          <a:bodyPr anchorCtr="0" anchor="t" bIns="34300" lIns="34300" spcFirstLastPara="1" rIns="34300" wrap="square" tIns="34300">
            <a:noAutofit/>
          </a:bodyPr>
          <a:lstStyle>
            <a:lvl1pPr indent="0" lvl="0" marL="0" marR="0" rtl="0" algn="l">
              <a:lnSpc>
                <a:spcPct val="90000"/>
              </a:lnSpc>
              <a:spcBef>
                <a:spcPts val="0"/>
              </a:spcBef>
              <a:spcAft>
                <a:spcPts val="0"/>
              </a:spcAft>
              <a:buClr>
                <a:schemeClr val="dk1"/>
              </a:buClr>
              <a:buSzPts val="3300"/>
              <a:buFont typeface="Raleway SemiBold"/>
              <a:buNone/>
              <a:defRPr b="0" i="0" sz="3300" u="none" cap="none" strike="noStrike">
                <a:solidFill>
                  <a:schemeClr val="dk1"/>
                </a:solidFill>
                <a:latin typeface="Raleway SemiBold"/>
                <a:ea typeface="Raleway SemiBold"/>
                <a:cs typeface="Raleway SemiBold"/>
                <a:sym typeface="Raleway SemiBold"/>
              </a:defRPr>
            </a:lvl1pPr>
            <a:lvl2pPr indent="0" lvl="1" rtl="0">
              <a:spcBef>
                <a:spcPts val="0"/>
              </a:spcBef>
              <a:spcAft>
                <a:spcPts val="0"/>
              </a:spcAft>
              <a:buSzPts val="500"/>
              <a:buNone/>
              <a:defRPr sz="700"/>
            </a:lvl2pPr>
            <a:lvl3pPr indent="0" lvl="2" rtl="0">
              <a:spcBef>
                <a:spcPts val="0"/>
              </a:spcBef>
              <a:spcAft>
                <a:spcPts val="0"/>
              </a:spcAft>
              <a:buSzPts val="500"/>
              <a:buNone/>
              <a:defRPr sz="700"/>
            </a:lvl3pPr>
            <a:lvl4pPr indent="0" lvl="3" rtl="0">
              <a:spcBef>
                <a:spcPts val="0"/>
              </a:spcBef>
              <a:spcAft>
                <a:spcPts val="0"/>
              </a:spcAft>
              <a:buSzPts val="500"/>
              <a:buNone/>
              <a:defRPr sz="700"/>
            </a:lvl4pPr>
            <a:lvl5pPr indent="0" lvl="4" rtl="0">
              <a:spcBef>
                <a:spcPts val="0"/>
              </a:spcBef>
              <a:spcAft>
                <a:spcPts val="0"/>
              </a:spcAft>
              <a:buSzPts val="500"/>
              <a:buNone/>
              <a:defRPr sz="700"/>
            </a:lvl5pPr>
            <a:lvl6pPr indent="0" lvl="5" rtl="0">
              <a:spcBef>
                <a:spcPts val="0"/>
              </a:spcBef>
              <a:spcAft>
                <a:spcPts val="0"/>
              </a:spcAft>
              <a:buSzPts val="500"/>
              <a:buNone/>
              <a:defRPr sz="700"/>
            </a:lvl6pPr>
            <a:lvl7pPr indent="0" lvl="6" rtl="0">
              <a:spcBef>
                <a:spcPts val="0"/>
              </a:spcBef>
              <a:spcAft>
                <a:spcPts val="0"/>
              </a:spcAft>
              <a:buSzPts val="500"/>
              <a:buNone/>
              <a:defRPr sz="700"/>
            </a:lvl7pPr>
            <a:lvl8pPr indent="0" lvl="7" rtl="0">
              <a:spcBef>
                <a:spcPts val="0"/>
              </a:spcBef>
              <a:spcAft>
                <a:spcPts val="0"/>
              </a:spcAft>
              <a:buSzPts val="500"/>
              <a:buNone/>
              <a:defRPr sz="700"/>
            </a:lvl8pPr>
            <a:lvl9pPr indent="0" lvl="8" rtl="0">
              <a:spcBef>
                <a:spcPts val="0"/>
              </a:spcBef>
              <a:spcAft>
                <a:spcPts val="0"/>
              </a:spcAft>
              <a:buSzPts val="500"/>
              <a:buNone/>
              <a:defRPr sz="700"/>
            </a:lvl9pPr>
          </a:lstStyle>
          <a:p/>
        </p:txBody>
      </p:sp>
      <p:sp>
        <p:nvSpPr>
          <p:cNvPr id="3053" name="Google Shape;3053;p67"/>
          <p:cNvSpPr txBox="1"/>
          <p:nvPr>
            <p:ph idx="1" type="body"/>
          </p:nvPr>
        </p:nvSpPr>
        <p:spPr>
          <a:xfrm rot="5400000">
            <a:off x="1349475" y="-447056"/>
            <a:ext cx="4359000" cy="5800800"/>
          </a:xfrm>
          <a:prstGeom prst="rect">
            <a:avLst/>
          </a:prstGeom>
          <a:noFill/>
          <a:ln>
            <a:noFill/>
          </a:ln>
        </p:spPr>
        <p:txBody>
          <a:bodyPr anchorCtr="0" anchor="t" bIns="34300" lIns="34300" spcFirstLastPara="1" rIns="34300" wrap="square" tIns="34300">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Raleway Medium"/>
                <a:ea typeface="Raleway Medium"/>
                <a:cs typeface="Raleway Medium"/>
                <a:sym typeface="Raleway Medium"/>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311150" lvl="3" marL="1828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311150" lvl="4" marL="22860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311150" lvl="5" marL="27432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311150" lvl="6" marL="3200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311150" lvl="7" marL="3657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311150" lvl="8" marL="4114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3054" name="Google Shape;3054;p67"/>
          <p:cNvSpPr txBox="1"/>
          <p:nvPr>
            <p:ph idx="10" type="dt"/>
          </p:nvPr>
        </p:nvSpPr>
        <p:spPr>
          <a:xfrm>
            <a:off x="628650" y="4767263"/>
            <a:ext cx="20574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3055" name="Google Shape;3055;p67"/>
          <p:cNvSpPr txBox="1"/>
          <p:nvPr>
            <p:ph idx="11" type="ftr"/>
          </p:nvPr>
        </p:nvSpPr>
        <p:spPr>
          <a:xfrm>
            <a:off x="113541" y="4767263"/>
            <a:ext cx="3086100" cy="2739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3056" name="Google Shape;3056;p67"/>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ffee Break">
  <p:cSld name="6_Coffee Break">
    <p:spTree>
      <p:nvGrpSpPr>
        <p:cNvPr id="3057" name="Shape 3057"/>
        <p:cNvGrpSpPr/>
        <p:nvPr/>
      </p:nvGrpSpPr>
      <p:grpSpPr>
        <a:xfrm>
          <a:off x="0" y="0"/>
          <a:ext cx="0" cy="0"/>
          <a:chOff x="0" y="0"/>
          <a:chExt cx="0" cy="0"/>
        </a:xfrm>
      </p:grpSpPr>
      <p:sp>
        <p:nvSpPr>
          <p:cNvPr id="3058" name="Google Shape;3058;p68"/>
          <p:cNvSpPr/>
          <p:nvPr>
            <p:ph idx="2" type="pic"/>
          </p:nvPr>
        </p:nvSpPr>
        <p:spPr>
          <a:xfrm>
            <a:off x="0" y="0"/>
            <a:ext cx="9144000" cy="3100500"/>
          </a:xfrm>
          <a:prstGeom prst="rect">
            <a:avLst/>
          </a:prstGeom>
          <a:solidFill>
            <a:srgbClr val="BFBFBF"/>
          </a:solidFill>
          <a:ln>
            <a:noFill/>
          </a:ln>
        </p:spPr>
        <p:txBody>
          <a:bodyPr anchorCtr="0" anchor="t" bIns="34300" lIns="34300" spcFirstLastPara="1" rIns="34300" wrap="square" tIns="34300">
            <a:noAutofit/>
          </a:bodyPr>
          <a:lstStyle>
            <a:lvl1pPr indent="0" lvl="0" marL="0" marR="0" rtl="0" algn="l">
              <a:lnSpc>
                <a:spcPct val="90000"/>
              </a:lnSpc>
              <a:spcBef>
                <a:spcPts val="800"/>
              </a:spcBef>
              <a:spcAft>
                <a:spcPts val="0"/>
              </a:spcAft>
              <a:buClr>
                <a:schemeClr val="lt2"/>
              </a:buClr>
              <a:buSzPts val="1200"/>
              <a:buFont typeface="Arial"/>
              <a:buNone/>
              <a:defRPr b="0" i="0" sz="1200" u="none" cap="none" strike="noStrike">
                <a:solidFill>
                  <a:schemeClr val="lt2"/>
                </a:solidFill>
                <a:latin typeface="Raleway Medium"/>
                <a:ea typeface="Raleway Medium"/>
                <a:cs typeface="Raleway Medium"/>
                <a:sym typeface="Raleway Medium"/>
              </a:defRPr>
            </a:lvl1pPr>
            <a:lvl2pPr indent="-165100" lvl="1" marL="5080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aleway Medium"/>
                <a:ea typeface="Raleway Medium"/>
                <a:cs typeface="Raleway Medium"/>
                <a:sym typeface="Raleway Medium"/>
              </a:defRPr>
            </a:lvl2pPr>
            <a:lvl3pPr indent="-171450" lvl="2" marL="8509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aleway Medium"/>
                <a:ea typeface="Raleway Medium"/>
                <a:cs typeface="Raleway Medium"/>
                <a:sym typeface="Raleway Medium"/>
              </a:defRPr>
            </a:lvl3pPr>
            <a:lvl4pPr indent="-158750" lvl="3" marL="1193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4pPr>
            <a:lvl5pPr indent="-158750" lvl="4" marL="15367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5pPr>
            <a:lvl6pPr indent="-158750" lvl="5" marL="1879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6pPr>
            <a:lvl7pPr indent="-158750" lvl="6" marL="22225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7pPr>
            <a:lvl8pPr indent="-158750" lvl="7" marL="2565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8pPr>
            <a:lvl9pPr indent="-158750" lvl="8" marL="29083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Raleway Medium"/>
                <a:ea typeface="Raleway Medium"/>
                <a:cs typeface="Raleway Medium"/>
                <a:sym typeface="Raleway Medium"/>
              </a:defRPr>
            </a:lvl9pPr>
          </a:lstStyle>
          <a:p/>
        </p:txBody>
      </p:sp>
      <p:sp>
        <p:nvSpPr>
          <p:cNvPr id="3059" name="Google Shape;3059;p68"/>
          <p:cNvSpPr txBox="1"/>
          <p:nvPr>
            <p:ph idx="11" type="ftr"/>
          </p:nvPr>
        </p:nvSpPr>
        <p:spPr>
          <a:xfrm>
            <a:off x="0" y="0"/>
            <a:ext cx="1125300" cy="1125000"/>
          </a:xfrm>
          <a:prstGeom prst="rect">
            <a:avLst/>
          </a:prstGeom>
          <a:noFill/>
          <a:ln>
            <a:noFill/>
          </a:ln>
        </p:spPr>
        <p:txBody>
          <a:bodyPr anchorCtr="0" anchor="t" bIns="34300" lIns="34300" spcFirstLastPara="1" rIns="34300" wrap="square" tIns="34300">
            <a:noAutofit/>
          </a:bodyPr>
          <a:lstStyle>
            <a:lvl1pPr indent="0" lvl="0" marL="0" marR="0" rtl="0" algn="l">
              <a:spcBef>
                <a:spcPts val="0"/>
              </a:spcBef>
              <a:spcAft>
                <a:spcPts val="0"/>
              </a:spcAft>
              <a:buSzPts val="500"/>
              <a:buNone/>
              <a:defRPr sz="700">
                <a:solidFill>
                  <a:schemeClr val="dk1"/>
                </a:solidFill>
                <a:latin typeface="Raleway Medium"/>
                <a:ea typeface="Raleway Medium"/>
                <a:cs typeface="Raleway Medium"/>
                <a:sym typeface="Raleway Medium"/>
              </a:defRPr>
            </a:lvl1pPr>
            <a:lvl2pPr indent="0" lvl="1" marL="177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2pPr>
            <a:lvl3pPr indent="0" lvl="2" marL="3429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3pPr>
            <a:lvl4pPr indent="0" lvl="3" marL="520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4pPr>
            <a:lvl5pPr indent="0" lvl="4" marL="6858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5pPr>
            <a:lvl6pPr indent="0" lvl="5" marL="863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6pPr>
            <a:lvl7pPr indent="0" lvl="6" marL="10287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7pPr>
            <a:lvl8pPr indent="0" lvl="7" marL="12065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8pPr>
            <a:lvl9pPr indent="0" lvl="8" marL="1371600" marR="0" rtl="0" algn="l">
              <a:spcBef>
                <a:spcPts val="0"/>
              </a:spcBef>
              <a:spcAft>
                <a:spcPts val="0"/>
              </a:spcAft>
              <a:buSzPts val="500"/>
              <a:buNone/>
              <a:defRPr b="0" i="0" sz="700" u="none" cap="none" strike="noStrike">
                <a:solidFill>
                  <a:schemeClr val="dk1"/>
                </a:solidFill>
                <a:latin typeface="Raleway Medium"/>
                <a:ea typeface="Raleway Medium"/>
                <a:cs typeface="Raleway Medium"/>
                <a:sym typeface="Raleway Medium"/>
              </a:defRPr>
            </a:lvl9pPr>
          </a:lstStyle>
          <a:p/>
        </p:txBody>
      </p:sp>
      <p:sp>
        <p:nvSpPr>
          <p:cNvPr id="3060" name="Google Shape;3060;p68"/>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sz="1200">
                <a:solidFill>
                  <a:schemeClr val="lt1"/>
                </a:solidFill>
                <a:latin typeface="Raleway"/>
                <a:ea typeface="Raleway"/>
                <a:cs typeface="Raleway"/>
                <a:sym typeface="Raleway"/>
              </a:defRPr>
            </a:lvl1pPr>
            <a:lvl2pPr indent="0" lvl="1" marL="0" marR="0" rtl="0" algn="r">
              <a:spcBef>
                <a:spcPts val="0"/>
              </a:spcBef>
              <a:buNone/>
              <a:defRPr sz="1200">
                <a:solidFill>
                  <a:schemeClr val="lt1"/>
                </a:solidFill>
                <a:latin typeface="Raleway"/>
                <a:ea typeface="Raleway"/>
                <a:cs typeface="Raleway"/>
                <a:sym typeface="Raleway"/>
              </a:defRPr>
            </a:lvl2pPr>
            <a:lvl3pPr indent="0" lvl="2" marL="0" marR="0" rtl="0" algn="r">
              <a:spcBef>
                <a:spcPts val="0"/>
              </a:spcBef>
              <a:buNone/>
              <a:defRPr sz="1200">
                <a:solidFill>
                  <a:schemeClr val="lt1"/>
                </a:solidFill>
                <a:latin typeface="Raleway"/>
                <a:ea typeface="Raleway"/>
                <a:cs typeface="Raleway"/>
                <a:sym typeface="Raleway"/>
              </a:defRPr>
            </a:lvl3pPr>
            <a:lvl4pPr indent="0" lvl="3" marL="0" marR="0" rtl="0" algn="r">
              <a:spcBef>
                <a:spcPts val="0"/>
              </a:spcBef>
              <a:buNone/>
              <a:defRPr sz="1200">
                <a:solidFill>
                  <a:schemeClr val="lt1"/>
                </a:solidFill>
                <a:latin typeface="Raleway"/>
                <a:ea typeface="Raleway"/>
                <a:cs typeface="Raleway"/>
                <a:sym typeface="Raleway"/>
              </a:defRPr>
            </a:lvl4pPr>
            <a:lvl5pPr indent="0" lvl="4" marL="0" marR="0" rtl="0" algn="r">
              <a:spcBef>
                <a:spcPts val="0"/>
              </a:spcBef>
              <a:buNone/>
              <a:defRPr sz="1200">
                <a:solidFill>
                  <a:schemeClr val="lt1"/>
                </a:solidFill>
                <a:latin typeface="Raleway"/>
                <a:ea typeface="Raleway"/>
                <a:cs typeface="Raleway"/>
                <a:sym typeface="Raleway"/>
              </a:defRPr>
            </a:lvl5pPr>
            <a:lvl6pPr indent="0" lvl="5" marL="0" marR="0" rtl="0" algn="r">
              <a:spcBef>
                <a:spcPts val="0"/>
              </a:spcBef>
              <a:buNone/>
              <a:defRPr sz="1200">
                <a:solidFill>
                  <a:schemeClr val="lt1"/>
                </a:solidFill>
                <a:latin typeface="Raleway"/>
                <a:ea typeface="Raleway"/>
                <a:cs typeface="Raleway"/>
                <a:sym typeface="Raleway"/>
              </a:defRPr>
            </a:lvl6pPr>
            <a:lvl7pPr indent="0" lvl="6" marL="0" marR="0" rtl="0" algn="r">
              <a:spcBef>
                <a:spcPts val="0"/>
              </a:spcBef>
              <a:buNone/>
              <a:defRPr sz="1200">
                <a:solidFill>
                  <a:schemeClr val="lt1"/>
                </a:solidFill>
                <a:latin typeface="Raleway"/>
                <a:ea typeface="Raleway"/>
                <a:cs typeface="Raleway"/>
                <a:sym typeface="Raleway"/>
              </a:defRPr>
            </a:lvl7pPr>
            <a:lvl8pPr indent="0" lvl="7" marL="0" marR="0" rtl="0" algn="r">
              <a:spcBef>
                <a:spcPts val="0"/>
              </a:spcBef>
              <a:buNone/>
              <a:defRPr sz="1200">
                <a:solidFill>
                  <a:schemeClr val="lt1"/>
                </a:solidFill>
                <a:latin typeface="Raleway"/>
                <a:ea typeface="Raleway"/>
                <a:cs typeface="Raleway"/>
                <a:sym typeface="Raleway"/>
              </a:defRPr>
            </a:lvl8pPr>
            <a:lvl9pPr indent="0" lvl="8" marL="0" marR="0" rtl="0" algn="r">
              <a:spcBef>
                <a:spcPts val="0"/>
              </a:spcBef>
              <a:buNone/>
              <a:defRPr sz="1200">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47" Type="http://schemas.openxmlformats.org/officeDocument/2006/relationships/theme" Target="../theme/theme3.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66.xml"/><Relationship Id="rId21" Type="http://schemas.openxmlformats.org/officeDocument/2006/relationships/theme" Target="../theme/theme1.xml"/><Relationship Id="rId1" Type="http://schemas.openxmlformats.org/officeDocument/2006/relationships/slideLayout" Target="../slideLayouts/slideLayout47.xml"/><Relationship Id="rId2" Type="http://schemas.openxmlformats.org/officeDocument/2006/relationships/slideLayout" Target="../slideLayouts/slideLayout48.xml"/><Relationship Id="rId3" Type="http://schemas.openxmlformats.org/officeDocument/2006/relationships/slideLayout" Target="../slideLayouts/slideLayout49.xml"/><Relationship Id="rId4" Type="http://schemas.openxmlformats.org/officeDocument/2006/relationships/slideLayout" Target="../slideLayouts/slideLayout50.xml"/><Relationship Id="rId9" Type="http://schemas.openxmlformats.org/officeDocument/2006/relationships/slideLayout" Target="../slideLayouts/slideLayout55.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11" Type="http://schemas.openxmlformats.org/officeDocument/2006/relationships/slideLayout" Target="../slideLayouts/slideLayout57.xml"/><Relationship Id="rId10" Type="http://schemas.openxmlformats.org/officeDocument/2006/relationships/slideLayout" Target="../slideLayouts/slideLayout56.xml"/><Relationship Id="rId13" Type="http://schemas.openxmlformats.org/officeDocument/2006/relationships/slideLayout" Target="../slideLayouts/slideLayout59.xml"/><Relationship Id="rId12" Type="http://schemas.openxmlformats.org/officeDocument/2006/relationships/slideLayout" Target="../slideLayouts/slideLayout58.xml"/><Relationship Id="rId15" Type="http://schemas.openxmlformats.org/officeDocument/2006/relationships/slideLayout" Target="../slideLayouts/slideLayout61.xml"/><Relationship Id="rId14" Type="http://schemas.openxmlformats.org/officeDocument/2006/relationships/slideLayout" Target="../slideLayouts/slideLayout60.xml"/><Relationship Id="rId17" Type="http://schemas.openxmlformats.org/officeDocument/2006/relationships/slideLayout" Target="../slideLayouts/slideLayout63.xml"/><Relationship Id="rId16" Type="http://schemas.openxmlformats.org/officeDocument/2006/relationships/slideLayout" Target="../slideLayouts/slideLayout62.xml"/><Relationship Id="rId19" Type="http://schemas.openxmlformats.org/officeDocument/2006/relationships/slideLayout" Target="../slideLayouts/slideLayout65.xml"/><Relationship Id="rId18"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713225" y="530352"/>
            <a:ext cx="7717500" cy="365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Lexend Deca"/>
              <a:buNone/>
              <a:defRPr b="1" sz="2800">
                <a:solidFill>
                  <a:schemeClr val="dk1"/>
                </a:solidFill>
                <a:latin typeface="Lexend Deca"/>
                <a:ea typeface="Lexend Deca"/>
                <a:cs typeface="Lexend Deca"/>
                <a:sym typeface="Lexend Deca"/>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11" name="Google Shape;11;p1"/>
          <p:cNvSpPr txBox="1"/>
          <p:nvPr>
            <p:ph idx="1" type="body"/>
          </p:nvPr>
        </p:nvSpPr>
        <p:spPr>
          <a:xfrm>
            <a:off x="713225" y="1152475"/>
            <a:ext cx="7717500" cy="3447000"/>
          </a:xfrm>
          <a:prstGeom prst="rect">
            <a:avLst/>
          </a:prstGeom>
          <a:noFill/>
          <a:ln>
            <a:noFill/>
          </a:ln>
        </p:spPr>
        <p:txBody>
          <a:bodyPr anchorCtr="0" anchor="t" bIns="91425" lIns="91425" spcFirstLastPara="1" rIns="91425" wrap="square" tIns="91425">
            <a:noAutofit/>
          </a:bodyPr>
          <a:lstStyle>
            <a:lvl1pPr indent="-330200" lvl="0" marL="4572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1pPr>
            <a:lvl2pPr indent="-330200" lvl="1" marL="9144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2pPr>
            <a:lvl3pPr indent="-330200" lvl="2" marL="13716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3pPr>
            <a:lvl4pPr indent="-330200" lvl="3" marL="18288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4pPr>
            <a:lvl5pPr indent="-330200" lvl="4" marL="22860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5pPr>
            <a:lvl6pPr indent="-330200" lvl="5" marL="27432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6pPr>
            <a:lvl7pPr indent="-330200" lvl="6" marL="32004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7pPr>
            <a:lvl8pPr indent="-330200" lvl="7" marL="36576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8pPr>
            <a:lvl9pPr indent="-330200" lvl="8" marL="41148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48" name="Shape 2948"/>
        <p:cNvGrpSpPr/>
        <p:nvPr/>
      </p:nvGrpSpPr>
      <p:grpSpPr>
        <a:xfrm>
          <a:off x="0" y="0"/>
          <a:ext cx="0" cy="0"/>
          <a:chOff x="0" y="0"/>
          <a:chExt cx="0" cy="0"/>
        </a:xfrm>
      </p:grpSpPr>
      <p:sp>
        <p:nvSpPr>
          <p:cNvPr id="2949" name="Google Shape;2949;p48"/>
          <p:cNvSpPr/>
          <p:nvPr>
            <p:ph idx="12" type="sldNum"/>
          </p:nvPr>
        </p:nvSpPr>
        <p:spPr>
          <a:xfrm>
            <a:off x="-173512" y="191691"/>
            <a:ext cx="628800" cy="273900"/>
          </a:xfrm>
          <a:prstGeom prst="roundRect">
            <a:avLst>
              <a:gd fmla="val 10797" name="adj"/>
            </a:avLst>
          </a:prstGeom>
          <a:gradFill>
            <a:gsLst>
              <a:gs pos="0">
                <a:schemeClr val="accent4"/>
              </a:gs>
              <a:gs pos="100000">
                <a:schemeClr val="accent5"/>
              </a:gs>
            </a:gsLst>
            <a:lin ang="10800025" scaled="0"/>
          </a:gradFill>
          <a:ln>
            <a:noFill/>
          </a:ln>
        </p:spPr>
        <p:txBody>
          <a:bodyPr anchorCtr="0" anchor="ctr" bIns="17150" lIns="34300" spcFirstLastPara="1" rIns="34300" wrap="square" tIns="17150">
            <a:noAutofit/>
          </a:bodyPr>
          <a:lstStyle>
            <a:lvl1pPr indent="0" lvl="0" marL="0" marR="0" rtl="0" algn="r">
              <a:spcBef>
                <a:spcPts val="0"/>
              </a:spcBef>
              <a:buNone/>
              <a:defRPr b="0" i="0" sz="1200" u="none" cap="none" strike="noStrike">
                <a:solidFill>
                  <a:schemeClr val="lt1"/>
                </a:solidFill>
                <a:latin typeface="Raleway"/>
                <a:ea typeface="Raleway"/>
                <a:cs typeface="Raleway"/>
                <a:sym typeface="Raleway"/>
              </a:defRPr>
            </a:lvl1pPr>
            <a:lvl2pPr indent="0" lvl="1" marL="0" marR="0" rtl="0" algn="r">
              <a:spcBef>
                <a:spcPts val="0"/>
              </a:spcBef>
              <a:buNone/>
              <a:defRPr b="0" i="0" sz="1200" u="none" cap="none" strike="noStrike">
                <a:solidFill>
                  <a:schemeClr val="lt1"/>
                </a:solidFill>
                <a:latin typeface="Raleway"/>
                <a:ea typeface="Raleway"/>
                <a:cs typeface="Raleway"/>
                <a:sym typeface="Raleway"/>
              </a:defRPr>
            </a:lvl2pPr>
            <a:lvl3pPr indent="0" lvl="2" marL="0" marR="0" rtl="0" algn="r">
              <a:spcBef>
                <a:spcPts val="0"/>
              </a:spcBef>
              <a:buNone/>
              <a:defRPr b="0" i="0" sz="1200" u="none" cap="none" strike="noStrike">
                <a:solidFill>
                  <a:schemeClr val="lt1"/>
                </a:solidFill>
                <a:latin typeface="Raleway"/>
                <a:ea typeface="Raleway"/>
                <a:cs typeface="Raleway"/>
                <a:sym typeface="Raleway"/>
              </a:defRPr>
            </a:lvl3pPr>
            <a:lvl4pPr indent="0" lvl="3" marL="0" marR="0" rtl="0" algn="r">
              <a:spcBef>
                <a:spcPts val="0"/>
              </a:spcBef>
              <a:buNone/>
              <a:defRPr b="0" i="0" sz="1200" u="none" cap="none" strike="noStrike">
                <a:solidFill>
                  <a:schemeClr val="lt1"/>
                </a:solidFill>
                <a:latin typeface="Raleway"/>
                <a:ea typeface="Raleway"/>
                <a:cs typeface="Raleway"/>
                <a:sym typeface="Raleway"/>
              </a:defRPr>
            </a:lvl4pPr>
            <a:lvl5pPr indent="0" lvl="4" marL="0" marR="0" rtl="0" algn="r">
              <a:spcBef>
                <a:spcPts val="0"/>
              </a:spcBef>
              <a:buNone/>
              <a:defRPr b="0" i="0" sz="1200" u="none" cap="none" strike="noStrike">
                <a:solidFill>
                  <a:schemeClr val="lt1"/>
                </a:solidFill>
                <a:latin typeface="Raleway"/>
                <a:ea typeface="Raleway"/>
                <a:cs typeface="Raleway"/>
                <a:sym typeface="Raleway"/>
              </a:defRPr>
            </a:lvl5pPr>
            <a:lvl6pPr indent="0" lvl="5" marL="0" marR="0" rtl="0" algn="r">
              <a:spcBef>
                <a:spcPts val="0"/>
              </a:spcBef>
              <a:buNone/>
              <a:defRPr b="0" i="0" sz="1200" u="none" cap="none" strike="noStrike">
                <a:solidFill>
                  <a:schemeClr val="lt1"/>
                </a:solidFill>
                <a:latin typeface="Raleway"/>
                <a:ea typeface="Raleway"/>
                <a:cs typeface="Raleway"/>
                <a:sym typeface="Raleway"/>
              </a:defRPr>
            </a:lvl6pPr>
            <a:lvl7pPr indent="0" lvl="6" marL="0" marR="0" rtl="0" algn="r">
              <a:spcBef>
                <a:spcPts val="0"/>
              </a:spcBef>
              <a:buNone/>
              <a:defRPr b="0" i="0" sz="1200" u="none" cap="none" strike="noStrike">
                <a:solidFill>
                  <a:schemeClr val="lt1"/>
                </a:solidFill>
                <a:latin typeface="Raleway"/>
                <a:ea typeface="Raleway"/>
                <a:cs typeface="Raleway"/>
                <a:sym typeface="Raleway"/>
              </a:defRPr>
            </a:lvl7pPr>
            <a:lvl8pPr indent="0" lvl="7" marL="0" marR="0" rtl="0" algn="r">
              <a:spcBef>
                <a:spcPts val="0"/>
              </a:spcBef>
              <a:buNone/>
              <a:defRPr b="0" i="0" sz="1200" u="none" cap="none" strike="noStrike">
                <a:solidFill>
                  <a:schemeClr val="lt1"/>
                </a:solidFill>
                <a:latin typeface="Raleway"/>
                <a:ea typeface="Raleway"/>
                <a:cs typeface="Raleway"/>
                <a:sym typeface="Raleway"/>
              </a:defRPr>
            </a:lvl8pPr>
            <a:lvl9pPr indent="0" lvl="8" marL="0" marR="0" rtl="0" algn="r">
              <a:spcBef>
                <a:spcPts val="0"/>
              </a:spcBef>
              <a:buNone/>
              <a:defRPr b="0" i="0" sz="1200" u="none" cap="none" strike="noStrike">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 id="2147483712" r:id="rId19"/>
    <p:sldLayoutId id="2147483713"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9.png"/><Relationship Id="rId9"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16.png"/><Relationship Id="rId7" Type="http://schemas.openxmlformats.org/officeDocument/2006/relationships/image" Target="../media/image4.png"/><Relationship Id="rId8" Type="http://schemas.openxmlformats.org/officeDocument/2006/relationships/image" Target="../media/image8.png"/><Relationship Id="rId11" Type="http://schemas.openxmlformats.org/officeDocument/2006/relationships/image" Target="../media/image24.png"/><Relationship Id="rId10" Type="http://schemas.openxmlformats.org/officeDocument/2006/relationships/image" Target="../media/image13.png"/><Relationship Id="rId13" Type="http://schemas.openxmlformats.org/officeDocument/2006/relationships/image" Target="../media/image9.png"/><Relationship Id="rId12"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1.png"/><Relationship Id="rId6"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 Id="rId3" Type="http://schemas.openxmlformats.org/officeDocument/2006/relationships/image" Target="../media/image3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 Id="rId3"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27.png"/><Relationship Id="rId5"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4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3.pn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5.png"/><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2.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1.pn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 Id="rId3"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6.xml"/><Relationship Id="rId3"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9.xml"/><Relationship Id="rId3"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Relationship Id="rId3"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1.xml"/><Relationship Id="rId3" Type="http://schemas.openxmlformats.org/officeDocument/2006/relationships/hyperlink" Target="http://www.youtube.com/watch?v=t7NE7apn-PA" TargetMode="External"/><Relationship Id="rId4" Type="http://schemas.openxmlformats.org/officeDocument/2006/relationships/image" Target="../media/image34.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4.xml"/><Relationship Id="rId3" Type="http://schemas.openxmlformats.org/officeDocument/2006/relationships/image" Target="../media/image4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1.xml"/><Relationship Id="rId3" Type="http://schemas.openxmlformats.org/officeDocument/2006/relationships/image" Target="../media/image29.png"/><Relationship Id="rId4" Type="http://schemas.openxmlformats.org/officeDocument/2006/relationships/image" Target="../media/image3.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4" name="Shape 3064"/>
        <p:cNvGrpSpPr/>
        <p:nvPr/>
      </p:nvGrpSpPr>
      <p:grpSpPr>
        <a:xfrm>
          <a:off x="0" y="0"/>
          <a:ext cx="0" cy="0"/>
          <a:chOff x="0" y="0"/>
          <a:chExt cx="0" cy="0"/>
        </a:xfrm>
      </p:grpSpPr>
      <p:sp>
        <p:nvSpPr>
          <p:cNvPr id="3065" name="Google Shape;3065;p69"/>
          <p:cNvSpPr txBox="1"/>
          <p:nvPr>
            <p:ph idx="1" type="subTitle"/>
          </p:nvPr>
        </p:nvSpPr>
        <p:spPr>
          <a:xfrm>
            <a:off x="4304753" y="3981274"/>
            <a:ext cx="3442200" cy="5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Present by </a:t>
            </a:r>
            <a:r>
              <a:rPr b="1" lang="en"/>
              <a:t>Chi Nguyen</a:t>
            </a:r>
            <a:endParaRPr b="1"/>
          </a:p>
        </p:txBody>
      </p:sp>
      <p:sp>
        <p:nvSpPr>
          <p:cNvPr id="3066" name="Google Shape;3066;p69"/>
          <p:cNvSpPr txBox="1"/>
          <p:nvPr>
            <p:ph type="ctrTitle"/>
          </p:nvPr>
        </p:nvSpPr>
        <p:spPr>
          <a:xfrm>
            <a:off x="4304753" y="1706651"/>
            <a:ext cx="4114800" cy="13716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sz="3800"/>
              <a:t>Human - Computer</a:t>
            </a:r>
            <a:endParaRPr sz="3800"/>
          </a:p>
          <a:p>
            <a:pPr indent="0" lvl="0" marL="0" rtl="0" algn="l">
              <a:spcBef>
                <a:spcPts val="0"/>
              </a:spcBef>
              <a:spcAft>
                <a:spcPts val="0"/>
              </a:spcAft>
              <a:buNone/>
            </a:pPr>
            <a:r>
              <a:rPr lang="en" sz="3800"/>
              <a:t>Interaction</a:t>
            </a:r>
            <a:endParaRPr sz="3800"/>
          </a:p>
        </p:txBody>
      </p:sp>
      <p:sp>
        <p:nvSpPr>
          <p:cNvPr id="3067" name="Google Shape;3067;p69"/>
          <p:cNvSpPr/>
          <p:nvPr/>
        </p:nvSpPr>
        <p:spPr>
          <a:xfrm>
            <a:off x="1252001" y="3089798"/>
            <a:ext cx="190181" cy="91179"/>
          </a:xfrm>
          <a:custGeom>
            <a:rect b="b" l="l" r="r" t="t"/>
            <a:pathLst>
              <a:path extrusionOk="0" h="1352" w="2820">
                <a:moveTo>
                  <a:pt x="2681" y="0"/>
                </a:moveTo>
                <a:cubicBezTo>
                  <a:pt x="1393" y="0"/>
                  <a:pt x="17" y="1299"/>
                  <a:pt x="0" y="1312"/>
                </a:cubicBezTo>
                <a:lnTo>
                  <a:pt x="37" y="1352"/>
                </a:lnTo>
                <a:cubicBezTo>
                  <a:pt x="53" y="1339"/>
                  <a:pt x="1410" y="56"/>
                  <a:pt x="2673" y="56"/>
                </a:cubicBezTo>
                <a:cubicBezTo>
                  <a:pt x="2719" y="56"/>
                  <a:pt x="2767" y="59"/>
                  <a:pt x="2813" y="63"/>
                </a:cubicBezTo>
                <a:lnTo>
                  <a:pt x="2820" y="6"/>
                </a:lnTo>
                <a:cubicBezTo>
                  <a:pt x="2774" y="2"/>
                  <a:pt x="2727" y="0"/>
                  <a:pt x="26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68" name="Google Shape;3068;p69"/>
          <p:cNvPicPr preferRelativeResize="0"/>
          <p:nvPr/>
        </p:nvPicPr>
        <p:blipFill>
          <a:blip r:embed="rId3">
            <a:alphaModFix/>
          </a:blip>
          <a:stretch>
            <a:fillRect/>
          </a:stretch>
        </p:blipFill>
        <p:spPr>
          <a:xfrm>
            <a:off x="-131476" y="985750"/>
            <a:ext cx="4373200" cy="3279907"/>
          </a:xfrm>
          <a:prstGeom prst="rect">
            <a:avLst/>
          </a:prstGeom>
          <a:noFill/>
          <a:ln>
            <a:noFill/>
          </a:ln>
        </p:spPr>
      </p:pic>
      <p:pic>
        <p:nvPicPr>
          <p:cNvPr id="3069" name="Google Shape;3069;p69"/>
          <p:cNvPicPr preferRelativeResize="0"/>
          <p:nvPr/>
        </p:nvPicPr>
        <p:blipFill rotWithShape="1">
          <a:blip r:embed="rId4">
            <a:alphaModFix/>
          </a:blip>
          <a:srcRect b="30194" l="16780" r="16793" t="30186"/>
          <a:stretch/>
        </p:blipFill>
        <p:spPr>
          <a:xfrm>
            <a:off x="4357300" y="362300"/>
            <a:ext cx="1279626" cy="7632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073" name="Shape 3073"/>
        <p:cNvGrpSpPr/>
        <p:nvPr/>
      </p:nvGrpSpPr>
      <p:grpSpPr>
        <a:xfrm>
          <a:off x="0" y="0"/>
          <a:ext cx="0" cy="0"/>
          <a:chOff x="0" y="0"/>
          <a:chExt cx="0" cy="0"/>
        </a:xfrm>
      </p:grpSpPr>
      <p:sp>
        <p:nvSpPr>
          <p:cNvPr id="3074" name="Google Shape;3074;p70"/>
          <p:cNvSpPr txBox="1"/>
          <p:nvPr>
            <p:ph type="title"/>
          </p:nvPr>
        </p:nvSpPr>
        <p:spPr>
          <a:xfrm>
            <a:off x="3014400" y="943613"/>
            <a:ext cx="3115200" cy="41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200"/>
              <a:t>CONTENTS</a:t>
            </a:r>
            <a:endParaRPr sz="3200">
              <a:solidFill>
                <a:srgbClr val="F3F3F3"/>
              </a:solidFill>
            </a:endParaRPr>
          </a:p>
        </p:txBody>
      </p:sp>
      <p:sp>
        <p:nvSpPr>
          <p:cNvPr id="3075" name="Google Shape;3075;p70"/>
          <p:cNvSpPr txBox="1"/>
          <p:nvPr>
            <p:ph idx="1" type="subTitle"/>
          </p:nvPr>
        </p:nvSpPr>
        <p:spPr>
          <a:xfrm>
            <a:off x="3269900" y="1852225"/>
            <a:ext cx="2836800" cy="1705200"/>
          </a:xfrm>
          <a:prstGeom prst="rect">
            <a:avLst/>
          </a:prstGeom>
        </p:spPr>
        <p:txBody>
          <a:bodyPr anchorCtr="0" anchor="ctr" bIns="91425" lIns="91425" spcFirstLastPara="1" rIns="91425" wrap="square" tIns="91425">
            <a:noAutofit/>
          </a:bodyPr>
          <a:lstStyle/>
          <a:p>
            <a:pPr indent="-342900" lvl="0" marL="457200" rtl="0" algn="l">
              <a:lnSpc>
                <a:spcPct val="150000"/>
              </a:lnSpc>
              <a:spcBef>
                <a:spcPts val="0"/>
              </a:spcBef>
              <a:spcAft>
                <a:spcPts val="0"/>
              </a:spcAft>
              <a:buClr>
                <a:srgbClr val="49476E"/>
              </a:buClr>
              <a:buSzPts val="1800"/>
              <a:buAutoNum type="arabicPeriod"/>
            </a:pPr>
            <a:r>
              <a:rPr b="1" lang="en" sz="1800">
                <a:solidFill>
                  <a:srgbClr val="49476E"/>
                </a:solidFill>
              </a:rPr>
              <a:t>The human</a:t>
            </a:r>
            <a:endParaRPr b="1" sz="1800">
              <a:solidFill>
                <a:srgbClr val="49476E"/>
              </a:solidFill>
            </a:endParaRPr>
          </a:p>
          <a:p>
            <a:pPr indent="-342900" lvl="0" marL="457200" rtl="0" algn="l">
              <a:lnSpc>
                <a:spcPct val="150000"/>
              </a:lnSpc>
              <a:spcBef>
                <a:spcPts val="0"/>
              </a:spcBef>
              <a:spcAft>
                <a:spcPts val="0"/>
              </a:spcAft>
              <a:buClr>
                <a:srgbClr val="49476E"/>
              </a:buClr>
              <a:buSzPts val="1800"/>
              <a:buAutoNum type="arabicPeriod"/>
            </a:pPr>
            <a:r>
              <a:rPr lang="en" sz="1800">
                <a:solidFill>
                  <a:srgbClr val="49476E"/>
                </a:solidFill>
              </a:rPr>
              <a:t>The computer</a:t>
            </a:r>
            <a:endParaRPr sz="1800">
              <a:solidFill>
                <a:srgbClr val="49476E"/>
              </a:solidFill>
            </a:endParaRPr>
          </a:p>
          <a:p>
            <a:pPr indent="-342900" lvl="0" marL="457200" rtl="0" algn="l">
              <a:lnSpc>
                <a:spcPct val="150000"/>
              </a:lnSpc>
              <a:spcBef>
                <a:spcPts val="0"/>
              </a:spcBef>
              <a:spcAft>
                <a:spcPts val="0"/>
              </a:spcAft>
              <a:buClr>
                <a:srgbClr val="49476E"/>
              </a:buClr>
              <a:buSzPts val="1800"/>
              <a:buAutoNum type="arabicPeriod"/>
            </a:pPr>
            <a:r>
              <a:rPr lang="en" sz="1800">
                <a:solidFill>
                  <a:srgbClr val="49476E"/>
                </a:solidFill>
              </a:rPr>
              <a:t>The interaction</a:t>
            </a:r>
            <a:endParaRPr sz="1800">
              <a:solidFill>
                <a:srgbClr val="49476E"/>
              </a:solidFill>
            </a:endParaRPr>
          </a:p>
          <a:p>
            <a:pPr indent="-342900" lvl="0" marL="457200" rtl="0" algn="l">
              <a:lnSpc>
                <a:spcPct val="150000"/>
              </a:lnSpc>
              <a:spcBef>
                <a:spcPts val="0"/>
              </a:spcBef>
              <a:spcAft>
                <a:spcPts val="0"/>
              </a:spcAft>
              <a:buClr>
                <a:srgbClr val="49476E"/>
              </a:buClr>
              <a:buSzPts val="1800"/>
              <a:buAutoNum type="arabicPeriod"/>
            </a:pPr>
            <a:r>
              <a:rPr lang="en" sz="1800">
                <a:solidFill>
                  <a:srgbClr val="49476E"/>
                </a:solidFill>
              </a:rPr>
              <a:t>Paradigms</a:t>
            </a:r>
            <a:endParaRPr sz="1800">
              <a:solidFill>
                <a:srgbClr val="49476E"/>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0" name="Shape 3080"/>
        <p:cNvGrpSpPr/>
        <p:nvPr/>
      </p:nvGrpSpPr>
      <p:grpSpPr>
        <a:xfrm>
          <a:off x="0" y="0"/>
          <a:ext cx="0" cy="0"/>
          <a:chOff x="0" y="0"/>
          <a:chExt cx="0" cy="0"/>
        </a:xfrm>
      </p:grpSpPr>
      <p:pic>
        <p:nvPicPr>
          <p:cNvPr id="3081" name="Google Shape;3081;p71"/>
          <p:cNvPicPr preferRelativeResize="0"/>
          <p:nvPr/>
        </p:nvPicPr>
        <p:blipFill>
          <a:blip r:embed="rId3">
            <a:alphaModFix/>
          </a:blip>
          <a:stretch>
            <a:fillRect/>
          </a:stretch>
        </p:blipFill>
        <p:spPr>
          <a:xfrm>
            <a:off x="873125" y="544100"/>
            <a:ext cx="7209398" cy="4055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6" name="Shape 3086"/>
        <p:cNvGrpSpPr/>
        <p:nvPr/>
      </p:nvGrpSpPr>
      <p:grpSpPr>
        <a:xfrm>
          <a:off x="0" y="0"/>
          <a:ext cx="0" cy="0"/>
          <a:chOff x="0" y="0"/>
          <a:chExt cx="0" cy="0"/>
        </a:xfrm>
      </p:grpSpPr>
      <p:sp>
        <p:nvSpPr>
          <p:cNvPr id="3087" name="Google Shape;3087;p72"/>
          <p:cNvSpPr txBox="1"/>
          <p:nvPr>
            <p:ph type="title"/>
          </p:nvPr>
        </p:nvSpPr>
        <p:spPr>
          <a:xfrm>
            <a:off x="713225" y="530350"/>
            <a:ext cx="7717800" cy="29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500"/>
              <a:t>THE HUMAN</a:t>
            </a:r>
            <a:endParaRPr sz="3500"/>
          </a:p>
        </p:txBody>
      </p:sp>
      <p:sp>
        <p:nvSpPr>
          <p:cNvPr id="3088" name="Google Shape;3088;p72"/>
          <p:cNvSpPr txBox="1"/>
          <p:nvPr>
            <p:ph idx="4294967295" type="subTitle"/>
          </p:nvPr>
        </p:nvSpPr>
        <p:spPr>
          <a:xfrm flipH="1">
            <a:off x="2139900" y="1401288"/>
            <a:ext cx="2137200" cy="46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VISION</a:t>
            </a:r>
            <a:endParaRPr sz="1800"/>
          </a:p>
        </p:txBody>
      </p:sp>
      <p:sp>
        <p:nvSpPr>
          <p:cNvPr id="3089" name="Google Shape;3089;p72"/>
          <p:cNvSpPr txBox="1"/>
          <p:nvPr>
            <p:ph idx="1" type="body"/>
          </p:nvPr>
        </p:nvSpPr>
        <p:spPr>
          <a:xfrm>
            <a:off x="4277100" y="3256825"/>
            <a:ext cx="2161500" cy="46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INFORMATION</a:t>
            </a:r>
            <a:endParaRPr sz="1800"/>
          </a:p>
        </p:txBody>
      </p:sp>
      <p:sp>
        <p:nvSpPr>
          <p:cNvPr id="3090" name="Google Shape;3090;p72"/>
          <p:cNvSpPr txBox="1"/>
          <p:nvPr>
            <p:ph idx="4294967295" type="subTitle"/>
          </p:nvPr>
        </p:nvSpPr>
        <p:spPr>
          <a:xfrm flipH="1">
            <a:off x="2139900" y="2335209"/>
            <a:ext cx="2137200" cy="46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TOUCH</a:t>
            </a:r>
            <a:endParaRPr sz="1800"/>
          </a:p>
        </p:txBody>
      </p:sp>
      <p:sp>
        <p:nvSpPr>
          <p:cNvPr id="3091" name="Google Shape;3091;p72"/>
          <p:cNvSpPr txBox="1"/>
          <p:nvPr>
            <p:ph idx="4294967295" type="subTitle"/>
          </p:nvPr>
        </p:nvSpPr>
        <p:spPr>
          <a:xfrm flipH="1">
            <a:off x="2139900" y="1874384"/>
            <a:ext cx="2137200" cy="46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HEARING</a:t>
            </a:r>
            <a:endParaRPr sz="1800"/>
          </a:p>
        </p:txBody>
      </p:sp>
      <p:sp>
        <p:nvSpPr>
          <p:cNvPr id="3092" name="Google Shape;3092;p72"/>
          <p:cNvSpPr txBox="1"/>
          <p:nvPr>
            <p:ph idx="4294967295" type="subTitle"/>
          </p:nvPr>
        </p:nvSpPr>
        <p:spPr>
          <a:xfrm flipH="1">
            <a:off x="2139900" y="3281411"/>
            <a:ext cx="2137200" cy="46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MEMORY</a:t>
            </a:r>
            <a:endParaRPr sz="1800"/>
          </a:p>
        </p:txBody>
      </p:sp>
      <p:sp>
        <p:nvSpPr>
          <p:cNvPr id="3093" name="Google Shape;3093;p72"/>
          <p:cNvSpPr txBox="1"/>
          <p:nvPr>
            <p:ph idx="4294967295" type="subTitle"/>
          </p:nvPr>
        </p:nvSpPr>
        <p:spPr>
          <a:xfrm flipH="1">
            <a:off x="2139900" y="2808304"/>
            <a:ext cx="2137200" cy="46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MOVEMENT</a:t>
            </a:r>
            <a:endParaRPr sz="1800"/>
          </a:p>
        </p:txBody>
      </p:sp>
      <p:sp>
        <p:nvSpPr>
          <p:cNvPr id="3094" name="Google Shape;3094;p72"/>
          <p:cNvSpPr txBox="1"/>
          <p:nvPr>
            <p:ph idx="4294967295" type="subTitle"/>
          </p:nvPr>
        </p:nvSpPr>
        <p:spPr>
          <a:xfrm flipH="1">
            <a:off x="4277175" y="1413590"/>
            <a:ext cx="3027300" cy="46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THINKING</a:t>
            </a:r>
            <a:endParaRPr sz="1800"/>
          </a:p>
        </p:txBody>
      </p:sp>
      <p:sp>
        <p:nvSpPr>
          <p:cNvPr id="3095" name="Google Shape;3095;p72"/>
          <p:cNvSpPr txBox="1"/>
          <p:nvPr>
            <p:ph idx="4294967295" type="subTitle"/>
          </p:nvPr>
        </p:nvSpPr>
        <p:spPr>
          <a:xfrm flipH="1">
            <a:off x="4277175" y="1874426"/>
            <a:ext cx="3027300" cy="46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EMOTION</a:t>
            </a:r>
            <a:endParaRPr sz="1800"/>
          </a:p>
        </p:txBody>
      </p:sp>
      <p:sp>
        <p:nvSpPr>
          <p:cNvPr id="3096" name="Google Shape;3096;p72"/>
          <p:cNvSpPr txBox="1"/>
          <p:nvPr>
            <p:ph idx="4294967295" type="subTitle"/>
          </p:nvPr>
        </p:nvSpPr>
        <p:spPr>
          <a:xfrm flipH="1">
            <a:off x="4277100" y="2335225"/>
            <a:ext cx="3642900" cy="46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INDIVIDUAL DIFFERENCES</a:t>
            </a:r>
            <a:endParaRPr sz="1800"/>
          </a:p>
        </p:txBody>
      </p:sp>
      <p:sp>
        <p:nvSpPr>
          <p:cNvPr id="3097" name="Google Shape;3097;p72"/>
          <p:cNvSpPr txBox="1"/>
          <p:nvPr>
            <p:ph idx="4294967295" type="subTitle"/>
          </p:nvPr>
        </p:nvSpPr>
        <p:spPr>
          <a:xfrm flipH="1">
            <a:off x="4277175" y="2796036"/>
            <a:ext cx="3027300" cy="46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PSYCHOLOGY</a:t>
            </a:r>
            <a:endParaRPr sz="1800"/>
          </a:p>
        </p:txBody>
      </p:sp>
      <p:grpSp>
        <p:nvGrpSpPr>
          <p:cNvPr id="3098" name="Google Shape;3098;p72"/>
          <p:cNvGrpSpPr/>
          <p:nvPr/>
        </p:nvGrpSpPr>
        <p:grpSpPr>
          <a:xfrm rot="4537933">
            <a:off x="7967287" y="3700326"/>
            <a:ext cx="1847966" cy="1531899"/>
            <a:chOff x="1091225" y="3343000"/>
            <a:chExt cx="1509925" cy="1251675"/>
          </a:xfrm>
        </p:grpSpPr>
        <p:sp>
          <p:nvSpPr>
            <p:cNvPr id="3099" name="Google Shape;3099;p72"/>
            <p:cNvSpPr/>
            <p:nvPr/>
          </p:nvSpPr>
          <p:spPr>
            <a:xfrm>
              <a:off x="1091225" y="3343000"/>
              <a:ext cx="1509925" cy="1251675"/>
            </a:xfrm>
            <a:custGeom>
              <a:rect b="b" l="l" r="r" t="t"/>
              <a:pathLst>
                <a:path extrusionOk="0" h="50067" w="60397">
                  <a:moveTo>
                    <a:pt x="45377" y="264"/>
                  </a:moveTo>
                  <a:lnTo>
                    <a:pt x="46194" y="290"/>
                  </a:lnTo>
                  <a:lnTo>
                    <a:pt x="46984" y="343"/>
                  </a:lnTo>
                  <a:lnTo>
                    <a:pt x="47380" y="395"/>
                  </a:lnTo>
                  <a:lnTo>
                    <a:pt x="47775" y="448"/>
                  </a:lnTo>
                  <a:lnTo>
                    <a:pt x="48276" y="554"/>
                  </a:lnTo>
                  <a:lnTo>
                    <a:pt x="48776" y="685"/>
                  </a:lnTo>
                  <a:lnTo>
                    <a:pt x="49250" y="817"/>
                  </a:lnTo>
                  <a:lnTo>
                    <a:pt x="49751" y="1002"/>
                  </a:lnTo>
                  <a:lnTo>
                    <a:pt x="50225" y="1186"/>
                  </a:lnTo>
                  <a:lnTo>
                    <a:pt x="50700" y="1370"/>
                  </a:lnTo>
                  <a:lnTo>
                    <a:pt x="51174" y="1608"/>
                  </a:lnTo>
                  <a:lnTo>
                    <a:pt x="51622" y="1845"/>
                  </a:lnTo>
                  <a:lnTo>
                    <a:pt x="52096" y="2108"/>
                  </a:lnTo>
                  <a:lnTo>
                    <a:pt x="52597" y="2345"/>
                  </a:lnTo>
                  <a:lnTo>
                    <a:pt x="53440" y="2793"/>
                  </a:lnTo>
                  <a:lnTo>
                    <a:pt x="53862" y="3031"/>
                  </a:lnTo>
                  <a:lnTo>
                    <a:pt x="54284" y="3294"/>
                  </a:lnTo>
                  <a:lnTo>
                    <a:pt x="55021" y="3847"/>
                  </a:lnTo>
                  <a:lnTo>
                    <a:pt x="55759" y="4427"/>
                  </a:lnTo>
                  <a:lnTo>
                    <a:pt x="56102" y="4743"/>
                  </a:lnTo>
                  <a:lnTo>
                    <a:pt x="56444" y="5086"/>
                  </a:lnTo>
                  <a:lnTo>
                    <a:pt x="56761" y="5428"/>
                  </a:lnTo>
                  <a:lnTo>
                    <a:pt x="57077" y="5824"/>
                  </a:lnTo>
                  <a:lnTo>
                    <a:pt x="57288" y="6114"/>
                  </a:lnTo>
                  <a:lnTo>
                    <a:pt x="57498" y="6430"/>
                  </a:lnTo>
                  <a:lnTo>
                    <a:pt x="57683" y="6772"/>
                  </a:lnTo>
                  <a:lnTo>
                    <a:pt x="57841" y="7089"/>
                  </a:lnTo>
                  <a:lnTo>
                    <a:pt x="58157" y="7774"/>
                  </a:lnTo>
                  <a:lnTo>
                    <a:pt x="58447" y="8485"/>
                  </a:lnTo>
                  <a:lnTo>
                    <a:pt x="58842" y="9487"/>
                  </a:lnTo>
                  <a:lnTo>
                    <a:pt x="59106" y="10066"/>
                  </a:lnTo>
                  <a:lnTo>
                    <a:pt x="59475" y="10857"/>
                  </a:lnTo>
                  <a:lnTo>
                    <a:pt x="59633" y="11278"/>
                  </a:lnTo>
                  <a:lnTo>
                    <a:pt x="59791" y="11674"/>
                  </a:lnTo>
                  <a:lnTo>
                    <a:pt x="59923" y="12095"/>
                  </a:lnTo>
                  <a:lnTo>
                    <a:pt x="60002" y="12517"/>
                  </a:lnTo>
                  <a:lnTo>
                    <a:pt x="60081" y="12938"/>
                  </a:lnTo>
                  <a:lnTo>
                    <a:pt x="60107" y="13386"/>
                  </a:lnTo>
                  <a:lnTo>
                    <a:pt x="60107" y="14309"/>
                  </a:lnTo>
                  <a:lnTo>
                    <a:pt x="60107" y="15126"/>
                  </a:lnTo>
                  <a:lnTo>
                    <a:pt x="60054" y="15890"/>
                  </a:lnTo>
                  <a:lnTo>
                    <a:pt x="59975" y="16628"/>
                  </a:lnTo>
                  <a:lnTo>
                    <a:pt x="59896" y="17234"/>
                  </a:lnTo>
                  <a:lnTo>
                    <a:pt x="59791" y="17840"/>
                  </a:lnTo>
                  <a:lnTo>
                    <a:pt x="59659" y="18419"/>
                  </a:lnTo>
                  <a:lnTo>
                    <a:pt x="59501" y="18999"/>
                  </a:lnTo>
                  <a:lnTo>
                    <a:pt x="59343" y="19553"/>
                  </a:lnTo>
                  <a:lnTo>
                    <a:pt x="59158" y="20132"/>
                  </a:lnTo>
                  <a:lnTo>
                    <a:pt x="58974" y="20686"/>
                  </a:lnTo>
                  <a:lnTo>
                    <a:pt x="58763" y="21213"/>
                  </a:lnTo>
                  <a:lnTo>
                    <a:pt x="58526" y="21740"/>
                  </a:lnTo>
                  <a:lnTo>
                    <a:pt x="58289" y="22267"/>
                  </a:lnTo>
                  <a:lnTo>
                    <a:pt x="57999" y="22767"/>
                  </a:lnTo>
                  <a:lnTo>
                    <a:pt x="57736" y="23268"/>
                  </a:lnTo>
                  <a:lnTo>
                    <a:pt x="57419" y="23742"/>
                  </a:lnTo>
                  <a:lnTo>
                    <a:pt x="57103" y="24217"/>
                  </a:lnTo>
                  <a:lnTo>
                    <a:pt x="56787" y="24691"/>
                  </a:lnTo>
                  <a:lnTo>
                    <a:pt x="56444" y="25139"/>
                  </a:lnTo>
                  <a:lnTo>
                    <a:pt x="56075" y="25587"/>
                  </a:lnTo>
                  <a:lnTo>
                    <a:pt x="55680" y="26009"/>
                  </a:lnTo>
                  <a:lnTo>
                    <a:pt x="55285" y="26404"/>
                  </a:lnTo>
                  <a:lnTo>
                    <a:pt x="54890" y="26825"/>
                  </a:lnTo>
                  <a:lnTo>
                    <a:pt x="54468" y="27194"/>
                  </a:lnTo>
                  <a:lnTo>
                    <a:pt x="54020" y="27563"/>
                  </a:lnTo>
                  <a:lnTo>
                    <a:pt x="53572" y="27932"/>
                  </a:lnTo>
                  <a:lnTo>
                    <a:pt x="53098" y="28275"/>
                  </a:lnTo>
                  <a:lnTo>
                    <a:pt x="52623" y="28617"/>
                  </a:lnTo>
                  <a:lnTo>
                    <a:pt x="52123" y="28934"/>
                  </a:lnTo>
                  <a:lnTo>
                    <a:pt x="51596" y="29223"/>
                  </a:lnTo>
                  <a:lnTo>
                    <a:pt x="51069" y="29513"/>
                  </a:lnTo>
                  <a:lnTo>
                    <a:pt x="50542" y="29803"/>
                  </a:lnTo>
                  <a:lnTo>
                    <a:pt x="49988" y="30067"/>
                  </a:lnTo>
                  <a:lnTo>
                    <a:pt x="49435" y="30304"/>
                  </a:lnTo>
                  <a:lnTo>
                    <a:pt x="48855" y="30515"/>
                  </a:lnTo>
                  <a:lnTo>
                    <a:pt x="48144" y="30778"/>
                  </a:lnTo>
                  <a:lnTo>
                    <a:pt x="47459" y="31015"/>
                  </a:lnTo>
                  <a:lnTo>
                    <a:pt x="46036" y="31437"/>
                  </a:lnTo>
                  <a:lnTo>
                    <a:pt x="44613" y="31832"/>
                  </a:lnTo>
                  <a:lnTo>
                    <a:pt x="43216" y="32201"/>
                  </a:lnTo>
                  <a:lnTo>
                    <a:pt x="41082" y="32781"/>
                  </a:lnTo>
                  <a:lnTo>
                    <a:pt x="40028" y="33071"/>
                  </a:lnTo>
                  <a:lnTo>
                    <a:pt x="38974" y="33413"/>
                  </a:lnTo>
                  <a:lnTo>
                    <a:pt x="38025" y="33703"/>
                  </a:lnTo>
                  <a:lnTo>
                    <a:pt x="37129" y="34046"/>
                  </a:lnTo>
                  <a:lnTo>
                    <a:pt x="36207" y="34415"/>
                  </a:lnTo>
                  <a:lnTo>
                    <a:pt x="35311" y="34810"/>
                  </a:lnTo>
                  <a:lnTo>
                    <a:pt x="34415" y="35205"/>
                  </a:lnTo>
                  <a:lnTo>
                    <a:pt x="33519" y="35627"/>
                  </a:lnTo>
                  <a:lnTo>
                    <a:pt x="32649" y="36101"/>
                  </a:lnTo>
                  <a:lnTo>
                    <a:pt x="31806" y="36575"/>
                  </a:lnTo>
                  <a:lnTo>
                    <a:pt x="30937" y="37076"/>
                  </a:lnTo>
                  <a:lnTo>
                    <a:pt x="30120" y="37577"/>
                  </a:lnTo>
                  <a:lnTo>
                    <a:pt x="29303" y="38130"/>
                  </a:lnTo>
                  <a:lnTo>
                    <a:pt x="28486" y="38683"/>
                  </a:lnTo>
                  <a:lnTo>
                    <a:pt x="27695" y="39263"/>
                  </a:lnTo>
                  <a:lnTo>
                    <a:pt x="26905" y="39869"/>
                  </a:lnTo>
                  <a:lnTo>
                    <a:pt x="26167" y="40475"/>
                  </a:lnTo>
                  <a:lnTo>
                    <a:pt x="25403" y="41108"/>
                  </a:lnTo>
                  <a:lnTo>
                    <a:pt x="24270" y="42135"/>
                  </a:lnTo>
                  <a:lnTo>
                    <a:pt x="23163" y="43189"/>
                  </a:lnTo>
                  <a:lnTo>
                    <a:pt x="21898" y="44349"/>
                  </a:lnTo>
                  <a:lnTo>
                    <a:pt x="20633" y="45508"/>
                  </a:lnTo>
                  <a:lnTo>
                    <a:pt x="20001" y="46035"/>
                  </a:lnTo>
                  <a:lnTo>
                    <a:pt x="19342" y="46562"/>
                  </a:lnTo>
                  <a:lnTo>
                    <a:pt x="18683" y="47063"/>
                  </a:lnTo>
                  <a:lnTo>
                    <a:pt x="17998" y="47537"/>
                  </a:lnTo>
                  <a:lnTo>
                    <a:pt x="17313" y="47985"/>
                  </a:lnTo>
                  <a:lnTo>
                    <a:pt x="16628" y="48407"/>
                  </a:lnTo>
                  <a:lnTo>
                    <a:pt x="15917" y="48749"/>
                  </a:lnTo>
                  <a:lnTo>
                    <a:pt x="15179" y="49066"/>
                  </a:lnTo>
                  <a:lnTo>
                    <a:pt x="14415" y="49329"/>
                  </a:lnTo>
                  <a:lnTo>
                    <a:pt x="13650" y="49540"/>
                  </a:lnTo>
                  <a:lnTo>
                    <a:pt x="13255" y="49619"/>
                  </a:lnTo>
                  <a:lnTo>
                    <a:pt x="12860" y="49698"/>
                  </a:lnTo>
                  <a:lnTo>
                    <a:pt x="12465" y="49724"/>
                  </a:lnTo>
                  <a:lnTo>
                    <a:pt x="12043" y="49777"/>
                  </a:lnTo>
                  <a:lnTo>
                    <a:pt x="11042" y="49777"/>
                  </a:lnTo>
                  <a:lnTo>
                    <a:pt x="10567" y="49724"/>
                  </a:lnTo>
                  <a:lnTo>
                    <a:pt x="10093" y="49672"/>
                  </a:lnTo>
                  <a:lnTo>
                    <a:pt x="9645" y="49566"/>
                  </a:lnTo>
                  <a:lnTo>
                    <a:pt x="9171" y="49461"/>
                  </a:lnTo>
                  <a:lnTo>
                    <a:pt x="8723" y="49329"/>
                  </a:lnTo>
                  <a:lnTo>
                    <a:pt x="8301" y="49171"/>
                  </a:lnTo>
                  <a:lnTo>
                    <a:pt x="7853" y="48987"/>
                  </a:lnTo>
                  <a:lnTo>
                    <a:pt x="7431" y="48802"/>
                  </a:lnTo>
                  <a:lnTo>
                    <a:pt x="7010" y="48591"/>
                  </a:lnTo>
                  <a:lnTo>
                    <a:pt x="6588" y="48354"/>
                  </a:lnTo>
                  <a:lnTo>
                    <a:pt x="6193" y="48091"/>
                  </a:lnTo>
                  <a:lnTo>
                    <a:pt x="5798" y="47827"/>
                  </a:lnTo>
                  <a:lnTo>
                    <a:pt x="5429" y="47537"/>
                  </a:lnTo>
                  <a:lnTo>
                    <a:pt x="5060" y="47247"/>
                  </a:lnTo>
                  <a:lnTo>
                    <a:pt x="4717" y="46931"/>
                  </a:lnTo>
                  <a:lnTo>
                    <a:pt x="4348" y="46615"/>
                  </a:lnTo>
                  <a:lnTo>
                    <a:pt x="4032" y="46272"/>
                  </a:lnTo>
                  <a:lnTo>
                    <a:pt x="3716" y="45904"/>
                  </a:lnTo>
                  <a:lnTo>
                    <a:pt x="3400" y="45535"/>
                  </a:lnTo>
                  <a:lnTo>
                    <a:pt x="3110" y="45166"/>
                  </a:lnTo>
                  <a:lnTo>
                    <a:pt x="2820" y="44797"/>
                  </a:lnTo>
                  <a:lnTo>
                    <a:pt x="2557" y="44402"/>
                  </a:lnTo>
                  <a:lnTo>
                    <a:pt x="2293" y="44006"/>
                  </a:lnTo>
                  <a:lnTo>
                    <a:pt x="2056" y="43585"/>
                  </a:lnTo>
                  <a:lnTo>
                    <a:pt x="1845" y="43189"/>
                  </a:lnTo>
                  <a:lnTo>
                    <a:pt x="1634" y="42768"/>
                  </a:lnTo>
                  <a:lnTo>
                    <a:pt x="1423" y="42346"/>
                  </a:lnTo>
                  <a:lnTo>
                    <a:pt x="1265" y="41925"/>
                  </a:lnTo>
                  <a:lnTo>
                    <a:pt x="1107" y="41503"/>
                  </a:lnTo>
                  <a:lnTo>
                    <a:pt x="949" y="41081"/>
                  </a:lnTo>
                  <a:lnTo>
                    <a:pt x="844" y="40633"/>
                  </a:lnTo>
                  <a:lnTo>
                    <a:pt x="633" y="39790"/>
                  </a:lnTo>
                  <a:lnTo>
                    <a:pt x="475" y="38947"/>
                  </a:lnTo>
                  <a:lnTo>
                    <a:pt x="369" y="38077"/>
                  </a:lnTo>
                  <a:lnTo>
                    <a:pt x="317" y="37181"/>
                  </a:lnTo>
                  <a:lnTo>
                    <a:pt x="290" y="36285"/>
                  </a:lnTo>
                  <a:lnTo>
                    <a:pt x="317" y="35363"/>
                  </a:lnTo>
                  <a:lnTo>
                    <a:pt x="396" y="34415"/>
                  </a:lnTo>
                  <a:lnTo>
                    <a:pt x="501" y="33466"/>
                  </a:lnTo>
                  <a:lnTo>
                    <a:pt x="659" y="32517"/>
                  </a:lnTo>
                  <a:lnTo>
                    <a:pt x="870" y="31542"/>
                  </a:lnTo>
                  <a:lnTo>
                    <a:pt x="1134" y="30541"/>
                  </a:lnTo>
                  <a:lnTo>
                    <a:pt x="1423" y="29540"/>
                  </a:lnTo>
                  <a:lnTo>
                    <a:pt x="1766" y="28512"/>
                  </a:lnTo>
                  <a:lnTo>
                    <a:pt x="2161" y="27484"/>
                  </a:lnTo>
                  <a:lnTo>
                    <a:pt x="2583" y="26430"/>
                  </a:lnTo>
                  <a:lnTo>
                    <a:pt x="3057" y="25376"/>
                  </a:lnTo>
                  <a:lnTo>
                    <a:pt x="3452" y="24559"/>
                  </a:lnTo>
                  <a:lnTo>
                    <a:pt x="3874" y="23769"/>
                  </a:lnTo>
                  <a:lnTo>
                    <a:pt x="4744" y="22161"/>
                  </a:lnTo>
                  <a:lnTo>
                    <a:pt x="5666" y="20607"/>
                  </a:lnTo>
                  <a:lnTo>
                    <a:pt x="6588" y="19052"/>
                  </a:lnTo>
                  <a:lnTo>
                    <a:pt x="7906" y="16865"/>
                  </a:lnTo>
                  <a:lnTo>
                    <a:pt x="8538" y="15732"/>
                  </a:lnTo>
                  <a:lnTo>
                    <a:pt x="9171" y="14599"/>
                  </a:lnTo>
                  <a:lnTo>
                    <a:pt x="9777" y="13439"/>
                  </a:lnTo>
                  <a:lnTo>
                    <a:pt x="10330" y="12280"/>
                  </a:lnTo>
                  <a:lnTo>
                    <a:pt x="10831" y="11068"/>
                  </a:lnTo>
                  <a:lnTo>
                    <a:pt x="11068" y="10462"/>
                  </a:lnTo>
                  <a:lnTo>
                    <a:pt x="11279" y="9855"/>
                  </a:lnTo>
                  <a:lnTo>
                    <a:pt x="11384" y="9487"/>
                  </a:lnTo>
                  <a:lnTo>
                    <a:pt x="11463" y="9144"/>
                  </a:lnTo>
                  <a:lnTo>
                    <a:pt x="11516" y="8801"/>
                  </a:lnTo>
                  <a:lnTo>
                    <a:pt x="11542" y="8459"/>
                  </a:lnTo>
                  <a:lnTo>
                    <a:pt x="11569" y="8116"/>
                  </a:lnTo>
                  <a:lnTo>
                    <a:pt x="11569" y="7774"/>
                  </a:lnTo>
                  <a:lnTo>
                    <a:pt x="11490" y="7115"/>
                  </a:lnTo>
                  <a:lnTo>
                    <a:pt x="13308" y="7115"/>
                  </a:lnTo>
                  <a:lnTo>
                    <a:pt x="13598" y="7168"/>
                  </a:lnTo>
                  <a:lnTo>
                    <a:pt x="14125" y="7247"/>
                  </a:lnTo>
                  <a:lnTo>
                    <a:pt x="14520" y="7326"/>
                  </a:lnTo>
                  <a:lnTo>
                    <a:pt x="15100" y="7405"/>
                  </a:lnTo>
                  <a:lnTo>
                    <a:pt x="15627" y="7457"/>
                  </a:lnTo>
                  <a:lnTo>
                    <a:pt x="16154" y="7484"/>
                  </a:lnTo>
                  <a:lnTo>
                    <a:pt x="16654" y="7484"/>
                  </a:lnTo>
                  <a:lnTo>
                    <a:pt x="17366" y="7405"/>
                  </a:lnTo>
                  <a:lnTo>
                    <a:pt x="18051" y="7299"/>
                  </a:lnTo>
                  <a:lnTo>
                    <a:pt x="18762" y="7141"/>
                  </a:lnTo>
                  <a:lnTo>
                    <a:pt x="19448" y="6957"/>
                  </a:lnTo>
                  <a:lnTo>
                    <a:pt x="20133" y="6746"/>
                  </a:lnTo>
                  <a:lnTo>
                    <a:pt x="20791" y="6509"/>
                  </a:lnTo>
                  <a:lnTo>
                    <a:pt x="22135" y="6035"/>
                  </a:lnTo>
                  <a:lnTo>
                    <a:pt x="23295" y="5587"/>
                  </a:lnTo>
                  <a:lnTo>
                    <a:pt x="23901" y="5376"/>
                  </a:lnTo>
                  <a:lnTo>
                    <a:pt x="24507" y="5191"/>
                  </a:lnTo>
                  <a:lnTo>
                    <a:pt x="24876" y="5060"/>
                  </a:lnTo>
                  <a:lnTo>
                    <a:pt x="25245" y="4901"/>
                  </a:lnTo>
                  <a:lnTo>
                    <a:pt x="25983" y="4612"/>
                  </a:lnTo>
                  <a:lnTo>
                    <a:pt x="26747" y="4295"/>
                  </a:lnTo>
                  <a:lnTo>
                    <a:pt x="27643" y="3953"/>
                  </a:lnTo>
                  <a:lnTo>
                    <a:pt x="28565" y="3637"/>
                  </a:lnTo>
                  <a:lnTo>
                    <a:pt x="29935" y="3162"/>
                  </a:lnTo>
                  <a:lnTo>
                    <a:pt x="30910" y="2793"/>
                  </a:lnTo>
                  <a:lnTo>
                    <a:pt x="33255" y="1924"/>
                  </a:lnTo>
                  <a:lnTo>
                    <a:pt x="33914" y="1713"/>
                  </a:lnTo>
                  <a:lnTo>
                    <a:pt x="34573" y="1529"/>
                  </a:lnTo>
                  <a:lnTo>
                    <a:pt x="35232" y="1370"/>
                  </a:lnTo>
                  <a:lnTo>
                    <a:pt x="35917" y="1239"/>
                  </a:lnTo>
                  <a:lnTo>
                    <a:pt x="36365" y="1133"/>
                  </a:lnTo>
                  <a:lnTo>
                    <a:pt x="37419" y="922"/>
                  </a:lnTo>
                  <a:lnTo>
                    <a:pt x="38394" y="738"/>
                  </a:lnTo>
                  <a:lnTo>
                    <a:pt x="39343" y="606"/>
                  </a:lnTo>
                  <a:lnTo>
                    <a:pt x="40238" y="474"/>
                  </a:lnTo>
                  <a:lnTo>
                    <a:pt x="41082" y="395"/>
                  </a:lnTo>
                  <a:lnTo>
                    <a:pt x="41925" y="343"/>
                  </a:lnTo>
                  <a:lnTo>
                    <a:pt x="42742" y="290"/>
                  </a:lnTo>
                  <a:lnTo>
                    <a:pt x="44560" y="290"/>
                  </a:lnTo>
                  <a:lnTo>
                    <a:pt x="45377" y="264"/>
                  </a:lnTo>
                  <a:close/>
                  <a:moveTo>
                    <a:pt x="44560" y="0"/>
                  </a:moveTo>
                  <a:lnTo>
                    <a:pt x="43559" y="27"/>
                  </a:lnTo>
                  <a:lnTo>
                    <a:pt x="42742" y="27"/>
                  </a:lnTo>
                  <a:lnTo>
                    <a:pt x="41899" y="53"/>
                  </a:lnTo>
                  <a:lnTo>
                    <a:pt x="41082" y="132"/>
                  </a:lnTo>
                  <a:lnTo>
                    <a:pt x="40212" y="211"/>
                  </a:lnTo>
                  <a:lnTo>
                    <a:pt x="39316" y="316"/>
                  </a:lnTo>
                  <a:lnTo>
                    <a:pt x="38368" y="474"/>
                  </a:lnTo>
                  <a:lnTo>
                    <a:pt x="37366" y="659"/>
                  </a:lnTo>
                  <a:lnTo>
                    <a:pt x="36312" y="870"/>
                  </a:lnTo>
                  <a:lnTo>
                    <a:pt x="35864" y="975"/>
                  </a:lnTo>
                  <a:lnTo>
                    <a:pt x="35179" y="1107"/>
                  </a:lnTo>
                  <a:lnTo>
                    <a:pt x="34494" y="1265"/>
                  </a:lnTo>
                  <a:lnTo>
                    <a:pt x="33835" y="1449"/>
                  </a:lnTo>
                  <a:lnTo>
                    <a:pt x="33150" y="1660"/>
                  </a:lnTo>
                  <a:lnTo>
                    <a:pt x="30805" y="2530"/>
                  </a:lnTo>
                  <a:lnTo>
                    <a:pt x="29830" y="2899"/>
                  </a:lnTo>
                  <a:lnTo>
                    <a:pt x="28460" y="3373"/>
                  </a:lnTo>
                  <a:lnTo>
                    <a:pt x="27564" y="3689"/>
                  </a:lnTo>
                  <a:lnTo>
                    <a:pt x="26641" y="4032"/>
                  </a:lnTo>
                  <a:lnTo>
                    <a:pt x="25877" y="4348"/>
                  </a:lnTo>
                  <a:lnTo>
                    <a:pt x="25139" y="4664"/>
                  </a:lnTo>
                  <a:lnTo>
                    <a:pt x="24797" y="4796"/>
                  </a:lnTo>
                  <a:lnTo>
                    <a:pt x="24402" y="4928"/>
                  </a:lnTo>
                  <a:lnTo>
                    <a:pt x="23822" y="5112"/>
                  </a:lnTo>
                  <a:lnTo>
                    <a:pt x="23216" y="5323"/>
                  </a:lnTo>
                  <a:lnTo>
                    <a:pt x="22030" y="5771"/>
                  </a:lnTo>
                  <a:lnTo>
                    <a:pt x="20712" y="6245"/>
                  </a:lnTo>
                  <a:lnTo>
                    <a:pt x="20054" y="6483"/>
                  </a:lnTo>
                  <a:lnTo>
                    <a:pt x="19368" y="6693"/>
                  </a:lnTo>
                  <a:lnTo>
                    <a:pt x="18710" y="6878"/>
                  </a:lnTo>
                  <a:lnTo>
                    <a:pt x="18025" y="7036"/>
                  </a:lnTo>
                  <a:lnTo>
                    <a:pt x="17339" y="7141"/>
                  </a:lnTo>
                  <a:lnTo>
                    <a:pt x="16628" y="7194"/>
                  </a:lnTo>
                  <a:lnTo>
                    <a:pt x="16154" y="7220"/>
                  </a:lnTo>
                  <a:lnTo>
                    <a:pt x="15653" y="7194"/>
                  </a:lnTo>
                  <a:lnTo>
                    <a:pt x="15126" y="7141"/>
                  </a:lnTo>
                  <a:lnTo>
                    <a:pt x="14546" y="7062"/>
                  </a:lnTo>
                  <a:lnTo>
                    <a:pt x="14177" y="6983"/>
                  </a:lnTo>
                  <a:lnTo>
                    <a:pt x="13624" y="6878"/>
                  </a:lnTo>
                  <a:lnTo>
                    <a:pt x="13334" y="6851"/>
                  </a:lnTo>
                  <a:lnTo>
                    <a:pt x="13044" y="6825"/>
                  </a:lnTo>
                  <a:lnTo>
                    <a:pt x="11990" y="6825"/>
                  </a:lnTo>
                  <a:lnTo>
                    <a:pt x="11832" y="6851"/>
                  </a:lnTo>
                  <a:lnTo>
                    <a:pt x="11648" y="6851"/>
                  </a:lnTo>
                  <a:lnTo>
                    <a:pt x="11542" y="6825"/>
                  </a:lnTo>
                  <a:lnTo>
                    <a:pt x="11463" y="6825"/>
                  </a:lnTo>
                  <a:lnTo>
                    <a:pt x="11410" y="6403"/>
                  </a:lnTo>
                  <a:lnTo>
                    <a:pt x="11279" y="5745"/>
                  </a:lnTo>
                  <a:lnTo>
                    <a:pt x="11121" y="6403"/>
                  </a:lnTo>
                  <a:lnTo>
                    <a:pt x="11094" y="6562"/>
                  </a:lnTo>
                  <a:lnTo>
                    <a:pt x="11094" y="6720"/>
                  </a:lnTo>
                  <a:lnTo>
                    <a:pt x="11121" y="6851"/>
                  </a:lnTo>
                  <a:lnTo>
                    <a:pt x="11200" y="6957"/>
                  </a:lnTo>
                  <a:lnTo>
                    <a:pt x="11279" y="7668"/>
                  </a:lnTo>
                  <a:lnTo>
                    <a:pt x="11279" y="8011"/>
                  </a:lnTo>
                  <a:lnTo>
                    <a:pt x="11279" y="8353"/>
                  </a:lnTo>
                  <a:lnTo>
                    <a:pt x="11252" y="8696"/>
                  </a:lnTo>
                  <a:lnTo>
                    <a:pt x="11200" y="9039"/>
                  </a:lnTo>
                  <a:lnTo>
                    <a:pt x="11121" y="9407"/>
                  </a:lnTo>
                  <a:lnTo>
                    <a:pt x="11015" y="9776"/>
                  </a:lnTo>
                  <a:lnTo>
                    <a:pt x="10804" y="10382"/>
                  </a:lnTo>
                  <a:lnTo>
                    <a:pt x="10567" y="10989"/>
                  </a:lnTo>
                  <a:lnTo>
                    <a:pt x="10067" y="12174"/>
                  </a:lnTo>
                  <a:lnTo>
                    <a:pt x="9513" y="13334"/>
                  </a:lnTo>
                  <a:lnTo>
                    <a:pt x="8933" y="14467"/>
                  </a:lnTo>
                  <a:lnTo>
                    <a:pt x="8301" y="15600"/>
                  </a:lnTo>
                  <a:lnTo>
                    <a:pt x="7669" y="16707"/>
                  </a:lnTo>
                  <a:lnTo>
                    <a:pt x="6351" y="18920"/>
                  </a:lnTo>
                  <a:lnTo>
                    <a:pt x="5429" y="20449"/>
                  </a:lnTo>
                  <a:lnTo>
                    <a:pt x="4507" y="22030"/>
                  </a:lnTo>
                  <a:lnTo>
                    <a:pt x="4059" y="22820"/>
                  </a:lnTo>
                  <a:lnTo>
                    <a:pt x="3611" y="23637"/>
                  </a:lnTo>
                  <a:lnTo>
                    <a:pt x="3215" y="24454"/>
                  </a:lnTo>
                  <a:lnTo>
                    <a:pt x="2820" y="25271"/>
                  </a:lnTo>
                  <a:lnTo>
                    <a:pt x="2319" y="26325"/>
                  </a:lnTo>
                  <a:lnTo>
                    <a:pt x="1898" y="27379"/>
                  </a:lnTo>
                  <a:lnTo>
                    <a:pt x="1503" y="28433"/>
                  </a:lnTo>
                  <a:lnTo>
                    <a:pt x="1160" y="29461"/>
                  </a:lnTo>
                  <a:lnTo>
                    <a:pt x="844" y="30488"/>
                  </a:lnTo>
                  <a:lnTo>
                    <a:pt x="607" y="31490"/>
                  </a:lnTo>
                  <a:lnTo>
                    <a:pt x="396" y="32465"/>
                  </a:lnTo>
                  <a:lnTo>
                    <a:pt x="238" y="33440"/>
                  </a:lnTo>
                  <a:lnTo>
                    <a:pt x="106" y="34415"/>
                  </a:lnTo>
                  <a:lnTo>
                    <a:pt x="27" y="35363"/>
                  </a:lnTo>
                  <a:lnTo>
                    <a:pt x="1" y="36285"/>
                  </a:lnTo>
                  <a:lnTo>
                    <a:pt x="27" y="37208"/>
                  </a:lnTo>
                  <a:lnTo>
                    <a:pt x="106" y="38104"/>
                  </a:lnTo>
                  <a:lnTo>
                    <a:pt x="211" y="39000"/>
                  </a:lnTo>
                  <a:lnTo>
                    <a:pt x="369" y="39869"/>
                  </a:lnTo>
                  <a:lnTo>
                    <a:pt x="580" y="40712"/>
                  </a:lnTo>
                  <a:lnTo>
                    <a:pt x="686" y="41160"/>
                  </a:lnTo>
                  <a:lnTo>
                    <a:pt x="844" y="41582"/>
                  </a:lnTo>
                  <a:lnTo>
                    <a:pt x="1002" y="42030"/>
                  </a:lnTo>
                  <a:lnTo>
                    <a:pt x="1186" y="42452"/>
                  </a:lnTo>
                  <a:lnTo>
                    <a:pt x="1371" y="42900"/>
                  </a:lnTo>
                  <a:lnTo>
                    <a:pt x="1582" y="43321"/>
                  </a:lnTo>
                  <a:lnTo>
                    <a:pt x="1819" y="43743"/>
                  </a:lnTo>
                  <a:lnTo>
                    <a:pt x="2056" y="44138"/>
                  </a:lnTo>
                  <a:lnTo>
                    <a:pt x="2319" y="44560"/>
                  </a:lnTo>
                  <a:lnTo>
                    <a:pt x="2609" y="44955"/>
                  </a:lnTo>
                  <a:lnTo>
                    <a:pt x="2899" y="45350"/>
                  </a:lnTo>
                  <a:lnTo>
                    <a:pt x="3189" y="45719"/>
                  </a:lnTo>
                  <a:lnTo>
                    <a:pt x="3505" y="46088"/>
                  </a:lnTo>
                  <a:lnTo>
                    <a:pt x="3848" y="46457"/>
                  </a:lnTo>
                  <a:lnTo>
                    <a:pt x="4190" y="46799"/>
                  </a:lnTo>
                  <a:lnTo>
                    <a:pt x="4533" y="47142"/>
                  </a:lnTo>
                  <a:lnTo>
                    <a:pt x="4902" y="47458"/>
                  </a:lnTo>
                  <a:lnTo>
                    <a:pt x="5271" y="47774"/>
                  </a:lnTo>
                  <a:lnTo>
                    <a:pt x="5666" y="48064"/>
                  </a:lnTo>
                  <a:lnTo>
                    <a:pt x="6061" y="48328"/>
                  </a:lnTo>
                  <a:lnTo>
                    <a:pt x="6483" y="48591"/>
                  </a:lnTo>
                  <a:lnTo>
                    <a:pt x="6904" y="48829"/>
                  </a:lnTo>
                  <a:lnTo>
                    <a:pt x="7326" y="49066"/>
                  </a:lnTo>
                  <a:lnTo>
                    <a:pt x="7748" y="49250"/>
                  </a:lnTo>
                  <a:lnTo>
                    <a:pt x="8196" y="49435"/>
                  </a:lnTo>
                  <a:lnTo>
                    <a:pt x="8670" y="49593"/>
                  </a:lnTo>
                  <a:lnTo>
                    <a:pt x="9118" y="49724"/>
                  </a:lnTo>
                  <a:lnTo>
                    <a:pt x="9592" y="49856"/>
                  </a:lnTo>
                  <a:lnTo>
                    <a:pt x="10067" y="49935"/>
                  </a:lnTo>
                  <a:lnTo>
                    <a:pt x="10541" y="50014"/>
                  </a:lnTo>
                  <a:lnTo>
                    <a:pt x="11042" y="50041"/>
                  </a:lnTo>
                  <a:lnTo>
                    <a:pt x="11542" y="50067"/>
                  </a:lnTo>
                  <a:lnTo>
                    <a:pt x="12069" y="50041"/>
                  </a:lnTo>
                  <a:lnTo>
                    <a:pt x="12491" y="50014"/>
                  </a:lnTo>
                  <a:lnTo>
                    <a:pt x="12886" y="49962"/>
                  </a:lnTo>
                  <a:lnTo>
                    <a:pt x="13308" y="49883"/>
                  </a:lnTo>
                  <a:lnTo>
                    <a:pt x="13703" y="49803"/>
                  </a:lnTo>
                  <a:lnTo>
                    <a:pt x="14494" y="49593"/>
                  </a:lnTo>
                  <a:lnTo>
                    <a:pt x="15258" y="49329"/>
                  </a:lnTo>
                  <a:lnTo>
                    <a:pt x="15996" y="49013"/>
                  </a:lnTo>
                  <a:lnTo>
                    <a:pt x="16733" y="48644"/>
                  </a:lnTo>
                  <a:lnTo>
                    <a:pt x="17445" y="48249"/>
                  </a:lnTo>
                  <a:lnTo>
                    <a:pt x="18130" y="47801"/>
                  </a:lnTo>
                  <a:lnTo>
                    <a:pt x="18815" y="47327"/>
                  </a:lnTo>
                  <a:lnTo>
                    <a:pt x="19500" y="46799"/>
                  </a:lnTo>
                  <a:lnTo>
                    <a:pt x="20159" y="46272"/>
                  </a:lnTo>
                  <a:lnTo>
                    <a:pt x="20791" y="45719"/>
                  </a:lnTo>
                  <a:lnTo>
                    <a:pt x="22083" y="44560"/>
                  </a:lnTo>
                  <a:lnTo>
                    <a:pt x="23347" y="43400"/>
                  </a:lnTo>
                  <a:lnTo>
                    <a:pt x="24454" y="42346"/>
                  </a:lnTo>
                  <a:lnTo>
                    <a:pt x="25587" y="41318"/>
                  </a:lnTo>
                  <a:lnTo>
                    <a:pt x="26325" y="40686"/>
                  </a:lnTo>
                  <a:lnTo>
                    <a:pt x="27089" y="40080"/>
                  </a:lnTo>
                  <a:lnTo>
                    <a:pt x="27854" y="39474"/>
                  </a:lnTo>
                  <a:lnTo>
                    <a:pt x="28644" y="38894"/>
                  </a:lnTo>
                  <a:lnTo>
                    <a:pt x="29435" y="38341"/>
                  </a:lnTo>
                  <a:lnTo>
                    <a:pt x="30251" y="37814"/>
                  </a:lnTo>
                  <a:lnTo>
                    <a:pt x="31095" y="37287"/>
                  </a:lnTo>
                  <a:lnTo>
                    <a:pt x="31938" y="36812"/>
                  </a:lnTo>
                  <a:lnTo>
                    <a:pt x="32781" y="36338"/>
                  </a:lnTo>
                  <a:lnTo>
                    <a:pt x="33651" y="35890"/>
                  </a:lnTo>
                  <a:lnTo>
                    <a:pt x="34520" y="35442"/>
                  </a:lnTo>
                  <a:lnTo>
                    <a:pt x="35416" y="35047"/>
                  </a:lnTo>
                  <a:lnTo>
                    <a:pt x="36312" y="34678"/>
                  </a:lnTo>
                  <a:lnTo>
                    <a:pt x="37208" y="34309"/>
                  </a:lnTo>
                  <a:lnTo>
                    <a:pt x="38130" y="33967"/>
                  </a:lnTo>
                  <a:lnTo>
                    <a:pt x="39053" y="33650"/>
                  </a:lnTo>
                  <a:lnTo>
                    <a:pt x="40107" y="33334"/>
                  </a:lnTo>
                  <a:lnTo>
                    <a:pt x="41161" y="33044"/>
                  </a:lnTo>
                  <a:lnTo>
                    <a:pt x="43269" y="32465"/>
                  </a:lnTo>
                  <a:lnTo>
                    <a:pt x="44692" y="32096"/>
                  </a:lnTo>
                  <a:lnTo>
                    <a:pt x="46115" y="31700"/>
                  </a:lnTo>
                  <a:lnTo>
                    <a:pt x="47538" y="31279"/>
                  </a:lnTo>
                  <a:lnTo>
                    <a:pt x="48249" y="31042"/>
                  </a:lnTo>
                  <a:lnTo>
                    <a:pt x="48934" y="30778"/>
                  </a:lnTo>
                  <a:lnTo>
                    <a:pt x="49540" y="30541"/>
                  </a:lnTo>
                  <a:lnTo>
                    <a:pt x="50094" y="30304"/>
                  </a:lnTo>
                  <a:lnTo>
                    <a:pt x="50673" y="30040"/>
                  </a:lnTo>
                  <a:lnTo>
                    <a:pt x="51200" y="29777"/>
                  </a:lnTo>
                  <a:lnTo>
                    <a:pt x="51754" y="29461"/>
                  </a:lnTo>
                  <a:lnTo>
                    <a:pt x="52255" y="29171"/>
                  </a:lnTo>
                  <a:lnTo>
                    <a:pt x="52782" y="28854"/>
                  </a:lnTo>
                  <a:lnTo>
                    <a:pt x="53256" y="28512"/>
                  </a:lnTo>
                  <a:lnTo>
                    <a:pt x="53730" y="28143"/>
                  </a:lnTo>
                  <a:lnTo>
                    <a:pt x="54204" y="27774"/>
                  </a:lnTo>
                  <a:lnTo>
                    <a:pt x="54652" y="27405"/>
                  </a:lnTo>
                  <a:lnTo>
                    <a:pt x="55074" y="27010"/>
                  </a:lnTo>
                  <a:lnTo>
                    <a:pt x="55496" y="26615"/>
                  </a:lnTo>
                  <a:lnTo>
                    <a:pt x="55891" y="26193"/>
                  </a:lnTo>
                  <a:lnTo>
                    <a:pt x="56286" y="25745"/>
                  </a:lnTo>
                  <a:lnTo>
                    <a:pt x="56655" y="25297"/>
                  </a:lnTo>
                  <a:lnTo>
                    <a:pt x="56998" y="24849"/>
                  </a:lnTo>
                  <a:lnTo>
                    <a:pt x="57340" y="24375"/>
                  </a:lnTo>
                  <a:lnTo>
                    <a:pt x="57656" y="23900"/>
                  </a:lnTo>
                  <a:lnTo>
                    <a:pt x="57973" y="23400"/>
                  </a:lnTo>
                  <a:lnTo>
                    <a:pt x="58263" y="22899"/>
                  </a:lnTo>
                  <a:lnTo>
                    <a:pt x="58526" y="22398"/>
                  </a:lnTo>
                  <a:lnTo>
                    <a:pt x="58763" y="21871"/>
                  </a:lnTo>
                  <a:lnTo>
                    <a:pt x="59000" y="21318"/>
                  </a:lnTo>
                  <a:lnTo>
                    <a:pt x="59238" y="20765"/>
                  </a:lnTo>
                  <a:lnTo>
                    <a:pt x="59422" y="20211"/>
                  </a:lnTo>
                  <a:lnTo>
                    <a:pt x="59606" y="19658"/>
                  </a:lnTo>
                  <a:lnTo>
                    <a:pt x="59765" y="19078"/>
                  </a:lnTo>
                  <a:lnTo>
                    <a:pt x="59923" y="18472"/>
                  </a:lnTo>
                  <a:lnTo>
                    <a:pt x="60054" y="17892"/>
                  </a:lnTo>
                  <a:lnTo>
                    <a:pt x="60160" y="17286"/>
                  </a:lnTo>
                  <a:lnTo>
                    <a:pt x="60239" y="16654"/>
                  </a:lnTo>
                  <a:lnTo>
                    <a:pt x="60318" y="15916"/>
                  </a:lnTo>
                  <a:lnTo>
                    <a:pt x="60371" y="15152"/>
                  </a:lnTo>
                  <a:lnTo>
                    <a:pt x="60397" y="14309"/>
                  </a:lnTo>
                  <a:lnTo>
                    <a:pt x="60397" y="13360"/>
                  </a:lnTo>
                  <a:lnTo>
                    <a:pt x="60344" y="12912"/>
                  </a:lnTo>
                  <a:lnTo>
                    <a:pt x="60292" y="12464"/>
                  </a:lnTo>
                  <a:lnTo>
                    <a:pt x="60186" y="12043"/>
                  </a:lnTo>
                  <a:lnTo>
                    <a:pt x="60054" y="11595"/>
                  </a:lnTo>
                  <a:lnTo>
                    <a:pt x="59896" y="11199"/>
                  </a:lnTo>
                  <a:lnTo>
                    <a:pt x="59738" y="10778"/>
                  </a:lnTo>
                  <a:lnTo>
                    <a:pt x="59369" y="9961"/>
                  </a:lnTo>
                  <a:lnTo>
                    <a:pt x="59106" y="9355"/>
                  </a:lnTo>
                  <a:lnTo>
                    <a:pt x="58684" y="8380"/>
                  </a:lnTo>
                  <a:lnTo>
                    <a:pt x="58394" y="7668"/>
                  </a:lnTo>
                  <a:lnTo>
                    <a:pt x="58078" y="6983"/>
                  </a:lnTo>
                  <a:lnTo>
                    <a:pt x="57920" y="6641"/>
                  </a:lnTo>
                  <a:lnTo>
                    <a:pt x="57736" y="6298"/>
                  </a:lnTo>
                  <a:lnTo>
                    <a:pt x="57525" y="5982"/>
                  </a:lnTo>
                  <a:lnTo>
                    <a:pt x="57288" y="5639"/>
                  </a:lnTo>
                  <a:lnTo>
                    <a:pt x="56971" y="5270"/>
                  </a:lnTo>
                  <a:lnTo>
                    <a:pt x="56655" y="4901"/>
                  </a:lnTo>
                  <a:lnTo>
                    <a:pt x="56286" y="4559"/>
                  </a:lnTo>
                  <a:lnTo>
                    <a:pt x="55944" y="4243"/>
                  </a:lnTo>
                  <a:lnTo>
                    <a:pt x="55206" y="3637"/>
                  </a:lnTo>
                  <a:lnTo>
                    <a:pt x="54442" y="3083"/>
                  </a:lnTo>
                  <a:lnTo>
                    <a:pt x="54020" y="2793"/>
                  </a:lnTo>
                  <a:lnTo>
                    <a:pt x="53598" y="2556"/>
                  </a:lnTo>
                  <a:lnTo>
                    <a:pt x="52702" y="2108"/>
                  </a:lnTo>
                  <a:lnTo>
                    <a:pt x="52228" y="1845"/>
                  </a:lnTo>
                  <a:lnTo>
                    <a:pt x="51754" y="1608"/>
                  </a:lnTo>
                  <a:lnTo>
                    <a:pt x="51280" y="1370"/>
                  </a:lnTo>
                  <a:lnTo>
                    <a:pt x="50805" y="1133"/>
                  </a:lnTo>
                  <a:lnTo>
                    <a:pt x="50331" y="922"/>
                  </a:lnTo>
                  <a:lnTo>
                    <a:pt x="49830" y="738"/>
                  </a:lnTo>
                  <a:lnTo>
                    <a:pt x="49356" y="554"/>
                  </a:lnTo>
                  <a:lnTo>
                    <a:pt x="48855" y="422"/>
                  </a:lnTo>
                  <a:lnTo>
                    <a:pt x="48355" y="290"/>
                  </a:lnTo>
                  <a:lnTo>
                    <a:pt x="47828" y="185"/>
                  </a:lnTo>
                  <a:lnTo>
                    <a:pt x="47432" y="106"/>
                  </a:lnTo>
                  <a:lnTo>
                    <a:pt x="47011" y="53"/>
                  </a:lnTo>
                  <a:lnTo>
                    <a:pt x="46194" y="0"/>
                  </a:lnTo>
                  <a:close/>
                </a:path>
              </a:pathLst>
            </a:custGeom>
            <a:solidFill>
              <a:srgbClr val="2E2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72"/>
            <p:cNvSpPr/>
            <p:nvPr/>
          </p:nvSpPr>
          <p:spPr>
            <a:xfrm>
              <a:off x="1394925" y="3675675"/>
              <a:ext cx="12525" cy="10575"/>
            </a:xfrm>
            <a:custGeom>
              <a:rect b="b" l="l" r="r" t="t"/>
              <a:pathLst>
                <a:path extrusionOk="0" h="423" w="501">
                  <a:moveTo>
                    <a:pt x="290" y="0"/>
                  </a:moveTo>
                  <a:lnTo>
                    <a:pt x="53" y="185"/>
                  </a:lnTo>
                  <a:lnTo>
                    <a:pt x="27" y="211"/>
                  </a:lnTo>
                  <a:lnTo>
                    <a:pt x="0" y="264"/>
                  </a:lnTo>
                  <a:lnTo>
                    <a:pt x="0" y="317"/>
                  </a:lnTo>
                  <a:lnTo>
                    <a:pt x="27" y="369"/>
                  </a:lnTo>
                  <a:lnTo>
                    <a:pt x="79" y="422"/>
                  </a:lnTo>
                  <a:lnTo>
                    <a:pt x="132" y="422"/>
                  </a:lnTo>
                  <a:lnTo>
                    <a:pt x="211" y="396"/>
                  </a:lnTo>
                  <a:lnTo>
                    <a:pt x="448" y="238"/>
                  </a:lnTo>
                  <a:lnTo>
                    <a:pt x="475" y="185"/>
                  </a:lnTo>
                  <a:lnTo>
                    <a:pt x="501" y="159"/>
                  </a:lnTo>
                  <a:lnTo>
                    <a:pt x="501" y="106"/>
                  </a:lnTo>
                  <a:lnTo>
                    <a:pt x="475" y="53"/>
                  </a:lnTo>
                  <a:lnTo>
                    <a:pt x="422" y="0"/>
                  </a:lnTo>
                  <a:close/>
                </a:path>
              </a:pathLst>
            </a:custGeom>
            <a:solidFill>
              <a:srgbClr val="2E2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72"/>
            <p:cNvSpPr/>
            <p:nvPr/>
          </p:nvSpPr>
          <p:spPr>
            <a:xfrm>
              <a:off x="1144575" y="3698075"/>
              <a:ext cx="1339325" cy="774750"/>
            </a:xfrm>
            <a:custGeom>
              <a:rect b="b" l="l" r="r" t="t"/>
              <a:pathLst>
                <a:path extrusionOk="0" h="30990" w="53573">
                  <a:moveTo>
                    <a:pt x="9303" y="0"/>
                  </a:moveTo>
                  <a:lnTo>
                    <a:pt x="9250" y="53"/>
                  </a:lnTo>
                  <a:lnTo>
                    <a:pt x="8908" y="475"/>
                  </a:lnTo>
                  <a:lnTo>
                    <a:pt x="8881" y="501"/>
                  </a:lnTo>
                  <a:lnTo>
                    <a:pt x="8855" y="554"/>
                  </a:lnTo>
                  <a:lnTo>
                    <a:pt x="8881" y="606"/>
                  </a:lnTo>
                  <a:lnTo>
                    <a:pt x="8908" y="659"/>
                  </a:lnTo>
                  <a:lnTo>
                    <a:pt x="8960" y="685"/>
                  </a:lnTo>
                  <a:lnTo>
                    <a:pt x="9066" y="685"/>
                  </a:lnTo>
                  <a:lnTo>
                    <a:pt x="9118" y="633"/>
                  </a:lnTo>
                  <a:lnTo>
                    <a:pt x="9461" y="238"/>
                  </a:lnTo>
                  <a:lnTo>
                    <a:pt x="9487" y="185"/>
                  </a:lnTo>
                  <a:lnTo>
                    <a:pt x="9487" y="132"/>
                  </a:lnTo>
                  <a:lnTo>
                    <a:pt x="9487" y="79"/>
                  </a:lnTo>
                  <a:lnTo>
                    <a:pt x="9461" y="27"/>
                  </a:lnTo>
                  <a:lnTo>
                    <a:pt x="9408" y="0"/>
                  </a:lnTo>
                  <a:close/>
                  <a:moveTo>
                    <a:pt x="53362" y="27"/>
                  </a:moveTo>
                  <a:lnTo>
                    <a:pt x="53335" y="79"/>
                  </a:lnTo>
                  <a:lnTo>
                    <a:pt x="53309" y="106"/>
                  </a:lnTo>
                  <a:lnTo>
                    <a:pt x="53283" y="158"/>
                  </a:lnTo>
                  <a:lnTo>
                    <a:pt x="53256" y="712"/>
                  </a:lnTo>
                  <a:lnTo>
                    <a:pt x="53283" y="765"/>
                  </a:lnTo>
                  <a:lnTo>
                    <a:pt x="53309" y="791"/>
                  </a:lnTo>
                  <a:lnTo>
                    <a:pt x="53335" y="844"/>
                  </a:lnTo>
                  <a:lnTo>
                    <a:pt x="53467" y="844"/>
                  </a:lnTo>
                  <a:lnTo>
                    <a:pt x="53493" y="817"/>
                  </a:lnTo>
                  <a:lnTo>
                    <a:pt x="53520" y="765"/>
                  </a:lnTo>
                  <a:lnTo>
                    <a:pt x="53546" y="712"/>
                  </a:lnTo>
                  <a:lnTo>
                    <a:pt x="53572" y="158"/>
                  </a:lnTo>
                  <a:lnTo>
                    <a:pt x="53546" y="106"/>
                  </a:lnTo>
                  <a:lnTo>
                    <a:pt x="53520" y="79"/>
                  </a:lnTo>
                  <a:lnTo>
                    <a:pt x="53467" y="53"/>
                  </a:lnTo>
                  <a:lnTo>
                    <a:pt x="53414" y="27"/>
                  </a:lnTo>
                  <a:close/>
                  <a:moveTo>
                    <a:pt x="8328" y="1292"/>
                  </a:moveTo>
                  <a:lnTo>
                    <a:pt x="8275" y="1318"/>
                  </a:lnTo>
                  <a:lnTo>
                    <a:pt x="8249" y="1344"/>
                  </a:lnTo>
                  <a:lnTo>
                    <a:pt x="7933" y="1819"/>
                  </a:lnTo>
                  <a:lnTo>
                    <a:pt x="8064" y="1871"/>
                  </a:lnTo>
                  <a:lnTo>
                    <a:pt x="8170" y="1950"/>
                  </a:lnTo>
                  <a:lnTo>
                    <a:pt x="8460" y="1502"/>
                  </a:lnTo>
                  <a:lnTo>
                    <a:pt x="8486" y="1450"/>
                  </a:lnTo>
                  <a:lnTo>
                    <a:pt x="8486" y="1397"/>
                  </a:lnTo>
                  <a:lnTo>
                    <a:pt x="8486" y="1344"/>
                  </a:lnTo>
                  <a:lnTo>
                    <a:pt x="8433" y="1318"/>
                  </a:lnTo>
                  <a:lnTo>
                    <a:pt x="8381" y="1292"/>
                  </a:lnTo>
                  <a:close/>
                  <a:moveTo>
                    <a:pt x="53309" y="1660"/>
                  </a:moveTo>
                  <a:lnTo>
                    <a:pt x="53256" y="1687"/>
                  </a:lnTo>
                  <a:lnTo>
                    <a:pt x="53230" y="1740"/>
                  </a:lnTo>
                  <a:lnTo>
                    <a:pt x="53204" y="1792"/>
                  </a:lnTo>
                  <a:lnTo>
                    <a:pt x="53177" y="2319"/>
                  </a:lnTo>
                  <a:lnTo>
                    <a:pt x="53177" y="2398"/>
                  </a:lnTo>
                  <a:lnTo>
                    <a:pt x="53204" y="2425"/>
                  </a:lnTo>
                  <a:lnTo>
                    <a:pt x="53230" y="2477"/>
                  </a:lnTo>
                  <a:lnTo>
                    <a:pt x="53362" y="2477"/>
                  </a:lnTo>
                  <a:lnTo>
                    <a:pt x="53388" y="2451"/>
                  </a:lnTo>
                  <a:lnTo>
                    <a:pt x="53414" y="2398"/>
                  </a:lnTo>
                  <a:lnTo>
                    <a:pt x="53441" y="2346"/>
                  </a:lnTo>
                  <a:lnTo>
                    <a:pt x="53493" y="1819"/>
                  </a:lnTo>
                  <a:lnTo>
                    <a:pt x="53467" y="1766"/>
                  </a:lnTo>
                  <a:lnTo>
                    <a:pt x="53441" y="1713"/>
                  </a:lnTo>
                  <a:lnTo>
                    <a:pt x="53414" y="1687"/>
                  </a:lnTo>
                  <a:lnTo>
                    <a:pt x="53362" y="1660"/>
                  </a:lnTo>
                  <a:close/>
                  <a:moveTo>
                    <a:pt x="7432" y="2662"/>
                  </a:moveTo>
                  <a:lnTo>
                    <a:pt x="7379" y="2688"/>
                  </a:lnTo>
                  <a:lnTo>
                    <a:pt x="7353" y="2741"/>
                  </a:lnTo>
                  <a:lnTo>
                    <a:pt x="7063" y="3189"/>
                  </a:lnTo>
                  <a:lnTo>
                    <a:pt x="7037" y="3242"/>
                  </a:lnTo>
                  <a:lnTo>
                    <a:pt x="7063" y="3294"/>
                  </a:lnTo>
                  <a:lnTo>
                    <a:pt x="7063" y="3347"/>
                  </a:lnTo>
                  <a:lnTo>
                    <a:pt x="7116" y="3373"/>
                  </a:lnTo>
                  <a:lnTo>
                    <a:pt x="7195" y="3400"/>
                  </a:lnTo>
                  <a:lnTo>
                    <a:pt x="7247" y="3400"/>
                  </a:lnTo>
                  <a:lnTo>
                    <a:pt x="7300" y="3347"/>
                  </a:lnTo>
                  <a:lnTo>
                    <a:pt x="7590" y="2873"/>
                  </a:lnTo>
                  <a:lnTo>
                    <a:pt x="7616" y="2820"/>
                  </a:lnTo>
                  <a:lnTo>
                    <a:pt x="7616" y="2767"/>
                  </a:lnTo>
                  <a:lnTo>
                    <a:pt x="7590" y="2714"/>
                  </a:lnTo>
                  <a:lnTo>
                    <a:pt x="7537" y="2688"/>
                  </a:lnTo>
                  <a:lnTo>
                    <a:pt x="7485" y="2662"/>
                  </a:lnTo>
                  <a:close/>
                  <a:moveTo>
                    <a:pt x="53151" y="3294"/>
                  </a:moveTo>
                  <a:lnTo>
                    <a:pt x="53098" y="3321"/>
                  </a:lnTo>
                  <a:lnTo>
                    <a:pt x="53072" y="3347"/>
                  </a:lnTo>
                  <a:lnTo>
                    <a:pt x="53045" y="3400"/>
                  </a:lnTo>
                  <a:lnTo>
                    <a:pt x="52966" y="3953"/>
                  </a:lnTo>
                  <a:lnTo>
                    <a:pt x="52966" y="4006"/>
                  </a:lnTo>
                  <a:lnTo>
                    <a:pt x="52993" y="4058"/>
                  </a:lnTo>
                  <a:lnTo>
                    <a:pt x="53045" y="4085"/>
                  </a:lnTo>
                  <a:lnTo>
                    <a:pt x="53072" y="4111"/>
                  </a:lnTo>
                  <a:lnTo>
                    <a:pt x="53098" y="4111"/>
                  </a:lnTo>
                  <a:lnTo>
                    <a:pt x="53151" y="4085"/>
                  </a:lnTo>
                  <a:lnTo>
                    <a:pt x="53204" y="4058"/>
                  </a:lnTo>
                  <a:lnTo>
                    <a:pt x="53230" y="4032"/>
                  </a:lnTo>
                  <a:lnTo>
                    <a:pt x="53230" y="3979"/>
                  </a:lnTo>
                  <a:lnTo>
                    <a:pt x="53309" y="3452"/>
                  </a:lnTo>
                  <a:lnTo>
                    <a:pt x="53309" y="3400"/>
                  </a:lnTo>
                  <a:lnTo>
                    <a:pt x="53283" y="3347"/>
                  </a:lnTo>
                  <a:lnTo>
                    <a:pt x="53256" y="3321"/>
                  </a:lnTo>
                  <a:lnTo>
                    <a:pt x="53204" y="3294"/>
                  </a:lnTo>
                  <a:close/>
                  <a:moveTo>
                    <a:pt x="6589" y="4058"/>
                  </a:moveTo>
                  <a:lnTo>
                    <a:pt x="6536" y="4085"/>
                  </a:lnTo>
                  <a:lnTo>
                    <a:pt x="6510" y="4137"/>
                  </a:lnTo>
                  <a:lnTo>
                    <a:pt x="6220" y="4612"/>
                  </a:lnTo>
                  <a:lnTo>
                    <a:pt x="6220" y="4664"/>
                  </a:lnTo>
                  <a:lnTo>
                    <a:pt x="6220" y="4717"/>
                  </a:lnTo>
                  <a:lnTo>
                    <a:pt x="6246" y="4770"/>
                  </a:lnTo>
                  <a:lnTo>
                    <a:pt x="6272" y="4796"/>
                  </a:lnTo>
                  <a:lnTo>
                    <a:pt x="6352" y="4823"/>
                  </a:lnTo>
                  <a:lnTo>
                    <a:pt x="6431" y="4796"/>
                  </a:lnTo>
                  <a:lnTo>
                    <a:pt x="6483" y="4744"/>
                  </a:lnTo>
                  <a:lnTo>
                    <a:pt x="6747" y="4269"/>
                  </a:lnTo>
                  <a:lnTo>
                    <a:pt x="6773" y="4216"/>
                  </a:lnTo>
                  <a:lnTo>
                    <a:pt x="6747" y="4164"/>
                  </a:lnTo>
                  <a:lnTo>
                    <a:pt x="6747" y="4111"/>
                  </a:lnTo>
                  <a:lnTo>
                    <a:pt x="6694" y="4085"/>
                  </a:lnTo>
                  <a:lnTo>
                    <a:pt x="6641" y="4058"/>
                  </a:lnTo>
                  <a:close/>
                  <a:moveTo>
                    <a:pt x="52887" y="4902"/>
                  </a:moveTo>
                  <a:lnTo>
                    <a:pt x="52835" y="4928"/>
                  </a:lnTo>
                  <a:lnTo>
                    <a:pt x="52782" y="4954"/>
                  </a:lnTo>
                  <a:lnTo>
                    <a:pt x="52756" y="5007"/>
                  </a:lnTo>
                  <a:lnTo>
                    <a:pt x="52650" y="5534"/>
                  </a:lnTo>
                  <a:lnTo>
                    <a:pt x="52624" y="5587"/>
                  </a:lnTo>
                  <a:lnTo>
                    <a:pt x="52650" y="5639"/>
                  </a:lnTo>
                  <a:lnTo>
                    <a:pt x="52677" y="5666"/>
                  </a:lnTo>
                  <a:lnTo>
                    <a:pt x="52729" y="5692"/>
                  </a:lnTo>
                  <a:lnTo>
                    <a:pt x="52782" y="5692"/>
                  </a:lnTo>
                  <a:lnTo>
                    <a:pt x="52861" y="5666"/>
                  </a:lnTo>
                  <a:lnTo>
                    <a:pt x="52914" y="5613"/>
                  </a:lnTo>
                  <a:lnTo>
                    <a:pt x="53045" y="5060"/>
                  </a:lnTo>
                  <a:lnTo>
                    <a:pt x="53045" y="5007"/>
                  </a:lnTo>
                  <a:lnTo>
                    <a:pt x="53019" y="4954"/>
                  </a:lnTo>
                  <a:lnTo>
                    <a:pt x="52993" y="4928"/>
                  </a:lnTo>
                  <a:lnTo>
                    <a:pt x="52940" y="4902"/>
                  </a:lnTo>
                  <a:close/>
                  <a:moveTo>
                    <a:pt x="5772" y="5481"/>
                  </a:moveTo>
                  <a:lnTo>
                    <a:pt x="5745" y="5508"/>
                  </a:lnTo>
                  <a:lnTo>
                    <a:pt x="5693" y="5560"/>
                  </a:lnTo>
                  <a:lnTo>
                    <a:pt x="5429" y="6035"/>
                  </a:lnTo>
                  <a:lnTo>
                    <a:pt x="5429" y="6087"/>
                  </a:lnTo>
                  <a:lnTo>
                    <a:pt x="5429" y="6140"/>
                  </a:lnTo>
                  <a:lnTo>
                    <a:pt x="5456" y="6193"/>
                  </a:lnTo>
                  <a:lnTo>
                    <a:pt x="5508" y="6219"/>
                  </a:lnTo>
                  <a:lnTo>
                    <a:pt x="5561" y="6246"/>
                  </a:lnTo>
                  <a:lnTo>
                    <a:pt x="5640" y="6219"/>
                  </a:lnTo>
                  <a:lnTo>
                    <a:pt x="5693" y="6166"/>
                  </a:lnTo>
                  <a:lnTo>
                    <a:pt x="5930" y="5692"/>
                  </a:lnTo>
                  <a:lnTo>
                    <a:pt x="5956" y="5639"/>
                  </a:lnTo>
                  <a:lnTo>
                    <a:pt x="5956" y="5587"/>
                  </a:lnTo>
                  <a:lnTo>
                    <a:pt x="5930" y="5534"/>
                  </a:lnTo>
                  <a:lnTo>
                    <a:pt x="5877" y="5508"/>
                  </a:lnTo>
                  <a:lnTo>
                    <a:pt x="5825" y="5481"/>
                  </a:lnTo>
                  <a:close/>
                  <a:moveTo>
                    <a:pt x="52439" y="6456"/>
                  </a:moveTo>
                  <a:lnTo>
                    <a:pt x="52387" y="6483"/>
                  </a:lnTo>
                  <a:lnTo>
                    <a:pt x="52334" y="6509"/>
                  </a:lnTo>
                  <a:lnTo>
                    <a:pt x="52308" y="6562"/>
                  </a:lnTo>
                  <a:lnTo>
                    <a:pt x="52123" y="7062"/>
                  </a:lnTo>
                  <a:lnTo>
                    <a:pt x="52123" y="7115"/>
                  </a:lnTo>
                  <a:lnTo>
                    <a:pt x="52123" y="7168"/>
                  </a:lnTo>
                  <a:lnTo>
                    <a:pt x="52150" y="7221"/>
                  </a:lnTo>
                  <a:lnTo>
                    <a:pt x="52202" y="7247"/>
                  </a:lnTo>
                  <a:lnTo>
                    <a:pt x="52255" y="7247"/>
                  </a:lnTo>
                  <a:lnTo>
                    <a:pt x="52334" y="7221"/>
                  </a:lnTo>
                  <a:lnTo>
                    <a:pt x="52387" y="7168"/>
                  </a:lnTo>
                  <a:lnTo>
                    <a:pt x="52571" y="6641"/>
                  </a:lnTo>
                  <a:lnTo>
                    <a:pt x="52571" y="6588"/>
                  </a:lnTo>
                  <a:lnTo>
                    <a:pt x="52571" y="6535"/>
                  </a:lnTo>
                  <a:lnTo>
                    <a:pt x="52545" y="6509"/>
                  </a:lnTo>
                  <a:lnTo>
                    <a:pt x="52492" y="6483"/>
                  </a:lnTo>
                  <a:lnTo>
                    <a:pt x="52439" y="6456"/>
                  </a:lnTo>
                  <a:close/>
                  <a:moveTo>
                    <a:pt x="5008" y="6931"/>
                  </a:moveTo>
                  <a:lnTo>
                    <a:pt x="4981" y="6957"/>
                  </a:lnTo>
                  <a:lnTo>
                    <a:pt x="4929" y="7010"/>
                  </a:lnTo>
                  <a:lnTo>
                    <a:pt x="4691" y="7510"/>
                  </a:lnTo>
                  <a:lnTo>
                    <a:pt x="4665" y="7563"/>
                  </a:lnTo>
                  <a:lnTo>
                    <a:pt x="4691" y="7616"/>
                  </a:lnTo>
                  <a:lnTo>
                    <a:pt x="4718" y="7642"/>
                  </a:lnTo>
                  <a:lnTo>
                    <a:pt x="4744" y="7695"/>
                  </a:lnTo>
                  <a:lnTo>
                    <a:pt x="4823" y="7695"/>
                  </a:lnTo>
                  <a:lnTo>
                    <a:pt x="4876" y="7668"/>
                  </a:lnTo>
                  <a:lnTo>
                    <a:pt x="4929" y="7616"/>
                  </a:lnTo>
                  <a:lnTo>
                    <a:pt x="5192" y="7141"/>
                  </a:lnTo>
                  <a:lnTo>
                    <a:pt x="5192" y="7089"/>
                  </a:lnTo>
                  <a:lnTo>
                    <a:pt x="5192" y="7036"/>
                  </a:lnTo>
                  <a:lnTo>
                    <a:pt x="5166" y="6983"/>
                  </a:lnTo>
                  <a:lnTo>
                    <a:pt x="5113" y="6957"/>
                  </a:lnTo>
                  <a:lnTo>
                    <a:pt x="5060" y="6931"/>
                  </a:lnTo>
                  <a:close/>
                  <a:moveTo>
                    <a:pt x="51728" y="7958"/>
                  </a:moveTo>
                  <a:lnTo>
                    <a:pt x="51702" y="7985"/>
                  </a:lnTo>
                  <a:lnTo>
                    <a:pt x="51649" y="8037"/>
                  </a:lnTo>
                  <a:lnTo>
                    <a:pt x="51385" y="8485"/>
                  </a:lnTo>
                  <a:lnTo>
                    <a:pt x="51359" y="8538"/>
                  </a:lnTo>
                  <a:lnTo>
                    <a:pt x="51359" y="8591"/>
                  </a:lnTo>
                  <a:lnTo>
                    <a:pt x="51385" y="8643"/>
                  </a:lnTo>
                  <a:lnTo>
                    <a:pt x="51438" y="8696"/>
                  </a:lnTo>
                  <a:lnTo>
                    <a:pt x="51570" y="8696"/>
                  </a:lnTo>
                  <a:lnTo>
                    <a:pt x="51623" y="8643"/>
                  </a:lnTo>
                  <a:lnTo>
                    <a:pt x="51912" y="8169"/>
                  </a:lnTo>
                  <a:lnTo>
                    <a:pt x="51912" y="8116"/>
                  </a:lnTo>
                  <a:lnTo>
                    <a:pt x="51912" y="8064"/>
                  </a:lnTo>
                  <a:lnTo>
                    <a:pt x="51886" y="8011"/>
                  </a:lnTo>
                  <a:lnTo>
                    <a:pt x="51833" y="7985"/>
                  </a:lnTo>
                  <a:lnTo>
                    <a:pt x="51781" y="7958"/>
                  </a:lnTo>
                  <a:close/>
                  <a:moveTo>
                    <a:pt x="4296" y="8406"/>
                  </a:moveTo>
                  <a:lnTo>
                    <a:pt x="4243" y="8433"/>
                  </a:lnTo>
                  <a:lnTo>
                    <a:pt x="4217" y="8485"/>
                  </a:lnTo>
                  <a:lnTo>
                    <a:pt x="3980" y="8986"/>
                  </a:lnTo>
                  <a:lnTo>
                    <a:pt x="3980" y="9039"/>
                  </a:lnTo>
                  <a:lnTo>
                    <a:pt x="3980" y="9091"/>
                  </a:lnTo>
                  <a:lnTo>
                    <a:pt x="4006" y="9118"/>
                  </a:lnTo>
                  <a:lnTo>
                    <a:pt x="4059" y="9170"/>
                  </a:lnTo>
                  <a:lnTo>
                    <a:pt x="4112" y="9170"/>
                  </a:lnTo>
                  <a:lnTo>
                    <a:pt x="4191" y="9144"/>
                  </a:lnTo>
                  <a:lnTo>
                    <a:pt x="4243" y="9091"/>
                  </a:lnTo>
                  <a:lnTo>
                    <a:pt x="4454" y="8591"/>
                  </a:lnTo>
                  <a:lnTo>
                    <a:pt x="4481" y="8538"/>
                  </a:lnTo>
                  <a:lnTo>
                    <a:pt x="4481" y="8485"/>
                  </a:lnTo>
                  <a:lnTo>
                    <a:pt x="4454" y="8459"/>
                  </a:lnTo>
                  <a:lnTo>
                    <a:pt x="4402" y="8406"/>
                  </a:lnTo>
                  <a:close/>
                  <a:moveTo>
                    <a:pt x="50806" y="9329"/>
                  </a:moveTo>
                  <a:lnTo>
                    <a:pt x="50779" y="9381"/>
                  </a:lnTo>
                  <a:lnTo>
                    <a:pt x="50410" y="9777"/>
                  </a:lnTo>
                  <a:lnTo>
                    <a:pt x="50384" y="9829"/>
                  </a:lnTo>
                  <a:lnTo>
                    <a:pt x="50384" y="9882"/>
                  </a:lnTo>
                  <a:lnTo>
                    <a:pt x="50410" y="9935"/>
                  </a:lnTo>
                  <a:lnTo>
                    <a:pt x="50437" y="9987"/>
                  </a:lnTo>
                  <a:lnTo>
                    <a:pt x="50463" y="10014"/>
                  </a:lnTo>
                  <a:lnTo>
                    <a:pt x="50516" y="10014"/>
                  </a:lnTo>
                  <a:lnTo>
                    <a:pt x="50568" y="9987"/>
                  </a:lnTo>
                  <a:lnTo>
                    <a:pt x="50621" y="9961"/>
                  </a:lnTo>
                  <a:lnTo>
                    <a:pt x="50990" y="9539"/>
                  </a:lnTo>
                  <a:lnTo>
                    <a:pt x="51016" y="9487"/>
                  </a:lnTo>
                  <a:lnTo>
                    <a:pt x="51016" y="9434"/>
                  </a:lnTo>
                  <a:lnTo>
                    <a:pt x="50990" y="9381"/>
                  </a:lnTo>
                  <a:lnTo>
                    <a:pt x="50964" y="9355"/>
                  </a:lnTo>
                  <a:lnTo>
                    <a:pt x="50911" y="9329"/>
                  </a:lnTo>
                  <a:close/>
                  <a:moveTo>
                    <a:pt x="3664" y="9882"/>
                  </a:moveTo>
                  <a:lnTo>
                    <a:pt x="3611" y="9908"/>
                  </a:lnTo>
                  <a:lnTo>
                    <a:pt x="3558" y="9935"/>
                  </a:lnTo>
                  <a:lnTo>
                    <a:pt x="3532" y="9987"/>
                  </a:lnTo>
                  <a:lnTo>
                    <a:pt x="3321" y="10488"/>
                  </a:lnTo>
                  <a:lnTo>
                    <a:pt x="3321" y="10541"/>
                  </a:lnTo>
                  <a:lnTo>
                    <a:pt x="3321" y="10593"/>
                  </a:lnTo>
                  <a:lnTo>
                    <a:pt x="3348" y="10620"/>
                  </a:lnTo>
                  <a:lnTo>
                    <a:pt x="3400" y="10672"/>
                  </a:lnTo>
                  <a:lnTo>
                    <a:pt x="3453" y="10672"/>
                  </a:lnTo>
                  <a:lnTo>
                    <a:pt x="3532" y="10646"/>
                  </a:lnTo>
                  <a:lnTo>
                    <a:pt x="3585" y="10593"/>
                  </a:lnTo>
                  <a:lnTo>
                    <a:pt x="3795" y="10093"/>
                  </a:lnTo>
                  <a:lnTo>
                    <a:pt x="3795" y="10040"/>
                  </a:lnTo>
                  <a:lnTo>
                    <a:pt x="3795" y="9987"/>
                  </a:lnTo>
                  <a:lnTo>
                    <a:pt x="3769" y="9935"/>
                  </a:lnTo>
                  <a:lnTo>
                    <a:pt x="3716" y="9908"/>
                  </a:lnTo>
                  <a:lnTo>
                    <a:pt x="3664" y="9882"/>
                  </a:lnTo>
                  <a:close/>
                  <a:moveTo>
                    <a:pt x="49699" y="10514"/>
                  </a:moveTo>
                  <a:lnTo>
                    <a:pt x="49673" y="10541"/>
                  </a:lnTo>
                  <a:lnTo>
                    <a:pt x="49251" y="10910"/>
                  </a:lnTo>
                  <a:lnTo>
                    <a:pt x="49225" y="10936"/>
                  </a:lnTo>
                  <a:lnTo>
                    <a:pt x="49198" y="10989"/>
                  </a:lnTo>
                  <a:lnTo>
                    <a:pt x="49225" y="11041"/>
                  </a:lnTo>
                  <a:lnTo>
                    <a:pt x="49225" y="11094"/>
                  </a:lnTo>
                  <a:lnTo>
                    <a:pt x="49277" y="11120"/>
                  </a:lnTo>
                  <a:lnTo>
                    <a:pt x="49356" y="11147"/>
                  </a:lnTo>
                  <a:lnTo>
                    <a:pt x="49383" y="11120"/>
                  </a:lnTo>
                  <a:lnTo>
                    <a:pt x="49435" y="11120"/>
                  </a:lnTo>
                  <a:lnTo>
                    <a:pt x="49857" y="10752"/>
                  </a:lnTo>
                  <a:lnTo>
                    <a:pt x="49883" y="10699"/>
                  </a:lnTo>
                  <a:lnTo>
                    <a:pt x="49883" y="10646"/>
                  </a:lnTo>
                  <a:lnTo>
                    <a:pt x="49883" y="10593"/>
                  </a:lnTo>
                  <a:lnTo>
                    <a:pt x="49857" y="10567"/>
                  </a:lnTo>
                  <a:lnTo>
                    <a:pt x="49804" y="10514"/>
                  </a:lnTo>
                  <a:close/>
                  <a:moveTo>
                    <a:pt x="48434" y="11516"/>
                  </a:moveTo>
                  <a:lnTo>
                    <a:pt x="48408" y="11542"/>
                  </a:lnTo>
                  <a:lnTo>
                    <a:pt x="47933" y="11858"/>
                  </a:lnTo>
                  <a:lnTo>
                    <a:pt x="47907" y="11885"/>
                  </a:lnTo>
                  <a:lnTo>
                    <a:pt x="47881" y="11937"/>
                  </a:lnTo>
                  <a:lnTo>
                    <a:pt x="47881" y="11990"/>
                  </a:lnTo>
                  <a:lnTo>
                    <a:pt x="47907" y="12043"/>
                  </a:lnTo>
                  <a:lnTo>
                    <a:pt x="47960" y="12095"/>
                  </a:lnTo>
                  <a:lnTo>
                    <a:pt x="48012" y="12095"/>
                  </a:lnTo>
                  <a:lnTo>
                    <a:pt x="48091" y="12069"/>
                  </a:lnTo>
                  <a:lnTo>
                    <a:pt x="48539" y="11779"/>
                  </a:lnTo>
                  <a:lnTo>
                    <a:pt x="48592" y="11727"/>
                  </a:lnTo>
                  <a:lnTo>
                    <a:pt x="48619" y="11674"/>
                  </a:lnTo>
                  <a:lnTo>
                    <a:pt x="48619" y="11621"/>
                  </a:lnTo>
                  <a:lnTo>
                    <a:pt x="48592" y="11595"/>
                  </a:lnTo>
                  <a:lnTo>
                    <a:pt x="48539" y="11542"/>
                  </a:lnTo>
                  <a:lnTo>
                    <a:pt x="48487" y="11516"/>
                  </a:lnTo>
                  <a:close/>
                  <a:moveTo>
                    <a:pt x="2979" y="11410"/>
                  </a:moveTo>
                  <a:lnTo>
                    <a:pt x="2926" y="11437"/>
                  </a:lnTo>
                  <a:lnTo>
                    <a:pt x="2900" y="11489"/>
                  </a:lnTo>
                  <a:lnTo>
                    <a:pt x="2715" y="11990"/>
                  </a:lnTo>
                  <a:lnTo>
                    <a:pt x="2689" y="12043"/>
                  </a:lnTo>
                  <a:lnTo>
                    <a:pt x="2715" y="12095"/>
                  </a:lnTo>
                  <a:lnTo>
                    <a:pt x="2741" y="12148"/>
                  </a:lnTo>
                  <a:lnTo>
                    <a:pt x="2794" y="12174"/>
                  </a:lnTo>
                  <a:lnTo>
                    <a:pt x="2900" y="12174"/>
                  </a:lnTo>
                  <a:lnTo>
                    <a:pt x="2952" y="12095"/>
                  </a:lnTo>
                  <a:lnTo>
                    <a:pt x="3163" y="11595"/>
                  </a:lnTo>
                  <a:lnTo>
                    <a:pt x="3163" y="11542"/>
                  </a:lnTo>
                  <a:lnTo>
                    <a:pt x="3163" y="11489"/>
                  </a:lnTo>
                  <a:lnTo>
                    <a:pt x="3137" y="11437"/>
                  </a:lnTo>
                  <a:lnTo>
                    <a:pt x="3084" y="11410"/>
                  </a:lnTo>
                  <a:close/>
                  <a:moveTo>
                    <a:pt x="47064" y="12385"/>
                  </a:moveTo>
                  <a:lnTo>
                    <a:pt x="47011" y="12412"/>
                  </a:lnTo>
                  <a:lnTo>
                    <a:pt x="46537" y="12649"/>
                  </a:lnTo>
                  <a:lnTo>
                    <a:pt x="46484" y="12702"/>
                  </a:lnTo>
                  <a:lnTo>
                    <a:pt x="46484" y="12728"/>
                  </a:lnTo>
                  <a:lnTo>
                    <a:pt x="46458" y="12781"/>
                  </a:lnTo>
                  <a:lnTo>
                    <a:pt x="46484" y="12833"/>
                  </a:lnTo>
                  <a:lnTo>
                    <a:pt x="46537" y="12886"/>
                  </a:lnTo>
                  <a:lnTo>
                    <a:pt x="46616" y="12912"/>
                  </a:lnTo>
                  <a:lnTo>
                    <a:pt x="46669" y="12912"/>
                  </a:lnTo>
                  <a:lnTo>
                    <a:pt x="47143" y="12649"/>
                  </a:lnTo>
                  <a:lnTo>
                    <a:pt x="47196" y="12596"/>
                  </a:lnTo>
                  <a:lnTo>
                    <a:pt x="47222" y="12570"/>
                  </a:lnTo>
                  <a:lnTo>
                    <a:pt x="47222" y="12517"/>
                  </a:lnTo>
                  <a:lnTo>
                    <a:pt x="47196" y="12464"/>
                  </a:lnTo>
                  <a:lnTo>
                    <a:pt x="47169" y="12412"/>
                  </a:lnTo>
                  <a:lnTo>
                    <a:pt x="47116" y="12385"/>
                  </a:lnTo>
                  <a:close/>
                  <a:moveTo>
                    <a:pt x="45562" y="13123"/>
                  </a:moveTo>
                  <a:lnTo>
                    <a:pt x="45061" y="13360"/>
                  </a:lnTo>
                  <a:lnTo>
                    <a:pt x="45035" y="13387"/>
                  </a:lnTo>
                  <a:lnTo>
                    <a:pt x="45008" y="13439"/>
                  </a:lnTo>
                  <a:lnTo>
                    <a:pt x="44982" y="13492"/>
                  </a:lnTo>
                  <a:lnTo>
                    <a:pt x="45008" y="13545"/>
                  </a:lnTo>
                  <a:lnTo>
                    <a:pt x="45061" y="13597"/>
                  </a:lnTo>
                  <a:lnTo>
                    <a:pt x="45114" y="13624"/>
                  </a:lnTo>
                  <a:lnTo>
                    <a:pt x="45193" y="13597"/>
                  </a:lnTo>
                  <a:lnTo>
                    <a:pt x="45694" y="13387"/>
                  </a:lnTo>
                  <a:lnTo>
                    <a:pt x="45720" y="13360"/>
                  </a:lnTo>
                  <a:lnTo>
                    <a:pt x="45746" y="13308"/>
                  </a:lnTo>
                  <a:lnTo>
                    <a:pt x="45773" y="13255"/>
                  </a:lnTo>
                  <a:lnTo>
                    <a:pt x="45746" y="13202"/>
                  </a:lnTo>
                  <a:lnTo>
                    <a:pt x="45720" y="13149"/>
                  </a:lnTo>
                  <a:lnTo>
                    <a:pt x="45667" y="13123"/>
                  </a:lnTo>
                  <a:close/>
                  <a:moveTo>
                    <a:pt x="2399" y="12939"/>
                  </a:moveTo>
                  <a:lnTo>
                    <a:pt x="2346" y="12965"/>
                  </a:lnTo>
                  <a:lnTo>
                    <a:pt x="2320" y="13018"/>
                  </a:lnTo>
                  <a:lnTo>
                    <a:pt x="2135" y="13545"/>
                  </a:lnTo>
                  <a:lnTo>
                    <a:pt x="2135" y="13597"/>
                  </a:lnTo>
                  <a:lnTo>
                    <a:pt x="2135" y="13650"/>
                  </a:lnTo>
                  <a:lnTo>
                    <a:pt x="2162" y="13676"/>
                  </a:lnTo>
                  <a:lnTo>
                    <a:pt x="2214" y="13703"/>
                  </a:lnTo>
                  <a:lnTo>
                    <a:pt x="2267" y="13729"/>
                  </a:lnTo>
                  <a:lnTo>
                    <a:pt x="2346" y="13703"/>
                  </a:lnTo>
                  <a:lnTo>
                    <a:pt x="2399" y="13624"/>
                  </a:lnTo>
                  <a:lnTo>
                    <a:pt x="2583" y="13123"/>
                  </a:lnTo>
                  <a:lnTo>
                    <a:pt x="2583" y="13070"/>
                  </a:lnTo>
                  <a:lnTo>
                    <a:pt x="2583" y="13018"/>
                  </a:lnTo>
                  <a:lnTo>
                    <a:pt x="2531" y="12965"/>
                  </a:lnTo>
                  <a:lnTo>
                    <a:pt x="2504" y="12939"/>
                  </a:lnTo>
                  <a:close/>
                  <a:moveTo>
                    <a:pt x="44112" y="13756"/>
                  </a:moveTo>
                  <a:lnTo>
                    <a:pt x="44060" y="13782"/>
                  </a:lnTo>
                  <a:lnTo>
                    <a:pt x="43559" y="13966"/>
                  </a:lnTo>
                  <a:lnTo>
                    <a:pt x="43506" y="13993"/>
                  </a:lnTo>
                  <a:lnTo>
                    <a:pt x="43480" y="14045"/>
                  </a:lnTo>
                  <a:lnTo>
                    <a:pt x="43480" y="14098"/>
                  </a:lnTo>
                  <a:lnTo>
                    <a:pt x="43480" y="14151"/>
                  </a:lnTo>
                  <a:lnTo>
                    <a:pt x="43533" y="14204"/>
                  </a:lnTo>
                  <a:lnTo>
                    <a:pt x="43612" y="14230"/>
                  </a:lnTo>
                  <a:lnTo>
                    <a:pt x="43665" y="14230"/>
                  </a:lnTo>
                  <a:lnTo>
                    <a:pt x="44165" y="14019"/>
                  </a:lnTo>
                  <a:lnTo>
                    <a:pt x="44218" y="13993"/>
                  </a:lnTo>
                  <a:lnTo>
                    <a:pt x="44244" y="13966"/>
                  </a:lnTo>
                  <a:lnTo>
                    <a:pt x="44244" y="13914"/>
                  </a:lnTo>
                  <a:lnTo>
                    <a:pt x="44244" y="13861"/>
                  </a:lnTo>
                  <a:lnTo>
                    <a:pt x="44218" y="13808"/>
                  </a:lnTo>
                  <a:lnTo>
                    <a:pt x="44165" y="13782"/>
                  </a:lnTo>
                  <a:lnTo>
                    <a:pt x="44112" y="13756"/>
                  </a:lnTo>
                  <a:close/>
                  <a:moveTo>
                    <a:pt x="42610" y="14335"/>
                  </a:moveTo>
                  <a:lnTo>
                    <a:pt x="42558" y="14362"/>
                  </a:lnTo>
                  <a:lnTo>
                    <a:pt x="42031" y="14546"/>
                  </a:lnTo>
                  <a:lnTo>
                    <a:pt x="41978" y="14572"/>
                  </a:lnTo>
                  <a:lnTo>
                    <a:pt x="41952" y="14599"/>
                  </a:lnTo>
                  <a:lnTo>
                    <a:pt x="41952" y="14651"/>
                  </a:lnTo>
                  <a:lnTo>
                    <a:pt x="41952" y="14704"/>
                  </a:lnTo>
                  <a:lnTo>
                    <a:pt x="42004" y="14783"/>
                  </a:lnTo>
                  <a:lnTo>
                    <a:pt x="42083" y="14810"/>
                  </a:lnTo>
                  <a:lnTo>
                    <a:pt x="42136" y="14810"/>
                  </a:lnTo>
                  <a:lnTo>
                    <a:pt x="42637" y="14625"/>
                  </a:lnTo>
                  <a:lnTo>
                    <a:pt x="42690" y="14572"/>
                  </a:lnTo>
                  <a:lnTo>
                    <a:pt x="42716" y="14546"/>
                  </a:lnTo>
                  <a:lnTo>
                    <a:pt x="42742" y="14493"/>
                  </a:lnTo>
                  <a:lnTo>
                    <a:pt x="42716" y="14441"/>
                  </a:lnTo>
                  <a:lnTo>
                    <a:pt x="42690" y="14388"/>
                  </a:lnTo>
                  <a:lnTo>
                    <a:pt x="42637" y="14362"/>
                  </a:lnTo>
                  <a:lnTo>
                    <a:pt x="42610" y="14335"/>
                  </a:lnTo>
                  <a:close/>
                  <a:moveTo>
                    <a:pt x="1898" y="14467"/>
                  </a:moveTo>
                  <a:lnTo>
                    <a:pt x="1846" y="14493"/>
                  </a:lnTo>
                  <a:lnTo>
                    <a:pt x="1793" y="14520"/>
                  </a:lnTo>
                  <a:lnTo>
                    <a:pt x="1766" y="14572"/>
                  </a:lnTo>
                  <a:lnTo>
                    <a:pt x="1608" y="15099"/>
                  </a:lnTo>
                  <a:lnTo>
                    <a:pt x="1608" y="15152"/>
                  </a:lnTo>
                  <a:lnTo>
                    <a:pt x="1608" y="15178"/>
                  </a:lnTo>
                  <a:lnTo>
                    <a:pt x="1635" y="15231"/>
                  </a:lnTo>
                  <a:lnTo>
                    <a:pt x="1687" y="15258"/>
                  </a:lnTo>
                  <a:lnTo>
                    <a:pt x="1740" y="15258"/>
                  </a:lnTo>
                  <a:lnTo>
                    <a:pt x="1819" y="15231"/>
                  </a:lnTo>
                  <a:lnTo>
                    <a:pt x="1872" y="15178"/>
                  </a:lnTo>
                  <a:lnTo>
                    <a:pt x="2030" y="14651"/>
                  </a:lnTo>
                  <a:lnTo>
                    <a:pt x="2056" y="14599"/>
                  </a:lnTo>
                  <a:lnTo>
                    <a:pt x="2030" y="14546"/>
                  </a:lnTo>
                  <a:lnTo>
                    <a:pt x="2004" y="14520"/>
                  </a:lnTo>
                  <a:lnTo>
                    <a:pt x="1951" y="14493"/>
                  </a:lnTo>
                  <a:lnTo>
                    <a:pt x="1898" y="14467"/>
                  </a:lnTo>
                  <a:close/>
                  <a:moveTo>
                    <a:pt x="41003" y="14889"/>
                  </a:moveTo>
                  <a:lnTo>
                    <a:pt x="40476" y="15073"/>
                  </a:lnTo>
                  <a:lnTo>
                    <a:pt x="40450" y="15099"/>
                  </a:lnTo>
                  <a:lnTo>
                    <a:pt x="40397" y="15152"/>
                  </a:lnTo>
                  <a:lnTo>
                    <a:pt x="40397" y="15205"/>
                  </a:lnTo>
                  <a:lnTo>
                    <a:pt x="40397" y="15258"/>
                  </a:lnTo>
                  <a:lnTo>
                    <a:pt x="40450" y="15310"/>
                  </a:lnTo>
                  <a:lnTo>
                    <a:pt x="40529" y="15337"/>
                  </a:lnTo>
                  <a:lnTo>
                    <a:pt x="40581" y="15337"/>
                  </a:lnTo>
                  <a:lnTo>
                    <a:pt x="41082" y="15152"/>
                  </a:lnTo>
                  <a:lnTo>
                    <a:pt x="41135" y="15126"/>
                  </a:lnTo>
                  <a:lnTo>
                    <a:pt x="41161" y="15099"/>
                  </a:lnTo>
                  <a:lnTo>
                    <a:pt x="41188" y="15047"/>
                  </a:lnTo>
                  <a:lnTo>
                    <a:pt x="41188" y="14994"/>
                  </a:lnTo>
                  <a:lnTo>
                    <a:pt x="41161" y="14941"/>
                  </a:lnTo>
                  <a:lnTo>
                    <a:pt x="41108" y="14915"/>
                  </a:lnTo>
                  <a:lnTo>
                    <a:pt x="41056" y="14889"/>
                  </a:lnTo>
                  <a:close/>
                  <a:moveTo>
                    <a:pt x="39448" y="15416"/>
                  </a:moveTo>
                  <a:lnTo>
                    <a:pt x="38921" y="15574"/>
                  </a:lnTo>
                  <a:lnTo>
                    <a:pt x="38895" y="15600"/>
                  </a:lnTo>
                  <a:lnTo>
                    <a:pt x="38842" y="15653"/>
                  </a:lnTo>
                  <a:lnTo>
                    <a:pt x="38842" y="15706"/>
                  </a:lnTo>
                  <a:lnTo>
                    <a:pt x="38842" y="15758"/>
                  </a:lnTo>
                  <a:lnTo>
                    <a:pt x="38895" y="15811"/>
                  </a:lnTo>
                  <a:lnTo>
                    <a:pt x="38974" y="15837"/>
                  </a:lnTo>
                  <a:lnTo>
                    <a:pt x="39027" y="15837"/>
                  </a:lnTo>
                  <a:lnTo>
                    <a:pt x="39527" y="15679"/>
                  </a:lnTo>
                  <a:lnTo>
                    <a:pt x="39580" y="15653"/>
                  </a:lnTo>
                  <a:lnTo>
                    <a:pt x="39606" y="15600"/>
                  </a:lnTo>
                  <a:lnTo>
                    <a:pt x="39633" y="15547"/>
                  </a:lnTo>
                  <a:lnTo>
                    <a:pt x="39633" y="15495"/>
                  </a:lnTo>
                  <a:lnTo>
                    <a:pt x="39606" y="15442"/>
                  </a:lnTo>
                  <a:lnTo>
                    <a:pt x="39554" y="15416"/>
                  </a:lnTo>
                  <a:close/>
                  <a:moveTo>
                    <a:pt x="37894" y="15890"/>
                  </a:moveTo>
                  <a:lnTo>
                    <a:pt x="37367" y="16074"/>
                  </a:lnTo>
                  <a:lnTo>
                    <a:pt x="37314" y="16101"/>
                  </a:lnTo>
                  <a:lnTo>
                    <a:pt x="37288" y="16127"/>
                  </a:lnTo>
                  <a:lnTo>
                    <a:pt x="37261" y="16180"/>
                  </a:lnTo>
                  <a:lnTo>
                    <a:pt x="37288" y="16233"/>
                  </a:lnTo>
                  <a:lnTo>
                    <a:pt x="37340" y="16312"/>
                  </a:lnTo>
                  <a:lnTo>
                    <a:pt x="37419" y="16338"/>
                  </a:lnTo>
                  <a:lnTo>
                    <a:pt x="37446" y="16338"/>
                  </a:lnTo>
                  <a:lnTo>
                    <a:pt x="37973" y="16153"/>
                  </a:lnTo>
                  <a:lnTo>
                    <a:pt x="38025" y="16127"/>
                  </a:lnTo>
                  <a:lnTo>
                    <a:pt x="38052" y="16101"/>
                  </a:lnTo>
                  <a:lnTo>
                    <a:pt x="38078" y="16048"/>
                  </a:lnTo>
                  <a:lnTo>
                    <a:pt x="38052" y="15995"/>
                  </a:lnTo>
                  <a:lnTo>
                    <a:pt x="38025" y="15943"/>
                  </a:lnTo>
                  <a:lnTo>
                    <a:pt x="37999" y="15916"/>
                  </a:lnTo>
                  <a:lnTo>
                    <a:pt x="37946" y="15890"/>
                  </a:lnTo>
                  <a:close/>
                  <a:moveTo>
                    <a:pt x="36392" y="16364"/>
                  </a:moveTo>
                  <a:lnTo>
                    <a:pt x="36339" y="16391"/>
                  </a:lnTo>
                  <a:lnTo>
                    <a:pt x="35812" y="16549"/>
                  </a:lnTo>
                  <a:lnTo>
                    <a:pt x="35759" y="16575"/>
                  </a:lnTo>
                  <a:lnTo>
                    <a:pt x="35733" y="16601"/>
                  </a:lnTo>
                  <a:lnTo>
                    <a:pt x="35707" y="16654"/>
                  </a:lnTo>
                  <a:lnTo>
                    <a:pt x="35707" y="16707"/>
                  </a:lnTo>
                  <a:lnTo>
                    <a:pt x="35759" y="16786"/>
                  </a:lnTo>
                  <a:lnTo>
                    <a:pt x="35838" y="16812"/>
                  </a:lnTo>
                  <a:lnTo>
                    <a:pt x="35891" y="16812"/>
                  </a:lnTo>
                  <a:lnTo>
                    <a:pt x="36418" y="16654"/>
                  </a:lnTo>
                  <a:lnTo>
                    <a:pt x="36444" y="16628"/>
                  </a:lnTo>
                  <a:lnTo>
                    <a:pt x="36497" y="16575"/>
                  </a:lnTo>
                  <a:lnTo>
                    <a:pt x="36497" y="16522"/>
                  </a:lnTo>
                  <a:lnTo>
                    <a:pt x="36497" y="16470"/>
                  </a:lnTo>
                  <a:lnTo>
                    <a:pt x="36471" y="16417"/>
                  </a:lnTo>
                  <a:lnTo>
                    <a:pt x="36444" y="16391"/>
                  </a:lnTo>
                  <a:lnTo>
                    <a:pt x="36392" y="16364"/>
                  </a:lnTo>
                  <a:close/>
                  <a:moveTo>
                    <a:pt x="1398" y="16022"/>
                  </a:moveTo>
                  <a:lnTo>
                    <a:pt x="1345" y="16048"/>
                  </a:lnTo>
                  <a:lnTo>
                    <a:pt x="1292" y="16074"/>
                  </a:lnTo>
                  <a:lnTo>
                    <a:pt x="1292" y="16127"/>
                  </a:lnTo>
                  <a:lnTo>
                    <a:pt x="1134" y="16654"/>
                  </a:lnTo>
                  <a:lnTo>
                    <a:pt x="1108" y="16707"/>
                  </a:lnTo>
                  <a:lnTo>
                    <a:pt x="1134" y="16760"/>
                  </a:lnTo>
                  <a:lnTo>
                    <a:pt x="1160" y="16786"/>
                  </a:lnTo>
                  <a:lnTo>
                    <a:pt x="1213" y="16812"/>
                  </a:lnTo>
                  <a:lnTo>
                    <a:pt x="1266" y="16839"/>
                  </a:lnTo>
                  <a:lnTo>
                    <a:pt x="1345" y="16812"/>
                  </a:lnTo>
                  <a:lnTo>
                    <a:pt x="1398" y="16733"/>
                  </a:lnTo>
                  <a:lnTo>
                    <a:pt x="1556" y="16206"/>
                  </a:lnTo>
                  <a:lnTo>
                    <a:pt x="1556" y="16153"/>
                  </a:lnTo>
                  <a:lnTo>
                    <a:pt x="1529" y="16101"/>
                  </a:lnTo>
                  <a:lnTo>
                    <a:pt x="1503" y="16074"/>
                  </a:lnTo>
                  <a:lnTo>
                    <a:pt x="1450" y="16048"/>
                  </a:lnTo>
                  <a:lnTo>
                    <a:pt x="1398" y="16022"/>
                  </a:lnTo>
                  <a:close/>
                  <a:moveTo>
                    <a:pt x="34811" y="16839"/>
                  </a:moveTo>
                  <a:lnTo>
                    <a:pt x="34758" y="16865"/>
                  </a:lnTo>
                  <a:lnTo>
                    <a:pt x="34231" y="17023"/>
                  </a:lnTo>
                  <a:lnTo>
                    <a:pt x="34205" y="17049"/>
                  </a:lnTo>
                  <a:lnTo>
                    <a:pt x="34152" y="17076"/>
                  </a:lnTo>
                  <a:lnTo>
                    <a:pt x="34152" y="17128"/>
                  </a:lnTo>
                  <a:lnTo>
                    <a:pt x="34152" y="17181"/>
                  </a:lnTo>
                  <a:lnTo>
                    <a:pt x="34205" y="17260"/>
                  </a:lnTo>
                  <a:lnTo>
                    <a:pt x="34284" y="17287"/>
                  </a:lnTo>
                  <a:lnTo>
                    <a:pt x="34310" y="17287"/>
                  </a:lnTo>
                  <a:lnTo>
                    <a:pt x="34837" y="17128"/>
                  </a:lnTo>
                  <a:lnTo>
                    <a:pt x="34890" y="17102"/>
                  </a:lnTo>
                  <a:lnTo>
                    <a:pt x="34916" y="17049"/>
                  </a:lnTo>
                  <a:lnTo>
                    <a:pt x="34942" y="16997"/>
                  </a:lnTo>
                  <a:lnTo>
                    <a:pt x="34942" y="16944"/>
                  </a:lnTo>
                  <a:lnTo>
                    <a:pt x="34916" y="16891"/>
                  </a:lnTo>
                  <a:lnTo>
                    <a:pt x="34863" y="16865"/>
                  </a:lnTo>
                  <a:lnTo>
                    <a:pt x="34811" y="16839"/>
                  </a:lnTo>
                  <a:close/>
                  <a:moveTo>
                    <a:pt x="33256" y="17313"/>
                  </a:moveTo>
                  <a:lnTo>
                    <a:pt x="33203" y="17339"/>
                  </a:lnTo>
                  <a:lnTo>
                    <a:pt x="32676" y="17497"/>
                  </a:lnTo>
                  <a:lnTo>
                    <a:pt x="32623" y="17524"/>
                  </a:lnTo>
                  <a:lnTo>
                    <a:pt x="32597" y="17550"/>
                  </a:lnTo>
                  <a:lnTo>
                    <a:pt x="32571" y="17603"/>
                  </a:lnTo>
                  <a:lnTo>
                    <a:pt x="32597" y="17655"/>
                  </a:lnTo>
                  <a:lnTo>
                    <a:pt x="32623" y="17735"/>
                  </a:lnTo>
                  <a:lnTo>
                    <a:pt x="32729" y="17761"/>
                  </a:lnTo>
                  <a:lnTo>
                    <a:pt x="32755" y="17761"/>
                  </a:lnTo>
                  <a:lnTo>
                    <a:pt x="33282" y="17603"/>
                  </a:lnTo>
                  <a:lnTo>
                    <a:pt x="33335" y="17576"/>
                  </a:lnTo>
                  <a:lnTo>
                    <a:pt x="33361" y="17524"/>
                  </a:lnTo>
                  <a:lnTo>
                    <a:pt x="33361" y="17471"/>
                  </a:lnTo>
                  <a:lnTo>
                    <a:pt x="33361" y="17418"/>
                  </a:lnTo>
                  <a:lnTo>
                    <a:pt x="33335" y="17366"/>
                  </a:lnTo>
                  <a:lnTo>
                    <a:pt x="33309" y="17339"/>
                  </a:lnTo>
                  <a:lnTo>
                    <a:pt x="33256" y="17313"/>
                  </a:lnTo>
                  <a:close/>
                  <a:moveTo>
                    <a:pt x="31648" y="17814"/>
                  </a:moveTo>
                  <a:lnTo>
                    <a:pt x="31121" y="17998"/>
                  </a:lnTo>
                  <a:lnTo>
                    <a:pt x="31069" y="18024"/>
                  </a:lnTo>
                  <a:lnTo>
                    <a:pt x="31042" y="18051"/>
                  </a:lnTo>
                  <a:lnTo>
                    <a:pt x="31016" y="18103"/>
                  </a:lnTo>
                  <a:lnTo>
                    <a:pt x="31016" y="18156"/>
                  </a:lnTo>
                  <a:lnTo>
                    <a:pt x="31069" y="18235"/>
                  </a:lnTo>
                  <a:lnTo>
                    <a:pt x="31148" y="18262"/>
                  </a:lnTo>
                  <a:lnTo>
                    <a:pt x="31201" y="18262"/>
                  </a:lnTo>
                  <a:lnTo>
                    <a:pt x="31728" y="18077"/>
                  </a:lnTo>
                  <a:lnTo>
                    <a:pt x="31754" y="18051"/>
                  </a:lnTo>
                  <a:lnTo>
                    <a:pt x="31807" y="18024"/>
                  </a:lnTo>
                  <a:lnTo>
                    <a:pt x="31807" y="17972"/>
                  </a:lnTo>
                  <a:lnTo>
                    <a:pt x="31807" y="17919"/>
                  </a:lnTo>
                  <a:lnTo>
                    <a:pt x="31780" y="17866"/>
                  </a:lnTo>
                  <a:lnTo>
                    <a:pt x="31728" y="17840"/>
                  </a:lnTo>
                  <a:lnTo>
                    <a:pt x="31701" y="17814"/>
                  </a:lnTo>
                  <a:close/>
                  <a:moveTo>
                    <a:pt x="950" y="17603"/>
                  </a:moveTo>
                  <a:lnTo>
                    <a:pt x="897" y="17629"/>
                  </a:lnTo>
                  <a:lnTo>
                    <a:pt x="844" y="17655"/>
                  </a:lnTo>
                  <a:lnTo>
                    <a:pt x="818" y="17708"/>
                  </a:lnTo>
                  <a:lnTo>
                    <a:pt x="686" y="18235"/>
                  </a:lnTo>
                  <a:lnTo>
                    <a:pt x="686" y="18288"/>
                  </a:lnTo>
                  <a:lnTo>
                    <a:pt x="712" y="18341"/>
                  </a:lnTo>
                  <a:lnTo>
                    <a:pt x="739" y="18367"/>
                  </a:lnTo>
                  <a:lnTo>
                    <a:pt x="791" y="18393"/>
                  </a:lnTo>
                  <a:lnTo>
                    <a:pt x="818" y="18420"/>
                  </a:lnTo>
                  <a:lnTo>
                    <a:pt x="897" y="18367"/>
                  </a:lnTo>
                  <a:lnTo>
                    <a:pt x="950" y="18314"/>
                  </a:lnTo>
                  <a:lnTo>
                    <a:pt x="1108" y="17787"/>
                  </a:lnTo>
                  <a:lnTo>
                    <a:pt x="1108" y="17735"/>
                  </a:lnTo>
                  <a:lnTo>
                    <a:pt x="1081" y="17682"/>
                  </a:lnTo>
                  <a:lnTo>
                    <a:pt x="1055" y="17629"/>
                  </a:lnTo>
                  <a:lnTo>
                    <a:pt x="1002" y="17603"/>
                  </a:lnTo>
                  <a:close/>
                  <a:moveTo>
                    <a:pt x="30146" y="18314"/>
                  </a:moveTo>
                  <a:lnTo>
                    <a:pt x="30067" y="18341"/>
                  </a:lnTo>
                  <a:lnTo>
                    <a:pt x="29567" y="18499"/>
                  </a:lnTo>
                  <a:lnTo>
                    <a:pt x="29514" y="18525"/>
                  </a:lnTo>
                  <a:lnTo>
                    <a:pt x="29488" y="18578"/>
                  </a:lnTo>
                  <a:lnTo>
                    <a:pt x="29461" y="18630"/>
                  </a:lnTo>
                  <a:lnTo>
                    <a:pt x="29488" y="18683"/>
                  </a:lnTo>
                  <a:lnTo>
                    <a:pt x="29540" y="18736"/>
                  </a:lnTo>
                  <a:lnTo>
                    <a:pt x="29619" y="18762"/>
                  </a:lnTo>
                  <a:lnTo>
                    <a:pt x="29646" y="18762"/>
                  </a:lnTo>
                  <a:lnTo>
                    <a:pt x="30173" y="18578"/>
                  </a:lnTo>
                  <a:lnTo>
                    <a:pt x="30226" y="18551"/>
                  </a:lnTo>
                  <a:lnTo>
                    <a:pt x="30252" y="18525"/>
                  </a:lnTo>
                  <a:lnTo>
                    <a:pt x="30252" y="18472"/>
                  </a:lnTo>
                  <a:lnTo>
                    <a:pt x="30252" y="18420"/>
                  </a:lnTo>
                  <a:lnTo>
                    <a:pt x="30226" y="18367"/>
                  </a:lnTo>
                  <a:lnTo>
                    <a:pt x="30173" y="18341"/>
                  </a:lnTo>
                  <a:lnTo>
                    <a:pt x="30146" y="18314"/>
                  </a:lnTo>
                  <a:close/>
                  <a:moveTo>
                    <a:pt x="28539" y="18868"/>
                  </a:moveTo>
                  <a:lnTo>
                    <a:pt x="28012" y="19052"/>
                  </a:lnTo>
                  <a:lnTo>
                    <a:pt x="27986" y="19078"/>
                  </a:lnTo>
                  <a:lnTo>
                    <a:pt x="27933" y="19131"/>
                  </a:lnTo>
                  <a:lnTo>
                    <a:pt x="27933" y="19184"/>
                  </a:lnTo>
                  <a:lnTo>
                    <a:pt x="27933" y="19237"/>
                  </a:lnTo>
                  <a:lnTo>
                    <a:pt x="27986" y="19289"/>
                  </a:lnTo>
                  <a:lnTo>
                    <a:pt x="28065" y="19316"/>
                  </a:lnTo>
                  <a:lnTo>
                    <a:pt x="28117" y="19316"/>
                  </a:lnTo>
                  <a:lnTo>
                    <a:pt x="28618" y="19131"/>
                  </a:lnTo>
                  <a:lnTo>
                    <a:pt x="28671" y="19105"/>
                  </a:lnTo>
                  <a:lnTo>
                    <a:pt x="28697" y="19052"/>
                  </a:lnTo>
                  <a:lnTo>
                    <a:pt x="28724" y="18999"/>
                  </a:lnTo>
                  <a:lnTo>
                    <a:pt x="28724" y="18947"/>
                  </a:lnTo>
                  <a:lnTo>
                    <a:pt x="28671" y="18894"/>
                  </a:lnTo>
                  <a:lnTo>
                    <a:pt x="28644" y="18868"/>
                  </a:lnTo>
                  <a:close/>
                  <a:moveTo>
                    <a:pt x="27063" y="19421"/>
                  </a:moveTo>
                  <a:lnTo>
                    <a:pt x="27011" y="19447"/>
                  </a:lnTo>
                  <a:lnTo>
                    <a:pt x="26484" y="19658"/>
                  </a:lnTo>
                  <a:lnTo>
                    <a:pt x="26457" y="19685"/>
                  </a:lnTo>
                  <a:lnTo>
                    <a:pt x="26431" y="19711"/>
                  </a:lnTo>
                  <a:lnTo>
                    <a:pt x="26405" y="19764"/>
                  </a:lnTo>
                  <a:lnTo>
                    <a:pt x="26431" y="19816"/>
                  </a:lnTo>
                  <a:lnTo>
                    <a:pt x="26484" y="19895"/>
                  </a:lnTo>
                  <a:lnTo>
                    <a:pt x="26536" y="19922"/>
                  </a:lnTo>
                  <a:lnTo>
                    <a:pt x="26589" y="19895"/>
                  </a:lnTo>
                  <a:lnTo>
                    <a:pt x="27090" y="19711"/>
                  </a:lnTo>
                  <a:lnTo>
                    <a:pt x="27142" y="19658"/>
                  </a:lnTo>
                  <a:lnTo>
                    <a:pt x="27169" y="19632"/>
                  </a:lnTo>
                  <a:lnTo>
                    <a:pt x="27195" y="19579"/>
                  </a:lnTo>
                  <a:lnTo>
                    <a:pt x="27169" y="19526"/>
                  </a:lnTo>
                  <a:lnTo>
                    <a:pt x="27142" y="19474"/>
                  </a:lnTo>
                  <a:lnTo>
                    <a:pt x="27116" y="19447"/>
                  </a:lnTo>
                  <a:lnTo>
                    <a:pt x="27063" y="19421"/>
                  </a:lnTo>
                  <a:close/>
                  <a:moveTo>
                    <a:pt x="528" y="19184"/>
                  </a:moveTo>
                  <a:lnTo>
                    <a:pt x="502" y="19210"/>
                  </a:lnTo>
                  <a:lnTo>
                    <a:pt x="449" y="19237"/>
                  </a:lnTo>
                  <a:lnTo>
                    <a:pt x="423" y="19289"/>
                  </a:lnTo>
                  <a:lnTo>
                    <a:pt x="317" y="19843"/>
                  </a:lnTo>
                  <a:lnTo>
                    <a:pt x="317" y="19895"/>
                  </a:lnTo>
                  <a:lnTo>
                    <a:pt x="344" y="19948"/>
                  </a:lnTo>
                  <a:lnTo>
                    <a:pt x="370" y="19974"/>
                  </a:lnTo>
                  <a:lnTo>
                    <a:pt x="423" y="20001"/>
                  </a:lnTo>
                  <a:lnTo>
                    <a:pt x="502" y="20001"/>
                  </a:lnTo>
                  <a:lnTo>
                    <a:pt x="528" y="19974"/>
                  </a:lnTo>
                  <a:lnTo>
                    <a:pt x="554" y="19922"/>
                  </a:lnTo>
                  <a:lnTo>
                    <a:pt x="581" y="19895"/>
                  </a:lnTo>
                  <a:lnTo>
                    <a:pt x="686" y="19368"/>
                  </a:lnTo>
                  <a:lnTo>
                    <a:pt x="686" y="19316"/>
                  </a:lnTo>
                  <a:lnTo>
                    <a:pt x="686" y="19263"/>
                  </a:lnTo>
                  <a:lnTo>
                    <a:pt x="633" y="19210"/>
                  </a:lnTo>
                  <a:lnTo>
                    <a:pt x="607" y="19184"/>
                  </a:lnTo>
                  <a:close/>
                  <a:moveTo>
                    <a:pt x="25482" y="20053"/>
                  </a:moveTo>
                  <a:lnTo>
                    <a:pt x="24982" y="20291"/>
                  </a:lnTo>
                  <a:lnTo>
                    <a:pt x="24955" y="20317"/>
                  </a:lnTo>
                  <a:lnTo>
                    <a:pt x="24929" y="20370"/>
                  </a:lnTo>
                  <a:lnTo>
                    <a:pt x="24903" y="20422"/>
                  </a:lnTo>
                  <a:lnTo>
                    <a:pt x="24929" y="20475"/>
                  </a:lnTo>
                  <a:lnTo>
                    <a:pt x="24982" y="20528"/>
                  </a:lnTo>
                  <a:lnTo>
                    <a:pt x="25034" y="20554"/>
                  </a:lnTo>
                  <a:lnTo>
                    <a:pt x="25113" y="20528"/>
                  </a:lnTo>
                  <a:lnTo>
                    <a:pt x="25588" y="20317"/>
                  </a:lnTo>
                  <a:lnTo>
                    <a:pt x="25640" y="20291"/>
                  </a:lnTo>
                  <a:lnTo>
                    <a:pt x="25667" y="20238"/>
                  </a:lnTo>
                  <a:lnTo>
                    <a:pt x="25667" y="20185"/>
                  </a:lnTo>
                  <a:lnTo>
                    <a:pt x="25667" y="20132"/>
                  </a:lnTo>
                  <a:lnTo>
                    <a:pt x="25640" y="20106"/>
                  </a:lnTo>
                  <a:lnTo>
                    <a:pt x="25588" y="20053"/>
                  </a:lnTo>
                  <a:close/>
                  <a:moveTo>
                    <a:pt x="24007" y="20739"/>
                  </a:moveTo>
                  <a:lnTo>
                    <a:pt x="23506" y="20976"/>
                  </a:lnTo>
                  <a:lnTo>
                    <a:pt x="23453" y="21028"/>
                  </a:lnTo>
                  <a:lnTo>
                    <a:pt x="23427" y="21055"/>
                  </a:lnTo>
                  <a:lnTo>
                    <a:pt x="23427" y="21107"/>
                  </a:lnTo>
                  <a:lnTo>
                    <a:pt x="23453" y="21160"/>
                  </a:lnTo>
                  <a:lnTo>
                    <a:pt x="23506" y="21213"/>
                  </a:lnTo>
                  <a:lnTo>
                    <a:pt x="23559" y="21239"/>
                  </a:lnTo>
                  <a:lnTo>
                    <a:pt x="23638" y="21239"/>
                  </a:lnTo>
                  <a:lnTo>
                    <a:pt x="24112" y="21002"/>
                  </a:lnTo>
                  <a:lnTo>
                    <a:pt x="24165" y="20949"/>
                  </a:lnTo>
                  <a:lnTo>
                    <a:pt x="24191" y="20923"/>
                  </a:lnTo>
                  <a:lnTo>
                    <a:pt x="24191" y="20870"/>
                  </a:lnTo>
                  <a:lnTo>
                    <a:pt x="24191" y="20818"/>
                  </a:lnTo>
                  <a:lnTo>
                    <a:pt x="24138" y="20765"/>
                  </a:lnTo>
                  <a:lnTo>
                    <a:pt x="24112" y="20739"/>
                  </a:lnTo>
                  <a:close/>
                  <a:moveTo>
                    <a:pt x="238" y="20791"/>
                  </a:moveTo>
                  <a:lnTo>
                    <a:pt x="185" y="20818"/>
                  </a:lnTo>
                  <a:lnTo>
                    <a:pt x="133" y="20870"/>
                  </a:lnTo>
                  <a:lnTo>
                    <a:pt x="133" y="20923"/>
                  </a:lnTo>
                  <a:lnTo>
                    <a:pt x="54" y="21450"/>
                  </a:lnTo>
                  <a:lnTo>
                    <a:pt x="54" y="21529"/>
                  </a:lnTo>
                  <a:lnTo>
                    <a:pt x="80" y="21555"/>
                  </a:lnTo>
                  <a:lnTo>
                    <a:pt x="133" y="21608"/>
                  </a:lnTo>
                  <a:lnTo>
                    <a:pt x="238" y="21608"/>
                  </a:lnTo>
                  <a:lnTo>
                    <a:pt x="291" y="21582"/>
                  </a:lnTo>
                  <a:lnTo>
                    <a:pt x="317" y="21529"/>
                  </a:lnTo>
                  <a:lnTo>
                    <a:pt x="344" y="21503"/>
                  </a:lnTo>
                  <a:lnTo>
                    <a:pt x="396" y="20949"/>
                  </a:lnTo>
                  <a:lnTo>
                    <a:pt x="396" y="20897"/>
                  </a:lnTo>
                  <a:lnTo>
                    <a:pt x="370" y="20844"/>
                  </a:lnTo>
                  <a:lnTo>
                    <a:pt x="344" y="20818"/>
                  </a:lnTo>
                  <a:lnTo>
                    <a:pt x="291" y="20791"/>
                  </a:lnTo>
                  <a:close/>
                  <a:moveTo>
                    <a:pt x="22531" y="21476"/>
                  </a:moveTo>
                  <a:lnTo>
                    <a:pt x="22057" y="21740"/>
                  </a:lnTo>
                  <a:lnTo>
                    <a:pt x="22004" y="21793"/>
                  </a:lnTo>
                  <a:lnTo>
                    <a:pt x="21978" y="21845"/>
                  </a:lnTo>
                  <a:lnTo>
                    <a:pt x="21978" y="21898"/>
                  </a:lnTo>
                  <a:lnTo>
                    <a:pt x="22004" y="21951"/>
                  </a:lnTo>
                  <a:lnTo>
                    <a:pt x="22057" y="21977"/>
                  </a:lnTo>
                  <a:lnTo>
                    <a:pt x="22109" y="22003"/>
                  </a:lnTo>
                  <a:lnTo>
                    <a:pt x="22188" y="22003"/>
                  </a:lnTo>
                  <a:lnTo>
                    <a:pt x="22663" y="21740"/>
                  </a:lnTo>
                  <a:lnTo>
                    <a:pt x="22715" y="21687"/>
                  </a:lnTo>
                  <a:lnTo>
                    <a:pt x="22742" y="21661"/>
                  </a:lnTo>
                  <a:lnTo>
                    <a:pt x="22742" y="21608"/>
                  </a:lnTo>
                  <a:lnTo>
                    <a:pt x="22715" y="21555"/>
                  </a:lnTo>
                  <a:lnTo>
                    <a:pt x="22689" y="21503"/>
                  </a:lnTo>
                  <a:lnTo>
                    <a:pt x="22636" y="21476"/>
                  </a:lnTo>
                  <a:close/>
                  <a:moveTo>
                    <a:pt x="21108" y="22293"/>
                  </a:moveTo>
                  <a:lnTo>
                    <a:pt x="20634" y="22583"/>
                  </a:lnTo>
                  <a:lnTo>
                    <a:pt x="20607" y="22636"/>
                  </a:lnTo>
                  <a:lnTo>
                    <a:pt x="20581" y="22689"/>
                  </a:lnTo>
                  <a:lnTo>
                    <a:pt x="20581" y="22741"/>
                  </a:lnTo>
                  <a:lnTo>
                    <a:pt x="20607" y="22794"/>
                  </a:lnTo>
                  <a:lnTo>
                    <a:pt x="20660" y="22820"/>
                  </a:lnTo>
                  <a:lnTo>
                    <a:pt x="20713" y="22847"/>
                  </a:lnTo>
                  <a:lnTo>
                    <a:pt x="20792" y="22820"/>
                  </a:lnTo>
                  <a:lnTo>
                    <a:pt x="21240" y="22530"/>
                  </a:lnTo>
                  <a:lnTo>
                    <a:pt x="21293" y="22504"/>
                  </a:lnTo>
                  <a:lnTo>
                    <a:pt x="21319" y="22451"/>
                  </a:lnTo>
                  <a:lnTo>
                    <a:pt x="21319" y="22399"/>
                  </a:lnTo>
                  <a:lnTo>
                    <a:pt x="21293" y="22346"/>
                  </a:lnTo>
                  <a:lnTo>
                    <a:pt x="21266" y="22320"/>
                  </a:lnTo>
                  <a:lnTo>
                    <a:pt x="21213" y="22293"/>
                  </a:lnTo>
                  <a:close/>
                  <a:moveTo>
                    <a:pt x="133" y="22425"/>
                  </a:moveTo>
                  <a:lnTo>
                    <a:pt x="80" y="22451"/>
                  </a:lnTo>
                  <a:lnTo>
                    <a:pt x="54" y="22478"/>
                  </a:lnTo>
                  <a:lnTo>
                    <a:pt x="27" y="22504"/>
                  </a:lnTo>
                  <a:lnTo>
                    <a:pt x="1" y="22557"/>
                  </a:lnTo>
                  <a:lnTo>
                    <a:pt x="27" y="23110"/>
                  </a:lnTo>
                  <a:lnTo>
                    <a:pt x="27" y="23163"/>
                  </a:lnTo>
                  <a:lnTo>
                    <a:pt x="80" y="23216"/>
                  </a:lnTo>
                  <a:lnTo>
                    <a:pt x="106" y="23242"/>
                  </a:lnTo>
                  <a:lnTo>
                    <a:pt x="212" y="23242"/>
                  </a:lnTo>
                  <a:lnTo>
                    <a:pt x="264" y="23189"/>
                  </a:lnTo>
                  <a:lnTo>
                    <a:pt x="291" y="23163"/>
                  </a:lnTo>
                  <a:lnTo>
                    <a:pt x="291" y="23110"/>
                  </a:lnTo>
                  <a:lnTo>
                    <a:pt x="291" y="22557"/>
                  </a:lnTo>
                  <a:lnTo>
                    <a:pt x="264" y="22504"/>
                  </a:lnTo>
                  <a:lnTo>
                    <a:pt x="238" y="22478"/>
                  </a:lnTo>
                  <a:lnTo>
                    <a:pt x="185" y="22451"/>
                  </a:lnTo>
                  <a:lnTo>
                    <a:pt x="133" y="22425"/>
                  </a:lnTo>
                  <a:close/>
                  <a:moveTo>
                    <a:pt x="19791" y="23163"/>
                  </a:moveTo>
                  <a:lnTo>
                    <a:pt x="19738" y="23189"/>
                  </a:lnTo>
                  <a:lnTo>
                    <a:pt x="19290" y="23505"/>
                  </a:lnTo>
                  <a:lnTo>
                    <a:pt x="19237" y="23558"/>
                  </a:lnTo>
                  <a:lnTo>
                    <a:pt x="19237" y="23611"/>
                  </a:lnTo>
                  <a:lnTo>
                    <a:pt x="19237" y="23664"/>
                  </a:lnTo>
                  <a:lnTo>
                    <a:pt x="19264" y="23716"/>
                  </a:lnTo>
                  <a:lnTo>
                    <a:pt x="19290" y="23743"/>
                  </a:lnTo>
                  <a:lnTo>
                    <a:pt x="19369" y="23769"/>
                  </a:lnTo>
                  <a:lnTo>
                    <a:pt x="19448" y="23743"/>
                  </a:lnTo>
                  <a:lnTo>
                    <a:pt x="19896" y="23426"/>
                  </a:lnTo>
                  <a:lnTo>
                    <a:pt x="19922" y="23374"/>
                  </a:lnTo>
                  <a:lnTo>
                    <a:pt x="19949" y="23347"/>
                  </a:lnTo>
                  <a:lnTo>
                    <a:pt x="19949" y="23295"/>
                  </a:lnTo>
                  <a:lnTo>
                    <a:pt x="19922" y="23242"/>
                  </a:lnTo>
                  <a:lnTo>
                    <a:pt x="19896" y="23189"/>
                  </a:lnTo>
                  <a:lnTo>
                    <a:pt x="19843" y="23163"/>
                  </a:lnTo>
                  <a:close/>
                  <a:moveTo>
                    <a:pt x="18447" y="24138"/>
                  </a:moveTo>
                  <a:lnTo>
                    <a:pt x="18420" y="24164"/>
                  </a:lnTo>
                  <a:lnTo>
                    <a:pt x="17972" y="24533"/>
                  </a:lnTo>
                  <a:lnTo>
                    <a:pt x="17946" y="24559"/>
                  </a:lnTo>
                  <a:lnTo>
                    <a:pt x="17920" y="24612"/>
                  </a:lnTo>
                  <a:lnTo>
                    <a:pt x="17946" y="24665"/>
                  </a:lnTo>
                  <a:lnTo>
                    <a:pt x="17972" y="24718"/>
                  </a:lnTo>
                  <a:lnTo>
                    <a:pt x="17999" y="24744"/>
                  </a:lnTo>
                  <a:lnTo>
                    <a:pt x="18078" y="24770"/>
                  </a:lnTo>
                  <a:lnTo>
                    <a:pt x="18104" y="24744"/>
                  </a:lnTo>
                  <a:lnTo>
                    <a:pt x="18157" y="24744"/>
                  </a:lnTo>
                  <a:lnTo>
                    <a:pt x="18578" y="24401"/>
                  </a:lnTo>
                  <a:lnTo>
                    <a:pt x="18605" y="24349"/>
                  </a:lnTo>
                  <a:lnTo>
                    <a:pt x="18631" y="24296"/>
                  </a:lnTo>
                  <a:lnTo>
                    <a:pt x="18631" y="24243"/>
                  </a:lnTo>
                  <a:lnTo>
                    <a:pt x="18605" y="24191"/>
                  </a:lnTo>
                  <a:lnTo>
                    <a:pt x="18552" y="24164"/>
                  </a:lnTo>
                  <a:lnTo>
                    <a:pt x="18499" y="24138"/>
                  </a:lnTo>
                  <a:close/>
                  <a:moveTo>
                    <a:pt x="291" y="24059"/>
                  </a:moveTo>
                  <a:lnTo>
                    <a:pt x="238" y="24085"/>
                  </a:lnTo>
                  <a:lnTo>
                    <a:pt x="185" y="24111"/>
                  </a:lnTo>
                  <a:lnTo>
                    <a:pt x="185" y="24164"/>
                  </a:lnTo>
                  <a:lnTo>
                    <a:pt x="185" y="24217"/>
                  </a:lnTo>
                  <a:lnTo>
                    <a:pt x="317" y="24744"/>
                  </a:lnTo>
                  <a:lnTo>
                    <a:pt x="370" y="24823"/>
                  </a:lnTo>
                  <a:lnTo>
                    <a:pt x="449" y="24849"/>
                  </a:lnTo>
                  <a:lnTo>
                    <a:pt x="502" y="24849"/>
                  </a:lnTo>
                  <a:lnTo>
                    <a:pt x="528" y="24823"/>
                  </a:lnTo>
                  <a:lnTo>
                    <a:pt x="581" y="24770"/>
                  </a:lnTo>
                  <a:lnTo>
                    <a:pt x="581" y="24718"/>
                  </a:lnTo>
                  <a:lnTo>
                    <a:pt x="581" y="24665"/>
                  </a:lnTo>
                  <a:lnTo>
                    <a:pt x="449" y="24164"/>
                  </a:lnTo>
                  <a:lnTo>
                    <a:pt x="423" y="24111"/>
                  </a:lnTo>
                  <a:lnTo>
                    <a:pt x="396" y="24085"/>
                  </a:lnTo>
                  <a:lnTo>
                    <a:pt x="344" y="24059"/>
                  </a:lnTo>
                  <a:close/>
                  <a:moveTo>
                    <a:pt x="17261" y="25192"/>
                  </a:moveTo>
                  <a:lnTo>
                    <a:pt x="17208" y="25218"/>
                  </a:lnTo>
                  <a:lnTo>
                    <a:pt x="17155" y="25245"/>
                  </a:lnTo>
                  <a:lnTo>
                    <a:pt x="16760" y="25613"/>
                  </a:lnTo>
                  <a:lnTo>
                    <a:pt x="16707" y="25666"/>
                  </a:lnTo>
                  <a:lnTo>
                    <a:pt x="16707" y="25719"/>
                  </a:lnTo>
                  <a:lnTo>
                    <a:pt x="16707" y="25745"/>
                  </a:lnTo>
                  <a:lnTo>
                    <a:pt x="16734" y="25798"/>
                  </a:lnTo>
                  <a:lnTo>
                    <a:pt x="16787" y="25824"/>
                  </a:lnTo>
                  <a:lnTo>
                    <a:pt x="16839" y="25851"/>
                  </a:lnTo>
                  <a:lnTo>
                    <a:pt x="16892" y="25851"/>
                  </a:lnTo>
                  <a:lnTo>
                    <a:pt x="16945" y="25798"/>
                  </a:lnTo>
                  <a:lnTo>
                    <a:pt x="17340" y="25455"/>
                  </a:lnTo>
                  <a:lnTo>
                    <a:pt x="17366" y="25403"/>
                  </a:lnTo>
                  <a:lnTo>
                    <a:pt x="17393" y="25350"/>
                  </a:lnTo>
                  <a:lnTo>
                    <a:pt x="17366" y="25297"/>
                  </a:lnTo>
                  <a:lnTo>
                    <a:pt x="17340" y="25245"/>
                  </a:lnTo>
                  <a:lnTo>
                    <a:pt x="17314" y="25218"/>
                  </a:lnTo>
                  <a:lnTo>
                    <a:pt x="17261" y="25192"/>
                  </a:lnTo>
                  <a:close/>
                  <a:moveTo>
                    <a:pt x="818" y="25587"/>
                  </a:moveTo>
                  <a:lnTo>
                    <a:pt x="765" y="25640"/>
                  </a:lnTo>
                  <a:lnTo>
                    <a:pt x="739" y="25693"/>
                  </a:lnTo>
                  <a:lnTo>
                    <a:pt x="739" y="25745"/>
                  </a:lnTo>
                  <a:lnTo>
                    <a:pt x="739" y="25772"/>
                  </a:lnTo>
                  <a:lnTo>
                    <a:pt x="1029" y="26272"/>
                  </a:lnTo>
                  <a:lnTo>
                    <a:pt x="1081" y="26299"/>
                  </a:lnTo>
                  <a:lnTo>
                    <a:pt x="1134" y="26325"/>
                  </a:lnTo>
                  <a:lnTo>
                    <a:pt x="1213" y="26299"/>
                  </a:lnTo>
                  <a:lnTo>
                    <a:pt x="1266" y="26272"/>
                  </a:lnTo>
                  <a:lnTo>
                    <a:pt x="1292" y="26220"/>
                  </a:lnTo>
                  <a:lnTo>
                    <a:pt x="1292" y="26167"/>
                  </a:lnTo>
                  <a:lnTo>
                    <a:pt x="1266" y="26114"/>
                  </a:lnTo>
                  <a:lnTo>
                    <a:pt x="1002" y="25666"/>
                  </a:lnTo>
                  <a:lnTo>
                    <a:pt x="950" y="25613"/>
                  </a:lnTo>
                  <a:lnTo>
                    <a:pt x="923" y="25587"/>
                  </a:lnTo>
                  <a:close/>
                  <a:moveTo>
                    <a:pt x="15996" y="26325"/>
                  </a:moveTo>
                  <a:lnTo>
                    <a:pt x="15970" y="26378"/>
                  </a:lnTo>
                  <a:lnTo>
                    <a:pt x="15574" y="26747"/>
                  </a:lnTo>
                  <a:lnTo>
                    <a:pt x="15548" y="26799"/>
                  </a:lnTo>
                  <a:lnTo>
                    <a:pt x="15522" y="26852"/>
                  </a:lnTo>
                  <a:lnTo>
                    <a:pt x="15548" y="26905"/>
                  </a:lnTo>
                  <a:lnTo>
                    <a:pt x="15574" y="26931"/>
                  </a:lnTo>
                  <a:lnTo>
                    <a:pt x="15601" y="26984"/>
                  </a:lnTo>
                  <a:lnTo>
                    <a:pt x="15706" y="26984"/>
                  </a:lnTo>
                  <a:lnTo>
                    <a:pt x="15759" y="26931"/>
                  </a:lnTo>
                  <a:lnTo>
                    <a:pt x="16154" y="26562"/>
                  </a:lnTo>
                  <a:lnTo>
                    <a:pt x="16180" y="26509"/>
                  </a:lnTo>
                  <a:lnTo>
                    <a:pt x="16207" y="26457"/>
                  </a:lnTo>
                  <a:lnTo>
                    <a:pt x="16180" y="26404"/>
                  </a:lnTo>
                  <a:lnTo>
                    <a:pt x="16154" y="26378"/>
                  </a:lnTo>
                  <a:lnTo>
                    <a:pt x="16101" y="26325"/>
                  </a:lnTo>
                  <a:close/>
                  <a:moveTo>
                    <a:pt x="1766" y="26931"/>
                  </a:moveTo>
                  <a:lnTo>
                    <a:pt x="1714" y="26957"/>
                  </a:lnTo>
                  <a:lnTo>
                    <a:pt x="1687" y="27010"/>
                  </a:lnTo>
                  <a:lnTo>
                    <a:pt x="1661" y="27063"/>
                  </a:lnTo>
                  <a:lnTo>
                    <a:pt x="1661" y="27115"/>
                  </a:lnTo>
                  <a:lnTo>
                    <a:pt x="1687" y="27142"/>
                  </a:lnTo>
                  <a:lnTo>
                    <a:pt x="2056" y="27563"/>
                  </a:lnTo>
                  <a:lnTo>
                    <a:pt x="2109" y="27590"/>
                  </a:lnTo>
                  <a:lnTo>
                    <a:pt x="2214" y="27590"/>
                  </a:lnTo>
                  <a:lnTo>
                    <a:pt x="2267" y="27563"/>
                  </a:lnTo>
                  <a:lnTo>
                    <a:pt x="2293" y="27511"/>
                  </a:lnTo>
                  <a:lnTo>
                    <a:pt x="2293" y="27458"/>
                  </a:lnTo>
                  <a:lnTo>
                    <a:pt x="2293" y="27405"/>
                  </a:lnTo>
                  <a:lnTo>
                    <a:pt x="2267" y="27379"/>
                  </a:lnTo>
                  <a:lnTo>
                    <a:pt x="1898" y="26984"/>
                  </a:lnTo>
                  <a:lnTo>
                    <a:pt x="1872" y="26931"/>
                  </a:lnTo>
                  <a:close/>
                  <a:moveTo>
                    <a:pt x="14837" y="27458"/>
                  </a:moveTo>
                  <a:lnTo>
                    <a:pt x="14784" y="27484"/>
                  </a:lnTo>
                  <a:lnTo>
                    <a:pt x="14389" y="27853"/>
                  </a:lnTo>
                  <a:lnTo>
                    <a:pt x="14362" y="27906"/>
                  </a:lnTo>
                  <a:lnTo>
                    <a:pt x="14336" y="27959"/>
                  </a:lnTo>
                  <a:lnTo>
                    <a:pt x="14336" y="28011"/>
                  </a:lnTo>
                  <a:lnTo>
                    <a:pt x="14362" y="28064"/>
                  </a:lnTo>
                  <a:lnTo>
                    <a:pt x="14415" y="28090"/>
                  </a:lnTo>
                  <a:lnTo>
                    <a:pt x="14468" y="28117"/>
                  </a:lnTo>
                  <a:lnTo>
                    <a:pt x="14520" y="28090"/>
                  </a:lnTo>
                  <a:lnTo>
                    <a:pt x="14573" y="28064"/>
                  </a:lnTo>
                  <a:lnTo>
                    <a:pt x="14968" y="27695"/>
                  </a:lnTo>
                  <a:lnTo>
                    <a:pt x="14995" y="27643"/>
                  </a:lnTo>
                  <a:lnTo>
                    <a:pt x="15021" y="27590"/>
                  </a:lnTo>
                  <a:lnTo>
                    <a:pt x="14995" y="27537"/>
                  </a:lnTo>
                  <a:lnTo>
                    <a:pt x="14968" y="27511"/>
                  </a:lnTo>
                  <a:lnTo>
                    <a:pt x="14942" y="27484"/>
                  </a:lnTo>
                  <a:lnTo>
                    <a:pt x="14889" y="27458"/>
                  </a:lnTo>
                  <a:close/>
                  <a:moveTo>
                    <a:pt x="2900" y="28090"/>
                  </a:moveTo>
                  <a:lnTo>
                    <a:pt x="2847" y="28117"/>
                  </a:lnTo>
                  <a:lnTo>
                    <a:pt x="2821" y="28170"/>
                  </a:lnTo>
                  <a:lnTo>
                    <a:pt x="2821" y="28222"/>
                  </a:lnTo>
                  <a:lnTo>
                    <a:pt x="2821" y="28275"/>
                  </a:lnTo>
                  <a:lnTo>
                    <a:pt x="2873" y="28328"/>
                  </a:lnTo>
                  <a:lnTo>
                    <a:pt x="3268" y="28670"/>
                  </a:lnTo>
                  <a:lnTo>
                    <a:pt x="3321" y="28697"/>
                  </a:lnTo>
                  <a:lnTo>
                    <a:pt x="3374" y="28723"/>
                  </a:lnTo>
                  <a:lnTo>
                    <a:pt x="3427" y="28697"/>
                  </a:lnTo>
                  <a:lnTo>
                    <a:pt x="3479" y="28670"/>
                  </a:lnTo>
                  <a:lnTo>
                    <a:pt x="3506" y="28617"/>
                  </a:lnTo>
                  <a:lnTo>
                    <a:pt x="3506" y="28565"/>
                  </a:lnTo>
                  <a:lnTo>
                    <a:pt x="3479" y="28512"/>
                  </a:lnTo>
                  <a:lnTo>
                    <a:pt x="3453" y="28459"/>
                  </a:lnTo>
                  <a:lnTo>
                    <a:pt x="3058" y="28117"/>
                  </a:lnTo>
                  <a:lnTo>
                    <a:pt x="3005" y="28090"/>
                  </a:lnTo>
                  <a:close/>
                  <a:moveTo>
                    <a:pt x="13598" y="28538"/>
                  </a:moveTo>
                  <a:lnTo>
                    <a:pt x="13572" y="28565"/>
                  </a:lnTo>
                  <a:lnTo>
                    <a:pt x="13124" y="28907"/>
                  </a:lnTo>
                  <a:lnTo>
                    <a:pt x="13097" y="28934"/>
                  </a:lnTo>
                  <a:lnTo>
                    <a:pt x="13071" y="28986"/>
                  </a:lnTo>
                  <a:lnTo>
                    <a:pt x="13097" y="29039"/>
                  </a:lnTo>
                  <a:lnTo>
                    <a:pt x="13097" y="29092"/>
                  </a:lnTo>
                  <a:lnTo>
                    <a:pt x="13150" y="29145"/>
                  </a:lnTo>
                  <a:lnTo>
                    <a:pt x="13229" y="29145"/>
                  </a:lnTo>
                  <a:lnTo>
                    <a:pt x="13308" y="29118"/>
                  </a:lnTo>
                  <a:lnTo>
                    <a:pt x="13730" y="28776"/>
                  </a:lnTo>
                  <a:lnTo>
                    <a:pt x="13783" y="28749"/>
                  </a:lnTo>
                  <a:lnTo>
                    <a:pt x="13783" y="28697"/>
                  </a:lnTo>
                  <a:lnTo>
                    <a:pt x="13783" y="28644"/>
                  </a:lnTo>
                  <a:lnTo>
                    <a:pt x="13756" y="28591"/>
                  </a:lnTo>
                  <a:lnTo>
                    <a:pt x="13703" y="28565"/>
                  </a:lnTo>
                  <a:lnTo>
                    <a:pt x="13651" y="28538"/>
                  </a:lnTo>
                  <a:close/>
                  <a:moveTo>
                    <a:pt x="4191" y="29118"/>
                  </a:moveTo>
                  <a:lnTo>
                    <a:pt x="4164" y="29145"/>
                  </a:lnTo>
                  <a:lnTo>
                    <a:pt x="4112" y="29171"/>
                  </a:lnTo>
                  <a:lnTo>
                    <a:pt x="4085" y="29224"/>
                  </a:lnTo>
                  <a:lnTo>
                    <a:pt x="4085" y="29276"/>
                  </a:lnTo>
                  <a:lnTo>
                    <a:pt x="4112" y="29329"/>
                  </a:lnTo>
                  <a:lnTo>
                    <a:pt x="4138" y="29355"/>
                  </a:lnTo>
                  <a:lnTo>
                    <a:pt x="4586" y="29672"/>
                  </a:lnTo>
                  <a:lnTo>
                    <a:pt x="4665" y="29698"/>
                  </a:lnTo>
                  <a:lnTo>
                    <a:pt x="4718" y="29698"/>
                  </a:lnTo>
                  <a:lnTo>
                    <a:pt x="4770" y="29645"/>
                  </a:lnTo>
                  <a:lnTo>
                    <a:pt x="4797" y="29592"/>
                  </a:lnTo>
                  <a:lnTo>
                    <a:pt x="4797" y="29540"/>
                  </a:lnTo>
                  <a:lnTo>
                    <a:pt x="4770" y="29487"/>
                  </a:lnTo>
                  <a:lnTo>
                    <a:pt x="4744" y="29461"/>
                  </a:lnTo>
                  <a:lnTo>
                    <a:pt x="4296" y="29145"/>
                  </a:lnTo>
                  <a:lnTo>
                    <a:pt x="4243" y="29118"/>
                  </a:lnTo>
                  <a:close/>
                  <a:moveTo>
                    <a:pt x="12307" y="29487"/>
                  </a:moveTo>
                  <a:lnTo>
                    <a:pt x="12254" y="29513"/>
                  </a:lnTo>
                  <a:lnTo>
                    <a:pt x="11780" y="29777"/>
                  </a:lnTo>
                  <a:lnTo>
                    <a:pt x="11727" y="29803"/>
                  </a:lnTo>
                  <a:lnTo>
                    <a:pt x="11727" y="29856"/>
                  </a:lnTo>
                  <a:lnTo>
                    <a:pt x="11701" y="29909"/>
                  </a:lnTo>
                  <a:lnTo>
                    <a:pt x="11727" y="29961"/>
                  </a:lnTo>
                  <a:lnTo>
                    <a:pt x="11780" y="30014"/>
                  </a:lnTo>
                  <a:lnTo>
                    <a:pt x="11859" y="30040"/>
                  </a:lnTo>
                  <a:lnTo>
                    <a:pt x="11912" y="30014"/>
                  </a:lnTo>
                  <a:lnTo>
                    <a:pt x="12386" y="29751"/>
                  </a:lnTo>
                  <a:lnTo>
                    <a:pt x="12439" y="29698"/>
                  </a:lnTo>
                  <a:lnTo>
                    <a:pt x="12465" y="29645"/>
                  </a:lnTo>
                  <a:lnTo>
                    <a:pt x="12465" y="29592"/>
                  </a:lnTo>
                  <a:lnTo>
                    <a:pt x="12439" y="29566"/>
                  </a:lnTo>
                  <a:lnTo>
                    <a:pt x="12386" y="29513"/>
                  </a:lnTo>
                  <a:lnTo>
                    <a:pt x="12360" y="29487"/>
                  </a:lnTo>
                  <a:close/>
                  <a:moveTo>
                    <a:pt x="5561" y="29988"/>
                  </a:moveTo>
                  <a:lnTo>
                    <a:pt x="5508" y="30014"/>
                  </a:lnTo>
                  <a:lnTo>
                    <a:pt x="5482" y="30067"/>
                  </a:lnTo>
                  <a:lnTo>
                    <a:pt x="5456" y="30119"/>
                  </a:lnTo>
                  <a:lnTo>
                    <a:pt x="5482" y="30172"/>
                  </a:lnTo>
                  <a:lnTo>
                    <a:pt x="5482" y="30225"/>
                  </a:lnTo>
                  <a:lnTo>
                    <a:pt x="5535" y="30251"/>
                  </a:lnTo>
                  <a:lnTo>
                    <a:pt x="6035" y="30488"/>
                  </a:lnTo>
                  <a:lnTo>
                    <a:pt x="6088" y="30515"/>
                  </a:lnTo>
                  <a:lnTo>
                    <a:pt x="6167" y="30488"/>
                  </a:lnTo>
                  <a:lnTo>
                    <a:pt x="6220" y="30409"/>
                  </a:lnTo>
                  <a:lnTo>
                    <a:pt x="6220" y="30357"/>
                  </a:lnTo>
                  <a:lnTo>
                    <a:pt x="6220" y="30304"/>
                  </a:lnTo>
                  <a:lnTo>
                    <a:pt x="6193" y="30278"/>
                  </a:lnTo>
                  <a:lnTo>
                    <a:pt x="6141" y="30251"/>
                  </a:lnTo>
                  <a:lnTo>
                    <a:pt x="5666" y="30014"/>
                  </a:lnTo>
                  <a:lnTo>
                    <a:pt x="5614" y="29988"/>
                  </a:lnTo>
                  <a:close/>
                  <a:moveTo>
                    <a:pt x="10805" y="30225"/>
                  </a:moveTo>
                  <a:lnTo>
                    <a:pt x="10304" y="30409"/>
                  </a:lnTo>
                  <a:lnTo>
                    <a:pt x="10251" y="30436"/>
                  </a:lnTo>
                  <a:lnTo>
                    <a:pt x="10225" y="30488"/>
                  </a:lnTo>
                  <a:lnTo>
                    <a:pt x="10199" y="30541"/>
                  </a:lnTo>
                  <a:lnTo>
                    <a:pt x="10225" y="30594"/>
                  </a:lnTo>
                  <a:lnTo>
                    <a:pt x="10278" y="30647"/>
                  </a:lnTo>
                  <a:lnTo>
                    <a:pt x="10357" y="30673"/>
                  </a:lnTo>
                  <a:lnTo>
                    <a:pt x="10383" y="30673"/>
                  </a:lnTo>
                  <a:lnTo>
                    <a:pt x="10910" y="30488"/>
                  </a:lnTo>
                  <a:lnTo>
                    <a:pt x="10963" y="30462"/>
                  </a:lnTo>
                  <a:lnTo>
                    <a:pt x="10989" y="30409"/>
                  </a:lnTo>
                  <a:lnTo>
                    <a:pt x="10989" y="30357"/>
                  </a:lnTo>
                  <a:lnTo>
                    <a:pt x="10989" y="30304"/>
                  </a:lnTo>
                  <a:lnTo>
                    <a:pt x="10963" y="30278"/>
                  </a:lnTo>
                  <a:lnTo>
                    <a:pt x="10910" y="30225"/>
                  </a:lnTo>
                  <a:close/>
                  <a:moveTo>
                    <a:pt x="7063" y="30594"/>
                  </a:moveTo>
                  <a:lnTo>
                    <a:pt x="7010" y="30647"/>
                  </a:lnTo>
                  <a:lnTo>
                    <a:pt x="6984" y="30673"/>
                  </a:lnTo>
                  <a:lnTo>
                    <a:pt x="6984" y="30726"/>
                  </a:lnTo>
                  <a:lnTo>
                    <a:pt x="7010" y="30778"/>
                  </a:lnTo>
                  <a:lnTo>
                    <a:pt x="7037" y="30831"/>
                  </a:lnTo>
                  <a:lnTo>
                    <a:pt x="7089" y="30857"/>
                  </a:lnTo>
                  <a:lnTo>
                    <a:pt x="7537" y="30936"/>
                  </a:lnTo>
                  <a:lnTo>
                    <a:pt x="7643" y="30963"/>
                  </a:lnTo>
                  <a:lnTo>
                    <a:pt x="7669" y="30963"/>
                  </a:lnTo>
                  <a:lnTo>
                    <a:pt x="7695" y="30936"/>
                  </a:lnTo>
                  <a:lnTo>
                    <a:pt x="7748" y="30910"/>
                  </a:lnTo>
                  <a:lnTo>
                    <a:pt x="7774" y="30884"/>
                  </a:lnTo>
                  <a:lnTo>
                    <a:pt x="7801" y="30831"/>
                  </a:lnTo>
                  <a:lnTo>
                    <a:pt x="7801" y="30778"/>
                  </a:lnTo>
                  <a:lnTo>
                    <a:pt x="7774" y="30726"/>
                  </a:lnTo>
                  <a:lnTo>
                    <a:pt x="7722" y="30699"/>
                  </a:lnTo>
                  <a:lnTo>
                    <a:pt x="7669" y="30673"/>
                  </a:lnTo>
                  <a:lnTo>
                    <a:pt x="7590" y="30673"/>
                  </a:lnTo>
                  <a:lnTo>
                    <a:pt x="7142" y="30594"/>
                  </a:lnTo>
                  <a:close/>
                  <a:moveTo>
                    <a:pt x="9276" y="30673"/>
                  </a:moveTo>
                  <a:lnTo>
                    <a:pt x="8749" y="30726"/>
                  </a:lnTo>
                  <a:lnTo>
                    <a:pt x="8697" y="30726"/>
                  </a:lnTo>
                  <a:lnTo>
                    <a:pt x="8644" y="30752"/>
                  </a:lnTo>
                  <a:lnTo>
                    <a:pt x="8618" y="30805"/>
                  </a:lnTo>
                  <a:lnTo>
                    <a:pt x="8618" y="30857"/>
                  </a:lnTo>
                  <a:lnTo>
                    <a:pt x="8618" y="30910"/>
                  </a:lnTo>
                  <a:lnTo>
                    <a:pt x="8644" y="30963"/>
                  </a:lnTo>
                  <a:lnTo>
                    <a:pt x="8697" y="30989"/>
                  </a:lnTo>
                  <a:lnTo>
                    <a:pt x="8749" y="30989"/>
                  </a:lnTo>
                  <a:lnTo>
                    <a:pt x="9303" y="30936"/>
                  </a:lnTo>
                  <a:lnTo>
                    <a:pt x="9356" y="30910"/>
                  </a:lnTo>
                  <a:lnTo>
                    <a:pt x="9408" y="30884"/>
                  </a:lnTo>
                  <a:lnTo>
                    <a:pt x="9408" y="30831"/>
                  </a:lnTo>
                  <a:lnTo>
                    <a:pt x="9435" y="30778"/>
                  </a:lnTo>
                  <a:lnTo>
                    <a:pt x="9408" y="30726"/>
                  </a:lnTo>
                  <a:lnTo>
                    <a:pt x="9382" y="30699"/>
                  </a:lnTo>
                  <a:lnTo>
                    <a:pt x="9329" y="30673"/>
                  </a:lnTo>
                  <a:close/>
                </a:path>
              </a:pathLst>
            </a:custGeom>
            <a:solidFill>
              <a:srgbClr val="2E2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72"/>
            <p:cNvSpPr/>
            <p:nvPr/>
          </p:nvSpPr>
          <p:spPr>
            <a:xfrm>
              <a:off x="2477275" y="3667775"/>
              <a:ext cx="7275" cy="9900"/>
            </a:xfrm>
            <a:custGeom>
              <a:rect b="b" l="l" r="r" t="t"/>
              <a:pathLst>
                <a:path extrusionOk="0" h="396" w="291">
                  <a:moveTo>
                    <a:pt x="1" y="0"/>
                  </a:moveTo>
                  <a:lnTo>
                    <a:pt x="1" y="264"/>
                  </a:lnTo>
                  <a:lnTo>
                    <a:pt x="1" y="316"/>
                  </a:lnTo>
                  <a:lnTo>
                    <a:pt x="54" y="369"/>
                  </a:lnTo>
                  <a:lnTo>
                    <a:pt x="80" y="395"/>
                  </a:lnTo>
                  <a:lnTo>
                    <a:pt x="185" y="395"/>
                  </a:lnTo>
                  <a:lnTo>
                    <a:pt x="238" y="369"/>
                  </a:lnTo>
                  <a:lnTo>
                    <a:pt x="264" y="316"/>
                  </a:lnTo>
                  <a:lnTo>
                    <a:pt x="264" y="264"/>
                  </a:lnTo>
                  <a:lnTo>
                    <a:pt x="291" y="0"/>
                  </a:lnTo>
                  <a:close/>
                </a:path>
              </a:pathLst>
            </a:custGeom>
            <a:solidFill>
              <a:srgbClr val="2E2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72"/>
            <p:cNvSpPr/>
            <p:nvPr/>
          </p:nvSpPr>
          <p:spPr>
            <a:xfrm>
              <a:off x="1199275" y="3613100"/>
              <a:ext cx="1186475" cy="753000"/>
            </a:xfrm>
            <a:custGeom>
              <a:rect b="b" l="l" r="r" t="t"/>
              <a:pathLst>
                <a:path extrusionOk="0" h="30120" w="47459">
                  <a:moveTo>
                    <a:pt x="47432" y="0"/>
                  </a:moveTo>
                  <a:lnTo>
                    <a:pt x="47142" y="26"/>
                  </a:lnTo>
                  <a:lnTo>
                    <a:pt x="47195" y="659"/>
                  </a:lnTo>
                  <a:lnTo>
                    <a:pt x="47195" y="1291"/>
                  </a:lnTo>
                  <a:lnTo>
                    <a:pt x="47168" y="1950"/>
                  </a:lnTo>
                  <a:lnTo>
                    <a:pt x="47089" y="2582"/>
                  </a:lnTo>
                  <a:lnTo>
                    <a:pt x="47010" y="3215"/>
                  </a:lnTo>
                  <a:lnTo>
                    <a:pt x="46878" y="3847"/>
                  </a:lnTo>
                  <a:lnTo>
                    <a:pt x="46694" y="4480"/>
                  </a:lnTo>
                  <a:lnTo>
                    <a:pt x="46510" y="5086"/>
                  </a:lnTo>
                  <a:lnTo>
                    <a:pt x="46272" y="5692"/>
                  </a:lnTo>
                  <a:lnTo>
                    <a:pt x="46009" y="6272"/>
                  </a:lnTo>
                  <a:lnTo>
                    <a:pt x="45719" y="6851"/>
                  </a:lnTo>
                  <a:lnTo>
                    <a:pt x="45403" y="7405"/>
                  </a:lnTo>
                  <a:lnTo>
                    <a:pt x="45060" y="7958"/>
                  </a:lnTo>
                  <a:lnTo>
                    <a:pt x="44665" y="8485"/>
                  </a:lnTo>
                  <a:lnTo>
                    <a:pt x="44270" y="8986"/>
                  </a:lnTo>
                  <a:lnTo>
                    <a:pt x="43822" y="9460"/>
                  </a:lnTo>
                  <a:lnTo>
                    <a:pt x="43506" y="9776"/>
                  </a:lnTo>
                  <a:lnTo>
                    <a:pt x="43163" y="10092"/>
                  </a:lnTo>
                  <a:lnTo>
                    <a:pt x="42820" y="10382"/>
                  </a:lnTo>
                  <a:lnTo>
                    <a:pt x="42478" y="10672"/>
                  </a:lnTo>
                  <a:lnTo>
                    <a:pt x="41740" y="11199"/>
                  </a:lnTo>
                  <a:lnTo>
                    <a:pt x="40976" y="11674"/>
                  </a:lnTo>
                  <a:lnTo>
                    <a:pt x="40185" y="12122"/>
                  </a:lnTo>
                  <a:lnTo>
                    <a:pt x="39342" y="12517"/>
                  </a:lnTo>
                  <a:lnTo>
                    <a:pt x="38499" y="12859"/>
                  </a:lnTo>
                  <a:lnTo>
                    <a:pt x="37629" y="13202"/>
                  </a:lnTo>
                  <a:lnTo>
                    <a:pt x="36733" y="13492"/>
                  </a:lnTo>
                  <a:lnTo>
                    <a:pt x="35811" y="13755"/>
                  </a:lnTo>
                  <a:lnTo>
                    <a:pt x="34862" y="13992"/>
                  </a:lnTo>
                  <a:lnTo>
                    <a:pt x="33914" y="14203"/>
                  </a:lnTo>
                  <a:lnTo>
                    <a:pt x="32939" y="14414"/>
                  </a:lnTo>
                  <a:lnTo>
                    <a:pt x="31964" y="14599"/>
                  </a:lnTo>
                  <a:lnTo>
                    <a:pt x="29987" y="14941"/>
                  </a:lnTo>
                  <a:lnTo>
                    <a:pt x="28143" y="15257"/>
                  </a:lnTo>
                  <a:lnTo>
                    <a:pt x="26246" y="15600"/>
                  </a:lnTo>
                  <a:lnTo>
                    <a:pt x="25323" y="15811"/>
                  </a:lnTo>
                  <a:lnTo>
                    <a:pt x="24375" y="16021"/>
                  </a:lnTo>
                  <a:lnTo>
                    <a:pt x="23452" y="16285"/>
                  </a:lnTo>
                  <a:lnTo>
                    <a:pt x="22530" y="16548"/>
                  </a:lnTo>
                  <a:lnTo>
                    <a:pt x="21608" y="16865"/>
                  </a:lnTo>
                  <a:lnTo>
                    <a:pt x="20712" y="17207"/>
                  </a:lnTo>
                  <a:lnTo>
                    <a:pt x="19842" y="17603"/>
                  </a:lnTo>
                  <a:lnTo>
                    <a:pt x="18973" y="18024"/>
                  </a:lnTo>
                  <a:lnTo>
                    <a:pt x="18156" y="18525"/>
                  </a:lnTo>
                  <a:lnTo>
                    <a:pt x="17761" y="18762"/>
                  </a:lnTo>
                  <a:lnTo>
                    <a:pt x="17365" y="19052"/>
                  </a:lnTo>
                  <a:lnTo>
                    <a:pt x="16970" y="19342"/>
                  </a:lnTo>
                  <a:lnTo>
                    <a:pt x="16601" y="19632"/>
                  </a:lnTo>
                  <a:lnTo>
                    <a:pt x="16232" y="19948"/>
                  </a:lnTo>
                  <a:lnTo>
                    <a:pt x="15863" y="20290"/>
                  </a:lnTo>
                  <a:lnTo>
                    <a:pt x="15442" y="20712"/>
                  </a:lnTo>
                  <a:lnTo>
                    <a:pt x="15046" y="21134"/>
                  </a:lnTo>
                  <a:lnTo>
                    <a:pt x="14678" y="21582"/>
                  </a:lnTo>
                  <a:lnTo>
                    <a:pt x="14309" y="22056"/>
                  </a:lnTo>
                  <a:lnTo>
                    <a:pt x="13597" y="22978"/>
                  </a:lnTo>
                  <a:lnTo>
                    <a:pt x="12912" y="23927"/>
                  </a:lnTo>
                  <a:lnTo>
                    <a:pt x="12253" y="24875"/>
                  </a:lnTo>
                  <a:lnTo>
                    <a:pt x="11568" y="25798"/>
                  </a:lnTo>
                  <a:lnTo>
                    <a:pt x="11226" y="26246"/>
                  </a:lnTo>
                  <a:lnTo>
                    <a:pt x="10857" y="26667"/>
                  </a:lnTo>
                  <a:lnTo>
                    <a:pt x="10461" y="27089"/>
                  </a:lnTo>
                  <a:lnTo>
                    <a:pt x="10066" y="27510"/>
                  </a:lnTo>
                  <a:lnTo>
                    <a:pt x="9618" y="27906"/>
                  </a:lnTo>
                  <a:lnTo>
                    <a:pt x="9170" y="28275"/>
                  </a:lnTo>
                  <a:lnTo>
                    <a:pt x="8670" y="28591"/>
                  </a:lnTo>
                  <a:lnTo>
                    <a:pt x="8169" y="28907"/>
                  </a:lnTo>
                  <a:lnTo>
                    <a:pt x="7642" y="29171"/>
                  </a:lnTo>
                  <a:lnTo>
                    <a:pt x="7088" y="29408"/>
                  </a:lnTo>
                  <a:lnTo>
                    <a:pt x="6561" y="29592"/>
                  </a:lnTo>
                  <a:lnTo>
                    <a:pt x="6008" y="29724"/>
                  </a:lnTo>
                  <a:lnTo>
                    <a:pt x="5455" y="29803"/>
                  </a:lnTo>
                  <a:lnTo>
                    <a:pt x="4901" y="29856"/>
                  </a:lnTo>
                  <a:lnTo>
                    <a:pt x="4348" y="29856"/>
                  </a:lnTo>
                  <a:lnTo>
                    <a:pt x="3821" y="29777"/>
                  </a:lnTo>
                  <a:lnTo>
                    <a:pt x="3557" y="29724"/>
                  </a:lnTo>
                  <a:lnTo>
                    <a:pt x="3320" y="29645"/>
                  </a:lnTo>
                  <a:lnTo>
                    <a:pt x="3057" y="29566"/>
                  </a:lnTo>
                  <a:lnTo>
                    <a:pt x="2820" y="29460"/>
                  </a:lnTo>
                  <a:lnTo>
                    <a:pt x="2582" y="29329"/>
                  </a:lnTo>
                  <a:lnTo>
                    <a:pt x="2345" y="29197"/>
                  </a:lnTo>
                  <a:lnTo>
                    <a:pt x="2135" y="29039"/>
                  </a:lnTo>
                  <a:lnTo>
                    <a:pt x="1897" y="28881"/>
                  </a:lnTo>
                  <a:lnTo>
                    <a:pt x="1660" y="28670"/>
                  </a:lnTo>
                  <a:lnTo>
                    <a:pt x="1449" y="28433"/>
                  </a:lnTo>
                  <a:lnTo>
                    <a:pt x="1239" y="28169"/>
                  </a:lnTo>
                  <a:lnTo>
                    <a:pt x="1080" y="27932"/>
                  </a:lnTo>
                  <a:lnTo>
                    <a:pt x="922" y="27669"/>
                  </a:lnTo>
                  <a:lnTo>
                    <a:pt x="764" y="27379"/>
                  </a:lnTo>
                  <a:lnTo>
                    <a:pt x="659" y="27115"/>
                  </a:lnTo>
                  <a:lnTo>
                    <a:pt x="553" y="26825"/>
                  </a:lnTo>
                  <a:lnTo>
                    <a:pt x="474" y="26535"/>
                  </a:lnTo>
                  <a:lnTo>
                    <a:pt x="395" y="26246"/>
                  </a:lnTo>
                  <a:lnTo>
                    <a:pt x="316" y="25640"/>
                  </a:lnTo>
                  <a:lnTo>
                    <a:pt x="290" y="25033"/>
                  </a:lnTo>
                  <a:lnTo>
                    <a:pt x="290" y="24401"/>
                  </a:lnTo>
                  <a:lnTo>
                    <a:pt x="343" y="23795"/>
                  </a:lnTo>
                  <a:lnTo>
                    <a:pt x="422" y="23215"/>
                  </a:lnTo>
                  <a:lnTo>
                    <a:pt x="553" y="22636"/>
                  </a:lnTo>
                  <a:lnTo>
                    <a:pt x="685" y="22082"/>
                  </a:lnTo>
                  <a:lnTo>
                    <a:pt x="817" y="21582"/>
                  </a:lnTo>
                  <a:lnTo>
                    <a:pt x="975" y="21107"/>
                  </a:lnTo>
                  <a:lnTo>
                    <a:pt x="1265" y="20317"/>
                  </a:lnTo>
                  <a:lnTo>
                    <a:pt x="1845" y="18946"/>
                  </a:lnTo>
                  <a:lnTo>
                    <a:pt x="2477" y="17576"/>
                  </a:lnTo>
                  <a:lnTo>
                    <a:pt x="3136" y="16259"/>
                  </a:lnTo>
                  <a:lnTo>
                    <a:pt x="3874" y="14967"/>
                  </a:lnTo>
                  <a:lnTo>
                    <a:pt x="4611" y="13703"/>
                  </a:lnTo>
                  <a:lnTo>
                    <a:pt x="5428" y="12438"/>
                  </a:lnTo>
                  <a:lnTo>
                    <a:pt x="6245" y="11226"/>
                  </a:lnTo>
                  <a:lnTo>
                    <a:pt x="7088" y="10013"/>
                  </a:lnTo>
                  <a:lnTo>
                    <a:pt x="7984" y="8801"/>
                  </a:lnTo>
                  <a:lnTo>
                    <a:pt x="8880" y="7642"/>
                  </a:lnTo>
                  <a:lnTo>
                    <a:pt x="9803" y="6456"/>
                  </a:lnTo>
                  <a:lnTo>
                    <a:pt x="10725" y="5323"/>
                  </a:lnTo>
                  <a:lnTo>
                    <a:pt x="12622" y="3030"/>
                  </a:lnTo>
                  <a:lnTo>
                    <a:pt x="14546" y="791"/>
                  </a:lnTo>
                  <a:lnTo>
                    <a:pt x="14335" y="632"/>
                  </a:lnTo>
                  <a:lnTo>
                    <a:pt x="12411" y="2872"/>
                  </a:lnTo>
                  <a:lnTo>
                    <a:pt x="10514" y="5139"/>
                  </a:lnTo>
                  <a:lnTo>
                    <a:pt x="9565" y="6298"/>
                  </a:lnTo>
                  <a:lnTo>
                    <a:pt x="8643" y="7484"/>
                  </a:lnTo>
                  <a:lnTo>
                    <a:pt x="7747" y="8643"/>
                  </a:lnTo>
                  <a:lnTo>
                    <a:pt x="6878" y="9855"/>
                  </a:lnTo>
                  <a:lnTo>
                    <a:pt x="6008" y="11067"/>
                  </a:lnTo>
                  <a:lnTo>
                    <a:pt x="5191" y="12306"/>
                  </a:lnTo>
                  <a:lnTo>
                    <a:pt x="4374" y="13571"/>
                  </a:lnTo>
                  <a:lnTo>
                    <a:pt x="3610" y="14836"/>
                  </a:lnTo>
                  <a:lnTo>
                    <a:pt x="2899" y="16153"/>
                  </a:lnTo>
                  <a:lnTo>
                    <a:pt x="2214" y="17471"/>
                  </a:lnTo>
                  <a:lnTo>
                    <a:pt x="1581" y="18815"/>
                  </a:lnTo>
                  <a:lnTo>
                    <a:pt x="1001" y="20211"/>
                  </a:lnTo>
                  <a:lnTo>
                    <a:pt x="712" y="21028"/>
                  </a:lnTo>
                  <a:lnTo>
                    <a:pt x="553" y="21529"/>
                  </a:lnTo>
                  <a:lnTo>
                    <a:pt x="395" y="22056"/>
                  </a:lnTo>
                  <a:lnTo>
                    <a:pt x="264" y="22609"/>
                  </a:lnTo>
                  <a:lnTo>
                    <a:pt x="158" y="23215"/>
                  </a:lnTo>
                  <a:lnTo>
                    <a:pt x="79" y="23821"/>
                  </a:lnTo>
                  <a:lnTo>
                    <a:pt x="26" y="24454"/>
                  </a:lnTo>
                  <a:lnTo>
                    <a:pt x="0" y="25086"/>
                  </a:lnTo>
                  <a:lnTo>
                    <a:pt x="53" y="25719"/>
                  </a:lnTo>
                  <a:lnTo>
                    <a:pt x="158" y="26325"/>
                  </a:lnTo>
                  <a:lnTo>
                    <a:pt x="211" y="26641"/>
                  </a:lnTo>
                  <a:lnTo>
                    <a:pt x="316" y="26957"/>
                  </a:lnTo>
                  <a:lnTo>
                    <a:pt x="422" y="27247"/>
                  </a:lnTo>
                  <a:lnTo>
                    <a:pt x="527" y="27537"/>
                  </a:lnTo>
                  <a:lnTo>
                    <a:pt x="685" y="27827"/>
                  </a:lnTo>
                  <a:lnTo>
                    <a:pt x="843" y="28090"/>
                  </a:lnTo>
                  <a:lnTo>
                    <a:pt x="1028" y="28354"/>
                  </a:lnTo>
                  <a:lnTo>
                    <a:pt x="1239" y="28617"/>
                  </a:lnTo>
                  <a:lnTo>
                    <a:pt x="1476" y="28854"/>
                  </a:lnTo>
                  <a:lnTo>
                    <a:pt x="1739" y="29092"/>
                  </a:lnTo>
                  <a:lnTo>
                    <a:pt x="2055" y="29355"/>
                  </a:lnTo>
                  <a:lnTo>
                    <a:pt x="2398" y="29566"/>
                  </a:lnTo>
                  <a:lnTo>
                    <a:pt x="2767" y="29750"/>
                  </a:lnTo>
                  <a:lnTo>
                    <a:pt x="3136" y="29882"/>
                  </a:lnTo>
                  <a:lnTo>
                    <a:pt x="3531" y="29987"/>
                  </a:lnTo>
                  <a:lnTo>
                    <a:pt x="3926" y="30067"/>
                  </a:lnTo>
                  <a:lnTo>
                    <a:pt x="4322" y="30119"/>
                  </a:lnTo>
                  <a:lnTo>
                    <a:pt x="5112" y="30119"/>
                  </a:lnTo>
                  <a:lnTo>
                    <a:pt x="5481" y="30093"/>
                  </a:lnTo>
                  <a:lnTo>
                    <a:pt x="5850" y="30040"/>
                  </a:lnTo>
                  <a:lnTo>
                    <a:pt x="6219" y="29961"/>
                  </a:lnTo>
                  <a:lnTo>
                    <a:pt x="6588" y="29856"/>
                  </a:lnTo>
                  <a:lnTo>
                    <a:pt x="6957" y="29750"/>
                  </a:lnTo>
                  <a:lnTo>
                    <a:pt x="7299" y="29619"/>
                  </a:lnTo>
                  <a:lnTo>
                    <a:pt x="7668" y="29460"/>
                  </a:lnTo>
                  <a:lnTo>
                    <a:pt x="8011" y="29302"/>
                  </a:lnTo>
                  <a:lnTo>
                    <a:pt x="8380" y="29118"/>
                  </a:lnTo>
                  <a:lnTo>
                    <a:pt x="8696" y="28907"/>
                  </a:lnTo>
                  <a:lnTo>
                    <a:pt x="9038" y="28696"/>
                  </a:lnTo>
                  <a:lnTo>
                    <a:pt x="9355" y="28459"/>
                  </a:lnTo>
                  <a:lnTo>
                    <a:pt x="9671" y="28222"/>
                  </a:lnTo>
                  <a:lnTo>
                    <a:pt x="9961" y="27958"/>
                  </a:lnTo>
                  <a:lnTo>
                    <a:pt x="10251" y="27695"/>
                  </a:lnTo>
                  <a:lnTo>
                    <a:pt x="10646" y="27300"/>
                  </a:lnTo>
                  <a:lnTo>
                    <a:pt x="11041" y="26852"/>
                  </a:lnTo>
                  <a:lnTo>
                    <a:pt x="11410" y="26404"/>
                  </a:lnTo>
                  <a:lnTo>
                    <a:pt x="11779" y="25956"/>
                  </a:lnTo>
                  <a:lnTo>
                    <a:pt x="12490" y="25033"/>
                  </a:lnTo>
                  <a:lnTo>
                    <a:pt x="13149" y="24085"/>
                  </a:lnTo>
                  <a:lnTo>
                    <a:pt x="13808" y="23163"/>
                  </a:lnTo>
                  <a:lnTo>
                    <a:pt x="14519" y="22214"/>
                  </a:lnTo>
                  <a:lnTo>
                    <a:pt x="14888" y="21766"/>
                  </a:lnTo>
                  <a:lnTo>
                    <a:pt x="15257" y="21318"/>
                  </a:lnTo>
                  <a:lnTo>
                    <a:pt x="15653" y="20896"/>
                  </a:lnTo>
                  <a:lnTo>
                    <a:pt x="16048" y="20475"/>
                  </a:lnTo>
                  <a:lnTo>
                    <a:pt x="16417" y="20159"/>
                  </a:lnTo>
                  <a:lnTo>
                    <a:pt x="16759" y="19842"/>
                  </a:lnTo>
                  <a:lnTo>
                    <a:pt x="17155" y="19552"/>
                  </a:lnTo>
                  <a:lnTo>
                    <a:pt x="17523" y="19263"/>
                  </a:lnTo>
                  <a:lnTo>
                    <a:pt x="18314" y="18736"/>
                  </a:lnTo>
                  <a:lnTo>
                    <a:pt x="19131" y="18261"/>
                  </a:lnTo>
                  <a:lnTo>
                    <a:pt x="19974" y="17840"/>
                  </a:lnTo>
                  <a:lnTo>
                    <a:pt x="20844" y="17444"/>
                  </a:lnTo>
                  <a:lnTo>
                    <a:pt x="21713" y="17102"/>
                  </a:lnTo>
                  <a:lnTo>
                    <a:pt x="22636" y="16812"/>
                  </a:lnTo>
                  <a:lnTo>
                    <a:pt x="23532" y="16522"/>
                  </a:lnTo>
                  <a:lnTo>
                    <a:pt x="24480" y="16285"/>
                  </a:lnTo>
                  <a:lnTo>
                    <a:pt x="25402" y="16074"/>
                  </a:lnTo>
                  <a:lnTo>
                    <a:pt x="26325" y="15863"/>
                  </a:lnTo>
                  <a:lnTo>
                    <a:pt x="28196" y="15521"/>
                  </a:lnTo>
                  <a:lnTo>
                    <a:pt x="30014" y="15205"/>
                  </a:lnTo>
                  <a:lnTo>
                    <a:pt x="32043" y="14862"/>
                  </a:lnTo>
                  <a:lnTo>
                    <a:pt x="33018" y="14678"/>
                  </a:lnTo>
                  <a:lnTo>
                    <a:pt x="33993" y="14467"/>
                  </a:lnTo>
                  <a:lnTo>
                    <a:pt x="34968" y="14256"/>
                  </a:lnTo>
                  <a:lnTo>
                    <a:pt x="35916" y="14019"/>
                  </a:lnTo>
                  <a:lnTo>
                    <a:pt x="36839" y="13729"/>
                  </a:lnTo>
                  <a:lnTo>
                    <a:pt x="37735" y="13439"/>
                  </a:lnTo>
                  <a:lnTo>
                    <a:pt x="38631" y="13123"/>
                  </a:lnTo>
                  <a:lnTo>
                    <a:pt x="39500" y="12754"/>
                  </a:lnTo>
                  <a:lnTo>
                    <a:pt x="40317" y="12359"/>
                  </a:lnTo>
                  <a:lnTo>
                    <a:pt x="41134" y="11911"/>
                  </a:lnTo>
                  <a:lnTo>
                    <a:pt x="41898" y="11410"/>
                  </a:lnTo>
                  <a:lnTo>
                    <a:pt x="42636" y="10883"/>
                  </a:lnTo>
                  <a:lnTo>
                    <a:pt x="43005" y="10593"/>
                  </a:lnTo>
                  <a:lnTo>
                    <a:pt x="43347" y="10277"/>
                  </a:lnTo>
                  <a:lnTo>
                    <a:pt x="43690" y="9961"/>
                  </a:lnTo>
                  <a:lnTo>
                    <a:pt x="44033" y="9645"/>
                  </a:lnTo>
                  <a:lnTo>
                    <a:pt x="44454" y="9144"/>
                  </a:lnTo>
                  <a:lnTo>
                    <a:pt x="44876" y="8643"/>
                  </a:lnTo>
                  <a:lnTo>
                    <a:pt x="45271" y="8116"/>
                  </a:lnTo>
                  <a:lnTo>
                    <a:pt x="45640" y="7563"/>
                  </a:lnTo>
                  <a:lnTo>
                    <a:pt x="45956" y="6983"/>
                  </a:lnTo>
                  <a:lnTo>
                    <a:pt x="46272" y="6403"/>
                  </a:lnTo>
                  <a:lnTo>
                    <a:pt x="46536" y="5797"/>
                  </a:lnTo>
                  <a:lnTo>
                    <a:pt x="46773" y="5191"/>
                  </a:lnTo>
                  <a:lnTo>
                    <a:pt x="46958" y="4559"/>
                  </a:lnTo>
                  <a:lnTo>
                    <a:pt x="47142" y="3926"/>
                  </a:lnTo>
                  <a:lnTo>
                    <a:pt x="47274" y="3268"/>
                  </a:lnTo>
                  <a:lnTo>
                    <a:pt x="47379" y="2635"/>
                  </a:lnTo>
                  <a:lnTo>
                    <a:pt x="47432" y="1976"/>
                  </a:lnTo>
                  <a:lnTo>
                    <a:pt x="47458" y="1318"/>
                  </a:lnTo>
                  <a:lnTo>
                    <a:pt x="47458" y="659"/>
                  </a:lnTo>
                  <a:lnTo>
                    <a:pt x="47432" y="0"/>
                  </a:lnTo>
                  <a:close/>
                </a:path>
              </a:pathLst>
            </a:custGeom>
            <a:solidFill>
              <a:srgbClr val="2E2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72"/>
            <p:cNvSpPr/>
            <p:nvPr/>
          </p:nvSpPr>
          <p:spPr>
            <a:xfrm>
              <a:off x="1348800" y="3688200"/>
              <a:ext cx="851175" cy="523075"/>
            </a:xfrm>
            <a:custGeom>
              <a:rect b="b" l="l" r="r" t="t"/>
              <a:pathLst>
                <a:path extrusionOk="0" h="20923" w="34047">
                  <a:moveTo>
                    <a:pt x="13071" y="0"/>
                  </a:moveTo>
                  <a:lnTo>
                    <a:pt x="12781" y="26"/>
                  </a:lnTo>
                  <a:lnTo>
                    <a:pt x="12807" y="369"/>
                  </a:lnTo>
                  <a:lnTo>
                    <a:pt x="12807" y="712"/>
                  </a:lnTo>
                  <a:lnTo>
                    <a:pt x="12781" y="1370"/>
                  </a:lnTo>
                  <a:lnTo>
                    <a:pt x="12702" y="2003"/>
                  </a:lnTo>
                  <a:lnTo>
                    <a:pt x="12544" y="2662"/>
                  </a:lnTo>
                  <a:lnTo>
                    <a:pt x="12359" y="3268"/>
                  </a:lnTo>
                  <a:lnTo>
                    <a:pt x="12122" y="3874"/>
                  </a:lnTo>
                  <a:lnTo>
                    <a:pt x="11859" y="4480"/>
                  </a:lnTo>
                  <a:lnTo>
                    <a:pt x="11569" y="5059"/>
                  </a:lnTo>
                  <a:lnTo>
                    <a:pt x="11226" y="5613"/>
                  </a:lnTo>
                  <a:lnTo>
                    <a:pt x="10857" y="6140"/>
                  </a:lnTo>
                  <a:lnTo>
                    <a:pt x="10488" y="6667"/>
                  </a:lnTo>
                  <a:lnTo>
                    <a:pt x="10093" y="7141"/>
                  </a:lnTo>
                  <a:lnTo>
                    <a:pt x="9698" y="7616"/>
                  </a:lnTo>
                  <a:lnTo>
                    <a:pt x="9276" y="8063"/>
                  </a:lnTo>
                  <a:lnTo>
                    <a:pt x="8855" y="8485"/>
                  </a:lnTo>
                  <a:lnTo>
                    <a:pt x="8459" y="8880"/>
                  </a:lnTo>
                  <a:lnTo>
                    <a:pt x="7853" y="9460"/>
                  </a:lnTo>
                  <a:lnTo>
                    <a:pt x="7221" y="10013"/>
                  </a:lnTo>
                  <a:lnTo>
                    <a:pt x="5956" y="11094"/>
                  </a:lnTo>
                  <a:lnTo>
                    <a:pt x="4612" y="12227"/>
                  </a:lnTo>
                  <a:lnTo>
                    <a:pt x="3953" y="12807"/>
                  </a:lnTo>
                  <a:lnTo>
                    <a:pt x="3321" y="13386"/>
                  </a:lnTo>
                  <a:lnTo>
                    <a:pt x="2689" y="14019"/>
                  </a:lnTo>
                  <a:lnTo>
                    <a:pt x="2082" y="14651"/>
                  </a:lnTo>
                  <a:lnTo>
                    <a:pt x="1503" y="15336"/>
                  </a:lnTo>
                  <a:lnTo>
                    <a:pt x="976" y="16021"/>
                  </a:lnTo>
                  <a:lnTo>
                    <a:pt x="660" y="16522"/>
                  </a:lnTo>
                  <a:lnTo>
                    <a:pt x="528" y="16812"/>
                  </a:lnTo>
                  <a:lnTo>
                    <a:pt x="396" y="17102"/>
                  </a:lnTo>
                  <a:lnTo>
                    <a:pt x="264" y="17392"/>
                  </a:lnTo>
                  <a:lnTo>
                    <a:pt x="159" y="17708"/>
                  </a:lnTo>
                  <a:lnTo>
                    <a:pt x="80" y="18024"/>
                  </a:lnTo>
                  <a:lnTo>
                    <a:pt x="27" y="18340"/>
                  </a:lnTo>
                  <a:lnTo>
                    <a:pt x="1" y="18657"/>
                  </a:lnTo>
                  <a:lnTo>
                    <a:pt x="1" y="18946"/>
                  </a:lnTo>
                  <a:lnTo>
                    <a:pt x="27" y="19263"/>
                  </a:lnTo>
                  <a:lnTo>
                    <a:pt x="80" y="19552"/>
                  </a:lnTo>
                  <a:lnTo>
                    <a:pt x="185" y="19816"/>
                  </a:lnTo>
                  <a:lnTo>
                    <a:pt x="343" y="20080"/>
                  </a:lnTo>
                  <a:lnTo>
                    <a:pt x="528" y="20317"/>
                  </a:lnTo>
                  <a:lnTo>
                    <a:pt x="791" y="20527"/>
                  </a:lnTo>
                  <a:lnTo>
                    <a:pt x="1081" y="20712"/>
                  </a:lnTo>
                  <a:lnTo>
                    <a:pt x="1371" y="20817"/>
                  </a:lnTo>
                  <a:lnTo>
                    <a:pt x="1714" y="20896"/>
                  </a:lnTo>
                  <a:lnTo>
                    <a:pt x="2030" y="20923"/>
                  </a:lnTo>
                  <a:lnTo>
                    <a:pt x="2241" y="20896"/>
                  </a:lnTo>
                  <a:lnTo>
                    <a:pt x="2478" y="20870"/>
                  </a:lnTo>
                  <a:lnTo>
                    <a:pt x="2689" y="20844"/>
                  </a:lnTo>
                  <a:lnTo>
                    <a:pt x="2899" y="20765"/>
                  </a:lnTo>
                  <a:lnTo>
                    <a:pt x="3321" y="20607"/>
                  </a:lnTo>
                  <a:lnTo>
                    <a:pt x="3690" y="20396"/>
                  </a:lnTo>
                  <a:lnTo>
                    <a:pt x="3953" y="20211"/>
                  </a:lnTo>
                  <a:lnTo>
                    <a:pt x="4191" y="20027"/>
                  </a:lnTo>
                  <a:lnTo>
                    <a:pt x="4428" y="19816"/>
                  </a:lnTo>
                  <a:lnTo>
                    <a:pt x="4639" y="19579"/>
                  </a:lnTo>
                  <a:lnTo>
                    <a:pt x="5034" y="19131"/>
                  </a:lnTo>
                  <a:lnTo>
                    <a:pt x="5429" y="18657"/>
                  </a:lnTo>
                  <a:lnTo>
                    <a:pt x="5745" y="18261"/>
                  </a:lnTo>
                  <a:lnTo>
                    <a:pt x="6193" y="17734"/>
                  </a:lnTo>
                  <a:lnTo>
                    <a:pt x="6668" y="17234"/>
                  </a:lnTo>
                  <a:lnTo>
                    <a:pt x="7142" y="16759"/>
                  </a:lnTo>
                  <a:lnTo>
                    <a:pt x="7643" y="16285"/>
                  </a:lnTo>
                  <a:lnTo>
                    <a:pt x="8170" y="15863"/>
                  </a:lnTo>
                  <a:lnTo>
                    <a:pt x="8723" y="15442"/>
                  </a:lnTo>
                  <a:lnTo>
                    <a:pt x="9276" y="15046"/>
                  </a:lnTo>
                  <a:lnTo>
                    <a:pt x="9830" y="14651"/>
                  </a:lnTo>
                  <a:lnTo>
                    <a:pt x="10409" y="14309"/>
                  </a:lnTo>
                  <a:lnTo>
                    <a:pt x="11015" y="13966"/>
                  </a:lnTo>
                  <a:lnTo>
                    <a:pt x="11622" y="13676"/>
                  </a:lnTo>
                  <a:lnTo>
                    <a:pt x="12228" y="13386"/>
                  </a:lnTo>
                  <a:lnTo>
                    <a:pt x="12860" y="13123"/>
                  </a:lnTo>
                  <a:lnTo>
                    <a:pt x="13492" y="12886"/>
                  </a:lnTo>
                  <a:lnTo>
                    <a:pt x="14151" y="12675"/>
                  </a:lnTo>
                  <a:lnTo>
                    <a:pt x="14810" y="12490"/>
                  </a:lnTo>
                  <a:lnTo>
                    <a:pt x="15521" y="12306"/>
                  </a:lnTo>
                  <a:lnTo>
                    <a:pt x="16233" y="12174"/>
                  </a:lnTo>
                  <a:lnTo>
                    <a:pt x="16971" y="12042"/>
                  </a:lnTo>
                  <a:lnTo>
                    <a:pt x="17682" y="11937"/>
                  </a:lnTo>
                  <a:lnTo>
                    <a:pt x="19158" y="11779"/>
                  </a:lnTo>
                  <a:lnTo>
                    <a:pt x="20607" y="11647"/>
                  </a:lnTo>
                  <a:lnTo>
                    <a:pt x="21846" y="11515"/>
                  </a:lnTo>
                  <a:lnTo>
                    <a:pt x="23111" y="11384"/>
                  </a:lnTo>
                  <a:lnTo>
                    <a:pt x="24006" y="11252"/>
                  </a:lnTo>
                  <a:lnTo>
                    <a:pt x="24955" y="11094"/>
                  </a:lnTo>
                  <a:lnTo>
                    <a:pt x="25956" y="10883"/>
                  </a:lnTo>
                  <a:lnTo>
                    <a:pt x="26483" y="10751"/>
                  </a:lnTo>
                  <a:lnTo>
                    <a:pt x="27011" y="10620"/>
                  </a:lnTo>
                  <a:lnTo>
                    <a:pt x="27511" y="10435"/>
                  </a:lnTo>
                  <a:lnTo>
                    <a:pt x="28038" y="10251"/>
                  </a:lnTo>
                  <a:lnTo>
                    <a:pt x="28565" y="10040"/>
                  </a:lnTo>
                  <a:lnTo>
                    <a:pt x="29092" y="9803"/>
                  </a:lnTo>
                  <a:lnTo>
                    <a:pt x="29593" y="9565"/>
                  </a:lnTo>
                  <a:lnTo>
                    <a:pt x="30094" y="9276"/>
                  </a:lnTo>
                  <a:lnTo>
                    <a:pt x="30568" y="8959"/>
                  </a:lnTo>
                  <a:lnTo>
                    <a:pt x="31042" y="8617"/>
                  </a:lnTo>
                  <a:lnTo>
                    <a:pt x="31490" y="8222"/>
                  </a:lnTo>
                  <a:lnTo>
                    <a:pt x="31885" y="7826"/>
                  </a:lnTo>
                  <a:lnTo>
                    <a:pt x="32281" y="7405"/>
                  </a:lnTo>
                  <a:lnTo>
                    <a:pt x="32623" y="6957"/>
                  </a:lnTo>
                  <a:lnTo>
                    <a:pt x="32939" y="6509"/>
                  </a:lnTo>
                  <a:lnTo>
                    <a:pt x="33203" y="6034"/>
                  </a:lnTo>
                  <a:lnTo>
                    <a:pt x="33440" y="5534"/>
                  </a:lnTo>
                  <a:lnTo>
                    <a:pt x="33651" y="5033"/>
                  </a:lnTo>
                  <a:lnTo>
                    <a:pt x="33809" y="4532"/>
                  </a:lnTo>
                  <a:lnTo>
                    <a:pt x="33941" y="4032"/>
                  </a:lnTo>
                  <a:lnTo>
                    <a:pt x="34020" y="3531"/>
                  </a:lnTo>
                  <a:lnTo>
                    <a:pt x="34046" y="3004"/>
                  </a:lnTo>
                  <a:lnTo>
                    <a:pt x="34046" y="2503"/>
                  </a:lnTo>
                  <a:lnTo>
                    <a:pt x="34020" y="2003"/>
                  </a:lnTo>
                  <a:lnTo>
                    <a:pt x="33914" y="1528"/>
                  </a:lnTo>
                  <a:lnTo>
                    <a:pt x="33783" y="1028"/>
                  </a:lnTo>
                  <a:lnTo>
                    <a:pt x="33519" y="1133"/>
                  </a:lnTo>
                  <a:lnTo>
                    <a:pt x="33651" y="1581"/>
                  </a:lnTo>
                  <a:lnTo>
                    <a:pt x="33730" y="2055"/>
                  </a:lnTo>
                  <a:lnTo>
                    <a:pt x="33783" y="2530"/>
                  </a:lnTo>
                  <a:lnTo>
                    <a:pt x="33783" y="3004"/>
                  </a:lnTo>
                  <a:lnTo>
                    <a:pt x="33730" y="3505"/>
                  </a:lnTo>
                  <a:lnTo>
                    <a:pt x="33651" y="4005"/>
                  </a:lnTo>
                  <a:lnTo>
                    <a:pt x="33546" y="4480"/>
                  </a:lnTo>
                  <a:lnTo>
                    <a:pt x="33387" y="4954"/>
                  </a:lnTo>
                  <a:lnTo>
                    <a:pt x="33203" y="5455"/>
                  </a:lnTo>
                  <a:lnTo>
                    <a:pt x="32966" y="5903"/>
                  </a:lnTo>
                  <a:lnTo>
                    <a:pt x="32702" y="6377"/>
                  </a:lnTo>
                  <a:lnTo>
                    <a:pt x="32386" y="6799"/>
                  </a:lnTo>
                  <a:lnTo>
                    <a:pt x="32070" y="7247"/>
                  </a:lnTo>
                  <a:lnTo>
                    <a:pt x="31701" y="7642"/>
                  </a:lnTo>
                  <a:lnTo>
                    <a:pt x="31306" y="8037"/>
                  </a:lnTo>
                  <a:lnTo>
                    <a:pt x="30858" y="8380"/>
                  </a:lnTo>
                  <a:lnTo>
                    <a:pt x="30410" y="8722"/>
                  </a:lnTo>
                  <a:lnTo>
                    <a:pt x="29935" y="9038"/>
                  </a:lnTo>
                  <a:lnTo>
                    <a:pt x="29461" y="9328"/>
                  </a:lnTo>
                  <a:lnTo>
                    <a:pt x="28960" y="9565"/>
                  </a:lnTo>
                  <a:lnTo>
                    <a:pt x="28433" y="9803"/>
                  </a:lnTo>
                  <a:lnTo>
                    <a:pt x="27933" y="10013"/>
                  </a:lnTo>
                  <a:lnTo>
                    <a:pt x="27432" y="10198"/>
                  </a:lnTo>
                  <a:lnTo>
                    <a:pt x="26905" y="10356"/>
                  </a:lnTo>
                  <a:lnTo>
                    <a:pt x="26404" y="10488"/>
                  </a:lnTo>
                  <a:lnTo>
                    <a:pt x="25877" y="10620"/>
                  </a:lnTo>
                  <a:lnTo>
                    <a:pt x="24902" y="10830"/>
                  </a:lnTo>
                  <a:lnTo>
                    <a:pt x="23954" y="10988"/>
                  </a:lnTo>
                  <a:lnTo>
                    <a:pt x="23084" y="11120"/>
                  </a:lnTo>
                  <a:lnTo>
                    <a:pt x="21819" y="11252"/>
                  </a:lnTo>
                  <a:lnTo>
                    <a:pt x="20581" y="11357"/>
                  </a:lnTo>
                  <a:lnTo>
                    <a:pt x="19105" y="11489"/>
                  </a:lnTo>
                  <a:lnTo>
                    <a:pt x="17656" y="11674"/>
                  </a:lnTo>
                  <a:lnTo>
                    <a:pt x="16918" y="11779"/>
                  </a:lnTo>
                  <a:lnTo>
                    <a:pt x="16180" y="11884"/>
                  </a:lnTo>
                  <a:lnTo>
                    <a:pt x="15442" y="12042"/>
                  </a:lnTo>
                  <a:lnTo>
                    <a:pt x="14731" y="12227"/>
                  </a:lnTo>
                  <a:lnTo>
                    <a:pt x="14072" y="12411"/>
                  </a:lnTo>
                  <a:lnTo>
                    <a:pt x="13413" y="12622"/>
                  </a:lnTo>
                  <a:lnTo>
                    <a:pt x="12755" y="12859"/>
                  </a:lnTo>
                  <a:lnTo>
                    <a:pt x="12122" y="13123"/>
                  </a:lnTo>
                  <a:lnTo>
                    <a:pt x="11490" y="13413"/>
                  </a:lnTo>
                  <a:lnTo>
                    <a:pt x="10884" y="13729"/>
                  </a:lnTo>
                  <a:lnTo>
                    <a:pt x="10278" y="14071"/>
                  </a:lnTo>
                  <a:lnTo>
                    <a:pt x="9672" y="14440"/>
                  </a:lnTo>
                  <a:lnTo>
                    <a:pt x="9118" y="14809"/>
                  </a:lnTo>
                  <a:lnTo>
                    <a:pt x="8538" y="15231"/>
                  </a:lnTo>
                  <a:lnTo>
                    <a:pt x="8011" y="15653"/>
                  </a:lnTo>
                  <a:lnTo>
                    <a:pt x="7484" y="16101"/>
                  </a:lnTo>
                  <a:lnTo>
                    <a:pt x="6957" y="16548"/>
                  </a:lnTo>
                  <a:lnTo>
                    <a:pt x="6457" y="17049"/>
                  </a:lnTo>
                  <a:lnTo>
                    <a:pt x="6009" y="17550"/>
                  </a:lnTo>
                  <a:lnTo>
                    <a:pt x="5534" y="18077"/>
                  </a:lnTo>
                  <a:lnTo>
                    <a:pt x="5218" y="18472"/>
                  </a:lnTo>
                  <a:lnTo>
                    <a:pt x="4849" y="18946"/>
                  </a:lnTo>
                  <a:lnTo>
                    <a:pt x="4454" y="19394"/>
                  </a:lnTo>
                  <a:lnTo>
                    <a:pt x="4006" y="19816"/>
                  </a:lnTo>
                  <a:lnTo>
                    <a:pt x="3795" y="20000"/>
                  </a:lnTo>
                  <a:lnTo>
                    <a:pt x="3558" y="20159"/>
                  </a:lnTo>
                  <a:lnTo>
                    <a:pt x="3268" y="20343"/>
                  </a:lnTo>
                  <a:lnTo>
                    <a:pt x="2952" y="20475"/>
                  </a:lnTo>
                  <a:lnTo>
                    <a:pt x="2609" y="20580"/>
                  </a:lnTo>
                  <a:lnTo>
                    <a:pt x="2267" y="20633"/>
                  </a:lnTo>
                  <a:lnTo>
                    <a:pt x="1924" y="20633"/>
                  </a:lnTo>
                  <a:lnTo>
                    <a:pt x="1582" y="20580"/>
                  </a:lnTo>
                  <a:lnTo>
                    <a:pt x="1424" y="20554"/>
                  </a:lnTo>
                  <a:lnTo>
                    <a:pt x="1239" y="20475"/>
                  </a:lnTo>
                  <a:lnTo>
                    <a:pt x="1107" y="20396"/>
                  </a:lnTo>
                  <a:lnTo>
                    <a:pt x="949" y="20317"/>
                  </a:lnTo>
                  <a:lnTo>
                    <a:pt x="765" y="20132"/>
                  </a:lnTo>
                  <a:lnTo>
                    <a:pt x="607" y="19948"/>
                  </a:lnTo>
                  <a:lnTo>
                    <a:pt x="475" y="19737"/>
                  </a:lnTo>
                  <a:lnTo>
                    <a:pt x="370" y="19500"/>
                  </a:lnTo>
                  <a:lnTo>
                    <a:pt x="317" y="19263"/>
                  </a:lnTo>
                  <a:lnTo>
                    <a:pt x="291" y="18999"/>
                  </a:lnTo>
                  <a:lnTo>
                    <a:pt x="264" y="18709"/>
                  </a:lnTo>
                  <a:lnTo>
                    <a:pt x="291" y="18446"/>
                  </a:lnTo>
                  <a:lnTo>
                    <a:pt x="343" y="18156"/>
                  </a:lnTo>
                  <a:lnTo>
                    <a:pt x="396" y="17866"/>
                  </a:lnTo>
                  <a:lnTo>
                    <a:pt x="501" y="17576"/>
                  </a:lnTo>
                  <a:lnTo>
                    <a:pt x="607" y="17286"/>
                  </a:lnTo>
                  <a:lnTo>
                    <a:pt x="739" y="16996"/>
                  </a:lnTo>
                  <a:lnTo>
                    <a:pt x="870" y="16733"/>
                  </a:lnTo>
                  <a:lnTo>
                    <a:pt x="1028" y="16443"/>
                  </a:lnTo>
                  <a:lnTo>
                    <a:pt x="1213" y="16206"/>
                  </a:lnTo>
                  <a:lnTo>
                    <a:pt x="1740" y="15494"/>
                  </a:lnTo>
                  <a:lnTo>
                    <a:pt x="2293" y="14836"/>
                  </a:lnTo>
                  <a:lnTo>
                    <a:pt x="2899" y="14203"/>
                  </a:lnTo>
                  <a:lnTo>
                    <a:pt x="3505" y="13597"/>
                  </a:lnTo>
                  <a:lnTo>
                    <a:pt x="4138" y="12991"/>
                  </a:lnTo>
                  <a:lnTo>
                    <a:pt x="4797" y="12411"/>
                  </a:lnTo>
                  <a:lnTo>
                    <a:pt x="6114" y="11305"/>
                  </a:lnTo>
                  <a:lnTo>
                    <a:pt x="7405" y="10224"/>
                  </a:lnTo>
                  <a:lnTo>
                    <a:pt x="8038" y="9645"/>
                  </a:lnTo>
                  <a:lnTo>
                    <a:pt x="8644" y="9091"/>
                  </a:lnTo>
                  <a:lnTo>
                    <a:pt x="9065" y="8670"/>
                  </a:lnTo>
                  <a:lnTo>
                    <a:pt x="9487" y="8248"/>
                  </a:lnTo>
                  <a:lnTo>
                    <a:pt x="9909" y="7800"/>
                  </a:lnTo>
                  <a:lnTo>
                    <a:pt x="10304" y="7299"/>
                  </a:lnTo>
                  <a:lnTo>
                    <a:pt x="10726" y="6799"/>
                  </a:lnTo>
                  <a:lnTo>
                    <a:pt x="11095" y="6272"/>
                  </a:lnTo>
                  <a:lnTo>
                    <a:pt x="11463" y="5718"/>
                  </a:lnTo>
                  <a:lnTo>
                    <a:pt x="11806" y="5165"/>
                  </a:lnTo>
                  <a:lnTo>
                    <a:pt x="12122" y="4585"/>
                  </a:lnTo>
                  <a:lnTo>
                    <a:pt x="12386" y="3979"/>
                  </a:lnTo>
                  <a:lnTo>
                    <a:pt x="12623" y="3347"/>
                  </a:lnTo>
                  <a:lnTo>
                    <a:pt x="12834" y="2714"/>
                  </a:lnTo>
                  <a:lnTo>
                    <a:pt x="12965" y="2055"/>
                  </a:lnTo>
                  <a:lnTo>
                    <a:pt x="13071" y="1370"/>
                  </a:lnTo>
                  <a:lnTo>
                    <a:pt x="13097" y="685"/>
                  </a:lnTo>
                  <a:lnTo>
                    <a:pt x="13071" y="343"/>
                  </a:lnTo>
                  <a:lnTo>
                    <a:pt x="13071" y="0"/>
                  </a:lnTo>
                  <a:close/>
                </a:path>
              </a:pathLst>
            </a:custGeom>
            <a:solidFill>
              <a:srgbClr val="2E2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72"/>
            <p:cNvSpPr/>
            <p:nvPr/>
          </p:nvSpPr>
          <p:spPr>
            <a:xfrm>
              <a:off x="1549725" y="3754725"/>
              <a:ext cx="433500" cy="251675"/>
            </a:xfrm>
            <a:custGeom>
              <a:rect b="b" l="l" r="r" t="t"/>
              <a:pathLst>
                <a:path extrusionOk="0" h="10067" w="17340">
                  <a:moveTo>
                    <a:pt x="7959" y="1"/>
                  </a:moveTo>
                  <a:lnTo>
                    <a:pt x="6852" y="2767"/>
                  </a:lnTo>
                  <a:lnTo>
                    <a:pt x="6615" y="3321"/>
                  </a:lnTo>
                  <a:lnTo>
                    <a:pt x="6351" y="3900"/>
                  </a:lnTo>
                  <a:lnTo>
                    <a:pt x="6220" y="4164"/>
                  </a:lnTo>
                  <a:lnTo>
                    <a:pt x="6035" y="4427"/>
                  </a:lnTo>
                  <a:lnTo>
                    <a:pt x="5851" y="4665"/>
                  </a:lnTo>
                  <a:lnTo>
                    <a:pt x="5666" y="4902"/>
                  </a:lnTo>
                  <a:lnTo>
                    <a:pt x="5482" y="5060"/>
                  </a:lnTo>
                  <a:lnTo>
                    <a:pt x="5297" y="5218"/>
                  </a:lnTo>
                  <a:lnTo>
                    <a:pt x="4902" y="5482"/>
                  </a:lnTo>
                  <a:lnTo>
                    <a:pt x="4480" y="5719"/>
                  </a:lnTo>
                  <a:lnTo>
                    <a:pt x="4059" y="5956"/>
                  </a:lnTo>
                  <a:lnTo>
                    <a:pt x="3585" y="6193"/>
                  </a:lnTo>
                  <a:lnTo>
                    <a:pt x="3137" y="6457"/>
                  </a:lnTo>
                  <a:lnTo>
                    <a:pt x="2689" y="6746"/>
                  </a:lnTo>
                  <a:lnTo>
                    <a:pt x="2267" y="7063"/>
                  </a:lnTo>
                  <a:lnTo>
                    <a:pt x="1845" y="7379"/>
                  </a:lnTo>
                  <a:lnTo>
                    <a:pt x="1450" y="7721"/>
                  </a:lnTo>
                  <a:lnTo>
                    <a:pt x="1055" y="8064"/>
                  </a:lnTo>
                  <a:lnTo>
                    <a:pt x="686" y="8459"/>
                  </a:lnTo>
                  <a:lnTo>
                    <a:pt x="317" y="8854"/>
                  </a:lnTo>
                  <a:lnTo>
                    <a:pt x="212" y="8986"/>
                  </a:lnTo>
                  <a:lnTo>
                    <a:pt x="133" y="9118"/>
                  </a:lnTo>
                  <a:lnTo>
                    <a:pt x="54" y="9250"/>
                  </a:lnTo>
                  <a:lnTo>
                    <a:pt x="27" y="9381"/>
                  </a:lnTo>
                  <a:lnTo>
                    <a:pt x="1" y="9487"/>
                  </a:lnTo>
                  <a:lnTo>
                    <a:pt x="27" y="9619"/>
                  </a:lnTo>
                  <a:lnTo>
                    <a:pt x="54" y="9724"/>
                  </a:lnTo>
                  <a:lnTo>
                    <a:pt x="133" y="9803"/>
                  </a:lnTo>
                  <a:lnTo>
                    <a:pt x="238" y="9908"/>
                  </a:lnTo>
                  <a:lnTo>
                    <a:pt x="370" y="9988"/>
                  </a:lnTo>
                  <a:lnTo>
                    <a:pt x="528" y="10014"/>
                  </a:lnTo>
                  <a:lnTo>
                    <a:pt x="660" y="10040"/>
                  </a:lnTo>
                  <a:lnTo>
                    <a:pt x="1187" y="10067"/>
                  </a:lnTo>
                  <a:lnTo>
                    <a:pt x="1687" y="10040"/>
                  </a:lnTo>
                  <a:lnTo>
                    <a:pt x="2188" y="9988"/>
                  </a:lnTo>
                  <a:lnTo>
                    <a:pt x="2689" y="9882"/>
                  </a:lnTo>
                  <a:lnTo>
                    <a:pt x="3189" y="9777"/>
                  </a:lnTo>
                  <a:lnTo>
                    <a:pt x="3664" y="9645"/>
                  </a:lnTo>
                  <a:lnTo>
                    <a:pt x="4164" y="9487"/>
                  </a:lnTo>
                  <a:lnTo>
                    <a:pt x="5113" y="9171"/>
                  </a:lnTo>
                  <a:lnTo>
                    <a:pt x="6062" y="8828"/>
                  </a:lnTo>
                  <a:lnTo>
                    <a:pt x="6536" y="8670"/>
                  </a:lnTo>
                  <a:lnTo>
                    <a:pt x="7037" y="8538"/>
                  </a:lnTo>
                  <a:lnTo>
                    <a:pt x="7511" y="8433"/>
                  </a:lnTo>
                  <a:lnTo>
                    <a:pt x="8011" y="8327"/>
                  </a:lnTo>
                  <a:lnTo>
                    <a:pt x="8512" y="8275"/>
                  </a:lnTo>
                  <a:lnTo>
                    <a:pt x="8986" y="8248"/>
                  </a:lnTo>
                  <a:lnTo>
                    <a:pt x="9013" y="8248"/>
                  </a:lnTo>
                  <a:lnTo>
                    <a:pt x="9566" y="8275"/>
                  </a:lnTo>
                  <a:lnTo>
                    <a:pt x="10146" y="8327"/>
                  </a:lnTo>
                  <a:lnTo>
                    <a:pt x="10778" y="8380"/>
                  </a:lnTo>
                  <a:lnTo>
                    <a:pt x="11095" y="8406"/>
                  </a:lnTo>
                  <a:lnTo>
                    <a:pt x="11437" y="8406"/>
                  </a:lnTo>
                  <a:lnTo>
                    <a:pt x="11753" y="8380"/>
                  </a:lnTo>
                  <a:lnTo>
                    <a:pt x="12070" y="8354"/>
                  </a:lnTo>
                  <a:lnTo>
                    <a:pt x="12386" y="8275"/>
                  </a:lnTo>
                  <a:lnTo>
                    <a:pt x="12676" y="8169"/>
                  </a:lnTo>
                  <a:lnTo>
                    <a:pt x="13018" y="8011"/>
                  </a:lnTo>
                  <a:lnTo>
                    <a:pt x="13361" y="7800"/>
                  </a:lnTo>
                  <a:lnTo>
                    <a:pt x="13651" y="7537"/>
                  </a:lnTo>
                  <a:lnTo>
                    <a:pt x="13940" y="7221"/>
                  </a:lnTo>
                  <a:lnTo>
                    <a:pt x="14204" y="6878"/>
                  </a:lnTo>
                  <a:lnTo>
                    <a:pt x="14467" y="6483"/>
                  </a:lnTo>
                  <a:lnTo>
                    <a:pt x="14678" y="6035"/>
                  </a:lnTo>
                  <a:lnTo>
                    <a:pt x="14889" y="5534"/>
                  </a:lnTo>
                  <a:lnTo>
                    <a:pt x="15100" y="5007"/>
                  </a:lnTo>
                  <a:lnTo>
                    <a:pt x="15284" y="4454"/>
                  </a:lnTo>
                  <a:lnTo>
                    <a:pt x="15442" y="3927"/>
                  </a:lnTo>
                  <a:lnTo>
                    <a:pt x="15627" y="3400"/>
                  </a:lnTo>
                  <a:lnTo>
                    <a:pt x="15864" y="2873"/>
                  </a:lnTo>
                  <a:lnTo>
                    <a:pt x="16101" y="2398"/>
                  </a:lnTo>
                  <a:lnTo>
                    <a:pt x="16233" y="2214"/>
                  </a:lnTo>
                  <a:lnTo>
                    <a:pt x="16338" y="2056"/>
                  </a:lnTo>
                  <a:lnTo>
                    <a:pt x="16470" y="1924"/>
                  </a:lnTo>
                  <a:lnTo>
                    <a:pt x="16628" y="1792"/>
                  </a:lnTo>
                  <a:lnTo>
                    <a:pt x="16786" y="1687"/>
                  </a:lnTo>
                  <a:lnTo>
                    <a:pt x="16944" y="1634"/>
                  </a:lnTo>
                  <a:lnTo>
                    <a:pt x="17103" y="1582"/>
                  </a:lnTo>
                  <a:lnTo>
                    <a:pt x="17287" y="1608"/>
                  </a:lnTo>
                  <a:lnTo>
                    <a:pt x="17340" y="1344"/>
                  </a:lnTo>
                  <a:lnTo>
                    <a:pt x="17208" y="1318"/>
                  </a:lnTo>
                  <a:lnTo>
                    <a:pt x="17076" y="1318"/>
                  </a:lnTo>
                  <a:lnTo>
                    <a:pt x="16944" y="1344"/>
                  </a:lnTo>
                  <a:lnTo>
                    <a:pt x="16813" y="1371"/>
                  </a:lnTo>
                  <a:lnTo>
                    <a:pt x="16576" y="1476"/>
                  </a:lnTo>
                  <a:lnTo>
                    <a:pt x="16391" y="1634"/>
                  </a:lnTo>
                  <a:lnTo>
                    <a:pt x="16207" y="1792"/>
                  </a:lnTo>
                  <a:lnTo>
                    <a:pt x="16075" y="1977"/>
                  </a:lnTo>
                  <a:lnTo>
                    <a:pt x="15864" y="2240"/>
                  </a:lnTo>
                  <a:lnTo>
                    <a:pt x="15601" y="2767"/>
                  </a:lnTo>
                  <a:lnTo>
                    <a:pt x="15390" y="3294"/>
                  </a:lnTo>
                  <a:lnTo>
                    <a:pt x="15179" y="3821"/>
                  </a:lnTo>
                  <a:lnTo>
                    <a:pt x="15021" y="4375"/>
                  </a:lnTo>
                  <a:lnTo>
                    <a:pt x="14836" y="4902"/>
                  </a:lnTo>
                  <a:lnTo>
                    <a:pt x="14626" y="5455"/>
                  </a:lnTo>
                  <a:lnTo>
                    <a:pt x="14441" y="5903"/>
                  </a:lnTo>
                  <a:lnTo>
                    <a:pt x="14230" y="6325"/>
                  </a:lnTo>
                  <a:lnTo>
                    <a:pt x="13993" y="6694"/>
                  </a:lnTo>
                  <a:lnTo>
                    <a:pt x="13756" y="7036"/>
                  </a:lnTo>
                  <a:lnTo>
                    <a:pt x="13466" y="7326"/>
                  </a:lnTo>
                  <a:lnTo>
                    <a:pt x="13203" y="7563"/>
                  </a:lnTo>
                  <a:lnTo>
                    <a:pt x="12886" y="7774"/>
                  </a:lnTo>
                  <a:lnTo>
                    <a:pt x="12570" y="7906"/>
                  </a:lnTo>
                  <a:lnTo>
                    <a:pt x="12307" y="8011"/>
                  </a:lnTo>
                  <a:lnTo>
                    <a:pt x="12017" y="8064"/>
                  </a:lnTo>
                  <a:lnTo>
                    <a:pt x="11701" y="8117"/>
                  </a:lnTo>
                  <a:lnTo>
                    <a:pt x="11411" y="8143"/>
                  </a:lnTo>
                  <a:lnTo>
                    <a:pt x="10805" y="8117"/>
                  </a:lnTo>
                  <a:lnTo>
                    <a:pt x="10172" y="8064"/>
                  </a:lnTo>
                  <a:lnTo>
                    <a:pt x="9593" y="8011"/>
                  </a:lnTo>
                  <a:lnTo>
                    <a:pt x="9013" y="7985"/>
                  </a:lnTo>
                  <a:lnTo>
                    <a:pt x="8512" y="8011"/>
                  </a:lnTo>
                  <a:lnTo>
                    <a:pt x="7985" y="8064"/>
                  </a:lnTo>
                  <a:lnTo>
                    <a:pt x="7484" y="8143"/>
                  </a:lnTo>
                  <a:lnTo>
                    <a:pt x="6984" y="8275"/>
                  </a:lnTo>
                  <a:lnTo>
                    <a:pt x="6483" y="8406"/>
                  </a:lnTo>
                  <a:lnTo>
                    <a:pt x="5982" y="8565"/>
                  </a:lnTo>
                  <a:lnTo>
                    <a:pt x="5034" y="8907"/>
                  </a:lnTo>
                  <a:lnTo>
                    <a:pt x="3953" y="9250"/>
                  </a:lnTo>
                  <a:lnTo>
                    <a:pt x="3426" y="9434"/>
                  </a:lnTo>
                  <a:lnTo>
                    <a:pt x="2873" y="9566"/>
                  </a:lnTo>
                  <a:lnTo>
                    <a:pt x="2346" y="9671"/>
                  </a:lnTo>
                  <a:lnTo>
                    <a:pt x="1793" y="9750"/>
                  </a:lnTo>
                  <a:lnTo>
                    <a:pt x="1239" y="9777"/>
                  </a:lnTo>
                  <a:lnTo>
                    <a:pt x="686" y="9777"/>
                  </a:lnTo>
                  <a:lnTo>
                    <a:pt x="475" y="9724"/>
                  </a:lnTo>
                  <a:lnTo>
                    <a:pt x="396" y="9698"/>
                  </a:lnTo>
                  <a:lnTo>
                    <a:pt x="343" y="9645"/>
                  </a:lnTo>
                  <a:lnTo>
                    <a:pt x="291" y="9566"/>
                  </a:lnTo>
                  <a:lnTo>
                    <a:pt x="291" y="9461"/>
                  </a:lnTo>
                  <a:lnTo>
                    <a:pt x="317" y="9381"/>
                  </a:lnTo>
                  <a:lnTo>
                    <a:pt x="343" y="9276"/>
                  </a:lnTo>
                  <a:lnTo>
                    <a:pt x="449" y="9118"/>
                  </a:lnTo>
                  <a:lnTo>
                    <a:pt x="528" y="9013"/>
                  </a:lnTo>
                  <a:lnTo>
                    <a:pt x="870" y="8644"/>
                  </a:lnTo>
                  <a:lnTo>
                    <a:pt x="1239" y="8275"/>
                  </a:lnTo>
                  <a:lnTo>
                    <a:pt x="1635" y="7932"/>
                  </a:lnTo>
                  <a:lnTo>
                    <a:pt x="2003" y="7590"/>
                  </a:lnTo>
                  <a:lnTo>
                    <a:pt x="2425" y="7273"/>
                  </a:lnTo>
                  <a:lnTo>
                    <a:pt x="2847" y="6984"/>
                  </a:lnTo>
                  <a:lnTo>
                    <a:pt x="3268" y="6694"/>
                  </a:lnTo>
                  <a:lnTo>
                    <a:pt x="3716" y="6430"/>
                  </a:lnTo>
                  <a:lnTo>
                    <a:pt x="4191" y="6193"/>
                  </a:lnTo>
                  <a:lnTo>
                    <a:pt x="4612" y="5956"/>
                  </a:lnTo>
                  <a:lnTo>
                    <a:pt x="5060" y="5719"/>
                  </a:lnTo>
                  <a:lnTo>
                    <a:pt x="5482" y="5429"/>
                  </a:lnTo>
                  <a:lnTo>
                    <a:pt x="5666" y="5271"/>
                  </a:lnTo>
                  <a:lnTo>
                    <a:pt x="5851" y="5086"/>
                  </a:lnTo>
                  <a:lnTo>
                    <a:pt x="6062" y="4849"/>
                  </a:lnTo>
                  <a:lnTo>
                    <a:pt x="6272" y="4586"/>
                  </a:lnTo>
                  <a:lnTo>
                    <a:pt x="6430" y="4322"/>
                  </a:lnTo>
                  <a:lnTo>
                    <a:pt x="6589" y="4032"/>
                  </a:lnTo>
                  <a:lnTo>
                    <a:pt x="6878" y="3453"/>
                  </a:lnTo>
                  <a:lnTo>
                    <a:pt x="7116" y="2873"/>
                  </a:lnTo>
                  <a:lnTo>
                    <a:pt x="8222" y="106"/>
                  </a:lnTo>
                  <a:lnTo>
                    <a:pt x="7959" y="1"/>
                  </a:lnTo>
                  <a:close/>
                </a:path>
              </a:pathLst>
            </a:custGeom>
            <a:solidFill>
              <a:srgbClr val="2E2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72"/>
            <p:cNvSpPr/>
            <p:nvPr/>
          </p:nvSpPr>
          <p:spPr>
            <a:xfrm>
              <a:off x="1313225" y="4228375"/>
              <a:ext cx="6625" cy="50750"/>
            </a:xfrm>
            <a:custGeom>
              <a:rect b="b" l="l" r="r" t="t"/>
              <a:pathLst>
                <a:path extrusionOk="0" h="2030" w="265">
                  <a:moveTo>
                    <a:pt x="1" y="1"/>
                  </a:moveTo>
                  <a:lnTo>
                    <a:pt x="1" y="2030"/>
                  </a:lnTo>
                  <a:lnTo>
                    <a:pt x="264" y="2030"/>
                  </a:lnTo>
                  <a:lnTo>
                    <a:pt x="264" y="1"/>
                  </a:lnTo>
                  <a:close/>
                </a:path>
              </a:pathLst>
            </a:custGeom>
            <a:solidFill>
              <a:srgbClr val="2E2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72"/>
            <p:cNvSpPr/>
            <p:nvPr/>
          </p:nvSpPr>
          <p:spPr>
            <a:xfrm>
              <a:off x="1290825" y="4250125"/>
              <a:ext cx="50750" cy="7275"/>
            </a:xfrm>
            <a:custGeom>
              <a:rect b="b" l="l" r="r" t="t"/>
              <a:pathLst>
                <a:path extrusionOk="0" h="291" w="2030">
                  <a:moveTo>
                    <a:pt x="1" y="0"/>
                  </a:moveTo>
                  <a:lnTo>
                    <a:pt x="1" y="290"/>
                  </a:lnTo>
                  <a:lnTo>
                    <a:pt x="2030" y="290"/>
                  </a:lnTo>
                  <a:lnTo>
                    <a:pt x="2030" y="0"/>
                  </a:lnTo>
                  <a:close/>
                </a:path>
              </a:pathLst>
            </a:custGeom>
            <a:solidFill>
              <a:srgbClr val="2E2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108" name="Google Shape;3108;p72"/>
          <p:cNvPicPr preferRelativeResize="0"/>
          <p:nvPr/>
        </p:nvPicPr>
        <p:blipFill>
          <a:blip r:embed="rId3">
            <a:alphaModFix/>
          </a:blip>
          <a:stretch>
            <a:fillRect/>
          </a:stretch>
        </p:blipFill>
        <p:spPr>
          <a:xfrm>
            <a:off x="2669550" y="-1629675"/>
            <a:ext cx="6858001" cy="5143501"/>
          </a:xfrm>
          <a:prstGeom prst="rect">
            <a:avLst/>
          </a:prstGeom>
          <a:noFill/>
          <a:ln>
            <a:noFill/>
          </a:ln>
        </p:spPr>
      </p:pic>
      <p:pic>
        <p:nvPicPr>
          <p:cNvPr id="3109" name="Google Shape;3109;p72"/>
          <p:cNvPicPr preferRelativeResize="0"/>
          <p:nvPr/>
        </p:nvPicPr>
        <p:blipFill>
          <a:blip r:embed="rId4">
            <a:alphaModFix/>
          </a:blip>
          <a:stretch>
            <a:fillRect/>
          </a:stretch>
        </p:blipFill>
        <p:spPr>
          <a:xfrm>
            <a:off x="1790825" y="1457161"/>
            <a:ext cx="349075" cy="349075"/>
          </a:xfrm>
          <a:prstGeom prst="rect">
            <a:avLst/>
          </a:prstGeom>
          <a:noFill/>
          <a:ln>
            <a:noFill/>
          </a:ln>
        </p:spPr>
      </p:pic>
      <p:pic>
        <p:nvPicPr>
          <p:cNvPr id="3110" name="Google Shape;3110;p72"/>
          <p:cNvPicPr preferRelativeResize="0"/>
          <p:nvPr/>
        </p:nvPicPr>
        <p:blipFill>
          <a:blip r:embed="rId5">
            <a:alphaModFix/>
          </a:blip>
          <a:stretch>
            <a:fillRect/>
          </a:stretch>
        </p:blipFill>
        <p:spPr>
          <a:xfrm>
            <a:off x="1790750" y="1930238"/>
            <a:ext cx="349075" cy="349075"/>
          </a:xfrm>
          <a:prstGeom prst="rect">
            <a:avLst/>
          </a:prstGeom>
          <a:noFill/>
          <a:ln>
            <a:noFill/>
          </a:ln>
        </p:spPr>
      </p:pic>
      <p:pic>
        <p:nvPicPr>
          <p:cNvPr id="3111" name="Google Shape;3111;p72"/>
          <p:cNvPicPr preferRelativeResize="0"/>
          <p:nvPr/>
        </p:nvPicPr>
        <p:blipFill>
          <a:blip r:embed="rId6">
            <a:alphaModFix/>
          </a:blip>
          <a:stretch>
            <a:fillRect/>
          </a:stretch>
        </p:blipFill>
        <p:spPr>
          <a:xfrm>
            <a:off x="1790750" y="2391063"/>
            <a:ext cx="349075" cy="349075"/>
          </a:xfrm>
          <a:prstGeom prst="rect">
            <a:avLst/>
          </a:prstGeom>
          <a:noFill/>
          <a:ln>
            <a:noFill/>
          </a:ln>
        </p:spPr>
      </p:pic>
      <p:pic>
        <p:nvPicPr>
          <p:cNvPr id="3112" name="Google Shape;3112;p72"/>
          <p:cNvPicPr preferRelativeResize="0"/>
          <p:nvPr/>
        </p:nvPicPr>
        <p:blipFill>
          <a:blip r:embed="rId7">
            <a:alphaModFix/>
          </a:blip>
          <a:stretch>
            <a:fillRect/>
          </a:stretch>
        </p:blipFill>
        <p:spPr>
          <a:xfrm>
            <a:off x="1790825" y="2864163"/>
            <a:ext cx="349075" cy="349075"/>
          </a:xfrm>
          <a:prstGeom prst="rect">
            <a:avLst/>
          </a:prstGeom>
          <a:noFill/>
          <a:ln>
            <a:noFill/>
          </a:ln>
        </p:spPr>
      </p:pic>
      <p:pic>
        <p:nvPicPr>
          <p:cNvPr id="3113" name="Google Shape;3113;p72"/>
          <p:cNvPicPr preferRelativeResize="0"/>
          <p:nvPr/>
        </p:nvPicPr>
        <p:blipFill>
          <a:blip r:embed="rId8">
            <a:alphaModFix/>
          </a:blip>
          <a:stretch>
            <a:fillRect/>
          </a:stretch>
        </p:blipFill>
        <p:spPr>
          <a:xfrm>
            <a:off x="1790750" y="3337275"/>
            <a:ext cx="349075" cy="349075"/>
          </a:xfrm>
          <a:prstGeom prst="rect">
            <a:avLst/>
          </a:prstGeom>
          <a:noFill/>
          <a:ln>
            <a:noFill/>
          </a:ln>
        </p:spPr>
      </p:pic>
      <p:pic>
        <p:nvPicPr>
          <p:cNvPr id="3114" name="Google Shape;3114;p72"/>
          <p:cNvPicPr preferRelativeResize="0"/>
          <p:nvPr/>
        </p:nvPicPr>
        <p:blipFill>
          <a:blip r:embed="rId9">
            <a:alphaModFix/>
          </a:blip>
          <a:stretch>
            <a:fillRect/>
          </a:stretch>
        </p:blipFill>
        <p:spPr>
          <a:xfrm>
            <a:off x="3928025" y="1457150"/>
            <a:ext cx="349075" cy="349075"/>
          </a:xfrm>
          <a:prstGeom prst="rect">
            <a:avLst/>
          </a:prstGeom>
          <a:noFill/>
          <a:ln>
            <a:noFill/>
          </a:ln>
        </p:spPr>
      </p:pic>
      <p:pic>
        <p:nvPicPr>
          <p:cNvPr id="3115" name="Google Shape;3115;p72"/>
          <p:cNvPicPr preferRelativeResize="0"/>
          <p:nvPr/>
        </p:nvPicPr>
        <p:blipFill>
          <a:blip r:embed="rId10">
            <a:alphaModFix/>
          </a:blip>
          <a:stretch>
            <a:fillRect/>
          </a:stretch>
        </p:blipFill>
        <p:spPr>
          <a:xfrm>
            <a:off x="3928025" y="1924113"/>
            <a:ext cx="349075" cy="349075"/>
          </a:xfrm>
          <a:prstGeom prst="rect">
            <a:avLst/>
          </a:prstGeom>
          <a:noFill/>
          <a:ln>
            <a:noFill/>
          </a:ln>
        </p:spPr>
      </p:pic>
      <p:pic>
        <p:nvPicPr>
          <p:cNvPr id="3116" name="Google Shape;3116;p72"/>
          <p:cNvPicPr preferRelativeResize="0"/>
          <p:nvPr/>
        </p:nvPicPr>
        <p:blipFill>
          <a:blip r:embed="rId11">
            <a:alphaModFix/>
          </a:blip>
          <a:stretch>
            <a:fillRect/>
          </a:stretch>
        </p:blipFill>
        <p:spPr>
          <a:xfrm>
            <a:off x="3928025" y="2851875"/>
            <a:ext cx="349075" cy="349075"/>
          </a:xfrm>
          <a:prstGeom prst="rect">
            <a:avLst/>
          </a:prstGeom>
          <a:noFill/>
          <a:ln>
            <a:noFill/>
          </a:ln>
        </p:spPr>
      </p:pic>
      <p:pic>
        <p:nvPicPr>
          <p:cNvPr id="3117" name="Google Shape;3117;p72"/>
          <p:cNvPicPr preferRelativeResize="0"/>
          <p:nvPr/>
        </p:nvPicPr>
        <p:blipFill>
          <a:blip r:embed="rId12">
            <a:alphaModFix/>
          </a:blip>
          <a:stretch>
            <a:fillRect/>
          </a:stretch>
        </p:blipFill>
        <p:spPr>
          <a:xfrm>
            <a:off x="3872150" y="2310325"/>
            <a:ext cx="460800" cy="460800"/>
          </a:xfrm>
          <a:prstGeom prst="rect">
            <a:avLst/>
          </a:prstGeom>
          <a:noFill/>
          <a:ln>
            <a:noFill/>
          </a:ln>
        </p:spPr>
      </p:pic>
      <p:pic>
        <p:nvPicPr>
          <p:cNvPr id="3118" name="Google Shape;3118;p72"/>
          <p:cNvPicPr preferRelativeResize="0"/>
          <p:nvPr/>
        </p:nvPicPr>
        <p:blipFill>
          <a:blip r:embed="rId13">
            <a:alphaModFix/>
          </a:blip>
          <a:stretch>
            <a:fillRect/>
          </a:stretch>
        </p:blipFill>
        <p:spPr>
          <a:xfrm>
            <a:off x="3928025" y="3281400"/>
            <a:ext cx="349075" cy="349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8"/>
                                        </p:tgtEl>
                                        <p:attrNameLst>
                                          <p:attrName>style.visibility</p:attrName>
                                        </p:attrNameLst>
                                      </p:cBhvr>
                                      <p:to>
                                        <p:strVal val="visible"/>
                                      </p:to>
                                    </p:set>
                                    <p:animEffect filter="fade" transition="in">
                                      <p:cBhvr>
                                        <p:cTn dur="1000"/>
                                        <p:tgtEl>
                                          <p:spTgt spid="30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1"/>
                                        </p:tgtEl>
                                        <p:attrNameLst>
                                          <p:attrName>style.visibility</p:attrName>
                                        </p:attrNameLst>
                                      </p:cBhvr>
                                      <p:to>
                                        <p:strVal val="visible"/>
                                      </p:to>
                                    </p:set>
                                    <p:animEffect filter="fade" transition="in">
                                      <p:cBhvr>
                                        <p:cTn dur="1000"/>
                                        <p:tgtEl>
                                          <p:spTgt spid="30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0"/>
                                        </p:tgtEl>
                                        <p:attrNameLst>
                                          <p:attrName>style.visibility</p:attrName>
                                        </p:attrNameLst>
                                      </p:cBhvr>
                                      <p:to>
                                        <p:strVal val="visible"/>
                                      </p:to>
                                    </p:set>
                                    <p:animEffect filter="fade" transition="in">
                                      <p:cBhvr>
                                        <p:cTn dur="1000"/>
                                        <p:tgtEl>
                                          <p:spTgt spid="30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3"/>
                                        </p:tgtEl>
                                        <p:attrNameLst>
                                          <p:attrName>style.visibility</p:attrName>
                                        </p:attrNameLst>
                                      </p:cBhvr>
                                      <p:to>
                                        <p:strVal val="visible"/>
                                      </p:to>
                                    </p:set>
                                    <p:animEffect filter="fade" transition="in">
                                      <p:cBhvr>
                                        <p:cTn dur="1000"/>
                                        <p:tgtEl>
                                          <p:spTgt spid="30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2"/>
                                        </p:tgtEl>
                                        <p:attrNameLst>
                                          <p:attrName>style.visibility</p:attrName>
                                        </p:attrNameLst>
                                      </p:cBhvr>
                                      <p:to>
                                        <p:strVal val="visible"/>
                                      </p:to>
                                    </p:set>
                                    <p:animEffect filter="fade" transition="in">
                                      <p:cBhvr>
                                        <p:cTn dur="1000"/>
                                        <p:tgtEl>
                                          <p:spTgt spid="30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4"/>
                                        </p:tgtEl>
                                        <p:attrNameLst>
                                          <p:attrName>style.visibility</p:attrName>
                                        </p:attrNameLst>
                                      </p:cBhvr>
                                      <p:to>
                                        <p:strVal val="visible"/>
                                      </p:to>
                                    </p:set>
                                    <p:animEffect filter="fade" transition="in">
                                      <p:cBhvr>
                                        <p:cTn dur="1000"/>
                                        <p:tgtEl>
                                          <p:spTgt spid="30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5"/>
                                        </p:tgtEl>
                                        <p:attrNameLst>
                                          <p:attrName>style.visibility</p:attrName>
                                        </p:attrNameLst>
                                      </p:cBhvr>
                                      <p:to>
                                        <p:strVal val="visible"/>
                                      </p:to>
                                    </p:set>
                                    <p:animEffect filter="fade" transition="in">
                                      <p:cBhvr>
                                        <p:cTn dur="1000"/>
                                        <p:tgtEl>
                                          <p:spTgt spid="30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6"/>
                                        </p:tgtEl>
                                        <p:attrNameLst>
                                          <p:attrName>style.visibility</p:attrName>
                                        </p:attrNameLst>
                                      </p:cBhvr>
                                      <p:to>
                                        <p:strVal val="visible"/>
                                      </p:to>
                                    </p:set>
                                    <p:animEffect filter="fade" transition="in">
                                      <p:cBhvr>
                                        <p:cTn dur="1000"/>
                                        <p:tgtEl>
                                          <p:spTgt spid="30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7"/>
                                        </p:tgtEl>
                                        <p:attrNameLst>
                                          <p:attrName>style.visibility</p:attrName>
                                        </p:attrNameLst>
                                      </p:cBhvr>
                                      <p:to>
                                        <p:strVal val="visible"/>
                                      </p:to>
                                    </p:set>
                                    <p:animEffect filter="fade" transition="in">
                                      <p:cBhvr>
                                        <p:cTn dur="1000"/>
                                        <p:tgtEl>
                                          <p:spTgt spid="30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9"/>
                                        </p:tgtEl>
                                        <p:attrNameLst>
                                          <p:attrName>style.visibility</p:attrName>
                                        </p:attrNameLst>
                                      </p:cBhvr>
                                      <p:to>
                                        <p:strVal val="visible"/>
                                      </p:to>
                                    </p:set>
                                    <p:animEffect filter="fade" transition="in">
                                      <p:cBhvr>
                                        <p:cTn dur="1000"/>
                                        <p:tgtEl>
                                          <p:spTgt spid="30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3" name="Shape 3123"/>
        <p:cNvGrpSpPr/>
        <p:nvPr/>
      </p:nvGrpSpPr>
      <p:grpSpPr>
        <a:xfrm>
          <a:off x="0" y="0"/>
          <a:ext cx="0" cy="0"/>
          <a:chOff x="0" y="0"/>
          <a:chExt cx="0" cy="0"/>
        </a:xfrm>
      </p:grpSpPr>
      <p:pic>
        <p:nvPicPr>
          <p:cNvPr id="3124" name="Google Shape;3124;p73"/>
          <p:cNvPicPr preferRelativeResize="0"/>
          <p:nvPr/>
        </p:nvPicPr>
        <p:blipFill rotWithShape="1">
          <a:blip r:embed="rId3">
            <a:alphaModFix/>
          </a:blip>
          <a:srcRect b="0" l="9619" r="9619" t="0"/>
          <a:stretch/>
        </p:blipFill>
        <p:spPr>
          <a:xfrm>
            <a:off x="0" y="0"/>
            <a:ext cx="9144000" cy="5143500"/>
          </a:xfrm>
          <a:prstGeom prst="rect">
            <a:avLst/>
          </a:prstGeom>
          <a:noFill/>
          <a:ln>
            <a:noFill/>
          </a:ln>
        </p:spPr>
      </p:pic>
      <p:sp>
        <p:nvSpPr>
          <p:cNvPr id="3125" name="Google Shape;3125;p73"/>
          <p:cNvSpPr txBox="1"/>
          <p:nvPr/>
        </p:nvSpPr>
        <p:spPr>
          <a:xfrm>
            <a:off x="639152" y="259805"/>
            <a:ext cx="3911400" cy="450000"/>
          </a:xfrm>
          <a:prstGeom prst="rect">
            <a:avLst/>
          </a:prstGeom>
          <a:noFill/>
          <a:ln>
            <a:noFill/>
          </a:ln>
        </p:spPr>
        <p:txBody>
          <a:bodyPr anchorCtr="0" anchor="t" bIns="17150" lIns="34275" spcFirstLastPara="1" rIns="34275" wrap="square" tIns="17150">
            <a:noAutofit/>
          </a:bodyPr>
          <a:lstStyle/>
          <a:p>
            <a:pPr indent="0" lvl="0" marL="0" marR="0" rtl="0" algn="l">
              <a:spcBef>
                <a:spcPts val="0"/>
              </a:spcBef>
              <a:spcAft>
                <a:spcPts val="0"/>
              </a:spcAft>
              <a:buNone/>
            </a:pPr>
            <a:r>
              <a:rPr b="1" lang="en" sz="2700">
                <a:solidFill>
                  <a:schemeClr val="dk2"/>
                </a:solidFill>
                <a:latin typeface="Raleway SemiBold"/>
                <a:ea typeface="Raleway SemiBold"/>
                <a:cs typeface="Raleway SemiBold"/>
                <a:sym typeface="Raleway SemiBold"/>
              </a:rPr>
              <a:t>What’s NLP?</a:t>
            </a:r>
            <a:endParaRPr sz="2700">
              <a:solidFill>
                <a:schemeClr val="dk2"/>
              </a:solidFill>
              <a:latin typeface="Raleway SemiBold"/>
              <a:ea typeface="Raleway SemiBold"/>
              <a:cs typeface="Raleway SemiBold"/>
              <a:sym typeface="Raleway SemiBold"/>
            </a:endParaRPr>
          </a:p>
        </p:txBody>
      </p:sp>
      <p:sp>
        <p:nvSpPr>
          <p:cNvPr id="3126" name="Google Shape;3126;p73"/>
          <p:cNvSpPr/>
          <p:nvPr/>
        </p:nvSpPr>
        <p:spPr>
          <a:xfrm>
            <a:off x="517832" y="259809"/>
            <a:ext cx="40500" cy="450000"/>
          </a:xfrm>
          <a:prstGeom prst="rect">
            <a:avLst/>
          </a:prstGeom>
          <a:gradFill>
            <a:gsLst>
              <a:gs pos="0">
                <a:schemeClr val="accent3"/>
              </a:gs>
              <a:gs pos="100000">
                <a:schemeClr val="accent2"/>
              </a:gs>
            </a:gsLst>
            <a:lin ang="5400700" scaled="0"/>
          </a:gradFill>
          <a:ln>
            <a:noFill/>
          </a:ln>
        </p:spPr>
        <p:txBody>
          <a:bodyPr anchorCtr="0" anchor="ctr" bIns="34300" lIns="34300" spcFirstLastPara="1" rIns="34300" wrap="square" tIns="34300">
            <a:noAutofit/>
          </a:bodyPr>
          <a:lstStyle/>
          <a:p>
            <a:pPr indent="0" lvl="0" marL="0" marR="0" rtl="0" algn="r">
              <a:lnSpc>
                <a:spcPct val="100000"/>
              </a:lnSpc>
              <a:spcBef>
                <a:spcPts val="0"/>
              </a:spcBef>
              <a:spcAft>
                <a:spcPts val="0"/>
              </a:spcAft>
              <a:buNone/>
            </a:pPr>
            <a:r>
              <a:t/>
            </a:r>
            <a:endParaRPr sz="1200">
              <a:solidFill>
                <a:schemeClr val="lt1"/>
              </a:solidFill>
              <a:latin typeface="Raleway"/>
              <a:ea typeface="Raleway"/>
              <a:cs typeface="Raleway"/>
              <a:sym typeface="Ralew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1" name="Shape 3131"/>
        <p:cNvGrpSpPr/>
        <p:nvPr/>
      </p:nvGrpSpPr>
      <p:grpSpPr>
        <a:xfrm>
          <a:off x="0" y="0"/>
          <a:ext cx="0" cy="0"/>
          <a:chOff x="0" y="0"/>
          <a:chExt cx="0" cy="0"/>
        </a:xfrm>
      </p:grpSpPr>
      <p:grpSp>
        <p:nvGrpSpPr>
          <p:cNvPr id="3132" name="Google Shape;3132;p74"/>
          <p:cNvGrpSpPr/>
          <p:nvPr/>
        </p:nvGrpSpPr>
        <p:grpSpPr>
          <a:xfrm>
            <a:off x="-257244" y="0"/>
            <a:ext cx="6903612" cy="5143500"/>
            <a:chOff x="-685800" y="0"/>
            <a:chExt cx="18404724" cy="13716000"/>
          </a:xfrm>
        </p:grpSpPr>
        <p:sp>
          <p:nvSpPr>
            <p:cNvPr id="3133" name="Google Shape;3133;p74"/>
            <p:cNvSpPr/>
            <p:nvPr/>
          </p:nvSpPr>
          <p:spPr>
            <a:xfrm>
              <a:off x="-685800" y="0"/>
              <a:ext cx="3151800" cy="13696500"/>
            </a:xfrm>
            <a:prstGeom prst="rect">
              <a:avLst/>
            </a:prstGeom>
            <a:solidFill>
              <a:srgbClr val="36323E"/>
            </a:solidFill>
            <a:ln>
              <a:noFill/>
            </a:ln>
          </p:spPr>
          <p:txBody>
            <a:bodyPr anchorCtr="0" anchor="ctr" bIns="34300" lIns="34300" spcFirstLastPara="1" rIns="34300" wrap="square" tIns="34300">
              <a:noAutofit/>
            </a:bodyPr>
            <a:lstStyle/>
            <a:p>
              <a:pPr indent="0" lvl="0" marL="0" rtl="0" algn="l">
                <a:spcBef>
                  <a:spcPts val="0"/>
                </a:spcBef>
                <a:spcAft>
                  <a:spcPts val="0"/>
                </a:spcAft>
                <a:buNone/>
              </a:pPr>
              <a:r>
                <a:t/>
              </a:r>
              <a:endParaRPr/>
            </a:p>
          </p:txBody>
        </p:sp>
        <p:pic>
          <p:nvPicPr>
            <p:cNvPr id="3134" name="Google Shape;3134;p74"/>
            <p:cNvPicPr preferRelativeResize="0"/>
            <p:nvPr/>
          </p:nvPicPr>
          <p:blipFill rotWithShape="1">
            <a:blip r:embed="rId3">
              <a:alphaModFix/>
            </a:blip>
            <a:srcRect b="22534" l="21667" r="0" t="19089"/>
            <a:stretch/>
          </p:blipFill>
          <p:spPr>
            <a:xfrm>
              <a:off x="-685800" y="0"/>
              <a:ext cx="18404724" cy="13716000"/>
            </a:xfrm>
            <a:prstGeom prst="rect">
              <a:avLst/>
            </a:prstGeom>
            <a:noFill/>
            <a:ln>
              <a:noFill/>
            </a:ln>
          </p:spPr>
        </p:pic>
        <p:sp>
          <p:nvSpPr>
            <p:cNvPr id="3135" name="Google Shape;3135;p74"/>
            <p:cNvSpPr/>
            <p:nvPr/>
          </p:nvSpPr>
          <p:spPr>
            <a:xfrm>
              <a:off x="-685800" y="0"/>
              <a:ext cx="2840400" cy="11890200"/>
            </a:xfrm>
            <a:prstGeom prst="rect">
              <a:avLst/>
            </a:prstGeom>
            <a:solidFill>
              <a:srgbClr val="36323E"/>
            </a:solidFill>
            <a:ln>
              <a:noFill/>
            </a:ln>
          </p:spPr>
          <p:txBody>
            <a:bodyPr anchorCtr="0" anchor="ctr" bIns="34300" lIns="34300" spcFirstLastPara="1" rIns="34300" wrap="square" tIns="34300">
              <a:noAutofit/>
            </a:bodyPr>
            <a:lstStyle/>
            <a:p>
              <a:pPr indent="0" lvl="0" marL="0" rtl="0" algn="l">
                <a:spcBef>
                  <a:spcPts val="0"/>
                </a:spcBef>
                <a:spcAft>
                  <a:spcPts val="0"/>
                </a:spcAft>
                <a:buNone/>
              </a:pPr>
              <a:r>
                <a:t/>
              </a:r>
              <a:endParaRPr sz="500"/>
            </a:p>
          </p:txBody>
        </p:sp>
      </p:grpSp>
      <p:sp>
        <p:nvSpPr>
          <p:cNvPr id="3136" name="Google Shape;3136;p74"/>
          <p:cNvSpPr/>
          <p:nvPr/>
        </p:nvSpPr>
        <p:spPr>
          <a:xfrm>
            <a:off x="-262718" y="-7296"/>
            <a:ext cx="5735992" cy="5166272"/>
          </a:xfrm>
          <a:custGeom>
            <a:rect b="b" l="l" r="r" t="t"/>
            <a:pathLst>
              <a:path extrusionOk="0" h="551069" w="611676">
                <a:moveTo>
                  <a:pt x="540080" y="0"/>
                </a:moveTo>
                <a:lnTo>
                  <a:pt x="544749" y="12451"/>
                </a:lnTo>
                <a:lnTo>
                  <a:pt x="547084" y="22568"/>
                </a:lnTo>
                <a:lnTo>
                  <a:pt x="552531" y="34241"/>
                </a:lnTo>
                <a:lnTo>
                  <a:pt x="565761" y="70039"/>
                </a:lnTo>
                <a:lnTo>
                  <a:pt x="573543" y="105059"/>
                </a:lnTo>
                <a:lnTo>
                  <a:pt x="576656" y="147082"/>
                </a:lnTo>
                <a:lnTo>
                  <a:pt x="573543" y="178211"/>
                </a:lnTo>
                <a:lnTo>
                  <a:pt x="570430" y="213230"/>
                </a:lnTo>
                <a:lnTo>
                  <a:pt x="571209" y="242802"/>
                </a:lnTo>
                <a:lnTo>
                  <a:pt x="578212" y="269262"/>
                </a:lnTo>
                <a:lnTo>
                  <a:pt x="587551" y="298055"/>
                </a:lnTo>
                <a:lnTo>
                  <a:pt x="600781" y="322958"/>
                </a:lnTo>
                <a:lnTo>
                  <a:pt x="611676" y="336966"/>
                </a:lnTo>
                <a:lnTo>
                  <a:pt x="611676" y="347083"/>
                </a:lnTo>
                <a:lnTo>
                  <a:pt x="604672" y="360313"/>
                </a:lnTo>
                <a:lnTo>
                  <a:pt x="595333" y="367316"/>
                </a:lnTo>
                <a:lnTo>
                  <a:pt x="566539" y="376655"/>
                </a:lnTo>
                <a:lnTo>
                  <a:pt x="563426" y="440468"/>
                </a:lnTo>
                <a:lnTo>
                  <a:pt x="555644" y="501947"/>
                </a:lnTo>
                <a:lnTo>
                  <a:pt x="546325" y="551069"/>
                </a:lnTo>
                <a:lnTo>
                  <a:pt x="19" y="548735"/>
                </a:lnTo>
                <a:lnTo>
                  <a:pt x="0" y="0"/>
                </a:lnTo>
                <a:close/>
              </a:path>
            </a:pathLst>
          </a:custGeom>
          <a:gradFill>
            <a:gsLst>
              <a:gs pos="0">
                <a:schemeClr val="accent4"/>
              </a:gs>
              <a:gs pos="100000">
                <a:srgbClr val="EC4E75">
                  <a:alpha val="21961"/>
                </a:srgbClr>
              </a:gs>
            </a:gsLst>
            <a:lin ang="0" scaled="0"/>
          </a:gradFill>
          <a:ln>
            <a:noFill/>
          </a:ln>
        </p:spPr>
      </p:sp>
      <p:pic>
        <p:nvPicPr>
          <p:cNvPr id="3137" name="Google Shape;3137;p74"/>
          <p:cNvPicPr preferRelativeResize="0"/>
          <p:nvPr/>
        </p:nvPicPr>
        <p:blipFill>
          <a:blip r:embed="rId4">
            <a:alphaModFix/>
          </a:blip>
          <a:stretch>
            <a:fillRect/>
          </a:stretch>
        </p:blipFill>
        <p:spPr>
          <a:xfrm>
            <a:off x="6407944" y="1476778"/>
            <a:ext cx="2259309" cy="2189944"/>
          </a:xfrm>
          <a:prstGeom prst="rect">
            <a:avLst/>
          </a:prstGeom>
          <a:noFill/>
          <a:ln>
            <a:noFill/>
          </a:ln>
        </p:spPr>
      </p:pic>
      <p:pic>
        <p:nvPicPr>
          <p:cNvPr id="3138" name="Google Shape;3138;p74"/>
          <p:cNvPicPr preferRelativeResize="0"/>
          <p:nvPr/>
        </p:nvPicPr>
        <p:blipFill rotWithShape="1">
          <a:blip r:embed="rId5">
            <a:alphaModFix/>
          </a:blip>
          <a:srcRect b="0" l="0" r="82506" t="62775"/>
          <a:stretch/>
        </p:blipFill>
        <p:spPr>
          <a:xfrm>
            <a:off x="5605272" y="313716"/>
            <a:ext cx="382524" cy="413503"/>
          </a:xfrm>
          <a:prstGeom prst="rect">
            <a:avLst/>
          </a:prstGeom>
          <a:noFill/>
          <a:ln>
            <a:noFill/>
          </a:ln>
        </p:spPr>
      </p:pic>
      <p:pic>
        <p:nvPicPr>
          <p:cNvPr id="3139" name="Google Shape;3139;p74"/>
          <p:cNvPicPr preferRelativeResize="0"/>
          <p:nvPr/>
        </p:nvPicPr>
        <p:blipFill rotWithShape="1">
          <a:blip r:embed="rId5">
            <a:alphaModFix/>
          </a:blip>
          <a:srcRect b="0" l="20608" r="61897" t="62775"/>
          <a:stretch/>
        </p:blipFill>
        <p:spPr>
          <a:xfrm>
            <a:off x="5605272" y="727219"/>
            <a:ext cx="382524" cy="413503"/>
          </a:xfrm>
          <a:prstGeom prst="rect">
            <a:avLst/>
          </a:prstGeom>
          <a:noFill/>
          <a:ln>
            <a:noFill/>
          </a:ln>
        </p:spPr>
      </p:pic>
      <p:pic>
        <p:nvPicPr>
          <p:cNvPr id="3140" name="Google Shape;3140;p74"/>
          <p:cNvPicPr preferRelativeResize="0"/>
          <p:nvPr/>
        </p:nvPicPr>
        <p:blipFill rotWithShape="1">
          <a:blip r:embed="rId5">
            <a:alphaModFix/>
          </a:blip>
          <a:srcRect b="0" l="82618" r="-112" t="62775"/>
          <a:stretch/>
        </p:blipFill>
        <p:spPr>
          <a:xfrm>
            <a:off x="5605272" y="1140722"/>
            <a:ext cx="382524" cy="413503"/>
          </a:xfrm>
          <a:prstGeom prst="rect">
            <a:avLst/>
          </a:prstGeom>
          <a:noFill/>
          <a:ln>
            <a:noFill/>
          </a:ln>
        </p:spPr>
      </p:pic>
      <p:pic>
        <p:nvPicPr>
          <p:cNvPr id="3141" name="Google Shape;3141;p74"/>
          <p:cNvPicPr preferRelativeResize="0"/>
          <p:nvPr/>
        </p:nvPicPr>
        <p:blipFill rotWithShape="1">
          <a:blip r:embed="rId5">
            <a:alphaModFix/>
          </a:blip>
          <a:srcRect b="0" l="41518" r="40988" t="62775"/>
          <a:stretch/>
        </p:blipFill>
        <p:spPr>
          <a:xfrm>
            <a:off x="5222748" y="933966"/>
            <a:ext cx="382524" cy="413503"/>
          </a:xfrm>
          <a:prstGeom prst="rect">
            <a:avLst/>
          </a:prstGeom>
          <a:noFill/>
          <a:ln>
            <a:noFill/>
          </a:ln>
        </p:spPr>
      </p:pic>
      <p:pic>
        <p:nvPicPr>
          <p:cNvPr id="3142" name="Google Shape;3142;p74"/>
          <p:cNvPicPr preferRelativeResize="0"/>
          <p:nvPr/>
        </p:nvPicPr>
        <p:blipFill rotWithShape="1">
          <a:blip r:embed="rId5">
            <a:alphaModFix/>
          </a:blip>
          <a:srcRect b="0" l="62013" r="20493" t="62775"/>
          <a:stretch/>
        </p:blipFill>
        <p:spPr>
          <a:xfrm>
            <a:off x="5222748" y="520463"/>
            <a:ext cx="382524" cy="413503"/>
          </a:xfrm>
          <a:prstGeom prst="rect">
            <a:avLst/>
          </a:prstGeom>
          <a:noFill/>
          <a:ln>
            <a:noFill/>
          </a:ln>
        </p:spPr>
      </p:pic>
      <p:sp>
        <p:nvSpPr>
          <p:cNvPr id="3143" name="Google Shape;3143;p74"/>
          <p:cNvSpPr/>
          <p:nvPr/>
        </p:nvSpPr>
        <p:spPr>
          <a:xfrm flipH="1">
            <a:off x="6119729" y="671203"/>
            <a:ext cx="1550100" cy="805500"/>
          </a:xfrm>
          <a:prstGeom prst="bentArrow">
            <a:avLst>
              <a:gd fmla="val 25000" name="adj1"/>
              <a:gd fmla="val 26771" name="adj2"/>
              <a:gd fmla="val 25000" name="adj3"/>
              <a:gd fmla="val 43750" name="adj4"/>
            </a:avLst>
          </a:prstGeom>
          <a:solidFill>
            <a:srgbClr val="EAD1DC"/>
          </a:solidFill>
          <a:ln>
            <a:noFill/>
          </a:ln>
        </p:spPr>
        <p:txBody>
          <a:bodyPr anchorCtr="0" anchor="ctr" bIns="34300" lIns="34300" spcFirstLastPara="1" rIns="34300" wrap="square" tIns="34300">
            <a:noAutofit/>
          </a:bodyPr>
          <a:lstStyle/>
          <a:p>
            <a:pPr indent="0" lvl="0" marL="0" rtl="0" algn="l">
              <a:spcBef>
                <a:spcPts val="0"/>
              </a:spcBef>
              <a:spcAft>
                <a:spcPts val="0"/>
              </a:spcAft>
              <a:buNone/>
            </a:pPr>
            <a:r>
              <a:t/>
            </a:r>
            <a:endParaRPr sz="500"/>
          </a:p>
        </p:txBody>
      </p:sp>
      <p:sp>
        <p:nvSpPr>
          <p:cNvPr id="3144" name="Google Shape;3144;p74"/>
          <p:cNvSpPr txBox="1"/>
          <p:nvPr/>
        </p:nvSpPr>
        <p:spPr>
          <a:xfrm>
            <a:off x="3744450" y="448800"/>
            <a:ext cx="1478400" cy="780600"/>
          </a:xfrm>
          <a:prstGeom prst="rect">
            <a:avLst/>
          </a:prstGeom>
          <a:noFill/>
          <a:ln>
            <a:noFill/>
          </a:ln>
          <a:effectLst>
            <a:outerShdw blurRad="57150" rotWithShape="0" algn="bl" dir="5400000" dist="19050">
              <a:srgbClr val="000000">
                <a:alpha val="50000"/>
              </a:srgbClr>
            </a:outerShdw>
          </a:effectLst>
        </p:spPr>
        <p:txBody>
          <a:bodyPr anchorCtr="0" anchor="t" bIns="17150" lIns="34300" spcFirstLastPara="1" rIns="34300" wrap="square" tIns="17150">
            <a:noAutofit/>
          </a:bodyPr>
          <a:lstStyle/>
          <a:p>
            <a:pPr indent="0" lvl="0" marL="0" marR="0" rtl="0" algn="l">
              <a:spcBef>
                <a:spcPts val="0"/>
              </a:spcBef>
              <a:spcAft>
                <a:spcPts val="0"/>
              </a:spcAft>
              <a:buNone/>
            </a:pPr>
            <a:r>
              <a:rPr lang="en" sz="1800">
                <a:solidFill>
                  <a:schemeClr val="lt1"/>
                </a:solidFill>
                <a:latin typeface="Raleway SemiBold"/>
                <a:ea typeface="Raleway SemiBold"/>
                <a:cs typeface="Raleway SemiBold"/>
                <a:sym typeface="Raleway SemiBold"/>
              </a:rPr>
              <a:t>Generalize</a:t>
            </a:r>
            <a:endParaRPr sz="1800">
              <a:solidFill>
                <a:schemeClr val="lt1"/>
              </a:solidFill>
              <a:latin typeface="Raleway SemiBold"/>
              <a:ea typeface="Raleway SemiBold"/>
              <a:cs typeface="Raleway SemiBold"/>
              <a:sym typeface="Raleway SemiBold"/>
            </a:endParaRPr>
          </a:p>
          <a:p>
            <a:pPr indent="0" lvl="0" marL="0" marR="0" rtl="0" algn="l">
              <a:spcBef>
                <a:spcPts val="0"/>
              </a:spcBef>
              <a:spcAft>
                <a:spcPts val="0"/>
              </a:spcAft>
              <a:buNone/>
            </a:pPr>
            <a:r>
              <a:rPr lang="en" sz="1800">
                <a:solidFill>
                  <a:schemeClr val="lt1"/>
                </a:solidFill>
                <a:latin typeface="Raleway SemiBold"/>
                <a:ea typeface="Raleway SemiBold"/>
                <a:cs typeface="Raleway SemiBold"/>
                <a:sym typeface="Raleway SemiBold"/>
              </a:rPr>
              <a:t>Distort</a:t>
            </a:r>
            <a:endParaRPr sz="1800">
              <a:solidFill>
                <a:schemeClr val="lt1"/>
              </a:solidFill>
              <a:latin typeface="Raleway SemiBold"/>
              <a:ea typeface="Raleway SemiBold"/>
              <a:cs typeface="Raleway SemiBold"/>
              <a:sym typeface="Raleway SemiBold"/>
            </a:endParaRPr>
          </a:p>
          <a:p>
            <a:pPr indent="0" lvl="0" marL="0" marR="0" rtl="0" algn="l">
              <a:spcBef>
                <a:spcPts val="0"/>
              </a:spcBef>
              <a:spcAft>
                <a:spcPts val="0"/>
              </a:spcAft>
              <a:buNone/>
            </a:pPr>
            <a:r>
              <a:rPr lang="en" sz="1800">
                <a:solidFill>
                  <a:schemeClr val="lt1"/>
                </a:solidFill>
                <a:latin typeface="Raleway SemiBold"/>
                <a:ea typeface="Raleway SemiBold"/>
                <a:cs typeface="Raleway SemiBold"/>
                <a:sym typeface="Raleway SemiBold"/>
              </a:rPr>
              <a:t>Delete</a:t>
            </a:r>
            <a:endParaRPr sz="1800">
              <a:solidFill>
                <a:schemeClr val="lt1"/>
              </a:solidFill>
              <a:latin typeface="Raleway SemiBold"/>
              <a:ea typeface="Raleway SemiBold"/>
              <a:cs typeface="Raleway SemiBold"/>
              <a:sym typeface="Raleway SemiBold"/>
            </a:endParaRPr>
          </a:p>
        </p:txBody>
      </p:sp>
      <p:sp>
        <p:nvSpPr>
          <p:cNvPr id="3145" name="Google Shape;3145;p74"/>
          <p:cNvSpPr/>
          <p:nvPr/>
        </p:nvSpPr>
        <p:spPr>
          <a:xfrm>
            <a:off x="2437441" y="671203"/>
            <a:ext cx="1065300" cy="413700"/>
          </a:xfrm>
          <a:prstGeom prst="leftArrow">
            <a:avLst>
              <a:gd fmla="val 50000" name="adj1"/>
              <a:gd fmla="val 61749" name="adj2"/>
            </a:avLst>
          </a:prstGeom>
          <a:solidFill>
            <a:srgbClr val="EAD1DC"/>
          </a:solidFill>
          <a:ln>
            <a:noFill/>
          </a:ln>
        </p:spPr>
        <p:txBody>
          <a:bodyPr anchorCtr="0" anchor="ctr" bIns="34300" lIns="34300" spcFirstLastPara="1" rIns="34300" wrap="square" tIns="34300">
            <a:noAutofit/>
          </a:bodyPr>
          <a:lstStyle/>
          <a:p>
            <a:pPr indent="0" lvl="0" marL="0" marR="0" rtl="0" algn="l">
              <a:lnSpc>
                <a:spcPct val="100000"/>
              </a:lnSpc>
              <a:spcBef>
                <a:spcPts val="0"/>
              </a:spcBef>
              <a:spcAft>
                <a:spcPts val="0"/>
              </a:spcAft>
              <a:buNone/>
            </a:pPr>
            <a:r>
              <a:t/>
            </a:r>
            <a:endParaRPr sz="500"/>
          </a:p>
        </p:txBody>
      </p:sp>
      <p:sp>
        <p:nvSpPr>
          <p:cNvPr id="3146" name="Google Shape;3146;p74"/>
          <p:cNvSpPr txBox="1"/>
          <p:nvPr/>
        </p:nvSpPr>
        <p:spPr>
          <a:xfrm>
            <a:off x="131359" y="448800"/>
            <a:ext cx="2145300" cy="780600"/>
          </a:xfrm>
          <a:prstGeom prst="rect">
            <a:avLst/>
          </a:prstGeom>
          <a:noFill/>
          <a:ln>
            <a:noFill/>
          </a:ln>
          <a:effectLst>
            <a:outerShdw blurRad="57150" rotWithShape="0" algn="bl" dir="5400000" dist="19050">
              <a:srgbClr val="000000">
                <a:alpha val="50000"/>
              </a:srgbClr>
            </a:outerShdw>
          </a:effectLst>
        </p:spPr>
        <p:txBody>
          <a:bodyPr anchorCtr="0" anchor="t" bIns="17150" lIns="34300" spcFirstLastPara="1" rIns="34300" wrap="square" tIns="17150">
            <a:noAutofit/>
          </a:bodyPr>
          <a:lstStyle/>
          <a:p>
            <a:pPr indent="0" lvl="0" marL="0" marR="0" rtl="0" algn="l">
              <a:spcBef>
                <a:spcPts val="0"/>
              </a:spcBef>
              <a:spcAft>
                <a:spcPts val="0"/>
              </a:spcAft>
              <a:buNone/>
            </a:pPr>
            <a:r>
              <a:rPr lang="en" sz="1800">
                <a:solidFill>
                  <a:schemeClr val="lt1"/>
                </a:solidFill>
                <a:latin typeface="Raleway SemiBold"/>
                <a:ea typeface="Raleway SemiBold"/>
                <a:cs typeface="Raleway SemiBold"/>
                <a:sym typeface="Raleway SemiBold"/>
              </a:rPr>
              <a:t>INTERNAL REPRESENTATION</a:t>
            </a:r>
            <a:endParaRPr sz="1800">
              <a:solidFill>
                <a:schemeClr val="lt1"/>
              </a:solidFill>
              <a:latin typeface="Raleway SemiBold"/>
              <a:ea typeface="Raleway SemiBold"/>
              <a:cs typeface="Raleway SemiBold"/>
              <a:sym typeface="Raleway SemiBold"/>
            </a:endParaRPr>
          </a:p>
          <a:p>
            <a:pPr indent="0" lvl="0" marL="0" marR="0" rtl="0" algn="l">
              <a:spcBef>
                <a:spcPts val="0"/>
              </a:spcBef>
              <a:spcAft>
                <a:spcPts val="0"/>
              </a:spcAft>
              <a:buNone/>
            </a:pPr>
            <a:r>
              <a:rPr lang="en" sz="1500">
                <a:solidFill>
                  <a:schemeClr val="lt1"/>
                </a:solidFill>
                <a:latin typeface="Raleway Medium"/>
                <a:ea typeface="Raleway Medium"/>
                <a:cs typeface="Raleway Medium"/>
                <a:sym typeface="Raleway Medium"/>
              </a:rPr>
              <a:t>Collage vs Library</a:t>
            </a:r>
            <a:endParaRPr sz="1500">
              <a:solidFill>
                <a:schemeClr val="lt1"/>
              </a:solidFill>
              <a:latin typeface="Raleway Medium"/>
              <a:ea typeface="Raleway Medium"/>
              <a:cs typeface="Raleway Medium"/>
              <a:sym typeface="Raleway Medium"/>
            </a:endParaRPr>
          </a:p>
        </p:txBody>
      </p:sp>
      <p:sp>
        <p:nvSpPr>
          <p:cNvPr id="3147" name="Google Shape;3147;p74"/>
          <p:cNvSpPr txBox="1"/>
          <p:nvPr/>
        </p:nvSpPr>
        <p:spPr>
          <a:xfrm>
            <a:off x="131359" y="2372447"/>
            <a:ext cx="2145300" cy="780600"/>
          </a:xfrm>
          <a:prstGeom prst="rect">
            <a:avLst/>
          </a:prstGeom>
          <a:noFill/>
          <a:ln>
            <a:noFill/>
          </a:ln>
          <a:effectLst>
            <a:outerShdw blurRad="57150" rotWithShape="0" algn="bl" dir="5400000" dist="19050">
              <a:srgbClr val="000000">
                <a:alpha val="50000"/>
              </a:srgbClr>
            </a:outerShdw>
          </a:effectLst>
        </p:spPr>
        <p:txBody>
          <a:bodyPr anchorCtr="0" anchor="t" bIns="17150" lIns="34300" spcFirstLastPara="1" rIns="34300" wrap="square" tIns="17150">
            <a:noAutofit/>
          </a:bodyPr>
          <a:lstStyle/>
          <a:p>
            <a:pPr indent="0" lvl="0" marL="0" marR="0" rtl="0" algn="l">
              <a:spcBef>
                <a:spcPts val="0"/>
              </a:spcBef>
              <a:spcAft>
                <a:spcPts val="0"/>
              </a:spcAft>
              <a:buNone/>
            </a:pPr>
            <a:r>
              <a:rPr lang="en" sz="1800">
                <a:solidFill>
                  <a:schemeClr val="lt1"/>
                </a:solidFill>
                <a:latin typeface="Raleway SemiBold"/>
                <a:ea typeface="Raleway SemiBold"/>
                <a:cs typeface="Raleway SemiBold"/>
                <a:sym typeface="Raleway SemiBold"/>
              </a:rPr>
              <a:t>STATE</a:t>
            </a:r>
            <a:endParaRPr sz="1800">
              <a:solidFill>
                <a:schemeClr val="lt1"/>
              </a:solidFill>
              <a:latin typeface="Raleway SemiBold"/>
              <a:ea typeface="Raleway SemiBold"/>
              <a:cs typeface="Raleway SemiBold"/>
              <a:sym typeface="Raleway SemiBold"/>
            </a:endParaRPr>
          </a:p>
          <a:p>
            <a:pPr indent="0" lvl="0" marL="0" rtl="0" algn="l">
              <a:spcBef>
                <a:spcPts val="0"/>
              </a:spcBef>
              <a:spcAft>
                <a:spcPts val="0"/>
              </a:spcAft>
              <a:buNone/>
            </a:pPr>
            <a:r>
              <a:rPr lang="en" sz="1500">
                <a:solidFill>
                  <a:schemeClr val="lt1"/>
                </a:solidFill>
                <a:latin typeface="Raleway Medium"/>
                <a:ea typeface="Raleway Medium"/>
                <a:cs typeface="Raleway Medium"/>
                <a:sym typeface="Raleway Medium"/>
              </a:rPr>
              <a:t>Meaning</a:t>
            </a:r>
            <a:endParaRPr sz="1800">
              <a:solidFill>
                <a:schemeClr val="lt1"/>
              </a:solidFill>
              <a:latin typeface="Raleway SemiBold"/>
              <a:ea typeface="Raleway SemiBold"/>
              <a:cs typeface="Raleway SemiBold"/>
              <a:sym typeface="Raleway SemiBold"/>
            </a:endParaRPr>
          </a:p>
        </p:txBody>
      </p:sp>
      <p:sp>
        <p:nvSpPr>
          <p:cNvPr id="3148" name="Google Shape;3148;p74"/>
          <p:cNvSpPr txBox="1"/>
          <p:nvPr/>
        </p:nvSpPr>
        <p:spPr>
          <a:xfrm>
            <a:off x="131359" y="3984806"/>
            <a:ext cx="2145300" cy="780600"/>
          </a:xfrm>
          <a:prstGeom prst="rect">
            <a:avLst/>
          </a:prstGeom>
          <a:noFill/>
          <a:ln>
            <a:noFill/>
          </a:ln>
          <a:effectLst>
            <a:outerShdw blurRad="57150" rotWithShape="0" algn="bl" dir="5400000" dist="19050">
              <a:srgbClr val="000000">
                <a:alpha val="50000"/>
              </a:srgbClr>
            </a:outerShdw>
          </a:effectLst>
        </p:spPr>
        <p:txBody>
          <a:bodyPr anchorCtr="0" anchor="t" bIns="17150" lIns="34300" spcFirstLastPara="1" rIns="34300" wrap="square" tIns="17150">
            <a:noAutofit/>
          </a:bodyPr>
          <a:lstStyle/>
          <a:p>
            <a:pPr indent="0" lvl="0" marL="0" marR="0" rtl="0" algn="l">
              <a:spcBef>
                <a:spcPts val="0"/>
              </a:spcBef>
              <a:spcAft>
                <a:spcPts val="0"/>
              </a:spcAft>
              <a:buNone/>
            </a:pPr>
            <a:r>
              <a:rPr lang="en" sz="1800">
                <a:solidFill>
                  <a:schemeClr val="lt1"/>
                </a:solidFill>
                <a:latin typeface="Raleway SemiBold"/>
                <a:ea typeface="Raleway SemiBold"/>
                <a:cs typeface="Raleway SemiBold"/>
                <a:sym typeface="Raleway SemiBold"/>
              </a:rPr>
              <a:t>PHYSICOLOGY</a:t>
            </a:r>
            <a:endParaRPr sz="1800">
              <a:solidFill>
                <a:schemeClr val="lt1"/>
              </a:solidFill>
              <a:latin typeface="Raleway SemiBold"/>
              <a:ea typeface="Raleway SemiBold"/>
              <a:cs typeface="Raleway SemiBold"/>
              <a:sym typeface="Raleway SemiBold"/>
            </a:endParaRPr>
          </a:p>
          <a:p>
            <a:pPr indent="0" lvl="0" marL="0" marR="0" rtl="0" algn="l">
              <a:spcBef>
                <a:spcPts val="0"/>
              </a:spcBef>
              <a:spcAft>
                <a:spcPts val="0"/>
              </a:spcAft>
              <a:buNone/>
            </a:pPr>
            <a:r>
              <a:rPr lang="en" sz="1500">
                <a:solidFill>
                  <a:schemeClr val="lt1"/>
                </a:solidFill>
                <a:latin typeface="Raleway Medium"/>
                <a:ea typeface="Raleway Medium"/>
                <a:cs typeface="Raleway Medium"/>
                <a:sym typeface="Raleway Medium"/>
              </a:rPr>
              <a:t>Feeling</a:t>
            </a:r>
            <a:endParaRPr sz="1500">
              <a:solidFill>
                <a:schemeClr val="lt1"/>
              </a:solidFill>
              <a:latin typeface="Raleway Medium"/>
              <a:ea typeface="Raleway Medium"/>
              <a:cs typeface="Raleway Medium"/>
              <a:sym typeface="Raleway Medium"/>
            </a:endParaRPr>
          </a:p>
        </p:txBody>
      </p:sp>
      <p:sp>
        <p:nvSpPr>
          <p:cNvPr id="3149" name="Google Shape;3149;p74"/>
          <p:cNvSpPr/>
          <p:nvPr/>
        </p:nvSpPr>
        <p:spPr>
          <a:xfrm rot="-5400000">
            <a:off x="180338" y="1628822"/>
            <a:ext cx="850800" cy="413700"/>
          </a:xfrm>
          <a:prstGeom prst="leftArrow">
            <a:avLst>
              <a:gd fmla="val 50000" name="adj1"/>
              <a:gd fmla="val 61749" name="adj2"/>
            </a:avLst>
          </a:prstGeom>
          <a:solidFill>
            <a:srgbClr val="C27BA0"/>
          </a:solidFill>
          <a:ln>
            <a:noFill/>
          </a:ln>
        </p:spPr>
        <p:txBody>
          <a:bodyPr anchorCtr="0" anchor="ctr" bIns="34300" lIns="34300" spcFirstLastPara="1" rIns="34300" wrap="square" tIns="34300">
            <a:noAutofit/>
          </a:bodyPr>
          <a:lstStyle/>
          <a:p>
            <a:pPr indent="0" lvl="0" marL="0" marR="0" rtl="0" algn="l">
              <a:lnSpc>
                <a:spcPct val="100000"/>
              </a:lnSpc>
              <a:spcBef>
                <a:spcPts val="0"/>
              </a:spcBef>
              <a:spcAft>
                <a:spcPts val="0"/>
              </a:spcAft>
              <a:buNone/>
            </a:pPr>
            <a:r>
              <a:t/>
            </a:r>
            <a:endParaRPr sz="500"/>
          </a:p>
        </p:txBody>
      </p:sp>
      <p:sp>
        <p:nvSpPr>
          <p:cNvPr id="3150" name="Google Shape;3150;p74"/>
          <p:cNvSpPr/>
          <p:nvPr/>
        </p:nvSpPr>
        <p:spPr>
          <a:xfrm rot="-5400000">
            <a:off x="180338" y="3253950"/>
            <a:ext cx="850800" cy="413700"/>
          </a:xfrm>
          <a:prstGeom prst="leftArrow">
            <a:avLst>
              <a:gd fmla="val 50000" name="adj1"/>
              <a:gd fmla="val 61749" name="adj2"/>
            </a:avLst>
          </a:prstGeom>
          <a:solidFill>
            <a:srgbClr val="C27BA0"/>
          </a:solidFill>
          <a:ln>
            <a:noFill/>
          </a:ln>
        </p:spPr>
        <p:txBody>
          <a:bodyPr anchorCtr="0" anchor="ctr" bIns="34300" lIns="34300" spcFirstLastPara="1" rIns="34300" wrap="square" tIns="34300">
            <a:noAutofit/>
          </a:bodyPr>
          <a:lstStyle/>
          <a:p>
            <a:pPr indent="0" lvl="0" marL="0" marR="0" rtl="0" algn="l">
              <a:lnSpc>
                <a:spcPct val="100000"/>
              </a:lnSpc>
              <a:spcBef>
                <a:spcPts val="0"/>
              </a:spcBef>
              <a:spcAft>
                <a:spcPts val="0"/>
              </a:spcAft>
              <a:buNone/>
            </a:pPr>
            <a:r>
              <a:t/>
            </a:r>
            <a:endParaRPr sz="500"/>
          </a:p>
        </p:txBody>
      </p:sp>
      <p:sp>
        <p:nvSpPr>
          <p:cNvPr id="3151" name="Google Shape;3151;p74"/>
          <p:cNvSpPr/>
          <p:nvPr/>
        </p:nvSpPr>
        <p:spPr>
          <a:xfrm rot="10800000">
            <a:off x="1919287" y="4226569"/>
            <a:ext cx="4305600" cy="413700"/>
          </a:xfrm>
          <a:prstGeom prst="leftArrow">
            <a:avLst>
              <a:gd fmla="val 50000" name="adj1"/>
              <a:gd fmla="val 61749" name="adj2"/>
            </a:avLst>
          </a:prstGeom>
          <a:solidFill>
            <a:srgbClr val="C27BA0"/>
          </a:solidFill>
          <a:ln>
            <a:noFill/>
          </a:ln>
        </p:spPr>
        <p:txBody>
          <a:bodyPr anchorCtr="0" anchor="ctr" bIns="34300" lIns="34300" spcFirstLastPara="1" rIns="34300" wrap="square" tIns="34300">
            <a:noAutofit/>
          </a:bodyPr>
          <a:lstStyle/>
          <a:p>
            <a:pPr indent="0" lvl="0" marL="0" marR="0" rtl="0" algn="l">
              <a:lnSpc>
                <a:spcPct val="100000"/>
              </a:lnSpc>
              <a:spcBef>
                <a:spcPts val="0"/>
              </a:spcBef>
              <a:spcAft>
                <a:spcPts val="0"/>
              </a:spcAft>
              <a:buNone/>
            </a:pPr>
            <a:r>
              <a:t/>
            </a:r>
            <a:endParaRPr sz="500"/>
          </a:p>
        </p:txBody>
      </p:sp>
      <p:sp>
        <p:nvSpPr>
          <p:cNvPr id="3152" name="Google Shape;3152;p74"/>
          <p:cNvSpPr txBox="1"/>
          <p:nvPr/>
        </p:nvSpPr>
        <p:spPr>
          <a:xfrm>
            <a:off x="6356246" y="4096678"/>
            <a:ext cx="2363400" cy="780600"/>
          </a:xfrm>
          <a:prstGeom prst="rect">
            <a:avLst/>
          </a:prstGeom>
          <a:solidFill>
            <a:schemeClr val="accent2"/>
          </a:solidFill>
          <a:ln>
            <a:noFill/>
          </a:ln>
          <a:effectLst>
            <a:outerShdw blurRad="57150" rotWithShape="0" algn="bl" dir="5400000" dist="19050">
              <a:srgbClr val="000000">
                <a:alpha val="50000"/>
              </a:srgbClr>
            </a:outerShdw>
          </a:effectLst>
        </p:spPr>
        <p:txBody>
          <a:bodyPr anchorCtr="0" anchor="ctr" bIns="17150" lIns="34300" spcFirstLastPara="1" rIns="34300" wrap="square" tIns="17150">
            <a:noAutofit/>
          </a:bodyPr>
          <a:lstStyle/>
          <a:p>
            <a:pPr indent="0" lvl="0" marL="0" marR="0" rtl="0" algn="ctr">
              <a:spcBef>
                <a:spcPts val="0"/>
              </a:spcBef>
              <a:spcAft>
                <a:spcPts val="0"/>
              </a:spcAft>
              <a:buNone/>
            </a:pPr>
            <a:r>
              <a:rPr lang="en" sz="1800">
                <a:solidFill>
                  <a:schemeClr val="lt1"/>
                </a:solidFill>
                <a:latin typeface="Raleway SemiBold"/>
                <a:ea typeface="Raleway SemiBold"/>
                <a:cs typeface="Raleway SemiBold"/>
                <a:sym typeface="Raleway SemiBold"/>
              </a:rPr>
              <a:t>ACTION</a:t>
            </a:r>
            <a:endParaRPr sz="1800">
              <a:solidFill>
                <a:schemeClr val="lt1"/>
              </a:solidFill>
              <a:latin typeface="Raleway SemiBold"/>
              <a:ea typeface="Raleway SemiBold"/>
              <a:cs typeface="Raleway SemiBold"/>
              <a:sym typeface="Raleway SemiBold"/>
            </a:endParaRPr>
          </a:p>
          <a:p>
            <a:pPr indent="0" lvl="0" marL="0" marR="0" rtl="0" algn="ctr">
              <a:spcBef>
                <a:spcPts val="0"/>
              </a:spcBef>
              <a:spcAft>
                <a:spcPts val="0"/>
              </a:spcAft>
              <a:buNone/>
            </a:pPr>
            <a:r>
              <a:rPr lang="en" sz="1500">
                <a:solidFill>
                  <a:schemeClr val="lt1"/>
                </a:solidFill>
                <a:latin typeface="Raleway Medium"/>
                <a:ea typeface="Raleway Medium"/>
                <a:cs typeface="Raleway Medium"/>
                <a:sym typeface="Raleway Medium"/>
              </a:rPr>
              <a:t>Behavior / Response</a:t>
            </a:r>
            <a:endParaRPr sz="1500">
              <a:solidFill>
                <a:schemeClr val="lt1"/>
              </a:solidFill>
              <a:latin typeface="Raleway Medium"/>
              <a:ea typeface="Raleway Medium"/>
              <a:cs typeface="Raleway Medium"/>
              <a:sym typeface="Raleway Medium"/>
            </a:endParaRPr>
          </a:p>
        </p:txBody>
      </p:sp>
      <p:sp>
        <p:nvSpPr>
          <p:cNvPr id="3153" name="Google Shape;3153;p74"/>
          <p:cNvSpPr txBox="1"/>
          <p:nvPr/>
        </p:nvSpPr>
        <p:spPr>
          <a:xfrm>
            <a:off x="6798744" y="1476778"/>
            <a:ext cx="1478400" cy="413700"/>
          </a:xfrm>
          <a:prstGeom prst="rect">
            <a:avLst/>
          </a:prstGeom>
          <a:noFill/>
          <a:ln>
            <a:noFill/>
          </a:ln>
          <a:effectLst>
            <a:outerShdw blurRad="57150" rotWithShape="0" algn="bl" dir="5400000" dist="19050">
              <a:srgbClr val="000000">
                <a:alpha val="50000"/>
              </a:srgbClr>
            </a:outerShdw>
          </a:effectLst>
        </p:spPr>
        <p:txBody>
          <a:bodyPr anchorCtr="0" anchor="t" bIns="17150" lIns="34300" spcFirstLastPara="1" rIns="34300" wrap="square" tIns="17150">
            <a:noAutofit/>
          </a:bodyPr>
          <a:lstStyle/>
          <a:p>
            <a:pPr indent="0" lvl="0" marL="0" marR="0" rtl="0" algn="ctr">
              <a:spcBef>
                <a:spcPts val="0"/>
              </a:spcBef>
              <a:spcAft>
                <a:spcPts val="0"/>
              </a:spcAft>
              <a:buNone/>
            </a:pPr>
            <a:r>
              <a:rPr lang="en" sz="1800">
                <a:solidFill>
                  <a:schemeClr val="accent5"/>
                </a:solidFill>
                <a:latin typeface="Raleway SemiBold"/>
                <a:ea typeface="Raleway SemiBold"/>
                <a:cs typeface="Raleway SemiBold"/>
                <a:sym typeface="Raleway SemiBold"/>
              </a:rPr>
              <a:t>REALITY</a:t>
            </a:r>
            <a:endParaRPr sz="1800">
              <a:solidFill>
                <a:schemeClr val="accent5"/>
              </a:solidFill>
              <a:latin typeface="Raleway SemiBold"/>
              <a:ea typeface="Raleway SemiBold"/>
              <a:cs typeface="Raleway SemiBold"/>
              <a:sym typeface="Raleway SemiBold"/>
            </a:endParaRPr>
          </a:p>
        </p:txBody>
      </p:sp>
      <p:pic>
        <p:nvPicPr>
          <p:cNvPr id="3154" name="Google Shape;3154;p74"/>
          <p:cNvPicPr preferRelativeResize="0"/>
          <p:nvPr/>
        </p:nvPicPr>
        <p:blipFill>
          <a:blip r:embed="rId6">
            <a:alphaModFix/>
          </a:blip>
          <a:stretch>
            <a:fillRect/>
          </a:stretch>
        </p:blipFill>
        <p:spPr>
          <a:xfrm>
            <a:off x="2603239" y="1824666"/>
            <a:ext cx="3657600" cy="8143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3"/>
                                        </p:tgtEl>
                                        <p:attrNameLst>
                                          <p:attrName>style.visibility</p:attrName>
                                        </p:attrNameLst>
                                      </p:cBhvr>
                                      <p:to>
                                        <p:strVal val="visible"/>
                                      </p:to>
                                    </p:set>
                                    <p:animEffect filter="fade" transition="in">
                                      <p:cBhvr>
                                        <p:cTn dur="300"/>
                                        <p:tgtEl>
                                          <p:spTgt spid="3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3"/>
                                        </p:tgtEl>
                                        <p:attrNameLst>
                                          <p:attrName>style.visibility</p:attrName>
                                        </p:attrNameLst>
                                      </p:cBhvr>
                                      <p:to>
                                        <p:strVal val="visible"/>
                                      </p:to>
                                    </p:set>
                                    <p:animEffect filter="fade" transition="in">
                                      <p:cBhvr>
                                        <p:cTn dur="300"/>
                                        <p:tgtEl>
                                          <p:spTgt spid="3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8"/>
                                        </p:tgtEl>
                                        <p:attrNameLst>
                                          <p:attrName>style.visibility</p:attrName>
                                        </p:attrNameLst>
                                      </p:cBhvr>
                                      <p:to>
                                        <p:strVal val="visible"/>
                                      </p:to>
                                    </p:set>
                                    <p:animEffect filter="fade" transition="in">
                                      <p:cBhvr>
                                        <p:cTn dur="300"/>
                                        <p:tgtEl>
                                          <p:spTgt spid="3138"/>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3139"/>
                                        </p:tgtEl>
                                        <p:attrNameLst>
                                          <p:attrName>style.visibility</p:attrName>
                                        </p:attrNameLst>
                                      </p:cBhvr>
                                      <p:to>
                                        <p:strVal val="visible"/>
                                      </p:to>
                                    </p:set>
                                    <p:animEffect filter="fade" transition="in">
                                      <p:cBhvr>
                                        <p:cTn dur="300"/>
                                        <p:tgtEl>
                                          <p:spTgt spid="3139"/>
                                        </p:tgtEl>
                                      </p:cBhvr>
                                    </p:animEffect>
                                  </p:childTnLst>
                                </p:cTn>
                              </p:par>
                            </p:childTnLst>
                          </p:cTn>
                        </p:par>
                        <p:par>
                          <p:cTn fill="hold">
                            <p:stCondLst>
                              <p:cond delay="600"/>
                            </p:stCondLst>
                            <p:childTnLst>
                              <p:par>
                                <p:cTn fill="hold" nodeType="afterEffect" presetClass="entr" presetID="10" presetSubtype="0">
                                  <p:stCondLst>
                                    <p:cond delay="0"/>
                                  </p:stCondLst>
                                  <p:childTnLst>
                                    <p:set>
                                      <p:cBhvr>
                                        <p:cTn dur="1" fill="hold">
                                          <p:stCondLst>
                                            <p:cond delay="0"/>
                                          </p:stCondLst>
                                        </p:cTn>
                                        <p:tgtEl>
                                          <p:spTgt spid="3140"/>
                                        </p:tgtEl>
                                        <p:attrNameLst>
                                          <p:attrName>style.visibility</p:attrName>
                                        </p:attrNameLst>
                                      </p:cBhvr>
                                      <p:to>
                                        <p:strVal val="visible"/>
                                      </p:to>
                                    </p:set>
                                    <p:animEffect filter="fade" transition="in">
                                      <p:cBhvr>
                                        <p:cTn dur="300"/>
                                        <p:tgtEl>
                                          <p:spTgt spid="3140"/>
                                        </p:tgtEl>
                                      </p:cBhvr>
                                    </p:animEffect>
                                  </p:childTnLst>
                                </p:cTn>
                              </p:par>
                            </p:childTnLst>
                          </p:cTn>
                        </p:par>
                        <p:par>
                          <p:cTn fill="hold">
                            <p:stCondLst>
                              <p:cond delay="900"/>
                            </p:stCondLst>
                            <p:childTnLst>
                              <p:par>
                                <p:cTn fill="hold" nodeType="afterEffect" presetClass="entr" presetID="10" presetSubtype="0">
                                  <p:stCondLst>
                                    <p:cond delay="0"/>
                                  </p:stCondLst>
                                  <p:childTnLst>
                                    <p:set>
                                      <p:cBhvr>
                                        <p:cTn dur="1" fill="hold">
                                          <p:stCondLst>
                                            <p:cond delay="0"/>
                                          </p:stCondLst>
                                        </p:cTn>
                                        <p:tgtEl>
                                          <p:spTgt spid="3142"/>
                                        </p:tgtEl>
                                        <p:attrNameLst>
                                          <p:attrName>style.visibility</p:attrName>
                                        </p:attrNameLst>
                                      </p:cBhvr>
                                      <p:to>
                                        <p:strVal val="visible"/>
                                      </p:to>
                                    </p:set>
                                    <p:animEffect filter="fade" transition="in">
                                      <p:cBhvr>
                                        <p:cTn dur="300"/>
                                        <p:tgtEl>
                                          <p:spTgt spid="3142"/>
                                        </p:tgtEl>
                                      </p:cBhvr>
                                    </p:animEffect>
                                  </p:childTnLst>
                                </p:cTn>
                              </p:par>
                            </p:childTnLst>
                          </p:cTn>
                        </p:par>
                        <p:par>
                          <p:cTn fill="hold">
                            <p:stCondLst>
                              <p:cond delay="1200"/>
                            </p:stCondLst>
                            <p:childTnLst>
                              <p:par>
                                <p:cTn fill="hold" nodeType="afterEffect" presetClass="entr" presetID="10" presetSubtype="0">
                                  <p:stCondLst>
                                    <p:cond delay="0"/>
                                  </p:stCondLst>
                                  <p:childTnLst>
                                    <p:set>
                                      <p:cBhvr>
                                        <p:cTn dur="1" fill="hold">
                                          <p:stCondLst>
                                            <p:cond delay="0"/>
                                          </p:stCondLst>
                                        </p:cTn>
                                        <p:tgtEl>
                                          <p:spTgt spid="3141"/>
                                        </p:tgtEl>
                                        <p:attrNameLst>
                                          <p:attrName>style.visibility</p:attrName>
                                        </p:attrNameLst>
                                      </p:cBhvr>
                                      <p:to>
                                        <p:strVal val="visible"/>
                                      </p:to>
                                    </p:set>
                                    <p:animEffect filter="fade" transition="in">
                                      <p:cBhvr>
                                        <p:cTn dur="300"/>
                                        <p:tgtEl>
                                          <p:spTgt spid="31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6"/>
                                        </p:tgtEl>
                                        <p:attrNameLst>
                                          <p:attrName>style.visibility</p:attrName>
                                        </p:attrNameLst>
                                      </p:cBhvr>
                                      <p:to>
                                        <p:strVal val="visible"/>
                                      </p:to>
                                    </p:set>
                                    <p:animEffect filter="fade" transition="in">
                                      <p:cBhvr>
                                        <p:cTn dur="300"/>
                                        <p:tgtEl>
                                          <p:spTgt spid="3136"/>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3144">
                                            <p:txEl>
                                              <p:pRg end="0" st="0"/>
                                            </p:txEl>
                                          </p:spTgt>
                                        </p:tgtEl>
                                        <p:attrNameLst>
                                          <p:attrName>style.visibility</p:attrName>
                                        </p:attrNameLst>
                                      </p:cBhvr>
                                      <p:to>
                                        <p:strVal val="visible"/>
                                      </p:to>
                                    </p:set>
                                    <p:animEffect filter="fade" transition="in">
                                      <p:cBhvr>
                                        <p:cTn dur="300"/>
                                        <p:tgtEl>
                                          <p:spTgt spid="3144">
                                            <p:txEl>
                                              <p:pRg end="0" st="0"/>
                                            </p:txEl>
                                          </p:spTgt>
                                        </p:tgtEl>
                                      </p:cBhvr>
                                    </p:animEffect>
                                  </p:childTnLst>
                                </p:cTn>
                              </p:par>
                            </p:childTnLst>
                          </p:cTn>
                        </p:par>
                        <p:par>
                          <p:cTn fill="hold">
                            <p:stCondLst>
                              <p:cond delay="600"/>
                            </p:stCondLst>
                            <p:childTnLst>
                              <p:par>
                                <p:cTn fill="hold" nodeType="afterEffect" presetClass="entr" presetID="10" presetSubtype="0">
                                  <p:stCondLst>
                                    <p:cond delay="0"/>
                                  </p:stCondLst>
                                  <p:childTnLst>
                                    <p:set>
                                      <p:cBhvr>
                                        <p:cTn dur="1" fill="hold">
                                          <p:stCondLst>
                                            <p:cond delay="0"/>
                                          </p:stCondLst>
                                        </p:cTn>
                                        <p:tgtEl>
                                          <p:spTgt spid="3144">
                                            <p:txEl>
                                              <p:pRg end="1" st="1"/>
                                            </p:txEl>
                                          </p:spTgt>
                                        </p:tgtEl>
                                        <p:attrNameLst>
                                          <p:attrName>style.visibility</p:attrName>
                                        </p:attrNameLst>
                                      </p:cBhvr>
                                      <p:to>
                                        <p:strVal val="visible"/>
                                      </p:to>
                                    </p:set>
                                    <p:animEffect filter="fade" transition="in">
                                      <p:cBhvr>
                                        <p:cTn dur="300"/>
                                        <p:tgtEl>
                                          <p:spTgt spid="3144">
                                            <p:txEl>
                                              <p:pRg end="1" st="1"/>
                                            </p:txEl>
                                          </p:spTgt>
                                        </p:tgtEl>
                                      </p:cBhvr>
                                    </p:animEffect>
                                  </p:childTnLst>
                                </p:cTn>
                              </p:par>
                            </p:childTnLst>
                          </p:cTn>
                        </p:par>
                        <p:par>
                          <p:cTn fill="hold">
                            <p:stCondLst>
                              <p:cond delay="900"/>
                            </p:stCondLst>
                            <p:childTnLst>
                              <p:par>
                                <p:cTn fill="hold" nodeType="afterEffect" presetClass="entr" presetID="10" presetSubtype="0">
                                  <p:stCondLst>
                                    <p:cond delay="0"/>
                                  </p:stCondLst>
                                  <p:childTnLst>
                                    <p:set>
                                      <p:cBhvr>
                                        <p:cTn dur="1" fill="hold">
                                          <p:stCondLst>
                                            <p:cond delay="0"/>
                                          </p:stCondLst>
                                        </p:cTn>
                                        <p:tgtEl>
                                          <p:spTgt spid="3144">
                                            <p:txEl>
                                              <p:pRg end="2" st="2"/>
                                            </p:txEl>
                                          </p:spTgt>
                                        </p:tgtEl>
                                        <p:attrNameLst>
                                          <p:attrName>style.visibility</p:attrName>
                                        </p:attrNameLst>
                                      </p:cBhvr>
                                      <p:to>
                                        <p:strVal val="visible"/>
                                      </p:to>
                                    </p:set>
                                    <p:animEffect filter="fade" transition="in">
                                      <p:cBhvr>
                                        <p:cTn dur="300"/>
                                        <p:tgtEl>
                                          <p:spTgt spid="314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5"/>
                                        </p:tgtEl>
                                        <p:attrNameLst>
                                          <p:attrName>style.visibility</p:attrName>
                                        </p:attrNameLst>
                                      </p:cBhvr>
                                      <p:to>
                                        <p:strVal val="visible"/>
                                      </p:to>
                                    </p:set>
                                    <p:animEffect filter="fade" transition="in">
                                      <p:cBhvr>
                                        <p:cTn dur="300"/>
                                        <p:tgtEl>
                                          <p:spTgt spid="3145"/>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3146">
                                            <p:txEl>
                                              <p:pRg end="0" st="0"/>
                                            </p:txEl>
                                          </p:spTgt>
                                        </p:tgtEl>
                                        <p:attrNameLst>
                                          <p:attrName>style.visibility</p:attrName>
                                        </p:attrNameLst>
                                      </p:cBhvr>
                                      <p:to>
                                        <p:strVal val="visible"/>
                                      </p:to>
                                    </p:set>
                                    <p:animEffect filter="fade" transition="in">
                                      <p:cBhvr>
                                        <p:cTn dur="300"/>
                                        <p:tgtEl>
                                          <p:spTgt spid="3146">
                                            <p:txEl>
                                              <p:pRg end="0" st="0"/>
                                            </p:txEl>
                                          </p:spTgt>
                                        </p:tgtEl>
                                      </p:cBhvr>
                                    </p:animEffect>
                                  </p:childTnLst>
                                </p:cTn>
                              </p:par>
                            </p:childTnLst>
                          </p:cTn>
                        </p:par>
                        <p:par>
                          <p:cTn fill="hold">
                            <p:stCondLst>
                              <p:cond delay="600"/>
                            </p:stCondLst>
                            <p:childTnLst>
                              <p:par>
                                <p:cTn fill="hold" nodeType="afterEffect" presetClass="entr" presetID="10" presetSubtype="0">
                                  <p:stCondLst>
                                    <p:cond delay="0"/>
                                  </p:stCondLst>
                                  <p:childTnLst>
                                    <p:set>
                                      <p:cBhvr>
                                        <p:cTn dur="1" fill="hold">
                                          <p:stCondLst>
                                            <p:cond delay="0"/>
                                          </p:stCondLst>
                                        </p:cTn>
                                        <p:tgtEl>
                                          <p:spTgt spid="3146">
                                            <p:txEl>
                                              <p:pRg end="1" st="1"/>
                                            </p:txEl>
                                          </p:spTgt>
                                        </p:tgtEl>
                                        <p:attrNameLst>
                                          <p:attrName>style.visibility</p:attrName>
                                        </p:attrNameLst>
                                      </p:cBhvr>
                                      <p:to>
                                        <p:strVal val="visible"/>
                                      </p:to>
                                    </p:set>
                                    <p:animEffect filter="fade" transition="in">
                                      <p:cBhvr>
                                        <p:cTn dur="300"/>
                                        <p:tgtEl>
                                          <p:spTgt spid="31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9"/>
                                        </p:tgtEl>
                                        <p:attrNameLst>
                                          <p:attrName>style.visibility</p:attrName>
                                        </p:attrNameLst>
                                      </p:cBhvr>
                                      <p:to>
                                        <p:strVal val="visible"/>
                                      </p:to>
                                    </p:set>
                                    <p:animEffect filter="fade" transition="in">
                                      <p:cBhvr>
                                        <p:cTn dur="500"/>
                                        <p:tgtEl>
                                          <p:spTgt spid="314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147">
                                            <p:txEl>
                                              <p:pRg end="0" st="0"/>
                                            </p:txEl>
                                          </p:spTgt>
                                        </p:tgtEl>
                                        <p:attrNameLst>
                                          <p:attrName>style.visibility</p:attrName>
                                        </p:attrNameLst>
                                      </p:cBhvr>
                                      <p:to>
                                        <p:strVal val="visible"/>
                                      </p:to>
                                    </p:set>
                                    <p:animEffect filter="fade" transition="in">
                                      <p:cBhvr>
                                        <p:cTn dur="300"/>
                                        <p:tgtEl>
                                          <p:spTgt spid="3147">
                                            <p:txEl>
                                              <p:pRg end="0" st="0"/>
                                            </p:txEl>
                                          </p:spTgt>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3147">
                                            <p:txEl>
                                              <p:pRg end="1" st="1"/>
                                            </p:txEl>
                                          </p:spTgt>
                                        </p:tgtEl>
                                        <p:attrNameLst>
                                          <p:attrName>style.visibility</p:attrName>
                                        </p:attrNameLst>
                                      </p:cBhvr>
                                      <p:to>
                                        <p:strVal val="visible"/>
                                      </p:to>
                                    </p:set>
                                    <p:animEffect filter="fade" transition="in">
                                      <p:cBhvr>
                                        <p:cTn dur="300"/>
                                        <p:tgtEl>
                                          <p:spTgt spid="314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0"/>
                                        </p:tgtEl>
                                        <p:attrNameLst>
                                          <p:attrName>style.visibility</p:attrName>
                                        </p:attrNameLst>
                                      </p:cBhvr>
                                      <p:to>
                                        <p:strVal val="visible"/>
                                      </p:to>
                                    </p:set>
                                    <p:animEffect filter="fade" transition="in">
                                      <p:cBhvr>
                                        <p:cTn dur="300"/>
                                        <p:tgtEl>
                                          <p:spTgt spid="3150"/>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3148">
                                            <p:txEl>
                                              <p:pRg end="0" st="0"/>
                                            </p:txEl>
                                          </p:spTgt>
                                        </p:tgtEl>
                                        <p:attrNameLst>
                                          <p:attrName>style.visibility</p:attrName>
                                        </p:attrNameLst>
                                      </p:cBhvr>
                                      <p:to>
                                        <p:strVal val="visible"/>
                                      </p:to>
                                    </p:set>
                                    <p:animEffect filter="fade" transition="in">
                                      <p:cBhvr>
                                        <p:cTn dur="300"/>
                                        <p:tgtEl>
                                          <p:spTgt spid="3148">
                                            <p:txEl>
                                              <p:pRg end="0" st="0"/>
                                            </p:txEl>
                                          </p:spTgt>
                                        </p:tgtEl>
                                      </p:cBhvr>
                                    </p:animEffect>
                                  </p:childTnLst>
                                </p:cTn>
                              </p:par>
                            </p:childTnLst>
                          </p:cTn>
                        </p:par>
                        <p:par>
                          <p:cTn fill="hold">
                            <p:stCondLst>
                              <p:cond delay="600"/>
                            </p:stCondLst>
                            <p:childTnLst>
                              <p:par>
                                <p:cTn fill="hold" nodeType="afterEffect" presetClass="entr" presetID="10" presetSubtype="0">
                                  <p:stCondLst>
                                    <p:cond delay="0"/>
                                  </p:stCondLst>
                                  <p:childTnLst>
                                    <p:set>
                                      <p:cBhvr>
                                        <p:cTn dur="1" fill="hold">
                                          <p:stCondLst>
                                            <p:cond delay="0"/>
                                          </p:stCondLst>
                                        </p:cTn>
                                        <p:tgtEl>
                                          <p:spTgt spid="3148">
                                            <p:txEl>
                                              <p:pRg end="1" st="1"/>
                                            </p:txEl>
                                          </p:spTgt>
                                        </p:tgtEl>
                                        <p:attrNameLst>
                                          <p:attrName>style.visibility</p:attrName>
                                        </p:attrNameLst>
                                      </p:cBhvr>
                                      <p:to>
                                        <p:strVal val="visible"/>
                                      </p:to>
                                    </p:set>
                                    <p:animEffect filter="fade" transition="in">
                                      <p:cBhvr>
                                        <p:cTn dur="300"/>
                                        <p:tgtEl>
                                          <p:spTgt spid="314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1"/>
                                        </p:tgtEl>
                                        <p:attrNameLst>
                                          <p:attrName>style.visibility</p:attrName>
                                        </p:attrNameLst>
                                      </p:cBhvr>
                                      <p:to>
                                        <p:strVal val="visible"/>
                                      </p:to>
                                    </p:set>
                                    <p:animEffect filter="fade" transition="in">
                                      <p:cBhvr>
                                        <p:cTn dur="300"/>
                                        <p:tgtEl>
                                          <p:spTgt spid="3151"/>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3152"/>
                                        </p:tgtEl>
                                        <p:attrNameLst>
                                          <p:attrName>style.visibility</p:attrName>
                                        </p:attrNameLst>
                                      </p:cBhvr>
                                      <p:to>
                                        <p:strVal val="visible"/>
                                      </p:to>
                                    </p:set>
                                    <p:animEffect filter="fade" transition="in">
                                      <p:cBhvr>
                                        <p:cTn dur="300"/>
                                        <p:tgtEl>
                                          <p:spTgt spid="3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4"/>
                                        </p:tgtEl>
                                        <p:attrNameLst>
                                          <p:attrName>style.visibility</p:attrName>
                                        </p:attrNameLst>
                                      </p:cBhvr>
                                      <p:to>
                                        <p:strVal val="visible"/>
                                      </p:to>
                                    </p:set>
                                    <p:animEffect filter="fade" transition="in">
                                      <p:cBhvr>
                                        <p:cTn dur="300"/>
                                        <p:tgtEl>
                                          <p:spTgt spid="3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9" name="Shape 3159"/>
        <p:cNvGrpSpPr/>
        <p:nvPr/>
      </p:nvGrpSpPr>
      <p:grpSpPr>
        <a:xfrm>
          <a:off x="0" y="0"/>
          <a:ext cx="0" cy="0"/>
          <a:chOff x="0" y="0"/>
          <a:chExt cx="0" cy="0"/>
        </a:xfrm>
      </p:grpSpPr>
      <p:sp>
        <p:nvSpPr>
          <p:cNvPr id="3160" name="Google Shape;3160;p75"/>
          <p:cNvSpPr txBox="1"/>
          <p:nvPr>
            <p:ph type="title"/>
          </p:nvPr>
        </p:nvSpPr>
        <p:spPr>
          <a:xfrm>
            <a:off x="5129250" y="296675"/>
            <a:ext cx="3301500" cy="1386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accent6"/>
              </a:buClr>
              <a:buSzPts val="1100"/>
              <a:buFont typeface="Arial"/>
              <a:buNone/>
            </a:pPr>
            <a:r>
              <a:rPr lang="en"/>
              <a:t>THE HUMAN</a:t>
            </a:r>
            <a:endParaRPr/>
          </a:p>
          <a:p>
            <a:pPr indent="0" lvl="0" marL="0" rtl="0" algn="l">
              <a:spcBef>
                <a:spcPts val="0"/>
              </a:spcBef>
              <a:spcAft>
                <a:spcPts val="0"/>
              </a:spcAft>
              <a:buClr>
                <a:schemeClr val="accent6"/>
              </a:buClr>
              <a:buSzPts val="1100"/>
              <a:buFont typeface="Arial"/>
              <a:buNone/>
            </a:pPr>
            <a:r>
              <a:rPr lang="en"/>
              <a:t>-</a:t>
            </a:r>
            <a:endParaRPr/>
          </a:p>
          <a:p>
            <a:pPr indent="0" lvl="0" marL="0" rtl="0" algn="l">
              <a:spcBef>
                <a:spcPts val="0"/>
              </a:spcBef>
              <a:spcAft>
                <a:spcPts val="0"/>
              </a:spcAft>
              <a:buNone/>
            </a:pPr>
            <a:r>
              <a:rPr lang="en"/>
              <a:t>INFORMATION</a:t>
            </a:r>
            <a:endParaRPr/>
          </a:p>
        </p:txBody>
      </p:sp>
      <p:pic>
        <p:nvPicPr>
          <p:cNvPr id="3161" name="Google Shape;3161;p75"/>
          <p:cNvPicPr preferRelativeResize="0"/>
          <p:nvPr/>
        </p:nvPicPr>
        <p:blipFill>
          <a:blip r:embed="rId3">
            <a:alphaModFix/>
          </a:blip>
          <a:stretch>
            <a:fillRect/>
          </a:stretch>
        </p:blipFill>
        <p:spPr>
          <a:xfrm rot="1017437">
            <a:off x="5668924" y="2197325"/>
            <a:ext cx="2407950" cy="2785550"/>
          </a:xfrm>
          <a:prstGeom prst="rect">
            <a:avLst/>
          </a:prstGeom>
          <a:noFill/>
          <a:ln>
            <a:noFill/>
          </a:ln>
        </p:spPr>
      </p:pic>
      <p:sp>
        <p:nvSpPr>
          <p:cNvPr id="3162" name="Google Shape;3162;p75"/>
          <p:cNvSpPr txBox="1"/>
          <p:nvPr>
            <p:ph idx="4294967295" type="body"/>
          </p:nvPr>
        </p:nvSpPr>
        <p:spPr>
          <a:xfrm>
            <a:off x="975200" y="444700"/>
            <a:ext cx="4052400" cy="3891600"/>
          </a:xfrm>
          <a:prstGeom prst="rect">
            <a:avLst/>
          </a:prstGeom>
        </p:spPr>
        <p:txBody>
          <a:bodyPr anchorCtr="0" anchor="t" bIns="91425" lIns="91425" spcFirstLastPara="1" rIns="91425" wrap="square" tIns="91425">
            <a:noAutofit/>
          </a:bodyPr>
          <a:lstStyle/>
          <a:p>
            <a:pPr indent="-323850" lvl="0" marL="457200" marR="0" rtl="0" algn="l">
              <a:lnSpc>
                <a:spcPct val="150000"/>
              </a:lnSpc>
              <a:spcBef>
                <a:spcPts val="0"/>
              </a:spcBef>
              <a:spcAft>
                <a:spcPts val="0"/>
              </a:spcAft>
              <a:buClr>
                <a:srgbClr val="49476E"/>
              </a:buClr>
              <a:buSzPts val="1500"/>
              <a:buAutoNum type="arabicPeriod"/>
            </a:pPr>
            <a:r>
              <a:rPr b="1" lang="en" sz="1500">
                <a:solidFill>
                  <a:srgbClr val="49476E"/>
                </a:solidFill>
              </a:rPr>
              <a:t>INFORMATION INPUT / OUTPUT</a:t>
            </a:r>
            <a:endParaRPr b="1" sz="1500">
              <a:solidFill>
                <a:srgbClr val="49476E"/>
              </a:solidFill>
            </a:endParaRPr>
          </a:p>
          <a:p>
            <a:pPr indent="-311150" lvl="1" marL="914400" marR="0" rtl="0" algn="l">
              <a:lnSpc>
                <a:spcPct val="100000"/>
              </a:lnSpc>
              <a:spcBef>
                <a:spcPts val="0"/>
              </a:spcBef>
              <a:spcAft>
                <a:spcPts val="0"/>
              </a:spcAft>
              <a:buClr>
                <a:srgbClr val="49476E"/>
              </a:buClr>
              <a:buSzPts val="1300"/>
              <a:buAutoNum type="alphaLcPeriod"/>
            </a:pPr>
            <a:r>
              <a:rPr lang="en" sz="1300">
                <a:solidFill>
                  <a:srgbClr val="49476E"/>
                </a:solidFill>
              </a:rPr>
              <a:t>Visual</a:t>
            </a:r>
            <a:endParaRPr sz="1300">
              <a:solidFill>
                <a:srgbClr val="49476E"/>
              </a:solidFill>
            </a:endParaRPr>
          </a:p>
          <a:p>
            <a:pPr indent="-311150" lvl="1" marL="914400" marR="0" rtl="0" algn="l">
              <a:lnSpc>
                <a:spcPct val="100000"/>
              </a:lnSpc>
              <a:spcBef>
                <a:spcPts val="0"/>
              </a:spcBef>
              <a:spcAft>
                <a:spcPts val="0"/>
              </a:spcAft>
              <a:buClr>
                <a:srgbClr val="49476E"/>
              </a:buClr>
              <a:buSzPts val="1300"/>
              <a:buAutoNum type="alphaLcPeriod"/>
            </a:pPr>
            <a:r>
              <a:rPr lang="en" sz="1300">
                <a:solidFill>
                  <a:srgbClr val="49476E"/>
                </a:solidFill>
              </a:rPr>
              <a:t>Auditory</a:t>
            </a:r>
            <a:endParaRPr sz="1300">
              <a:solidFill>
                <a:srgbClr val="49476E"/>
              </a:solidFill>
            </a:endParaRPr>
          </a:p>
          <a:p>
            <a:pPr indent="-311150" lvl="1" marL="914400" marR="0" rtl="0" algn="l">
              <a:lnSpc>
                <a:spcPct val="100000"/>
              </a:lnSpc>
              <a:spcBef>
                <a:spcPts val="0"/>
              </a:spcBef>
              <a:spcAft>
                <a:spcPts val="0"/>
              </a:spcAft>
              <a:buClr>
                <a:srgbClr val="49476E"/>
              </a:buClr>
              <a:buSzPts val="1300"/>
              <a:buAutoNum type="alphaLcPeriod"/>
            </a:pPr>
            <a:r>
              <a:rPr lang="en" sz="1300">
                <a:solidFill>
                  <a:srgbClr val="49476E"/>
                </a:solidFill>
              </a:rPr>
              <a:t>Haptic</a:t>
            </a:r>
            <a:endParaRPr sz="1300">
              <a:solidFill>
                <a:srgbClr val="49476E"/>
              </a:solidFill>
            </a:endParaRPr>
          </a:p>
          <a:p>
            <a:pPr indent="-311150" lvl="1" marL="914400" marR="0" rtl="0" algn="l">
              <a:lnSpc>
                <a:spcPct val="100000"/>
              </a:lnSpc>
              <a:spcBef>
                <a:spcPts val="0"/>
              </a:spcBef>
              <a:spcAft>
                <a:spcPts val="0"/>
              </a:spcAft>
              <a:buClr>
                <a:srgbClr val="49476E"/>
              </a:buClr>
              <a:buSzPts val="1300"/>
              <a:buAutoNum type="alphaLcPeriod"/>
            </a:pPr>
            <a:r>
              <a:rPr lang="en" sz="1300">
                <a:solidFill>
                  <a:srgbClr val="49476E"/>
                </a:solidFill>
              </a:rPr>
              <a:t>Movement</a:t>
            </a:r>
            <a:endParaRPr sz="1300">
              <a:solidFill>
                <a:srgbClr val="49476E"/>
              </a:solidFill>
            </a:endParaRPr>
          </a:p>
          <a:p>
            <a:pPr indent="-323850" lvl="0" marL="457200" marR="0" rtl="0" algn="l">
              <a:lnSpc>
                <a:spcPct val="150000"/>
              </a:lnSpc>
              <a:spcBef>
                <a:spcPts val="1000"/>
              </a:spcBef>
              <a:spcAft>
                <a:spcPts val="0"/>
              </a:spcAft>
              <a:buClr>
                <a:srgbClr val="49476E"/>
              </a:buClr>
              <a:buSzPts val="1500"/>
              <a:buAutoNum type="arabicPeriod"/>
            </a:pPr>
            <a:r>
              <a:rPr b="1" lang="en" sz="1500">
                <a:solidFill>
                  <a:srgbClr val="49476E"/>
                </a:solidFill>
              </a:rPr>
              <a:t>INFORMATION STORED IN MEMORY</a:t>
            </a:r>
            <a:endParaRPr b="1" sz="1500">
              <a:solidFill>
                <a:srgbClr val="49476E"/>
              </a:solidFill>
            </a:endParaRPr>
          </a:p>
          <a:p>
            <a:pPr indent="-311150" lvl="1" marL="914400" rtl="0" algn="l">
              <a:lnSpc>
                <a:spcPct val="100000"/>
              </a:lnSpc>
              <a:spcBef>
                <a:spcPts val="0"/>
              </a:spcBef>
              <a:spcAft>
                <a:spcPts val="0"/>
              </a:spcAft>
              <a:buClr>
                <a:srgbClr val="49476E"/>
              </a:buClr>
              <a:buSzPts val="1300"/>
              <a:buAutoNum type="alphaLcPeriod"/>
            </a:pPr>
            <a:r>
              <a:rPr lang="en" sz="1300">
                <a:solidFill>
                  <a:srgbClr val="49476E"/>
                </a:solidFill>
              </a:rPr>
              <a:t>Sensory</a:t>
            </a:r>
            <a:endParaRPr sz="1300">
              <a:solidFill>
                <a:srgbClr val="49476E"/>
              </a:solidFill>
            </a:endParaRPr>
          </a:p>
          <a:p>
            <a:pPr indent="-311150" lvl="1" marL="914400" rtl="0" algn="l">
              <a:lnSpc>
                <a:spcPct val="100000"/>
              </a:lnSpc>
              <a:spcBef>
                <a:spcPts val="0"/>
              </a:spcBef>
              <a:spcAft>
                <a:spcPts val="0"/>
              </a:spcAft>
              <a:buClr>
                <a:srgbClr val="49476E"/>
              </a:buClr>
              <a:buSzPts val="1300"/>
              <a:buAutoNum type="alphaLcPeriod"/>
            </a:pPr>
            <a:r>
              <a:rPr lang="en" sz="1300">
                <a:solidFill>
                  <a:srgbClr val="49476E"/>
                </a:solidFill>
              </a:rPr>
              <a:t>Short-term</a:t>
            </a:r>
            <a:endParaRPr sz="1300">
              <a:solidFill>
                <a:srgbClr val="49476E"/>
              </a:solidFill>
            </a:endParaRPr>
          </a:p>
          <a:p>
            <a:pPr indent="-311150" lvl="1" marL="914400" rtl="0" algn="l">
              <a:lnSpc>
                <a:spcPct val="100000"/>
              </a:lnSpc>
              <a:spcBef>
                <a:spcPts val="0"/>
              </a:spcBef>
              <a:spcAft>
                <a:spcPts val="0"/>
              </a:spcAft>
              <a:buClr>
                <a:srgbClr val="49476E"/>
              </a:buClr>
              <a:buSzPts val="1300"/>
              <a:buAutoNum type="alphaLcPeriod"/>
            </a:pPr>
            <a:r>
              <a:rPr lang="en" sz="1300">
                <a:solidFill>
                  <a:srgbClr val="49476E"/>
                </a:solidFill>
              </a:rPr>
              <a:t>Long-term</a:t>
            </a:r>
            <a:endParaRPr sz="1300">
              <a:solidFill>
                <a:srgbClr val="49476E"/>
              </a:solidFill>
            </a:endParaRPr>
          </a:p>
          <a:p>
            <a:pPr indent="-323850" lvl="0" marL="457200" marR="0" rtl="0" algn="l">
              <a:lnSpc>
                <a:spcPct val="115000"/>
              </a:lnSpc>
              <a:spcBef>
                <a:spcPts val="1000"/>
              </a:spcBef>
              <a:spcAft>
                <a:spcPts val="0"/>
              </a:spcAft>
              <a:buClr>
                <a:srgbClr val="49476E"/>
              </a:buClr>
              <a:buSzPts val="1500"/>
              <a:buAutoNum type="arabicPeriod"/>
            </a:pPr>
            <a:r>
              <a:rPr b="1" lang="en" sz="1500">
                <a:solidFill>
                  <a:srgbClr val="49476E"/>
                </a:solidFill>
              </a:rPr>
              <a:t>INFORMATION PROCESSED </a:t>
            </a:r>
            <a:br>
              <a:rPr b="1" lang="en" sz="1500">
                <a:solidFill>
                  <a:srgbClr val="49476E"/>
                </a:solidFill>
              </a:rPr>
            </a:br>
            <a:r>
              <a:rPr b="1" lang="en" sz="1500">
                <a:solidFill>
                  <a:srgbClr val="49476E"/>
                </a:solidFill>
              </a:rPr>
              <a:t>AND APPLIED</a:t>
            </a:r>
            <a:endParaRPr b="1" sz="1500">
              <a:solidFill>
                <a:srgbClr val="49476E"/>
              </a:solidFill>
            </a:endParaRPr>
          </a:p>
          <a:p>
            <a:pPr indent="-311150" lvl="1" marL="914400" rtl="0" algn="l">
              <a:lnSpc>
                <a:spcPct val="100000"/>
              </a:lnSpc>
              <a:spcBef>
                <a:spcPts val="0"/>
              </a:spcBef>
              <a:spcAft>
                <a:spcPts val="0"/>
              </a:spcAft>
              <a:buClr>
                <a:srgbClr val="49476E"/>
              </a:buClr>
              <a:buSzPts val="1300"/>
              <a:buAutoNum type="alphaLcPeriod"/>
            </a:pPr>
            <a:r>
              <a:rPr lang="en" sz="1300">
                <a:solidFill>
                  <a:srgbClr val="49476E"/>
                </a:solidFill>
              </a:rPr>
              <a:t>Reasoning</a:t>
            </a:r>
            <a:endParaRPr sz="1300">
              <a:solidFill>
                <a:srgbClr val="49476E"/>
              </a:solidFill>
            </a:endParaRPr>
          </a:p>
          <a:p>
            <a:pPr indent="-311150" lvl="1" marL="914400" rtl="0" algn="l">
              <a:lnSpc>
                <a:spcPct val="100000"/>
              </a:lnSpc>
              <a:spcBef>
                <a:spcPts val="0"/>
              </a:spcBef>
              <a:spcAft>
                <a:spcPts val="0"/>
              </a:spcAft>
              <a:buClr>
                <a:srgbClr val="49476E"/>
              </a:buClr>
              <a:buSzPts val="1300"/>
              <a:buAutoNum type="alphaLcPeriod"/>
            </a:pPr>
            <a:r>
              <a:rPr lang="en" sz="1300">
                <a:solidFill>
                  <a:srgbClr val="49476E"/>
                </a:solidFill>
              </a:rPr>
              <a:t>Problem solving</a:t>
            </a:r>
            <a:endParaRPr sz="1300">
              <a:solidFill>
                <a:srgbClr val="49476E"/>
              </a:solidFill>
            </a:endParaRPr>
          </a:p>
          <a:p>
            <a:pPr indent="-311150" lvl="1" marL="914400" rtl="0" algn="l">
              <a:lnSpc>
                <a:spcPct val="100000"/>
              </a:lnSpc>
              <a:spcBef>
                <a:spcPts val="0"/>
              </a:spcBef>
              <a:spcAft>
                <a:spcPts val="0"/>
              </a:spcAft>
              <a:buClr>
                <a:srgbClr val="49476E"/>
              </a:buClr>
              <a:buSzPts val="1300"/>
              <a:buAutoNum type="alphaLcPeriod"/>
            </a:pPr>
            <a:r>
              <a:rPr lang="en" sz="1300">
                <a:solidFill>
                  <a:srgbClr val="49476E"/>
                </a:solidFill>
              </a:rPr>
              <a:t>Skill</a:t>
            </a:r>
            <a:endParaRPr sz="1300">
              <a:solidFill>
                <a:srgbClr val="49476E"/>
              </a:solidFill>
            </a:endParaRPr>
          </a:p>
          <a:p>
            <a:pPr indent="-311150" lvl="1" marL="914400" rtl="0" algn="l">
              <a:lnSpc>
                <a:spcPct val="100000"/>
              </a:lnSpc>
              <a:spcBef>
                <a:spcPts val="0"/>
              </a:spcBef>
              <a:spcAft>
                <a:spcPts val="0"/>
              </a:spcAft>
              <a:buClr>
                <a:srgbClr val="49476E"/>
              </a:buClr>
              <a:buSzPts val="1300"/>
              <a:buAutoNum type="alphaLcPeriod"/>
            </a:pPr>
            <a:r>
              <a:rPr lang="en" sz="1300">
                <a:solidFill>
                  <a:srgbClr val="49476E"/>
                </a:solidFill>
              </a:rPr>
              <a:t>Error </a:t>
            </a:r>
            <a:endParaRPr b="1" sz="1500">
              <a:solidFill>
                <a:srgbClr val="49476E"/>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7" name="Shape 3167"/>
        <p:cNvGrpSpPr/>
        <p:nvPr/>
      </p:nvGrpSpPr>
      <p:grpSpPr>
        <a:xfrm>
          <a:off x="0" y="0"/>
          <a:ext cx="0" cy="0"/>
          <a:chOff x="0" y="0"/>
          <a:chExt cx="0" cy="0"/>
        </a:xfrm>
      </p:grpSpPr>
      <p:sp>
        <p:nvSpPr>
          <p:cNvPr id="3168" name="Google Shape;3168;p76"/>
          <p:cNvSpPr txBox="1"/>
          <p:nvPr>
            <p:ph type="title"/>
          </p:nvPr>
        </p:nvSpPr>
        <p:spPr>
          <a:xfrm>
            <a:off x="5129250" y="296675"/>
            <a:ext cx="3301500" cy="1386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HUMAN</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INFORMATION</a:t>
            </a:r>
            <a:endParaRPr/>
          </a:p>
        </p:txBody>
      </p:sp>
      <p:pic>
        <p:nvPicPr>
          <p:cNvPr id="3169" name="Google Shape;3169;p76"/>
          <p:cNvPicPr preferRelativeResize="0"/>
          <p:nvPr/>
        </p:nvPicPr>
        <p:blipFill>
          <a:blip r:embed="rId3">
            <a:alphaModFix/>
          </a:blip>
          <a:stretch>
            <a:fillRect/>
          </a:stretch>
        </p:blipFill>
        <p:spPr>
          <a:xfrm rot="1017437">
            <a:off x="5668924" y="2197325"/>
            <a:ext cx="2407950" cy="2785550"/>
          </a:xfrm>
          <a:prstGeom prst="rect">
            <a:avLst/>
          </a:prstGeom>
          <a:noFill/>
          <a:ln>
            <a:noFill/>
          </a:ln>
        </p:spPr>
      </p:pic>
      <p:sp>
        <p:nvSpPr>
          <p:cNvPr id="3170" name="Google Shape;3170;p76"/>
          <p:cNvSpPr txBox="1"/>
          <p:nvPr>
            <p:ph idx="4294967295" type="body"/>
          </p:nvPr>
        </p:nvSpPr>
        <p:spPr>
          <a:xfrm>
            <a:off x="975200" y="1253400"/>
            <a:ext cx="4052400" cy="2636700"/>
          </a:xfrm>
          <a:prstGeom prst="rect">
            <a:avLst/>
          </a:prstGeom>
        </p:spPr>
        <p:txBody>
          <a:bodyPr anchorCtr="0" anchor="ctr" bIns="91425" lIns="91425" spcFirstLastPara="1" rIns="91425" wrap="square" tIns="91425">
            <a:noAutofit/>
          </a:bodyPr>
          <a:lstStyle/>
          <a:p>
            <a:pPr indent="-323850" lvl="0" marL="457200" marR="0" rtl="0" algn="l">
              <a:lnSpc>
                <a:spcPct val="100000"/>
              </a:lnSpc>
              <a:spcBef>
                <a:spcPts val="0"/>
              </a:spcBef>
              <a:spcAft>
                <a:spcPts val="0"/>
              </a:spcAft>
              <a:buClr>
                <a:srgbClr val="49476E"/>
              </a:buClr>
              <a:buSzPts val="1500"/>
              <a:buAutoNum type="arabicPeriod" startAt="4"/>
            </a:pPr>
            <a:r>
              <a:rPr b="1" lang="en" sz="1500">
                <a:solidFill>
                  <a:srgbClr val="49476E"/>
                </a:solidFill>
              </a:rPr>
              <a:t>EMOTION INFLUENCES </a:t>
            </a:r>
            <a:br>
              <a:rPr b="1" lang="en" sz="1500">
                <a:solidFill>
                  <a:srgbClr val="49476E"/>
                </a:solidFill>
              </a:rPr>
            </a:br>
            <a:r>
              <a:rPr b="1" lang="en" sz="1500">
                <a:solidFill>
                  <a:srgbClr val="49476E"/>
                </a:solidFill>
              </a:rPr>
              <a:t>HUMAN CAPABILITIES</a:t>
            </a:r>
            <a:endParaRPr b="1" sz="1500">
              <a:solidFill>
                <a:srgbClr val="49476E"/>
              </a:solidFill>
            </a:endParaRPr>
          </a:p>
          <a:p>
            <a:pPr indent="-323850" lvl="0" marL="457200" marR="0" rtl="0" algn="l">
              <a:lnSpc>
                <a:spcPct val="150000"/>
              </a:lnSpc>
              <a:spcBef>
                <a:spcPts val="1000"/>
              </a:spcBef>
              <a:spcAft>
                <a:spcPts val="0"/>
              </a:spcAft>
              <a:buClr>
                <a:srgbClr val="49476E"/>
              </a:buClr>
              <a:buSzPts val="1500"/>
              <a:buAutoNum type="arabicPeriod" startAt="4"/>
            </a:pPr>
            <a:r>
              <a:rPr b="1" lang="en" sz="1500">
                <a:solidFill>
                  <a:srgbClr val="49476E"/>
                </a:solidFill>
              </a:rPr>
              <a:t>EACH PERSON IS DIFFERENT</a:t>
            </a:r>
            <a:endParaRPr b="1" sz="1500">
              <a:solidFill>
                <a:srgbClr val="49476E"/>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5" name="Shape 3175"/>
        <p:cNvGrpSpPr/>
        <p:nvPr/>
      </p:nvGrpSpPr>
      <p:grpSpPr>
        <a:xfrm>
          <a:off x="0" y="0"/>
          <a:ext cx="0" cy="0"/>
          <a:chOff x="0" y="0"/>
          <a:chExt cx="0" cy="0"/>
        </a:xfrm>
      </p:grpSpPr>
      <p:sp>
        <p:nvSpPr>
          <p:cNvPr id="3176" name="Google Shape;3176;p77"/>
          <p:cNvSpPr txBox="1"/>
          <p:nvPr>
            <p:ph type="title"/>
          </p:nvPr>
        </p:nvSpPr>
        <p:spPr>
          <a:xfrm>
            <a:off x="5353778" y="782757"/>
            <a:ext cx="3684900" cy="411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800">
                <a:solidFill>
                  <a:schemeClr val="accent1"/>
                </a:solidFill>
              </a:rPr>
              <a:t>THE HUMAN</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VISION</a:t>
            </a:r>
            <a:endParaRPr sz="2800">
              <a:solidFill>
                <a:schemeClr val="accent1"/>
              </a:solidFill>
            </a:endParaRPr>
          </a:p>
        </p:txBody>
      </p:sp>
      <p:pic>
        <p:nvPicPr>
          <p:cNvPr id="3177" name="Google Shape;3177;p77"/>
          <p:cNvPicPr preferRelativeResize="0"/>
          <p:nvPr/>
        </p:nvPicPr>
        <p:blipFill>
          <a:blip r:embed="rId3">
            <a:alphaModFix/>
          </a:blip>
          <a:stretch>
            <a:fillRect/>
          </a:stretch>
        </p:blipFill>
        <p:spPr>
          <a:xfrm>
            <a:off x="7722125" y="913921"/>
            <a:ext cx="912125" cy="912125"/>
          </a:xfrm>
          <a:prstGeom prst="rect">
            <a:avLst/>
          </a:prstGeom>
          <a:noFill/>
          <a:ln>
            <a:noFill/>
          </a:ln>
        </p:spPr>
      </p:pic>
      <p:pic>
        <p:nvPicPr>
          <p:cNvPr id="3178" name="Google Shape;3178;p77"/>
          <p:cNvPicPr preferRelativeResize="0"/>
          <p:nvPr/>
        </p:nvPicPr>
        <p:blipFill>
          <a:blip r:embed="rId4">
            <a:alphaModFix/>
          </a:blip>
          <a:stretch>
            <a:fillRect/>
          </a:stretch>
        </p:blipFill>
        <p:spPr>
          <a:xfrm>
            <a:off x="5253400" y="2076601"/>
            <a:ext cx="3380850" cy="3066901"/>
          </a:xfrm>
          <a:prstGeom prst="rect">
            <a:avLst/>
          </a:prstGeom>
          <a:noFill/>
          <a:ln>
            <a:noFill/>
          </a:ln>
        </p:spPr>
      </p:pic>
      <p:sp>
        <p:nvSpPr>
          <p:cNvPr id="3179" name="Google Shape;3179;p77"/>
          <p:cNvSpPr txBox="1"/>
          <p:nvPr>
            <p:ph idx="4294967295" type="body"/>
          </p:nvPr>
        </p:nvSpPr>
        <p:spPr>
          <a:xfrm>
            <a:off x="767700" y="1040100"/>
            <a:ext cx="4623300" cy="3559500"/>
          </a:xfrm>
          <a:prstGeom prst="rect">
            <a:avLst/>
          </a:prstGeom>
        </p:spPr>
        <p:txBody>
          <a:bodyPr anchorCtr="0" anchor="t" bIns="91425" lIns="91425" spcFirstLastPara="1" rIns="91425" wrap="square" tIns="91425">
            <a:noAutofit/>
          </a:bodyPr>
          <a:lstStyle/>
          <a:p>
            <a:pPr indent="-140970" lvl="0" marL="91440" marR="0" rtl="0" algn="l">
              <a:lnSpc>
                <a:spcPct val="150000"/>
              </a:lnSpc>
              <a:spcBef>
                <a:spcPts val="0"/>
              </a:spcBef>
              <a:spcAft>
                <a:spcPts val="0"/>
              </a:spcAft>
              <a:buClr>
                <a:srgbClr val="49476E"/>
              </a:buClr>
              <a:buSzPts val="1500"/>
              <a:buChar char="●"/>
            </a:pPr>
            <a:r>
              <a:rPr b="1" lang="en" sz="1500">
                <a:solidFill>
                  <a:srgbClr val="49476E"/>
                </a:solidFill>
              </a:rPr>
              <a:t>PHYSICAL RECEPTION - THE EYE</a:t>
            </a:r>
            <a:endParaRPr b="1" sz="1500">
              <a:solidFill>
                <a:srgbClr val="49476E"/>
              </a:solidFill>
            </a:endParaRPr>
          </a:p>
          <a:p>
            <a:pPr indent="-285750" lvl="0" marL="457200" rtl="0" algn="l">
              <a:lnSpc>
                <a:spcPct val="115000"/>
              </a:lnSpc>
              <a:spcBef>
                <a:spcPts val="0"/>
              </a:spcBef>
              <a:spcAft>
                <a:spcPts val="0"/>
              </a:spcAft>
              <a:buClr>
                <a:schemeClr val="accent6"/>
              </a:buClr>
              <a:buSzPts val="900"/>
              <a:buFont typeface="Arial"/>
              <a:buChar char="●"/>
            </a:pPr>
            <a:r>
              <a:rPr lang="en" sz="1300">
                <a:solidFill>
                  <a:srgbClr val="49476E"/>
                </a:solidFill>
              </a:rPr>
              <a:t>What you can see</a:t>
            </a:r>
            <a:endParaRPr sz="1300">
              <a:solidFill>
                <a:srgbClr val="49476E"/>
              </a:solidFill>
            </a:endParaRPr>
          </a:p>
          <a:p>
            <a:pPr indent="-285750" lvl="1" marL="914400" rtl="0" algn="l">
              <a:lnSpc>
                <a:spcPct val="115000"/>
              </a:lnSpc>
              <a:spcBef>
                <a:spcPts val="0"/>
              </a:spcBef>
              <a:spcAft>
                <a:spcPts val="0"/>
              </a:spcAft>
              <a:buClr>
                <a:schemeClr val="accent6"/>
              </a:buClr>
              <a:buSzPts val="900"/>
              <a:buFont typeface="Arial"/>
              <a:buChar char="○"/>
            </a:pPr>
            <a:r>
              <a:rPr lang="en" sz="1300">
                <a:solidFill>
                  <a:srgbClr val="49476E"/>
                </a:solidFill>
              </a:rPr>
              <a:t>Pupil - the lens covering hole into the eye</a:t>
            </a:r>
            <a:endParaRPr sz="1300">
              <a:solidFill>
                <a:srgbClr val="49476E"/>
              </a:solidFill>
            </a:endParaRPr>
          </a:p>
          <a:p>
            <a:pPr indent="-285750" lvl="1" marL="914400" rtl="0" algn="l">
              <a:lnSpc>
                <a:spcPct val="115000"/>
              </a:lnSpc>
              <a:spcBef>
                <a:spcPts val="0"/>
              </a:spcBef>
              <a:spcAft>
                <a:spcPts val="0"/>
              </a:spcAft>
              <a:buClr>
                <a:schemeClr val="accent6"/>
              </a:buClr>
              <a:buSzPts val="900"/>
              <a:buFont typeface="Arial"/>
              <a:buChar char="○"/>
            </a:pPr>
            <a:r>
              <a:rPr lang="en" sz="1300">
                <a:solidFill>
                  <a:srgbClr val="49476E"/>
                </a:solidFill>
              </a:rPr>
              <a:t>Iris - muscles to change lens shape</a:t>
            </a:r>
            <a:endParaRPr sz="1300">
              <a:solidFill>
                <a:srgbClr val="49476E"/>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4" name="Shape 3184"/>
        <p:cNvGrpSpPr/>
        <p:nvPr/>
      </p:nvGrpSpPr>
      <p:grpSpPr>
        <a:xfrm>
          <a:off x="0" y="0"/>
          <a:ext cx="0" cy="0"/>
          <a:chOff x="0" y="0"/>
          <a:chExt cx="0" cy="0"/>
        </a:xfrm>
      </p:grpSpPr>
      <p:sp>
        <p:nvSpPr>
          <p:cNvPr id="3185" name="Google Shape;3185;p78"/>
          <p:cNvSpPr txBox="1"/>
          <p:nvPr>
            <p:ph idx="4294967295" type="body"/>
          </p:nvPr>
        </p:nvSpPr>
        <p:spPr>
          <a:xfrm>
            <a:off x="767700" y="1040100"/>
            <a:ext cx="4623300" cy="3559500"/>
          </a:xfrm>
          <a:prstGeom prst="rect">
            <a:avLst/>
          </a:prstGeom>
        </p:spPr>
        <p:txBody>
          <a:bodyPr anchorCtr="0" anchor="t" bIns="91425" lIns="91425" spcFirstLastPara="1" rIns="91425" wrap="square" tIns="91425">
            <a:noAutofit/>
          </a:bodyPr>
          <a:lstStyle/>
          <a:p>
            <a:pPr indent="-140970" lvl="0" marL="91440" marR="0" rtl="0" algn="l">
              <a:lnSpc>
                <a:spcPct val="150000"/>
              </a:lnSpc>
              <a:spcBef>
                <a:spcPts val="0"/>
              </a:spcBef>
              <a:spcAft>
                <a:spcPts val="0"/>
              </a:spcAft>
              <a:buClr>
                <a:srgbClr val="49476E"/>
              </a:buClr>
              <a:buSzPts val="1500"/>
              <a:buChar char="●"/>
            </a:pPr>
            <a:r>
              <a:rPr b="1" lang="en" sz="1500">
                <a:solidFill>
                  <a:srgbClr val="49476E"/>
                </a:solidFill>
              </a:rPr>
              <a:t>PHYSICAL RECEPTION - THE EYE</a:t>
            </a:r>
            <a:endParaRPr b="1" sz="1500">
              <a:solidFill>
                <a:srgbClr val="49476E"/>
              </a:solidFill>
            </a:endParaRPr>
          </a:p>
          <a:p>
            <a:pPr indent="-285750" lvl="0" marL="457200" rtl="0" algn="l">
              <a:lnSpc>
                <a:spcPct val="115000"/>
              </a:lnSpc>
              <a:spcBef>
                <a:spcPts val="0"/>
              </a:spcBef>
              <a:spcAft>
                <a:spcPts val="0"/>
              </a:spcAft>
              <a:buClr>
                <a:schemeClr val="accent6"/>
              </a:buClr>
              <a:buSzPts val="900"/>
              <a:buFont typeface="Arial"/>
              <a:buChar char="●"/>
            </a:pPr>
            <a:r>
              <a:rPr lang="en" sz="1300">
                <a:solidFill>
                  <a:srgbClr val="49476E"/>
                </a:solidFill>
              </a:rPr>
              <a:t>What you can see</a:t>
            </a:r>
            <a:endParaRPr sz="1300">
              <a:solidFill>
                <a:srgbClr val="49476E"/>
              </a:solidFill>
            </a:endParaRPr>
          </a:p>
          <a:p>
            <a:pPr indent="-285750" lvl="1" marL="914400" rtl="0" algn="l">
              <a:lnSpc>
                <a:spcPct val="115000"/>
              </a:lnSpc>
              <a:spcBef>
                <a:spcPts val="0"/>
              </a:spcBef>
              <a:spcAft>
                <a:spcPts val="0"/>
              </a:spcAft>
              <a:buClr>
                <a:schemeClr val="accent6"/>
              </a:buClr>
              <a:buSzPts val="900"/>
              <a:buFont typeface="Arial"/>
              <a:buChar char="○"/>
            </a:pPr>
            <a:r>
              <a:rPr lang="en" sz="1300">
                <a:solidFill>
                  <a:srgbClr val="49476E"/>
                </a:solidFill>
              </a:rPr>
              <a:t>Pupil - the lens covering hole into the eye</a:t>
            </a:r>
            <a:endParaRPr sz="1300">
              <a:solidFill>
                <a:srgbClr val="49476E"/>
              </a:solidFill>
            </a:endParaRPr>
          </a:p>
          <a:p>
            <a:pPr indent="-285750" lvl="1" marL="914400" rtl="0" algn="l">
              <a:lnSpc>
                <a:spcPct val="115000"/>
              </a:lnSpc>
              <a:spcBef>
                <a:spcPts val="0"/>
              </a:spcBef>
              <a:spcAft>
                <a:spcPts val="0"/>
              </a:spcAft>
              <a:buClr>
                <a:schemeClr val="accent6"/>
              </a:buClr>
              <a:buSzPts val="900"/>
              <a:buFont typeface="Arial"/>
              <a:buChar char="○"/>
            </a:pPr>
            <a:r>
              <a:rPr lang="en" sz="1300">
                <a:solidFill>
                  <a:srgbClr val="49476E"/>
                </a:solidFill>
              </a:rPr>
              <a:t>Iris - muscles to change lens shape</a:t>
            </a:r>
            <a:endParaRPr sz="1300">
              <a:solidFill>
                <a:srgbClr val="49476E"/>
              </a:solidFill>
            </a:endParaRPr>
          </a:p>
          <a:p>
            <a:pPr indent="-285750" lvl="0" marL="457200" rtl="0" algn="l">
              <a:lnSpc>
                <a:spcPct val="115000"/>
              </a:lnSpc>
              <a:spcBef>
                <a:spcPts val="0"/>
              </a:spcBef>
              <a:spcAft>
                <a:spcPts val="0"/>
              </a:spcAft>
              <a:buClr>
                <a:schemeClr val="accent6"/>
              </a:buClr>
              <a:buSzPts val="900"/>
              <a:buFont typeface="Arial"/>
              <a:buChar char="●"/>
            </a:pPr>
            <a:r>
              <a:rPr lang="en" sz="1300">
                <a:solidFill>
                  <a:srgbClr val="49476E"/>
                </a:solidFill>
              </a:rPr>
              <a:t>Behind the scenes</a:t>
            </a:r>
            <a:endParaRPr sz="1300">
              <a:solidFill>
                <a:srgbClr val="49476E"/>
              </a:solidFill>
            </a:endParaRPr>
          </a:p>
          <a:p>
            <a:pPr indent="-285750" lvl="1" marL="914400" rtl="0" algn="l">
              <a:lnSpc>
                <a:spcPct val="115000"/>
              </a:lnSpc>
              <a:spcBef>
                <a:spcPts val="0"/>
              </a:spcBef>
              <a:spcAft>
                <a:spcPts val="0"/>
              </a:spcAft>
              <a:buClr>
                <a:schemeClr val="accent6"/>
              </a:buClr>
              <a:buSzPts val="900"/>
              <a:buFont typeface="Arial"/>
              <a:buChar char="○"/>
            </a:pPr>
            <a:r>
              <a:rPr lang="en" sz="1300">
                <a:solidFill>
                  <a:srgbClr val="49476E"/>
                </a:solidFill>
              </a:rPr>
              <a:t>Upside down image (lens inverts)</a:t>
            </a:r>
            <a:endParaRPr sz="1300">
              <a:solidFill>
                <a:srgbClr val="49476E"/>
              </a:solidFill>
            </a:endParaRPr>
          </a:p>
          <a:p>
            <a:pPr indent="-285750" lvl="1" marL="914400" rtl="0" algn="l">
              <a:lnSpc>
                <a:spcPct val="115000"/>
              </a:lnSpc>
              <a:spcBef>
                <a:spcPts val="0"/>
              </a:spcBef>
              <a:spcAft>
                <a:spcPts val="0"/>
              </a:spcAft>
              <a:buClr>
                <a:schemeClr val="accent6"/>
              </a:buClr>
              <a:buSzPts val="900"/>
              <a:buFont typeface="Arial"/>
              <a:buChar char="○"/>
            </a:pPr>
            <a:r>
              <a:rPr lang="en" sz="1300">
                <a:solidFill>
                  <a:srgbClr val="49476E"/>
                </a:solidFill>
              </a:rPr>
              <a:t>Cells to detect light (rods and cones)</a:t>
            </a:r>
            <a:endParaRPr sz="1300">
              <a:solidFill>
                <a:srgbClr val="49476E"/>
              </a:solidFill>
            </a:endParaRPr>
          </a:p>
        </p:txBody>
      </p:sp>
      <p:sp>
        <p:nvSpPr>
          <p:cNvPr id="3186" name="Google Shape;3186;p78"/>
          <p:cNvSpPr txBox="1"/>
          <p:nvPr>
            <p:ph type="title"/>
          </p:nvPr>
        </p:nvSpPr>
        <p:spPr>
          <a:xfrm>
            <a:off x="5353778" y="782757"/>
            <a:ext cx="3684900" cy="411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800">
                <a:solidFill>
                  <a:schemeClr val="accent1"/>
                </a:solidFill>
              </a:rPr>
              <a:t>THE HUMAN</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VISION</a:t>
            </a:r>
            <a:endParaRPr sz="2800">
              <a:solidFill>
                <a:schemeClr val="accent1"/>
              </a:solidFill>
            </a:endParaRPr>
          </a:p>
        </p:txBody>
      </p:sp>
      <p:pic>
        <p:nvPicPr>
          <p:cNvPr id="3187" name="Google Shape;3187;p78"/>
          <p:cNvPicPr preferRelativeResize="0"/>
          <p:nvPr/>
        </p:nvPicPr>
        <p:blipFill>
          <a:blip r:embed="rId3">
            <a:alphaModFix/>
          </a:blip>
          <a:stretch>
            <a:fillRect/>
          </a:stretch>
        </p:blipFill>
        <p:spPr>
          <a:xfrm>
            <a:off x="7722125" y="913921"/>
            <a:ext cx="912125" cy="912125"/>
          </a:xfrm>
          <a:prstGeom prst="rect">
            <a:avLst/>
          </a:prstGeom>
          <a:noFill/>
          <a:ln>
            <a:noFill/>
          </a:ln>
        </p:spPr>
      </p:pic>
      <p:pic>
        <p:nvPicPr>
          <p:cNvPr id="3188" name="Google Shape;3188;p78"/>
          <p:cNvPicPr preferRelativeResize="0"/>
          <p:nvPr/>
        </p:nvPicPr>
        <p:blipFill>
          <a:blip r:embed="rId4">
            <a:alphaModFix/>
          </a:blip>
          <a:stretch>
            <a:fillRect/>
          </a:stretch>
        </p:blipFill>
        <p:spPr>
          <a:xfrm>
            <a:off x="4918925" y="2209075"/>
            <a:ext cx="4260250" cy="21925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3" name="Shape 3193"/>
        <p:cNvGrpSpPr/>
        <p:nvPr/>
      </p:nvGrpSpPr>
      <p:grpSpPr>
        <a:xfrm>
          <a:off x="0" y="0"/>
          <a:ext cx="0" cy="0"/>
          <a:chOff x="0" y="0"/>
          <a:chExt cx="0" cy="0"/>
        </a:xfrm>
      </p:grpSpPr>
      <p:sp>
        <p:nvSpPr>
          <p:cNvPr id="3194" name="Google Shape;3194;p79"/>
          <p:cNvSpPr txBox="1"/>
          <p:nvPr>
            <p:ph idx="4294967295" type="body"/>
          </p:nvPr>
        </p:nvSpPr>
        <p:spPr>
          <a:xfrm>
            <a:off x="767700" y="1040100"/>
            <a:ext cx="4623300" cy="3559500"/>
          </a:xfrm>
          <a:prstGeom prst="rect">
            <a:avLst/>
          </a:prstGeom>
        </p:spPr>
        <p:txBody>
          <a:bodyPr anchorCtr="0" anchor="t" bIns="91425" lIns="91425" spcFirstLastPara="1" rIns="91425" wrap="square" tIns="91425">
            <a:noAutofit/>
          </a:bodyPr>
          <a:lstStyle/>
          <a:p>
            <a:pPr indent="-140970" lvl="0" marL="91440" marR="0" rtl="0" algn="l">
              <a:lnSpc>
                <a:spcPct val="150000"/>
              </a:lnSpc>
              <a:spcBef>
                <a:spcPts val="0"/>
              </a:spcBef>
              <a:spcAft>
                <a:spcPts val="0"/>
              </a:spcAft>
              <a:buClr>
                <a:srgbClr val="49476E"/>
              </a:buClr>
              <a:buSzPts val="1500"/>
              <a:buChar char="●"/>
            </a:pPr>
            <a:r>
              <a:rPr b="1" lang="en" sz="1500">
                <a:solidFill>
                  <a:srgbClr val="49476E"/>
                </a:solidFill>
              </a:rPr>
              <a:t>PHYSICAL RECEPTION - THE EYE</a:t>
            </a:r>
            <a:endParaRPr b="1" sz="1500">
              <a:solidFill>
                <a:srgbClr val="49476E"/>
              </a:solidFill>
            </a:endParaRPr>
          </a:p>
          <a:p>
            <a:pPr indent="-285750" lvl="0" marL="457200" rtl="0" algn="l">
              <a:lnSpc>
                <a:spcPct val="115000"/>
              </a:lnSpc>
              <a:spcBef>
                <a:spcPts val="0"/>
              </a:spcBef>
              <a:spcAft>
                <a:spcPts val="0"/>
              </a:spcAft>
              <a:buClr>
                <a:schemeClr val="accent6"/>
              </a:buClr>
              <a:buSzPts val="900"/>
              <a:buFont typeface="Arial"/>
              <a:buChar char="●"/>
            </a:pPr>
            <a:r>
              <a:rPr lang="en" sz="1300">
                <a:solidFill>
                  <a:srgbClr val="49476E"/>
                </a:solidFill>
              </a:rPr>
              <a:t>What you can see</a:t>
            </a:r>
            <a:endParaRPr sz="1300">
              <a:solidFill>
                <a:srgbClr val="49476E"/>
              </a:solidFill>
            </a:endParaRPr>
          </a:p>
          <a:p>
            <a:pPr indent="-285750" lvl="1" marL="914400" rtl="0" algn="l">
              <a:lnSpc>
                <a:spcPct val="115000"/>
              </a:lnSpc>
              <a:spcBef>
                <a:spcPts val="0"/>
              </a:spcBef>
              <a:spcAft>
                <a:spcPts val="0"/>
              </a:spcAft>
              <a:buClr>
                <a:schemeClr val="accent6"/>
              </a:buClr>
              <a:buSzPts val="900"/>
              <a:buFont typeface="Arial"/>
              <a:buChar char="○"/>
            </a:pPr>
            <a:r>
              <a:rPr lang="en" sz="1300">
                <a:solidFill>
                  <a:srgbClr val="49476E"/>
                </a:solidFill>
              </a:rPr>
              <a:t>Pupil - the lens covering hole into the eye</a:t>
            </a:r>
            <a:endParaRPr sz="1300">
              <a:solidFill>
                <a:srgbClr val="49476E"/>
              </a:solidFill>
            </a:endParaRPr>
          </a:p>
          <a:p>
            <a:pPr indent="-285750" lvl="1" marL="914400" rtl="0" algn="l">
              <a:lnSpc>
                <a:spcPct val="115000"/>
              </a:lnSpc>
              <a:spcBef>
                <a:spcPts val="0"/>
              </a:spcBef>
              <a:spcAft>
                <a:spcPts val="0"/>
              </a:spcAft>
              <a:buClr>
                <a:schemeClr val="accent6"/>
              </a:buClr>
              <a:buSzPts val="900"/>
              <a:buFont typeface="Arial"/>
              <a:buChar char="○"/>
            </a:pPr>
            <a:r>
              <a:rPr lang="en" sz="1300">
                <a:solidFill>
                  <a:srgbClr val="49476E"/>
                </a:solidFill>
              </a:rPr>
              <a:t>Iris - muscles to change lens shape</a:t>
            </a:r>
            <a:endParaRPr sz="1300">
              <a:solidFill>
                <a:srgbClr val="49476E"/>
              </a:solidFill>
            </a:endParaRPr>
          </a:p>
          <a:p>
            <a:pPr indent="-285750" lvl="0" marL="457200" rtl="0" algn="l">
              <a:lnSpc>
                <a:spcPct val="115000"/>
              </a:lnSpc>
              <a:spcBef>
                <a:spcPts val="0"/>
              </a:spcBef>
              <a:spcAft>
                <a:spcPts val="0"/>
              </a:spcAft>
              <a:buClr>
                <a:schemeClr val="accent6"/>
              </a:buClr>
              <a:buSzPts val="900"/>
              <a:buFont typeface="Arial"/>
              <a:buChar char="●"/>
            </a:pPr>
            <a:r>
              <a:rPr lang="en" sz="1300">
                <a:solidFill>
                  <a:srgbClr val="49476E"/>
                </a:solidFill>
              </a:rPr>
              <a:t>Behind the scenes</a:t>
            </a:r>
            <a:endParaRPr sz="1300">
              <a:solidFill>
                <a:srgbClr val="49476E"/>
              </a:solidFill>
            </a:endParaRPr>
          </a:p>
          <a:p>
            <a:pPr indent="-285750" lvl="1" marL="914400" rtl="0" algn="l">
              <a:lnSpc>
                <a:spcPct val="115000"/>
              </a:lnSpc>
              <a:spcBef>
                <a:spcPts val="0"/>
              </a:spcBef>
              <a:spcAft>
                <a:spcPts val="0"/>
              </a:spcAft>
              <a:buClr>
                <a:schemeClr val="accent6"/>
              </a:buClr>
              <a:buSzPts val="900"/>
              <a:buFont typeface="Arial"/>
              <a:buChar char="○"/>
            </a:pPr>
            <a:r>
              <a:rPr lang="en" sz="1300">
                <a:solidFill>
                  <a:srgbClr val="49476E"/>
                </a:solidFill>
              </a:rPr>
              <a:t>Upside down image (lens inverts)</a:t>
            </a:r>
            <a:endParaRPr sz="1300">
              <a:solidFill>
                <a:srgbClr val="49476E"/>
              </a:solidFill>
            </a:endParaRPr>
          </a:p>
          <a:p>
            <a:pPr indent="-285750" lvl="1" marL="914400" rtl="0" algn="l">
              <a:lnSpc>
                <a:spcPct val="115000"/>
              </a:lnSpc>
              <a:spcBef>
                <a:spcPts val="0"/>
              </a:spcBef>
              <a:spcAft>
                <a:spcPts val="0"/>
              </a:spcAft>
              <a:buClr>
                <a:schemeClr val="accent6"/>
              </a:buClr>
              <a:buSzPts val="900"/>
              <a:buFont typeface="Arial"/>
              <a:buChar char="○"/>
            </a:pPr>
            <a:r>
              <a:rPr lang="en" sz="1300">
                <a:solidFill>
                  <a:srgbClr val="49476E"/>
                </a:solidFill>
              </a:rPr>
              <a:t>Cells to detect light (rods and cones)</a:t>
            </a:r>
            <a:endParaRPr sz="1300">
              <a:solidFill>
                <a:srgbClr val="49476E"/>
              </a:solidFill>
            </a:endParaRPr>
          </a:p>
          <a:p>
            <a:pPr indent="-285750" lvl="1" marL="914400" rtl="0" algn="l">
              <a:lnSpc>
                <a:spcPct val="115000"/>
              </a:lnSpc>
              <a:spcBef>
                <a:spcPts val="0"/>
              </a:spcBef>
              <a:spcAft>
                <a:spcPts val="0"/>
              </a:spcAft>
              <a:buClr>
                <a:schemeClr val="accent6"/>
              </a:buClr>
              <a:buSzPts val="900"/>
              <a:buFont typeface="Arial"/>
              <a:buChar char="○"/>
            </a:pPr>
            <a:r>
              <a:rPr lang="en" sz="1300">
                <a:solidFill>
                  <a:srgbClr val="49476E"/>
                </a:solidFill>
                <a:highlight>
                  <a:schemeClr val="lt2"/>
                </a:highlight>
              </a:rPr>
              <a:t>Optic nerve - blind spot... filling in</a:t>
            </a:r>
            <a:endParaRPr sz="1300">
              <a:solidFill>
                <a:srgbClr val="49476E"/>
              </a:solidFill>
              <a:highlight>
                <a:schemeClr val="lt2"/>
              </a:highlight>
            </a:endParaRPr>
          </a:p>
        </p:txBody>
      </p:sp>
      <p:sp>
        <p:nvSpPr>
          <p:cNvPr id="3195" name="Google Shape;3195;p79"/>
          <p:cNvSpPr txBox="1"/>
          <p:nvPr>
            <p:ph type="title"/>
          </p:nvPr>
        </p:nvSpPr>
        <p:spPr>
          <a:xfrm>
            <a:off x="5353778" y="782757"/>
            <a:ext cx="3684900" cy="411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800">
                <a:solidFill>
                  <a:schemeClr val="accent1"/>
                </a:solidFill>
              </a:rPr>
              <a:t>THE HUMAN</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VISION</a:t>
            </a:r>
            <a:endParaRPr sz="2800">
              <a:solidFill>
                <a:schemeClr val="accent1"/>
              </a:solidFill>
            </a:endParaRPr>
          </a:p>
        </p:txBody>
      </p:sp>
      <p:pic>
        <p:nvPicPr>
          <p:cNvPr id="3196" name="Google Shape;3196;p79"/>
          <p:cNvPicPr preferRelativeResize="0"/>
          <p:nvPr/>
        </p:nvPicPr>
        <p:blipFill>
          <a:blip r:embed="rId3">
            <a:alphaModFix/>
          </a:blip>
          <a:stretch>
            <a:fillRect/>
          </a:stretch>
        </p:blipFill>
        <p:spPr>
          <a:xfrm>
            <a:off x="7722125" y="913921"/>
            <a:ext cx="912125" cy="912125"/>
          </a:xfrm>
          <a:prstGeom prst="rect">
            <a:avLst/>
          </a:prstGeom>
          <a:noFill/>
          <a:ln>
            <a:noFill/>
          </a:ln>
        </p:spPr>
      </p:pic>
      <p:pic>
        <p:nvPicPr>
          <p:cNvPr id="3197" name="Google Shape;3197;p79"/>
          <p:cNvPicPr preferRelativeResize="0"/>
          <p:nvPr/>
        </p:nvPicPr>
        <p:blipFill>
          <a:blip r:embed="rId4">
            <a:alphaModFix/>
          </a:blip>
          <a:stretch>
            <a:fillRect/>
          </a:stretch>
        </p:blipFill>
        <p:spPr>
          <a:xfrm>
            <a:off x="5255350" y="2269825"/>
            <a:ext cx="3888650" cy="2596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2" name="Shape 3202"/>
        <p:cNvGrpSpPr/>
        <p:nvPr/>
      </p:nvGrpSpPr>
      <p:grpSpPr>
        <a:xfrm>
          <a:off x="0" y="0"/>
          <a:ext cx="0" cy="0"/>
          <a:chOff x="0" y="0"/>
          <a:chExt cx="0" cy="0"/>
        </a:xfrm>
      </p:grpSpPr>
      <p:sp>
        <p:nvSpPr>
          <p:cNvPr id="3203" name="Google Shape;3203;p80"/>
          <p:cNvSpPr txBox="1"/>
          <p:nvPr>
            <p:ph idx="4294967295" type="body"/>
          </p:nvPr>
        </p:nvSpPr>
        <p:spPr>
          <a:xfrm>
            <a:off x="767700" y="1040100"/>
            <a:ext cx="4623300" cy="3559500"/>
          </a:xfrm>
          <a:prstGeom prst="rect">
            <a:avLst/>
          </a:prstGeom>
        </p:spPr>
        <p:txBody>
          <a:bodyPr anchorCtr="0" anchor="t" bIns="91425" lIns="91425" spcFirstLastPara="1" rIns="91425" wrap="square" tIns="91425">
            <a:noAutofit/>
          </a:bodyPr>
          <a:lstStyle/>
          <a:p>
            <a:pPr indent="-140970" lvl="0" marL="91440" marR="0" rtl="0" algn="l">
              <a:lnSpc>
                <a:spcPct val="150000"/>
              </a:lnSpc>
              <a:spcBef>
                <a:spcPts val="0"/>
              </a:spcBef>
              <a:spcAft>
                <a:spcPts val="0"/>
              </a:spcAft>
              <a:buClr>
                <a:srgbClr val="49476E"/>
              </a:buClr>
              <a:buSzPts val="1500"/>
              <a:buChar char="●"/>
            </a:pPr>
            <a:r>
              <a:rPr b="1" lang="en" sz="1500">
                <a:solidFill>
                  <a:srgbClr val="49476E"/>
                </a:solidFill>
              </a:rPr>
              <a:t>PHYSICAL RECEPTION - THE EYE</a:t>
            </a:r>
            <a:endParaRPr b="1" sz="1500">
              <a:solidFill>
                <a:srgbClr val="49476E"/>
              </a:solidFill>
            </a:endParaRPr>
          </a:p>
          <a:p>
            <a:pPr indent="-285750" lvl="0" marL="457200" rtl="0" algn="l">
              <a:lnSpc>
                <a:spcPct val="115000"/>
              </a:lnSpc>
              <a:spcBef>
                <a:spcPts val="0"/>
              </a:spcBef>
              <a:spcAft>
                <a:spcPts val="0"/>
              </a:spcAft>
              <a:buClr>
                <a:schemeClr val="accent6"/>
              </a:buClr>
              <a:buSzPts val="900"/>
              <a:buFont typeface="Arial"/>
              <a:buChar char="●"/>
            </a:pPr>
            <a:r>
              <a:rPr lang="en" sz="1300">
                <a:solidFill>
                  <a:srgbClr val="49476E"/>
                </a:solidFill>
              </a:rPr>
              <a:t>Focus and attention</a:t>
            </a:r>
            <a:endParaRPr sz="1300">
              <a:solidFill>
                <a:srgbClr val="49476E"/>
              </a:solidFill>
            </a:endParaRPr>
          </a:p>
          <a:p>
            <a:pPr indent="-285750" lvl="1" marL="914400" rtl="0" algn="l">
              <a:lnSpc>
                <a:spcPct val="115000"/>
              </a:lnSpc>
              <a:spcBef>
                <a:spcPts val="0"/>
              </a:spcBef>
              <a:spcAft>
                <a:spcPts val="0"/>
              </a:spcAft>
              <a:buClr>
                <a:schemeClr val="accent6"/>
              </a:buClr>
              <a:buSzPts val="900"/>
              <a:buFont typeface="Arial"/>
              <a:buChar char="○"/>
            </a:pPr>
            <a:r>
              <a:rPr lang="en" sz="1300">
                <a:solidFill>
                  <a:srgbClr val="49476E"/>
                </a:solidFill>
              </a:rPr>
              <a:t>Fovea</a:t>
            </a:r>
            <a:endParaRPr sz="1300">
              <a:solidFill>
                <a:srgbClr val="49476E"/>
              </a:solidFill>
            </a:endParaRPr>
          </a:p>
          <a:p>
            <a:pPr indent="-304800" lvl="2" marL="1371600" rtl="0" algn="l">
              <a:lnSpc>
                <a:spcPct val="115000"/>
              </a:lnSpc>
              <a:spcBef>
                <a:spcPts val="0"/>
              </a:spcBef>
              <a:spcAft>
                <a:spcPts val="0"/>
              </a:spcAft>
              <a:buClr>
                <a:srgbClr val="49476E"/>
              </a:buClr>
              <a:buSzPts val="1200"/>
              <a:buChar char="■"/>
            </a:pPr>
            <a:r>
              <a:rPr lang="en" sz="1200">
                <a:solidFill>
                  <a:srgbClr val="49476E"/>
                </a:solidFill>
              </a:rPr>
              <a:t>Centre of vision</a:t>
            </a:r>
            <a:endParaRPr sz="1200">
              <a:solidFill>
                <a:srgbClr val="49476E"/>
              </a:solidFill>
            </a:endParaRPr>
          </a:p>
          <a:p>
            <a:pPr indent="-304800" lvl="2" marL="1371600" rtl="0" algn="l">
              <a:lnSpc>
                <a:spcPct val="115000"/>
              </a:lnSpc>
              <a:spcBef>
                <a:spcPts val="0"/>
              </a:spcBef>
              <a:spcAft>
                <a:spcPts val="0"/>
              </a:spcAft>
              <a:buClr>
                <a:srgbClr val="49476E"/>
              </a:buClr>
              <a:buSzPts val="1200"/>
              <a:buChar char="■"/>
            </a:pPr>
            <a:r>
              <a:rPr lang="en" sz="1200">
                <a:solidFill>
                  <a:srgbClr val="49476E"/>
                </a:solidFill>
              </a:rPr>
              <a:t>Maily cones</a:t>
            </a:r>
            <a:endParaRPr sz="1200">
              <a:solidFill>
                <a:srgbClr val="49476E"/>
              </a:solidFill>
            </a:endParaRPr>
          </a:p>
          <a:p>
            <a:pPr indent="-304800" lvl="2" marL="1371600" rtl="0" algn="l">
              <a:lnSpc>
                <a:spcPct val="115000"/>
              </a:lnSpc>
              <a:spcBef>
                <a:spcPts val="0"/>
              </a:spcBef>
              <a:spcAft>
                <a:spcPts val="0"/>
              </a:spcAft>
              <a:buClr>
                <a:srgbClr val="49476E"/>
              </a:buClr>
              <a:buSzPts val="1200"/>
              <a:buChar char="■"/>
            </a:pPr>
            <a:r>
              <a:rPr lang="en" sz="1200">
                <a:solidFill>
                  <a:srgbClr val="49476E"/>
                </a:solidFill>
              </a:rPr>
              <a:t>Pretty small -&gt; need saccades</a:t>
            </a:r>
            <a:endParaRPr sz="1200">
              <a:solidFill>
                <a:srgbClr val="49476E"/>
              </a:solidFill>
            </a:endParaRPr>
          </a:p>
          <a:p>
            <a:pPr indent="-311150" lvl="1" marL="914400" rtl="0" algn="l">
              <a:lnSpc>
                <a:spcPct val="115000"/>
              </a:lnSpc>
              <a:spcBef>
                <a:spcPts val="0"/>
              </a:spcBef>
              <a:spcAft>
                <a:spcPts val="0"/>
              </a:spcAft>
              <a:buClr>
                <a:srgbClr val="49476E"/>
              </a:buClr>
              <a:buSzPts val="1300"/>
              <a:buChar char="○"/>
            </a:pPr>
            <a:r>
              <a:rPr lang="en" sz="1300">
                <a:solidFill>
                  <a:srgbClr val="49476E"/>
                </a:solidFill>
              </a:rPr>
              <a:t>Peripheral vision</a:t>
            </a:r>
            <a:endParaRPr sz="1300">
              <a:solidFill>
                <a:srgbClr val="49476E"/>
              </a:solidFill>
            </a:endParaRPr>
          </a:p>
          <a:p>
            <a:pPr indent="-311150" lvl="2" marL="1371600" rtl="0" algn="l">
              <a:lnSpc>
                <a:spcPct val="115000"/>
              </a:lnSpc>
              <a:spcBef>
                <a:spcPts val="0"/>
              </a:spcBef>
              <a:spcAft>
                <a:spcPts val="0"/>
              </a:spcAft>
              <a:buClr>
                <a:srgbClr val="49476E"/>
              </a:buClr>
              <a:buSzPts val="1300"/>
              <a:buChar char="■"/>
            </a:pPr>
            <a:r>
              <a:rPr lang="en" sz="1300">
                <a:solidFill>
                  <a:srgbClr val="49476E"/>
                </a:solidFill>
              </a:rPr>
              <a:t>Mainly rods</a:t>
            </a:r>
            <a:endParaRPr sz="1300">
              <a:solidFill>
                <a:srgbClr val="49476E"/>
              </a:solidFill>
            </a:endParaRPr>
          </a:p>
          <a:p>
            <a:pPr indent="-311150" lvl="2" marL="1371600" rtl="0" algn="l">
              <a:lnSpc>
                <a:spcPct val="115000"/>
              </a:lnSpc>
              <a:spcBef>
                <a:spcPts val="0"/>
              </a:spcBef>
              <a:spcAft>
                <a:spcPts val="0"/>
              </a:spcAft>
              <a:buClr>
                <a:srgbClr val="49476E"/>
              </a:buClr>
              <a:buSzPts val="1300"/>
              <a:buChar char="■"/>
            </a:pPr>
            <a:r>
              <a:rPr lang="en" sz="1300">
                <a:solidFill>
                  <a:srgbClr val="49476E"/>
                </a:solidFill>
              </a:rPr>
              <a:t>Detect movement -&gt; catch attention</a:t>
            </a:r>
            <a:endParaRPr sz="1300">
              <a:solidFill>
                <a:srgbClr val="49476E"/>
              </a:solidFill>
            </a:endParaRPr>
          </a:p>
          <a:p>
            <a:pPr indent="0" lvl="0" marL="0" rtl="0" algn="l">
              <a:lnSpc>
                <a:spcPct val="115000"/>
              </a:lnSpc>
              <a:spcBef>
                <a:spcPts val="1200"/>
              </a:spcBef>
              <a:spcAft>
                <a:spcPts val="1200"/>
              </a:spcAft>
              <a:buNone/>
            </a:pPr>
            <a:r>
              <a:rPr lang="en" sz="1300">
                <a:solidFill>
                  <a:srgbClr val="49476E"/>
                </a:solidFill>
              </a:rPr>
              <a:t>=&gt; if you have rapid movement at the edge of your vision, it will grab your attention</a:t>
            </a:r>
            <a:endParaRPr sz="1300">
              <a:solidFill>
                <a:srgbClr val="49476E"/>
              </a:solidFill>
            </a:endParaRPr>
          </a:p>
        </p:txBody>
      </p:sp>
      <p:sp>
        <p:nvSpPr>
          <p:cNvPr id="3204" name="Google Shape;3204;p80"/>
          <p:cNvSpPr txBox="1"/>
          <p:nvPr>
            <p:ph type="title"/>
          </p:nvPr>
        </p:nvSpPr>
        <p:spPr>
          <a:xfrm>
            <a:off x="5353778" y="782757"/>
            <a:ext cx="3684900" cy="411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800">
                <a:solidFill>
                  <a:schemeClr val="accent1"/>
                </a:solidFill>
              </a:rPr>
              <a:t>THE HUMAN</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VISION</a:t>
            </a:r>
            <a:endParaRPr sz="2800">
              <a:solidFill>
                <a:schemeClr val="accent1"/>
              </a:solidFill>
            </a:endParaRPr>
          </a:p>
        </p:txBody>
      </p:sp>
      <p:pic>
        <p:nvPicPr>
          <p:cNvPr id="3205" name="Google Shape;3205;p80"/>
          <p:cNvPicPr preferRelativeResize="0"/>
          <p:nvPr/>
        </p:nvPicPr>
        <p:blipFill>
          <a:blip r:embed="rId3">
            <a:alphaModFix/>
          </a:blip>
          <a:stretch>
            <a:fillRect/>
          </a:stretch>
        </p:blipFill>
        <p:spPr>
          <a:xfrm>
            <a:off x="7722125" y="913921"/>
            <a:ext cx="912125" cy="912125"/>
          </a:xfrm>
          <a:prstGeom prst="rect">
            <a:avLst/>
          </a:prstGeom>
          <a:noFill/>
          <a:ln>
            <a:noFill/>
          </a:ln>
        </p:spPr>
      </p:pic>
      <p:pic>
        <p:nvPicPr>
          <p:cNvPr id="3206" name="Google Shape;3206;p80"/>
          <p:cNvPicPr preferRelativeResize="0"/>
          <p:nvPr/>
        </p:nvPicPr>
        <p:blipFill>
          <a:blip r:embed="rId4">
            <a:alphaModFix/>
          </a:blip>
          <a:stretch>
            <a:fillRect/>
          </a:stretch>
        </p:blipFill>
        <p:spPr>
          <a:xfrm>
            <a:off x="5421900" y="-3"/>
            <a:ext cx="2833276"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3">
                                            <p:txEl>
                                              <p:pRg end="0" st="0"/>
                                            </p:txEl>
                                          </p:spTgt>
                                        </p:tgtEl>
                                        <p:attrNameLst>
                                          <p:attrName>style.visibility</p:attrName>
                                        </p:attrNameLst>
                                      </p:cBhvr>
                                      <p:to>
                                        <p:strVal val="visible"/>
                                      </p:to>
                                    </p:set>
                                    <p:animEffect filter="fade" transition="in">
                                      <p:cBhvr>
                                        <p:cTn dur="1000"/>
                                        <p:tgtEl>
                                          <p:spTgt spid="32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3">
                                            <p:txEl>
                                              <p:pRg end="1" st="1"/>
                                            </p:txEl>
                                          </p:spTgt>
                                        </p:tgtEl>
                                        <p:attrNameLst>
                                          <p:attrName>style.visibility</p:attrName>
                                        </p:attrNameLst>
                                      </p:cBhvr>
                                      <p:to>
                                        <p:strVal val="visible"/>
                                      </p:to>
                                    </p:set>
                                    <p:animEffect filter="fade" transition="in">
                                      <p:cBhvr>
                                        <p:cTn dur="1000"/>
                                        <p:tgtEl>
                                          <p:spTgt spid="32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3">
                                            <p:txEl>
                                              <p:pRg end="2" st="2"/>
                                            </p:txEl>
                                          </p:spTgt>
                                        </p:tgtEl>
                                        <p:attrNameLst>
                                          <p:attrName>style.visibility</p:attrName>
                                        </p:attrNameLst>
                                      </p:cBhvr>
                                      <p:to>
                                        <p:strVal val="visible"/>
                                      </p:to>
                                    </p:set>
                                    <p:animEffect filter="fade" transition="in">
                                      <p:cBhvr>
                                        <p:cTn dur="1000"/>
                                        <p:tgtEl>
                                          <p:spTgt spid="32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3">
                                            <p:txEl>
                                              <p:pRg end="3" st="3"/>
                                            </p:txEl>
                                          </p:spTgt>
                                        </p:tgtEl>
                                        <p:attrNameLst>
                                          <p:attrName>style.visibility</p:attrName>
                                        </p:attrNameLst>
                                      </p:cBhvr>
                                      <p:to>
                                        <p:strVal val="visible"/>
                                      </p:to>
                                    </p:set>
                                    <p:animEffect filter="fade" transition="in">
                                      <p:cBhvr>
                                        <p:cTn dur="1000"/>
                                        <p:tgtEl>
                                          <p:spTgt spid="32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3">
                                            <p:txEl>
                                              <p:pRg end="4" st="4"/>
                                            </p:txEl>
                                          </p:spTgt>
                                        </p:tgtEl>
                                        <p:attrNameLst>
                                          <p:attrName>style.visibility</p:attrName>
                                        </p:attrNameLst>
                                      </p:cBhvr>
                                      <p:to>
                                        <p:strVal val="visible"/>
                                      </p:to>
                                    </p:set>
                                    <p:animEffect filter="fade" transition="in">
                                      <p:cBhvr>
                                        <p:cTn dur="1000"/>
                                        <p:tgtEl>
                                          <p:spTgt spid="32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3">
                                            <p:txEl>
                                              <p:pRg end="5" st="5"/>
                                            </p:txEl>
                                          </p:spTgt>
                                        </p:tgtEl>
                                        <p:attrNameLst>
                                          <p:attrName>style.visibility</p:attrName>
                                        </p:attrNameLst>
                                      </p:cBhvr>
                                      <p:to>
                                        <p:strVal val="visible"/>
                                      </p:to>
                                    </p:set>
                                    <p:animEffect filter="fade" transition="in">
                                      <p:cBhvr>
                                        <p:cTn dur="1000"/>
                                        <p:tgtEl>
                                          <p:spTgt spid="32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3">
                                            <p:txEl>
                                              <p:pRg end="6" st="6"/>
                                            </p:txEl>
                                          </p:spTgt>
                                        </p:tgtEl>
                                        <p:attrNameLst>
                                          <p:attrName>style.visibility</p:attrName>
                                        </p:attrNameLst>
                                      </p:cBhvr>
                                      <p:to>
                                        <p:strVal val="visible"/>
                                      </p:to>
                                    </p:set>
                                    <p:animEffect filter="fade" transition="in">
                                      <p:cBhvr>
                                        <p:cTn dur="1000"/>
                                        <p:tgtEl>
                                          <p:spTgt spid="320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3">
                                            <p:txEl>
                                              <p:pRg end="7" st="7"/>
                                            </p:txEl>
                                          </p:spTgt>
                                        </p:tgtEl>
                                        <p:attrNameLst>
                                          <p:attrName>style.visibility</p:attrName>
                                        </p:attrNameLst>
                                      </p:cBhvr>
                                      <p:to>
                                        <p:strVal val="visible"/>
                                      </p:to>
                                    </p:set>
                                    <p:animEffect filter="fade" transition="in">
                                      <p:cBhvr>
                                        <p:cTn dur="1000"/>
                                        <p:tgtEl>
                                          <p:spTgt spid="320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3">
                                            <p:txEl>
                                              <p:pRg end="8" st="8"/>
                                            </p:txEl>
                                          </p:spTgt>
                                        </p:tgtEl>
                                        <p:attrNameLst>
                                          <p:attrName>style.visibility</p:attrName>
                                        </p:attrNameLst>
                                      </p:cBhvr>
                                      <p:to>
                                        <p:strVal val="visible"/>
                                      </p:to>
                                    </p:set>
                                    <p:animEffect filter="fade" transition="in">
                                      <p:cBhvr>
                                        <p:cTn dur="1000"/>
                                        <p:tgtEl>
                                          <p:spTgt spid="320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3">
                                            <p:txEl>
                                              <p:pRg end="9" st="9"/>
                                            </p:txEl>
                                          </p:spTgt>
                                        </p:tgtEl>
                                        <p:attrNameLst>
                                          <p:attrName>style.visibility</p:attrName>
                                        </p:attrNameLst>
                                      </p:cBhvr>
                                      <p:to>
                                        <p:strVal val="visible"/>
                                      </p:to>
                                    </p:set>
                                    <p:animEffect filter="fade" transition="in">
                                      <p:cBhvr>
                                        <p:cTn dur="1000"/>
                                        <p:tgtEl>
                                          <p:spTgt spid="3203">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1" name="Shape 3211"/>
        <p:cNvGrpSpPr/>
        <p:nvPr/>
      </p:nvGrpSpPr>
      <p:grpSpPr>
        <a:xfrm>
          <a:off x="0" y="0"/>
          <a:ext cx="0" cy="0"/>
          <a:chOff x="0" y="0"/>
          <a:chExt cx="0" cy="0"/>
        </a:xfrm>
      </p:grpSpPr>
      <p:sp>
        <p:nvSpPr>
          <p:cNvPr id="3212" name="Google Shape;3212;p81"/>
          <p:cNvSpPr txBox="1"/>
          <p:nvPr>
            <p:ph idx="4294967295" type="body"/>
          </p:nvPr>
        </p:nvSpPr>
        <p:spPr>
          <a:xfrm>
            <a:off x="767700" y="1040100"/>
            <a:ext cx="4623300" cy="3559500"/>
          </a:xfrm>
          <a:prstGeom prst="rect">
            <a:avLst/>
          </a:prstGeom>
        </p:spPr>
        <p:txBody>
          <a:bodyPr anchorCtr="0" anchor="t" bIns="91425" lIns="91425" spcFirstLastPara="1" rIns="91425" wrap="square" tIns="91425">
            <a:noAutofit/>
          </a:bodyPr>
          <a:lstStyle/>
          <a:p>
            <a:pPr indent="-140970" lvl="0" marL="91440" marR="0" rtl="0" algn="l">
              <a:lnSpc>
                <a:spcPct val="150000"/>
              </a:lnSpc>
              <a:spcBef>
                <a:spcPts val="0"/>
              </a:spcBef>
              <a:spcAft>
                <a:spcPts val="0"/>
              </a:spcAft>
              <a:buClr>
                <a:srgbClr val="49476E"/>
              </a:buClr>
              <a:buSzPts val="1500"/>
              <a:buChar char="●"/>
            </a:pPr>
            <a:r>
              <a:rPr b="1" lang="en" sz="1500">
                <a:solidFill>
                  <a:srgbClr val="49476E"/>
                </a:solidFill>
              </a:rPr>
              <a:t>PHYSICAL RECEPTION - THE EYE</a:t>
            </a:r>
            <a:endParaRPr sz="1300">
              <a:solidFill>
                <a:srgbClr val="49476E"/>
              </a:solidFill>
            </a:endParaRPr>
          </a:p>
          <a:p>
            <a:pPr indent="-140970" lvl="0" marL="91440" marR="0" rtl="0" algn="l">
              <a:lnSpc>
                <a:spcPct val="150000"/>
              </a:lnSpc>
              <a:spcBef>
                <a:spcPts val="1000"/>
              </a:spcBef>
              <a:spcAft>
                <a:spcPts val="0"/>
              </a:spcAft>
              <a:buClr>
                <a:srgbClr val="49476E"/>
              </a:buClr>
              <a:buSzPts val="1500"/>
              <a:buChar char="●"/>
            </a:pPr>
            <a:r>
              <a:rPr b="1" lang="en" sz="1500">
                <a:solidFill>
                  <a:srgbClr val="49476E"/>
                </a:solidFill>
              </a:rPr>
              <a:t>PROCESSING AND INTERPRETATION</a:t>
            </a:r>
            <a:endParaRPr b="1" sz="1500">
              <a:solidFill>
                <a:srgbClr val="49476E"/>
              </a:solidFill>
            </a:endParaRPr>
          </a:p>
          <a:p>
            <a:pPr indent="-128270" lvl="1" marL="365760" rtl="0" algn="l">
              <a:lnSpc>
                <a:spcPct val="100000"/>
              </a:lnSpc>
              <a:spcBef>
                <a:spcPts val="0"/>
              </a:spcBef>
              <a:spcAft>
                <a:spcPts val="0"/>
              </a:spcAft>
              <a:buClr>
                <a:srgbClr val="49476E"/>
              </a:buClr>
              <a:buSzPts val="1300"/>
              <a:buChar char="○"/>
            </a:pPr>
            <a:r>
              <a:rPr lang="en" sz="1300">
                <a:solidFill>
                  <a:srgbClr val="49476E"/>
                </a:solidFill>
                <a:highlight>
                  <a:srgbClr val="C9DAF8"/>
                </a:highlight>
              </a:rPr>
              <a:t>Interpreting the signal</a:t>
            </a:r>
            <a:endParaRPr sz="1300">
              <a:solidFill>
                <a:srgbClr val="49476E"/>
              </a:solidFill>
              <a:highlight>
                <a:srgbClr val="C9DAF8"/>
              </a:highlight>
            </a:endParaRPr>
          </a:p>
          <a:p>
            <a:pPr indent="-128270" lvl="1" marL="365760" rtl="0" algn="l">
              <a:lnSpc>
                <a:spcPct val="100000"/>
              </a:lnSpc>
              <a:spcBef>
                <a:spcPts val="0"/>
              </a:spcBef>
              <a:spcAft>
                <a:spcPts val="0"/>
              </a:spcAft>
              <a:buClr>
                <a:srgbClr val="49476E"/>
              </a:buClr>
              <a:buSzPts val="1300"/>
              <a:buChar char="○"/>
            </a:pPr>
            <a:r>
              <a:rPr lang="en" sz="1300">
                <a:solidFill>
                  <a:srgbClr val="49476E"/>
                </a:solidFill>
              </a:rPr>
              <a:t>Reading </a:t>
            </a:r>
            <a:endParaRPr sz="1300">
              <a:solidFill>
                <a:srgbClr val="49476E"/>
              </a:solidFill>
            </a:endParaRPr>
          </a:p>
        </p:txBody>
      </p:sp>
      <p:sp>
        <p:nvSpPr>
          <p:cNvPr id="3213" name="Google Shape;3213;p81"/>
          <p:cNvSpPr txBox="1"/>
          <p:nvPr>
            <p:ph type="title"/>
          </p:nvPr>
        </p:nvSpPr>
        <p:spPr>
          <a:xfrm>
            <a:off x="5353778" y="782757"/>
            <a:ext cx="3684900" cy="411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800">
                <a:solidFill>
                  <a:schemeClr val="accent1"/>
                </a:solidFill>
              </a:rPr>
              <a:t>THE HUMAN</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VISION</a:t>
            </a:r>
            <a:endParaRPr sz="2800">
              <a:solidFill>
                <a:schemeClr val="accent1"/>
              </a:solidFill>
            </a:endParaRPr>
          </a:p>
        </p:txBody>
      </p:sp>
      <p:pic>
        <p:nvPicPr>
          <p:cNvPr id="3214" name="Google Shape;3214;p81"/>
          <p:cNvPicPr preferRelativeResize="0"/>
          <p:nvPr/>
        </p:nvPicPr>
        <p:blipFill>
          <a:blip r:embed="rId3">
            <a:alphaModFix/>
          </a:blip>
          <a:stretch>
            <a:fillRect/>
          </a:stretch>
        </p:blipFill>
        <p:spPr>
          <a:xfrm>
            <a:off x="7722125" y="913921"/>
            <a:ext cx="912125" cy="912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9" name="Shape 3219"/>
        <p:cNvGrpSpPr/>
        <p:nvPr/>
      </p:nvGrpSpPr>
      <p:grpSpPr>
        <a:xfrm>
          <a:off x="0" y="0"/>
          <a:ext cx="0" cy="0"/>
          <a:chOff x="0" y="0"/>
          <a:chExt cx="0" cy="0"/>
        </a:xfrm>
      </p:grpSpPr>
      <p:sp>
        <p:nvSpPr>
          <p:cNvPr id="3220" name="Google Shape;3220;p82"/>
          <p:cNvSpPr txBox="1"/>
          <p:nvPr>
            <p:ph idx="4294967295" type="body"/>
          </p:nvPr>
        </p:nvSpPr>
        <p:spPr>
          <a:xfrm>
            <a:off x="771175" y="1040100"/>
            <a:ext cx="4433100" cy="3145500"/>
          </a:xfrm>
          <a:prstGeom prst="rect">
            <a:avLst/>
          </a:prstGeom>
        </p:spPr>
        <p:txBody>
          <a:bodyPr anchorCtr="0" anchor="t" bIns="91425" lIns="91425" spcFirstLastPara="1" rIns="91425" wrap="square" tIns="91425">
            <a:noAutofit/>
          </a:bodyPr>
          <a:lstStyle/>
          <a:p>
            <a:pPr indent="-140970" lvl="0" marL="91440" marR="0" rtl="0" algn="l">
              <a:lnSpc>
                <a:spcPct val="150000"/>
              </a:lnSpc>
              <a:spcBef>
                <a:spcPts val="0"/>
              </a:spcBef>
              <a:spcAft>
                <a:spcPts val="0"/>
              </a:spcAft>
              <a:buClr>
                <a:srgbClr val="49476E"/>
              </a:buClr>
              <a:buSzPts val="1500"/>
              <a:buChar char="●"/>
            </a:pPr>
            <a:r>
              <a:rPr b="1" lang="en" sz="1500">
                <a:solidFill>
                  <a:srgbClr val="49476E"/>
                </a:solidFill>
              </a:rPr>
              <a:t>PHYSICAL RECEPTION - THE EYE</a:t>
            </a:r>
            <a:endParaRPr sz="1300">
              <a:solidFill>
                <a:srgbClr val="49476E"/>
              </a:solidFill>
            </a:endParaRPr>
          </a:p>
          <a:p>
            <a:pPr indent="-140970" lvl="0" marL="91440" marR="0" rtl="0" algn="l">
              <a:lnSpc>
                <a:spcPct val="150000"/>
              </a:lnSpc>
              <a:spcBef>
                <a:spcPts val="1000"/>
              </a:spcBef>
              <a:spcAft>
                <a:spcPts val="0"/>
              </a:spcAft>
              <a:buClr>
                <a:srgbClr val="49476E"/>
              </a:buClr>
              <a:buSzPts val="1500"/>
              <a:buChar char="●"/>
            </a:pPr>
            <a:r>
              <a:rPr b="1" lang="en" sz="1500">
                <a:solidFill>
                  <a:srgbClr val="49476E"/>
                </a:solidFill>
              </a:rPr>
              <a:t>PROCESSING AND INTERPRETATION</a:t>
            </a:r>
            <a:endParaRPr b="1" sz="1500">
              <a:solidFill>
                <a:srgbClr val="49476E"/>
              </a:solidFill>
            </a:endParaRPr>
          </a:p>
          <a:p>
            <a:pPr indent="-128270" lvl="1" marL="365760" rtl="0" algn="l">
              <a:lnSpc>
                <a:spcPct val="100000"/>
              </a:lnSpc>
              <a:spcBef>
                <a:spcPts val="0"/>
              </a:spcBef>
              <a:spcAft>
                <a:spcPts val="0"/>
              </a:spcAft>
              <a:buClr>
                <a:srgbClr val="49476E"/>
              </a:buClr>
              <a:buSzPts val="1300"/>
              <a:buChar char="○"/>
            </a:pPr>
            <a:r>
              <a:rPr lang="en" sz="1300">
                <a:solidFill>
                  <a:srgbClr val="49476E"/>
                </a:solidFill>
              </a:rPr>
              <a:t>Interpreting the signal</a:t>
            </a:r>
            <a:endParaRPr sz="1300">
              <a:solidFill>
                <a:srgbClr val="49476E"/>
              </a:solidFill>
            </a:endParaRPr>
          </a:p>
          <a:p>
            <a:pPr indent="-128270" lvl="2" marL="731520" rtl="0" algn="l">
              <a:lnSpc>
                <a:spcPct val="100000"/>
              </a:lnSpc>
              <a:spcBef>
                <a:spcPts val="0"/>
              </a:spcBef>
              <a:spcAft>
                <a:spcPts val="0"/>
              </a:spcAft>
              <a:buClr>
                <a:srgbClr val="49476E"/>
              </a:buClr>
              <a:buSzPts val="1300"/>
              <a:buChar char="■"/>
            </a:pPr>
            <a:r>
              <a:rPr lang="en" sz="1300">
                <a:solidFill>
                  <a:srgbClr val="49476E"/>
                </a:solidFill>
              </a:rPr>
              <a:t>Size and depth</a:t>
            </a:r>
            <a:endParaRPr sz="1300">
              <a:solidFill>
                <a:srgbClr val="49476E"/>
              </a:solidFill>
            </a:endParaRPr>
          </a:p>
          <a:p>
            <a:pPr indent="-128270" lvl="2" marL="731520" rtl="0" algn="l">
              <a:lnSpc>
                <a:spcPct val="100000"/>
              </a:lnSpc>
              <a:spcBef>
                <a:spcPts val="0"/>
              </a:spcBef>
              <a:spcAft>
                <a:spcPts val="0"/>
              </a:spcAft>
              <a:buClr>
                <a:srgbClr val="49476E"/>
              </a:buClr>
              <a:buSzPts val="1300"/>
              <a:buChar char="■"/>
            </a:pPr>
            <a:r>
              <a:rPr lang="en" sz="1300">
                <a:solidFill>
                  <a:srgbClr val="49476E"/>
                </a:solidFill>
              </a:rPr>
              <a:t>Brightness</a:t>
            </a:r>
            <a:endParaRPr sz="1300">
              <a:solidFill>
                <a:srgbClr val="49476E"/>
              </a:solidFill>
            </a:endParaRPr>
          </a:p>
          <a:p>
            <a:pPr indent="-128270" lvl="2" marL="731520" rtl="0" algn="l">
              <a:lnSpc>
                <a:spcPct val="100000"/>
              </a:lnSpc>
              <a:spcBef>
                <a:spcPts val="0"/>
              </a:spcBef>
              <a:spcAft>
                <a:spcPts val="0"/>
              </a:spcAft>
              <a:buClr>
                <a:srgbClr val="49476E"/>
              </a:buClr>
              <a:buSzPts val="1300"/>
              <a:buChar char="■"/>
            </a:pPr>
            <a:r>
              <a:rPr lang="en" sz="1300">
                <a:solidFill>
                  <a:srgbClr val="49476E"/>
                </a:solidFill>
                <a:highlight>
                  <a:schemeClr val="lt2"/>
                </a:highlight>
              </a:rPr>
              <a:t>Colour</a:t>
            </a:r>
            <a:endParaRPr sz="1300">
              <a:solidFill>
                <a:srgbClr val="49476E"/>
              </a:solidFill>
              <a:highlight>
                <a:schemeClr val="lt2"/>
              </a:highlight>
            </a:endParaRPr>
          </a:p>
        </p:txBody>
      </p:sp>
      <p:sp>
        <p:nvSpPr>
          <p:cNvPr id="3221" name="Google Shape;3221;p82"/>
          <p:cNvSpPr txBox="1"/>
          <p:nvPr>
            <p:ph type="title"/>
          </p:nvPr>
        </p:nvSpPr>
        <p:spPr>
          <a:xfrm>
            <a:off x="5353778" y="782757"/>
            <a:ext cx="3684900" cy="411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800">
                <a:solidFill>
                  <a:schemeClr val="accent1"/>
                </a:solidFill>
              </a:rPr>
              <a:t>THE HUMAN</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VISION</a:t>
            </a:r>
            <a:endParaRPr sz="2800">
              <a:solidFill>
                <a:schemeClr val="accent1"/>
              </a:solidFill>
            </a:endParaRPr>
          </a:p>
        </p:txBody>
      </p:sp>
      <p:pic>
        <p:nvPicPr>
          <p:cNvPr id="3222" name="Google Shape;3222;p82"/>
          <p:cNvPicPr preferRelativeResize="0"/>
          <p:nvPr/>
        </p:nvPicPr>
        <p:blipFill>
          <a:blip r:embed="rId3">
            <a:alphaModFix/>
          </a:blip>
          <a:stretch>
            <a:fillRect/>
          </a:stretch>
        </p:blipFill>
        <p:spPr>
          <a:xfrm>
            <a:off x="7722125" y="913921"/>
            <a:ext cx="912125" cy="912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7" name="Shape 3227"/>
        <p:cNvGrpSpPr/>
        <p:nvPr/>
      </p:nvGrpSpPr>
      <p:grpSpPr>
        <a:xfrm>
          <a:off x="0" y="0"/>
          <a:ext cx="0" cy="0"/>
          <a:chOff x="0" y="0"/>
          <a:chExt cx="0" cy="0"/>
        </a:xfrm>
      </p:grpSpPr>
      <p:sp>
        <p:nvSpPr>
          <p:cNvPr id="3228" name="Google Shape;3228;p83"/>
          <p:cNvSpPr txBox="1"/>
          <p:nvPr>
            <p:ph idx="4294967295" type="body"/>
          </p:nvPr>
        </p:nvSpPr>
        <p:spPr>
          <a:xfrm>
            <a:off x="771175" y="1040100"/>
            <a:ext cx="4633200" cy="3559500"/>
          </a:xfrm>
          <a:prstGeom prst="rect">
            <a:avLst/>
          </a:prstGeom>
        </p:spPr>
        <p:txBody>
          <a:bodyPr anchorCtr="0" anchor="t" bIns="91425" lIns="91425" spcFirstLastPara="1" rIns="91425" wrap="square" tIns="91425">
            <a:noAutofit/>
          </a:bodyPr>
          <a:lstStyle/>
          <a:p>
            <a:pPr indent="-140970" lvl="0" marL="91440" marR="0" rtl="0" algn="l">
              <a:lnSpc>
                <a:spcPct val="150000"/>
              </a:lnSpc>
              <a:spcBef>
                <a:spcPts val="1000"/>
              </a:spcBef>
              <a:spcAft>
                <a:spcPts val="0"/>
              </a:spcAft>
              <a:buClr>
                <a:srgbClr val="49476E"/>
              </a:buClr>
              <a:buSzPts val="1500"/>
              <a:buChar char="●"/>
            </a:pPr>
            <a:r>
              <a:rPr b="1" lang="en" sz="1500">
                <a:solidFill>
                  <a:srgbClr val="49476E"/>
                </a:solidFill>
              </a:rPr>
              <a:t>COLOUR</a:t>
            </a:r>
            <a:endParaRPr b="1" sz="1500">
              <a:solidFill>
                <a:srgbClr val="49476E"/>
              </a:solidFill>
            </a:endParaRPr>
          </a:p>
          <a:p>
            <a:pPr indent="-311150" lvl="1" marL="914400" rtl="0" algn="l">
              <a:spcBef>
                <a:spcPts val="0"/>
              </a:spcBef>
              <a:spcAft>
                <a:spcPts val="0"/>
              </a:spcAft>
              <a:buClr>
                <a:srgbClr val="49476E"/>
              </a:buClr>
              <a:buSzPts val="1300"/>
              <a:buChar char="○"/>
            </a:pPr>
            <a:r>
              <a:rPr lang="en" sz="1300">
                <a:solidFill>
                  <a:srgbClr val="49476E"/>
                </a:solidFill>
              </a:rPr>
              <a:t>Light</a:t>
            </a:r>
            <a:endParaRPr sz="1300">
              <a:solidFill>
                <a:srgbClr val="49476E"/>
              </a:solidFill>
            </a:endParaRPr>
          </a:p>
          <a:p>
            <a:pPr indent="-311150" lvl="1" marL="914400" rtl="0" algn="l">
              <a:spcBef>
                <a:spcPts val="0"/>
              </a:spcBef>
              <a:spcAft>
                <a:spcPts val="0"/>
              </a:spcAft>
              <a:buClr>
                <a:srgbClr val="49476E"/>
              </a:buClr>
              <a:buSzPts val="1300"/>
              <a:buChar char="○"/>
            </a:pPr>
            <a:r>
              <a:rPr lang="en" sz="1300">
                <a:solidFill>
                  <a:srgbClr val="49476E"/>
                </a:solidFill>
              </a:rPr>
              <a:t>RGB vs CMYK</a:t>
            </a:r>
            <a:endParaRPr sz="1300">
              <a:solidFill>
                <a:srgbClr val="49476E"/>
              </a:solidFill>
            </a:endParaRPr>
          </a:p>
        </p:txBody>
      </p:sp>
      <p:sp>
        <p:nvSpPr>
          <p:cNvPr id="3229" name="Google Shape;3229;p83"/>
          <p:cNvSpPr txBox="1"/>
          <p:nvPr>
            <p:ph type="title"/>
          </p:nvPr>
        </p:nvSpPr>
        <p:spPr>
          <a:xfrm>
            <a:off x="5353778" y="782757"/>
            <a:ext cx="3684900" cy="411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800">
                <a:solidFill>
                  <a:schemeClr val="accent1"/>
                </a:solidFill>
              </a:rPr>
              <a:t>THE HUMAN</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VISION</a:t>
            </a:r>
            <a:endParaRPr sz="2800">
              <a:solidFill>
                <a:schemeClr val="accent1"/>
              </a:solidFill>
            </a:endParaRPr>
          </a:p>
        </p:txBody>
      </p:sp>
      <p:pic>
        <p:nvPicPr>
          <p:cNvPr id="3230" name="Google Shape;3230;p83"/>
          <p:cNvPicPr preferRelativeResize="0"/>
          <p:nvPr/>
        </p:nvPicPr>
        <p:blipFill>
          <a:blip r:embed="rId3">
            <a:alphaModFix/>
          </a:blip>
          <a:stretch>
            <a:fillRect/>
          </a:stretch>
        </p:blipFill>
        <p:spPr>
          <a:xfrm>
            <a:off x="7722125" y="913921"/>
            <a:ext cx="912125" cy="912125"/>
          </a:xfrm>
          <a:prstGeom prst="rect">
            <a:avLst/>
          </a:prstGeom>
          <a:noFill/>
          <a:ln>
            <a:noFill/>
          </a:ln>
        </p:spPr>
      </p:pic>
      <p:grpSp>
        <p:nvGrpSpPr>
          <p:cNvPr id="3231" name="Google Shape;3231;p83"/>
          <p:cNvGrpSpPr/>
          <p:nvPr/>
        </p:nvGrpSpPr>
        <p:grpSpPr>
          <a:xfrm>
            <a:off x="4934275" y="467575"/>
            <a:ext cx="3827250" cy="3849300"/>
            <a:chOff x="4934275" y="467575"/>
            <a:chExt cx="3827250" cy="3849300"/>
          </a:xfrm>
        </p:grpSpPr>
        <p:sp>
          <p:nvSpPr>
            <p:cNvPr id="3232" name="Google Shape;3232;p83"/>
            <p:cNvSpPr/>
            <p:nvPr/>
          </p:nvSpPr>
          <p:spPr>
            <a:xfrm>
              <a:off x="4934275" y="467575"/>
              <a:ext cx="3825000" cy="384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33" name="Google Shape;3233;p83"/>
            <p:cNvPicPr preferRelativeResize="0"/>
            <p:nvPr/>
          </p:nvPicPr>
          <p:blipFill rotWithShape="1">
            <a:blip r:embed="rId4">
              <a:alphaModFix/>
            </a:blip>
            <a:srcRect b="0" l="7388" r="7397" t="0"/>
            <a:stretch/>
          </p:blipFill>
          <p:spPr>
            <a:xfrm>
              <a:off x="4936625" y="475800"/>
              <a:ext cx="3824900" cy="1923575"/>
            </a:xfrm>
            <a:prstGeom prst="rect">
              <a:avLst/>
            </a:prstGeom>
            <a:noFill/>
            <a:ln>
              <a:noFill/>
            </a:ln>
          </p:spPr>
        </p:pic>
        <p:pic>
          <p:nvPicPr>
            <p:cNvPr id="3234" name="Google Shape;3234;p83"/>
            <p:cNvPicPr preferRelativeResize="0"/>
            <p:nvPr/>
          </p:nvPicPr>
          <p:blipFill>
            <a:blip r:embed="rId5">
              <a:alphaModFix/>
            </a:blip>
            <a:stretch>
              <a:fillRect/>
            </a:stretch>
          </p:blipFill>
          <p:spPr>
            <a:xfrm>
              <a:off x="5268470" y="2344313"/>
              <a:ext cx="3365775" cy="1972400"/>
            </a:xfrm>
            <a:prstGeom prst="rect">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9" name="Shape 3239"/>
        <p:cNvGrpSpPr/>
        <p:nvPr/>
      </p:nvGrpSpPr>
      <p:grpSpPr>
        <a:xfrm>
          <a:off x="0" y="0"/>
          <a:ext cx="0" cy="0"/>
          <a:chOff x="0" y="0"/>
          <a:chExt cx="0" cy="0"/>
        </a:xfrm>
      </p:grpSpPr>
      <p:sp>
        <p:nvSpPr>
          <p:cNvPr id="3240" name="Google Shape;3240;p84"/>
          <p:cNvSpPr txBox="1"/>
          <p:nvPr>
            <p:ph idx="4294967295" type="body"/>
          </p:nvPr>
        </p:nvSpPr>
        <p:spPr>
          <a:xfrm>
            <a:off x="771175" y="1040100"/>
            <a:ext cx="4633200" cy="3559500"/>
          </a:xfrm>
          <a:prstGeom prst="rect">
            <a:avLst/>
          </a:prstGeom>
        </p:spPr>
        <p:txBody>
          <a:bodyPr anchorCtr="0" anchor="t" bIns="91425" lIns="91425" spcFirstLastPara="1" rIns="91425" wrap="square" tIns="91425">
            <a:noAutofit/>
          </a:bodyPr>
          <a:lstStyle/>
          <a:p>
            <a:pPr indent="-140970" lvl="0" marL="91440" marR="0" rtl="0" algn="l">
              <a:lnSpc>
                <a:spcPct val="150000"/>
              </a:lnSpc>
              <a:spcBef>
                <a:spcPts val="1000"/>
              </a:spcBef>
              <a:spcAft>
                <a:spcPts val="0"/>
              </a:spcAft>
              <a:buClr>
                <a:srgbClr val="49476E"/>
              </a:buClr>
              <a:buSzPts val="1500"/>
              <a:buChar char="●"/>
            </a:pPr>
            <a:r>
              <a:rPr b="1" lang="en" sz="1500">
                <a:solidFill>
                  <a:srgbClr val="49476E"/>
                </a:solidFill>
              </a:rPr>
              <a:t>COLOUR</a:t>
            </a:r>
            <a:endParaRPr b="1" sz="1500">
              <a:solidFill>
                <a:srgbClr val="49476E"/>
              </a:solidFill>
            </a:endParaRPr>
          </a:p>
          <a:p>
            <a:pPr indent="-311150" lvl="1" marL="914400" rtl="0" algn="l">
              <a:spcBef>
                <a:spcPts val="0"/>
              </a:spcBef>
              <a:spcAft>
                <a:spcPts val="0"/>
              </a:spcAft>
              <a:buClr>
                <a:srgbClr val="49476E"/>
              </a:buClr>
              <a:buSzPts val="1300"/>
              <a:buChar char="○"/>
            </a:pPr>
            <a:r>
              <a:rPr lang="en" sz="1300">
                <a:solidFill>
                  <a:srgbClr val="49476E"/>
                </a:solidFill>
              </a:rPr>
              <a:t>Light</a:t>
            </a:r>
            <a:endParaRPr sz="1300">
              <a:solidFill>
                <a:srgbClr val="49476E"/>
              </a:solidFill>
            </a:endParaRPr>
          </a:p>
          <a:p>
            <a:pPr indent="-311150" lvl="1" marL="914400" rtl="0" algn="l">
              <a:spcBef>
                <a:spcPts val="0"/>
              </a:spcBef>
              <a:spcAft>
                <a:spcPts val="0"/>
              </a:spcAft>
              <a:buClr>
                <a:srgbClr val="49476E"/>
              </a:buClr>
              <a:buSzPts val="1300"/>
              <a:buChar char="○"/>
            </a:pPr>
            <a:r>
              <a:rPr lang="en" sz="1300">
                <a:solidFill>
                  <a:srgbClr val="49476E"/>
                </a:solidFill>
              </a:rPr>
              <a:t>RGB vs CMYK</a:t>
            </a:r>
            <a:endParaRPr sz="1300">
              <a:solidFill>
                <a:srgbClr val="49476E"/>
              </a:solidFill>
            </a:endParaRPr>
          </a:p>
          <a:p>
            <a:pPr indent="-311150" lvl="1" marL="914400" rtl="0" algn="l">
              <a:spcBef>
                <a:spcPts val="0"/>
              </a:spcBef>
              <a:spcAft>
                <a:spcPts val="0"/>
              </a:spcAft>
              <a:buClr>
                <a:srgbClr val="49476E"/>
              </a:buClr>
              <a:buSzPts val="1300"/>
              <a:buChar char="○"/>
            </a:pPr>
            <a:r>
              <a:rPr lang="en" sz="1300">
                <a:solidFill>
                  <a:srgbClr val="49476E"/>
                </a:solidFill>
              </a:rPr>
              <a:t>Contract</a:t>
            </a:r>
            <a:endParaRPr sz="1300">
              <a:solidFill>
                <a:srgbClr val="49476E"/>
              </a:solidFill>
            </a:endParaRPr>
          </a:p>
          <a:p>
            <a:pPr indent="-311150" lvl="1" marL="914400" rtl="0" algn="l">
              <a:spcBef>
                <a:spcPts val="0"/>
              </a:spcBef>
              <a:spcAft>
                <a:spcPts val="0"/>
              </a:spcAft>
              <a:buClr>
                <a:srgbClr val="49476E"/>
              </a:buClr>
              <a:buSzPts val="1300"/>
              <a:buChar char="○"/>
            </a:pPr>
            <a:r>
              <a:rPr lang="en" sz="1300">
                <a:solidFill>
                  <a:srgbClr val="49476E"/>
                </a:solidFill>
              </a:rPr>
              <a:t>3  factors:</a:t>
            </a:r>
            <a:endParaRPr sz="1300">
              <a:solidFill>
                <a:srgbClr val="49476E"/>
              </a:solidFill>
            </a:endParaRPr>
          </a:p>
          <a:p>
            <a:pPr indent="-311150" lvl="2" marL="1371600" rtl="0" algn="l">
              <a:spcBef>
                <a:spcPts val="0"/>
              </a:spcBef>
              <a:spcAft>
                <a:spcPts val="0"/>
              </a:spcAft>
              <a:buClr>
                <a:srgbClr val="49476E"/>
              </a:buClr>
              <a:buSzPts val="1300"/>
              <a:buChar char="■"/>
            </a:pPr>
            <a:r>
              <a:rPr lang="en" sz="1300">
                <a:solidFill>
                  <a:srgbClr val="49476E"/>
                </a:solidFill>
              </a:rPr>
              <a:t>Hue</a:t>
            </a:r>
            <a:endParaRPr sz="1300">
              <a:solidFill>
                <a:srgbClr val="49476E"/>
              </a:solidFill>
            </a:endParaRPr>
          </a:p>
          <a:p>
            <a:pPr indent="-311150" lvl="2" marL="1371600" rtl="0" algn="l">
              <a:spcBef>
                <a:spcPts val="0"/>
              </a:spcBef>
              <a:spcAft>
                <a:spcPts val="0"/>
              </a:spcAft>
              <a:buClr>
                <a:srgbClr val="49476E"/>
              </a:buClr>
              <a:buSzPts val="1300"/>
              <a:buChar char="■"/>
            </a:pPr>
            <a:r>
              <a:rPr lang="en" sz="1300">
                <a:solidFill>
                  <a:srgbClr val="49476E"/>
                </a:solidFill>
              </a:rPr>
              <a:t>Intensity (Value)</a:t>
            </a:r>
            <a:endParaRPr sz="1300">
              <a:solidFill>
                <a:srgbClr val="49476E"/>
              </a:solidFill>
            </a:endParaRPr>
          </a:p>
          <a:p>
            <a:pPr indent="-311150" lvl="2" marL="1371600" rtl="0" algn="l">
              <a:spcBef>
                <a:spcPts val="0"/>
              </a:spcBef>
              <a:spcAft>
                <a:spcPts val="0"/>
              </a:spcAft>
              <a:buClr>
                <a:srgbClr val="49476E"/>
              </a:buClr>
              <a:buSzPts val="1300"/>
              <a:buChar char="■"/>
            </a:pPr>
            <a:r>
              <a:rPr lang="en" sz="1300">
                <a:solidFill>
                  <a:srgbClr val="49476E"/>
                </a:solidFill>
              </a:rPr>
              <a:t>Saturation </a:t>
            </a:r>
            <a:endParaRPr sz="1300">
              <a:solidFill>
                <a:srgbClr val="49476E"/>
              </a:solidFill>
            </a:endParaRPr>
          </a:p>
          <a:p>
            <a:pPr indent="-311150" lvl="1" marL="914400" rtl="0" algn="l">
              <a:spcBef>
                <a:spcPts val="0"/>
              </a:spcBef>
              <a:spcAft>
                <a:spcPts val="0"/>
              </a:spcAft>
              <a:buClr>
                <a:srgbClr val="49476E"/>
              </a:buClr>
              <a:buSzPts val="1300"/>
              <a:buChar char="○"/>
            </a:pPr>
            <a:r>
              <a:rPr lang="en" sz="1300">
                <a:solidFill>
                  <a:srgbClr val="49476E"/>
                </a:solidFill>
              </a:rPr>
              <a:t>The eye can see millions colours</a:t>
            </a:r>
            <a:endParaRPr sz="1300">
              <a:solidFill>
                <a:srgbClr val="49476E"/>
              </a:solidFill>
            </a:endParaRPr>
          </a:p>
          <a:p>
            <a:pPr indent="-311150" lvl="1" marL="914400" rtl="0" algn="l">
              <a:spcBef>
                <a:spcPts val="0"/>
              </a:spcBef>
              <a:spcAft>
                <a:spcPts val="0"/>
              </a:spcAft>
              <a:buClr>
                <a:srgbClr val="49476E"/>
              </a:buClr>
              <a:buSzPts val="1300"/>
              <a:buChar char="○"/>
            </a:pPr>
            <a:r>
              <a:rPr lang="en" sz="1300">
                <a:solidFill>
                  <a:srgbClr val="49476E"/>
                </a:solidFill>
              </a:rPr>
              <a:t>Colour blind: 8% male, 1% female</a:t>
            </a:r>
            <a:endParaRPr sz="1300">
              <a:solidFill>
                <a:srgbClr val="49476E"/>
              </a:solidFill>
            </a:endParaRPr>
          </a:p>
        </p:txBody>
      </p:sp>
      <p:sp>
        <p:nvSpPr>
          <p:cNvPr id="3241" name="Google Shape;3241;p84"/>
          <p:cNvSpPr txBox="1"/>
          <p:nvPr>
            <p:ph type="title"/>
          </p:nvPr>
        </p:nvSpPr>
        <p:spPr>
          <a:xfrm>
            <a:off x="5353778" y="782757"/>
            <a:ext cx="3684900" cy="411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800">
                <a:solidFill>
                  <a:schemeClr val="accent1"/>
                </a:solidFill>
              </a:rPr>
              <a:t>THE HUMAN</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VISION</a:t>
            </a:r>
            <a:endParaRPr sz="2800">
              <a:solidFill>
                <a:schemeClr val="accent1"/>
              </a:solidFill>
            </a:endParaRPr>
          </a:p>
        </p:txBody>
      </p:sp>
      <p:pic>
        <p:nvPicPr>
          <p:cNvPr id="3242" name="Google Shape;3242;p84"/>
          <p:cNvPicPr preferRelativeResize="0"/>
          <p:nvPr/>
        </p:nvPicPr>
        <p:blipFill>
          <a:blip r:embed="rId3">
            <a:alphaModFix/>
          </a:blip>
          <a:stretch>
            <a:fillRect/>
          </a:stretch>
        </p:blipFill>
        <p:spPr>
          <a:xfrm>
            <a:off x="7722125" y="913921"/>
            <a:ext cx="912125" cy="912125"/>
          </a:xfrm>
          <a:prstGeom prst="rect">
            <a:avLst/>
          </a:prstGeom>
          <a:noFill/>
          <a:ln>
            <a:noFill/>
          </a:ln>
        </p:spPr>
      </p:pic>
      <p:pic>
        <p:nvPicPr>
          <p:cNvPr id="3243" name="Google Shape;3243;p84"/>
          <p:cNvPicPr preferRelativeResize="0"/>
          <p:nvPr/>
        </p:nvPicPr>
        <p:blipFill>
          <a:blip r:embed="rId4">
            <a:alphaModFix/>
          </a:blip>
          <a:stretch>
            <a:fillRect/>
          </a:stretch>
        </p:blipFill>
        <p:spPr>
          <a:xfrm>
            <a:off x="5556775" y="1978446"/>
            <a:ext cx="3410089" cy="301265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8" name="Shape 3248"/>
        <p:cNvGrpSpPr/>
        <p:nvPr/>
      </p:nvGrpSpPr>
      <p:grpSpPr>
        <a:xfrm>
          <a:off x="0" y="0"/>
          <a:ext cx="0" cy="0"/>
          <a:chOff x="0" y="0"/>
          <a:chExt cx="0" cy="0"/>
        </a:xfrm>
      </p:grpSpPr>
      <p:sp>
        <p:nvSpPr>
          <p:cNvPr id="3249" name="Google Shape;3249;p85"/>
          <p:cNvSpPr txBox="1"/>
          <p:nvPr>
            <p:ph idx="4294967295" type="body"/>
          </p:nvPr>
        </p:nvSpPr>
        <p:spPr>
          <a:xfrm>
            <a:off x="771175" y="1040100"/>
            <a:ext cx="4433100" cy="3145500"/>
          </a:xfrm>
          <a:prstGeom prst="rect">
            <a:avLst/>
          </a:prstGeom>
        </p:spPr>
        <p:txBody>
          <a:bodyPr anchorCtr="0" anchor="t" bIns="91425" lIns="91425" spcFirstLastPara="1" rIns="91425" wrap="square" tIns="91425">
            <a:noAutofit/>
          </a:bodyPr>
          <a:lstStyle/>
          <a:p>
            <a:pPr indent="-140970" lvl="0" marL="91440" marR="0" rtl="0" algn="l">
              <a:lnSpc>
                <a:spcPct val="150000"/>
              </a:lnSpc>
              <a:spcBef>
                <a:spcPts val="0"/>
              </a:spcBef>
              <a:spcAft>
                <a:spcPts val="0"/>
              </a:spcAft>
              <a:buClr>
                <a:srgbClr val="49476E"/>
              </a:buClr>
              <a:buSzPts val="1500"/>
              <a:buChar char="●"/>
            </a:pPr>
            <a:r>
              <a:rPr b="1" lang="en" sz="1500">
                <a:solidFill>
                  <a:srgbClr val="49476E"/>
                </a:solidFill>
              </a:rPr>
              <a:t>PHYSICAL RECEPTION - THE EYE</a:t>
            </a:r>
            <a:endParaRPr sz="1300">
              <a:solidFill>
                <a:srgbClr val="49476E"/>
              </a:solidFill>
            </a:endParaRPr>
          </a:p>
          <a:p>
            <a:pPr indent="-140970" lvl="0" marL="91440" marR="0" rtl="0" algn="l">
              <a:lnSpc>
                <a:spcPct val="150000"/>
              </a:lnSpc>
              <a:spcBef>
                <a:spcPts val="1000"/>
              </a:spcBef>
              <a:spcAft>
                <a:spcPts val="0"/>
              </a:spcAft>
              <a:buClr>
                <a:srgbClr val="49476E"/>
              </a:buClr>
              <a:buSzPts val="1500"/>
              <a:buChar char="●"/>
            </a:pPr>
            <a:r>
              <a:rPr b="1" lang="en" sz="1500">
                <a:solidFill>
                  <a:srgbClr val="49476E"/>
                </a:solidFill>
              </a:rPr>
              <a:t>PROCESSING AND INTERPRETATION</a:t>
            </a:r>
            <a:endParaRPr b="1" sz="1500">
              <a:solidFill>
                <a:srgbClr val="49476E"/>
              </a:solidFill>
            </a:endParaRPr>
          </a:p>
          <a:p>
            <a:pPr indent="-128270" lvl="1" marL="365760" rtl="0" algn="l">
              <a:lnSpc>
                <a:spcPct val="100000"/>
              </a:lnSpc>
              <a:spcBef>
                <a:spcPts val="0"/>
              </a:spcBef>
              <a:spcAft>
                <a:spcPts val="0"/>
              </a:spcAft>
              <a:buClr>
                <a:srgbClr val="49476E"/>
              </a:buClr>
              <a:buSzPts val="1300"/>
              <a:buChar char="○"/>
            </a:pPr>
            <a:r>
              <a:rPr lang="en" sz="1300">
                <a:solidFill>
                  <a:srgbClr val="49476E"/>
                </a:solidFill>
              </a:rPr>
              <a:t>Interpreting the signal</a:t>
            </a:r>
            <a:endParaRPr sz="1300">
              <a:solidFill>
                <a:srgbClr val="49476E"/>
              </a:solidFill>
            </a:endParaRPr>
          </a:p>
          <a:p>
            <a:pPr indent="-128270" lvl="2" marL="731520" rtl="0" algn="l">
              <a:lnSpc>
                <a:spcPct val="100000"/>
              </a:lnSpc>
              <a:spcBef>
                <a:spcPts val="0"/>
              </a:spcBef>
              <a:spcAft>
                <a:spcPts val="0"/>
              </a:spcAft>
              <a:buClr>
                <a:srgbClr val="49476E"/>
              </a:buClr>
              <a:buSzPts val="1300"/>
              <a:buChar char="■"/>
            </a:pPr>
            <a:r>
              <a:rPr lang="en" sz="1300">
                <a:solidFill>
                  <a:srgbClr val="49476E"/>
                </a:solidFill>
              </a:rPr>
              <a:t>Size and depth</a:t>
            </a:r>
            <a:endParaRPr sz="1300">
              <a:solidFill>
                <a:srgbClr val="49476E"/>
              </a:solidFill>
            </a:endParaRPr>
          </a:p>
          <a:p>
            <a:pPr indent="-128270" lvl="2" marL="731520" rtl="0" algn="l">
              <a:lnSpc>
                <a:spcPct val="100000"/>
              </a:lnSpc>
              <a:spcBef>
                <a:spcPts val="0"/>
              </a:spcBef>
              <a:spcAft>
                <a:spcPts val="0"/>
              </a:spcAft>
              <a:buClr>
                <a:srgbClr val="49476E"/>
              </a:buClr>
              <a:buSzPts val="1300"/>
              <a:buChar char="■"/>
            </a:pPr>
            <a:r>
              <a:rPr lang="en" sz="1300">
                <a:solidFill>
                  <a:srgbClr val="49476E"/>
                </a:solidFill>
              </a:rPr>
              <a:t>Brightness</a:t>
            </a:r>
            <a:endParaRPr sz="1300">
              <a:solidFill>
                <a:srgbClr val="49476E"/>
              </a:solidFill>
            </a:endParaRPr>
          </a:p>
          <a:p>
            <a:pPr indent="-128270" lvl="2" marL="731520" rtl="0" algn="l">
              <a:lnSpc>
                <a:spcPct val="100000"/>
              </a:lnSpc>
              <a:spcBef>
                <a:spcPts val="0"/>
              </a:spcBef>
              <a:spcAft>
                <a:spcPts val="0"/>
              </a:spcAft>
              <a:buClr>
                <a:srgbClr val="49476E"/>
              </a:buClr>
              <a:buSzPts val="1300"/>
              <a:buChar char="■"/>
            </a:pPr>
            <a:r>
              <a:rPr lang="en" sz="1300">
                <a:solidFill>
                  <a:srgbClr val="49476E"/>
                </a:solidFill>
              </a:rPr>
              <a:t>Colour</a:t>
            </a:r>
            <a:endParaRPr sz="1300">
              <a:solidFill>
                <a:srgbClr val="49476E"/>
              </a:solidFill>
            </a:endParaRPr>
          </a:p>
          <a:p>
            <a:pPr indent="-128270" lvl="2" marL="731520" rtl="0" algn="l">
              <a:lnSpc>
                <a:spcPct val="100000"/>
              </a:lnSpc>
              <a:spcBef>
                <a:spcPts val="0"/>
              </a:spcBef>
              <a:spcAft>
                <a:spcPts val="0"/>
              </a:spcAft>
              <a:buClr>
                <a:srgbClr val="49476E"/>
              </a:buClr>
              <a:buSzPts val="1300"/>
              <a:buChar char="■"/>
            </a:pPr>
            <a:r>
              <a:rPr lang="en" sz="1300">
                <a:solidFill>
                  <a:srgbClr val="49476E"/>
                </a:solidFill>
              </a:rPr>
              <a:t>The visual system compensates for</a:t>
            </a:r>
            <a:endParaRPr sz="1300">
              <a:solidFill>
                <a:srgbClr val="49476E"/>
              </a:solidFill>
            </a:endParaRPr>
          </a:p>
          <a:p>
            <a:pPr indent="-128270" lvl="2" marL="731520" rtl="0" algn="l">
              <a:lnSpc>
                <a:spcPct val="100000"/>
              </a:lnSpc>
              <a:spcBef>
                <a:spcPts val="0"/>
              </a:spcBef>
              <a:spcAft>
                <a:spcPts val="0"/>
              </a:spcAft>
              <a:buClr>
                <a:srgbClr val="49476E"/>
              </a:buClr>
              <a:buSzPts val="1300"/>
              <a:buChar char="■"/>
            </a:pPr>
            <a:r>
              <a:rPr lang="en" sz="1300">
                <a:solidFill>
                  <a:srgbClr val="49476E"/>
                </a:solidFill>
              </a:rPr>
              <a:t>Context is used to resolve ambniguity</a:t>
            </a:r>
            <a:endParaRPr sz="1300">
              <a:solidFill>
                <a:srgbClr val="49476E"/>
              </a:solidFill>
            </a:endParaRPr>
          </a:p>
          <a:p>
            <a:pPr indent="-128270" lvl="2" marL="731520" rtl="0" algn="l">
              <a:lnSpc>
                <a:spcPct val="100000"/>
              </a:lnSpc>
              <a:spcBef>
                <a:spcPts val="0"/>
              </a:spcBef>
              <a:spcAft>
                <a:spcPts val="0"/>
              </a:spcAft>
              <a:buClr>
                <a:srgbClr val="49476E"/>
              </a:buClr>
              <a:buSzPts val="1300"/>
              <a:buChar char="■"/>
            </a:pPr>
            <a:r>
              <a:rPr lang="en" sz="1300">
                <a:solidFill>
                  <a:srgbClr val="49476E"/>
                </a:solidFill>
                <a:highlight>
                  <a:srgbClr val="FFE599"/>
                </a:highlight>
              </a:rPr>
              <a:t>Optical illusions</a:t>
            </a:r>
            <a:endParaRPr sz="1300">
              <a:solidFill>
                <a:srgbClr val="49476E"/>
              </a:solidFill>
              <a:highlight>
                <a:srgbClr val="FFE599"/>
              </a:highlight>
            </a:endParaRPr>
          </a:p>
          <a:p>
            <a:pPr indent="-128270" lvl="1" marL="365760" rtl="0" algn="l">
              <a:lnSpc>
                <a:spcPct val="100000"/>
              </a:lnSpc>
              <a:spcBef>
                <a:spcPts val="0"/>
              </a:spcBef>
              <a:spcAft>
                <a:spcPts val="0"/>
              </a:spcAft>
              <a:buClr>
                <a:srgbClr val="49476E"/>
              </a:buClr>
              <a:buSzPts val="1300"/>
              <a:buChar char="○"/>
            </a:pPr>
            <a:r>
              <a:rPr lang="en" sz="1300">
                <a:solidFill>
                  <a:srgbClr val="49476E"/>
                </a:solidFill>
              </a:rPr>
              <a:t>Reading </a:t>
            </a:r>
            <a:endParaRPr sz="1300">
              <a:solidFill>
                <a:srgbClr val="49476E"/>
              </a:solidFill>
            </a:endParaRPr>
          </a:p>
        </p:txBody>
      </p:sp>
      <p:sp>
        <p:nvSpPr>
          <p:cNvPr id="3250" name="Google Shape;3250;p85"/>
          <p:cNvSpPr txBox="1"/>
          <p:nvPr>
            <p:ph type="title"/>
          </p:nvPr>
        </p:nvSpPr>
        <p:spPr>
          <a:xfrm>
            <a:off x="5353778" y="782757"/>
            <a:ext cx="3684900" cy="411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800">
                <a:solidFill>
                  <a:schemeClr val="accent1"/>
                </a:solidFill>
              </a:rPr>
              <a:t>THE HUMAN</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VISION</a:t>
            </a:r>
            <a:endParaRPr sz="2800">
              <a:solidFill>
                <a:schemeClr val="accent1"/>
              </a:solidFill>
            </a:endParaRPr>
          </a:p>
        </p:txBody>
      </p:sp>
      <p:pic>
        <p:nvPicPr>
          <p:cNvPr id="3251" name="Google Shape;3251;p85"/>
          <p:cNvPicPr preferRelativeResize="0"/>
          <p:nvPr/>
        </p:nvPicPr>
        <p:blipFill>
          <a:blip r:embed="rId3">
            <a:alphaModFix/>
          </a:blip>
          <a:stretch>
            <a:fillRect/>
          </a:stretch>
        </p:blipFill>
        <p:spPr>
          <a:xfrm>
            <a:off x="7722125" y="913921"/>
            <a:ext cx="912125" cy="9121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6" name="Shape 3256"/>
        <p:cNvGrpSpPr/>
        <p:nvPr/>
      </p:nvGrpSpPr>
      <p:grpSpPr>
        <a:xfrm>
          <a:off x="0" y="0"/>
          <a:ext cx="0" cy="0"/>
          <a:chOff x="0" y="0"/>
          <a:chExt cx="0" cy="0"/>
        </a:xfrm>
      </p:grpSpPr>
      <p:pic>
        <p:nvPicPr>
          <p:cNvPr id="3257" name="Google Shape;3257;p86"/>
          <p:cNvPicPr preferRelativeResize="0"/>
          <p:nvPr/>
        </p:nvPicPr>
        <p:blipFill>
          <a:blip r:embed="rId3">
            <a:alphaModFix/>
          </a:blip>
          <a:stretch>
            <a:fillRect/>
          </a:stretch>
        </p:blipFill>
        <p:spPr>
          <a:xfrm>
            <a:off x="1534802" y="1578600"/>
            <a:ext cx="6245801" cy="2849426"/>
          </a:xfrm>
          <a:prstGeom prst="rect">
            <a:avLst/>
          </a:prstGeom>
          <a:noFill/>
          <a:ln>
            <a:noFill/>
          </a:ln>
        </p:spPr>
      </p:pic>
      <p:sp>
        <p:nvSpPr>
          <p:cNvPr id="3258" name="Google Shape;3258;p86"/>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OPTICAL ILLUSIONS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3" name="Shape 3263"/>
        <p:cNvGrpSpPr/>
        <p:nvPr/>
      </p:nvGrpSpPr>
      <p:grpSpPr>
        <a:xfrm>
          <a:off x="0" y="0"/>
          <a:ext cx="0" cy="0"/>
          <a:chOff x="0" y="0"/>
          <a:chExt cx="0" cy="0"/>
        </a:xfrm>
      </p:grpSpPr>
      <p:sp>
        <p:nvSpPr>
          <p:cNvPr id="3264" name="Google Shape;3264;p87"/>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OPTICAL ILLUSIONS</a:t>
            </a:r>
            <a:endParaRPr/>
          </a:p>
        </p:txBody>
      </p:sp>
      <p:pic>
        <p:nvPicPr>
          <p:cNvPr id="3265" name="Google Shape;3265;p87"/>
          <p:cNvPicPr preferRelativeResize="0"/>
          <p:nvPr/>
        </p:nvPicPr>
        <p:blipFill>
          <a:blip r:embed="rId3">
            <a:alphaModFix/>
          </a:blip>
          <a:stretch>
            <a:fillRect/>
          </a:stretch>
        </p:blipFill>
        <p:spPr>
          <a:xfrm>
            <a:off x="1966500" y="1198025"/>
            <a:ext cx="4767227" cy="31723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0" name="Shape 3270"/>
        <p:cNvGrpSpPr/>
        <p:nvPr/>
      </p:nvGrpSpPr>
      <p:grpSpPr>
        <a:xfrm>
          <a:off x="0" y="0"/>
          <a:ext cx="0" cy="0"/>
          <a:chOff x="0" y="0"/>
          <a:chExt cx="0" cy="0"/>
        </a:xfrm>
      </p:grpSpPr>
      <p:sp>
        <p:nvSpPr>
          <p:cNvPr id="3271" name="Google Shape;3271;p88"/>
          <p:cNvSpPr txBox="1"/>
          <p:nvPr>
            <p:ph idx="4294967295" type="body"/>
          </p:nvPr>
        </p:nvSpPr>
        <p:spPr>
          <a:xfrm>
            <a:off x="771175" y="1040100"/>
            <a:ext cx="4633200" cy="3559500"/>
          </a:xfrm>
          <a:prstGeom prst="rect">
            <a:avLst/>
          </a:prstGeom>
        </p:spPr>
        <p:txBody>
          <a:bodyPr anchorCtr="0" anchor="t" bIns="91425" lIns="91425" spcFirstLastPara="1" rIns="91425" wrap="square" tIns="91425">
            <a:noAutofit/>
          </a:bodyPr>
          <a:lstStyle/>
          <a:p>
            <a:pPr indent="-140970" lvl="0" marL="91440" marR="0" rtl="0" algn="l">
              <a:lnSpc>
                <a:spcPct val="150000"/>
              </a:lnSpc>
              <a:spcBef>
                <a:spcPts val="0"/>
              </a:spcBef>
              <a:spcAft>
                <a:spcPts val="0"/>
              </a:spcAft>
              <a:buClr>
                <a:srgbClr val="49476E"/>
              </a:buClr>
              <a:buSzPts val="1500"/>
              <a:buChar char="●"/>
            </a:pPr>
            <a:r>
              <a:rPr b="1" lang="en" sz="1500">
                <a:solidFill>
                  <a:srgbClr val="49476E"/>
                </a:solidFill>
              </a:rPr>
              <a:t>PHYSICAL RECEPTION - THE EYE</a:t>
            </a:r>
            <a:endParaRPr sz="1300">
              <a:solidFill>
                <a:srgbClr val="49476E"/>
              </a:solidFill>
            </a:endParaRPr>
          </a:p>
          <a:p>
            <a:pPr indent="-140970" lvl="0" marL="91440" marR="0" rtl="0" algn="l">
              <a:lnSpc>
                <a:spcPct val="150000"/>
              </a:lnSpc>
              <a:spcBef>
                <a:spcPts val="1000"/>
              </a:spcBef>
              <a:spcAft>
                <a:spcPts val="0"/>
              </a:spcAft>
              <a:buClr>
                <a:srgbClr val="49476E"/>
              </a:buClr>
              <a:buSzPts val="1500"/>
              <a:buChar char="●"/>
            </a:pPr>
            <a:r>
              <a:rPr b="1" lang="en" sz="1500">
                <a:solidFill>
                  <a:srgbClr val="49476E"/>
                </a:solidFill>
              </a:rPr>
              <a:t>PROCESSING AND INTERPRETATION</a:t>
            </a:r>
            <a:endParaRPr b="1" sz="1500">
              <a:solidFill>
                <a:srgbClr val="49476E"/>
              </a:solidFill>
            </a:endParaRPr>
          </a:p>
          <a:p>
            <a:pPr indent="-128270" lvl="1" marL="365760" rtl="0" algn="l">
              <a:lnSpc>
                <a:spcPct val="100000"/>
              </a:lnSpc>
              <a:spcBef>
                <a:spcPts val="0"/>
              </a:spcBef>
              <a:spcAft>
                <a:spcPts val="0"/>
              </a:spcAft>
              <a:buClr>
                <a:srgbClr val="49476E"/>
              </a:buClr>
              <a:buSzPts val="1300"/>
              <a:buChar char="○"/>
            </a:pPr>
            <a:r>
              <a:rPr lang="en" sz="1300">
                <a:solidFill>
                  <a:srgbClr val="49476E"/>
                </a:solidFill>
              </a:rPr>
              <a:t>Interpreting the signal</a:t>
            </a:r>
            <a:endParaRPr sz="1300">
              <a:solidFill>
                <a:srgbClr val="49476E"/>
              </a:solidFill>
            </a:endParaRPr>
          </a:p>
          <a:p>
            <a:pPr indent="-128270" lvl="1" marL="365760" rtl="0" algn="l">
              <a:lnSpc>
                <a:spcPct val="100000"/>
              </a:lnSpc>
              <a:spcBef>
                <a:spcPts val="0"/>
              </a:spcBef>
              <a:spcAft>
                <a:spcPts val="0"/>
              </a:spcAft>
              <a:buClr>
                <a:srgbClr val="49476E"/>
              </a:buClr>
              <a:buSzPts val="1300"/>
              <a:buChar char="○"/>
            </a:pPr>
            <a:r>
              <a:rPr lang="en" sz="1300">
                <a:solidFill>
                  <a:srgbClr val="49476E"/>
                </a:solidFill>
              </a:rPr>
              <a:t>Reading </a:t>
            </a:r>
            <a:endParaRPr sz="1300">
              <a:solidFill>
                <a:srgbClr val="49476E"/>
              </a:solidFill>
            </a:endParaRPr>
          </a:p>
          <a:p>
            <a:pPr indent="-128270" lvl="2" marL="731520" rtl="0" algn="l">
              <a:lnSpc>
                <a:spcPct val="100000"/>
              </a:lnSpc>
              <a:spcBef>
                <a:spcPts val="0"/>
              </a:spcBef>
              <a:spcAft>
                <a:spcPts val="0"/>
              </a:spcAft>
              <a:buClr>
                <a:srgbClr val="49476E"/>
              </a:buClr>
              <a:buSzPts val="1300"/>
              <a:buChar char="■"/>
            </a:pPr>
            <a:r>
              <a:rPr lang="en" sz="1300">
                <a:solidFill>
                  <a:srgbClr val="49476E"/>
                </a:solidFill>
              </a:rPr>
              <a:t>Several stages:</a:t>
            </a:r>
            <a:endParaRPr sz="1300">
              <a:solidFill>
                <a:srgbClr val="49476E"/>
              </a:solidFill>
            </a:endParaRPr>
          </a:p>
          <a:p>
            <a:pPr indent="-128270" lvl="3" marL="1097280" rtl="0" algn="l">
              <a:lnSpc>
                <a:spcPct val="100000"/>
              </a:lnSpc>
              <a:spcBef>
                <a:spcPts val="0"/>
              </a:spcBef>
              <a:spcAft>
                <a:spcPts val="0"/>
              </a:spcAft>
              <a:buClr>
                <a:srgbClr val="49476E"/>
              </a:buClr>
              <a:buSzPts val="1300"/>
              <a:buChar char="●"/>
            </a:pPr>
            <a:r>
              <a:rPr lang="en" sz="1300">
                <a:solidFill>
                  <a:srgbClr val="49476E"/>
                </a:solidFill>
              </a:rPr>
              <a:t>Visual pattern perceived</a:t>
            </a:r>
            <a:endParaRPr sz="1300">
              <a:solidFill>
                <a:srgbClr val="49476E"/>
              </a:solidFill>
            </a:endParaRPr>
          </a:p>
          <a:p>
            <a:pPr indent="-128270" lvl="3" marL="1097280" rtl="0" algn="l">
              <a:lnSpc>
                <a:spcPct val="100000"/>
              </a:lnSpc>
              <a:spcBef>
                <a:spcPts val="0"/>
              </a:spcBef>
              <a:spcAft>
                <a:spcPts val="0"/>
              </a:spcAft>
              <a:buClr>
                <a:srgbClr val="49476E"/>
              </a:buClr>
              <a:buSzPts val="1300"/>
              <a:buChar char="●"/>
            </a:pPr>
            <a:r>
              <a:rPr lang="en" sz="1300">
                <a:solidFill>
                  <a:srgbClr val="49476E"/>
                </a:solidFill>
              </a:rPr>
              <a:t>Decoded using internal representation of language</a:t>
            </a:r>
            <a:endParaRPr sz="1300">
              <a:solidFill>
                <a:srgbClr val="49476E"/>
              </a:solidFill>
            </a:endParaRPr>
          </a:p>
          <a:p>
            <a:pPr indent="-128270" lvl="3" marL="1097280" rtl="0" algn="l">
              <a:lnSpc>
                <a:spcPct val="100000"/>
              </a:lnSpc>
              <a:spcBef>
                <a:spcPts val="0"/>
              </a:spcBef>
              <a:spcAft>
                <a:spcPts val="0"/>
              </a:spcAft>
              <a:buClr>
                <a:srgbClr val="49476E"/>
              </a:buClr>
              <a:buSzPts val="1300"/>
              <a:buChar char="●"/>
            </a:pPr>
            <a:r>
              <a:rPr lang="en" sz="1300">
                <a:solidFill>
                  <a:srgbClr val="49476E"/>
                </a:solidFill>
              </a:rPr>
              <a:t>Interpreted using knowledge of syntax, semantics, pragmatics</a:t>
            </a:r>
            <a:endParaRPr sz="1300">
              <a:solidFill>
                <a:srgbClr val="49476E"/>
              </a:solidFill>
            </a:endParaRPr>
          </a:p>
          <a:p>
            <a:pPr indent="-128270" lvl="2" marL="731520" rtl="0" algn="l">
              <a:lnSpc>
                <a:spcPct val="100000"/>
              </a:lnSpc>
              <a:spcBef>
                <a:spcPts val="0"/>
              </a:spcBef>
              <a:spcAft>
                <a:spcPts val="0"/>
              </a:spcAft>
              <a:buClr>
                <a:srgbClr val="49476E"/>
              </a:buClr>
              <a:buSzPts val="1300"/>
              <a:buChar char="■"/>
            </a:pPr>
            <a:r>
              <a:rPr lang="en" sz="1300">
                <a:solidFill>
                  <a:srgbClr val="49476E"/>
                </a:solidFill>
              </a:rPr>
              <a:t>Reading involves saccades and fixations</a:t>
            </a:r>
            <a:endParaRPr sz="1300">
              <a:solidFill>
                <a:srgbClr val="49476E"/>
              </a:solidFill>
            </a:endParaRPr>
          </a:p>
          <a:p>
            <a:pPr indent="-128270" lvl="2" marL="731520" rtl="0" algn="l">
              <a:lnSpc>
                <a:spcPct val="100000"/>
              </a:lnSpc>
              <a:spcBef>
                <a:spcPts val="0"/>
              </a:spcBef>
              <a:spcAft>
                <a:spcPts val="0"/>
              </a:spcAft>
              <a:buClr>
                <a:srgbClr val="49476E"/>
              </a:buClr>
              <a:buSzPts val="1300"/>
              <a:buChar char="■"/>
            </a:pPr>
            <a:r>
              <a:rPr lang="en" sz="1300">
                <a:solidFill>
                  <a:srgbClr val="49476E"/>
                </a:solidFill>
              </a:rPr>
              <a:t>Perception occurs during fixations</a:t>
            </a:r>
            <a:endParaRPr sz="1300">
              <a:solidFill>
                <a:srgbClr val="49476E"/>
              </a:solidFill>
            </a:endParaRPr>
          </a:p>
          <a:p>
            <a:pPr indent="-128270" lvl="2" marL="731520" rtl="0" algn="l">
              <a:lnSpc>
                <a:spcPct val="100000"/>
              </a:lnSpc>
              <a:spcBef>
                <a:spcPts val="0"/>
              </a:spcBef>
              <a:spcAft>
                <a:spcPts val="0"/>
              </a:spcAft>
              <a:buClr>
                <a:srgbClr val="49476E"/>
              </a:buClr>
              <a:buSzPts val="1300"/>
              <a:buChar char="■"/>
            </a:pPr>
            <a:r>
              <a:rPr lang="en" sz="1300">
                <a:solidFill>
                  <a:srgbClr val="49476E"/>
                </a:solidFill>
              </a:rPr>
              <a:t>Word shape is important to recognition</a:t>
            </a:r>
            <a:endParaRPr sz="1300">
              <a:solidFill>
                <a:srgbClr val="49476E"/>
              </a:solidFill>
            </a:endParaRPr>
          </a:p>
          <a:p>
            <a:pPr indent="-128270" lvl="2" marL="731520" rtl="0" algn="l">
              <a:lnSpc>
                <a:spcPct val="100000"/>
              </a:lnSpc>
              <a:spcBef>
                <a:spcPts val="0"/>
              </a:spcBef>
              <a:spcAft>
                <a:spcPts val="0"/>
              </a:spcAft>
              <a:buClr>
                <a:srgbClr val="49476E"/>
              </a:buClr>
              <a:buSzPts val="1300"/>
              <a:buChar char="■"/>
            </a:pPr>
            <a:r>
              <a:rPr lang="en" sz="1300">
                <a:solidFill>
                  <a:srgbClr val="49476E"/>
                </a:solidFill>
              </a:rPr>
              <a:t>Negative contrast improves reading from computer screen</a:t>
            </a:r>
            <a:endParaRPr sz="1300">
              <a:solidFill>
                <a:srgbClr val="49476E"/>
              </a:solidFill>
            </a:endParaRPr>
          </a:p>
        </p:txBody>
      </p:sp>
      <p:sp>
        <p:nvSpPr>
          <p:cNvPr id="3272" name="Google Shape;3272;p88"/>
          <p:cNvSpPr txBox="1"/>
          <p:nvPr>
            <p:ph type="title"/>
          </p:nvPr>
        </p:nvSpPr>
        <p:spPr>
          <a:xfrm>
            <a:off x="5353778" y="782757"/>
            <a:ext cx="3684900" cy="411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800">
                <a:solidFill>
                  <a:schemeClr val="accent1"/>
                </a:solidFill>
              </a:rPr>
              <a:t>THE HUMAN</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a:t>
            </a:r>
            <a:endParaRPr sz="2800">
              <a:solidFill>
                <a:schemeClr val="accent1"/>
              </a:solidFill>
            </a:endParaRPr>
          </a:p>
          <a:p>
            <a:pPr indent="0" lvl="0" marL="0" marR="0" rtl="0" algn="l">
              <a:lnSpc>
                <a:spcPct val="90000"/>
              </a:lnSpc>
              <a:spcBef>
                <a:spcPts val="0"/>
              </a:spcBef>
              <a:spcAft>
                <a:spcPts val="0"/>
              </a:spcAft>
              <a:buNone/>
            </a:pPr>
            <a:r>
              <a:rPr lang="en" sz="2800">
                <a:solidFill>
                  <a:schemeClr val="accent1"/>
                </a:solidFill>
              </a:rPr>
              <a:t>VISION</a:t>
            </a:r>
            <a:endParaRPr sz="2800">
              <a:solidFill>
                <a:schemeClr val="accent1"/>
              </a:solidFill>
            </a:endParaRPr>
          </a:p>
        </p:txBody>
      </p:sp>
      <p:pic>
        <p:nvPicPr>
          <p:cNvPr id="3273" name="Google Shape;3273;p88"/>
          <p:cNvPicPr preferRelativeResize="0"/>
          <p:nvPr/>
        </p:nvPicPr>
        <p:blipFill>
          <a:blip r:embed="rId3">
            <a:alphaModFix/>
          </a:blip>
          <a:stretch>
            <a:fillRect/>
          </a:stretch>
        </p:blipFill>
        <p:spPr>
          <a:xfrm>
            <a:off x="7722125" y="913921"/>
            <a:ext cx="912125" cy="9121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8" name="Shape 3278"/>
        <p:cNvGrpSpPr/>
        <p:nvPr/>
      </p:nvGrpSpPr>
      <p:grpSpPr>
        <a:xfrm>
          <a:off x="0" y="0"/>
          <a:ext cx="0" cy="0"/>
          <a:chOff x="0" y="0"/>
          <a:chExt cx="0" cy="0"/>
        </a:xfrm>
      </p:grpSpPr>
      <p:sp>
        <p:nvSpPr>
          <p:cNvPr id="3279" name="Google Shape;3279;p89"/>
          <p:cNvSpPr txBox="1"/>
          <p:nvPr>
            <p:ph idx="4294967295" type="body"/>
          </p:nvPr>
        </p:nvSpPr>
        <p:spPr>
          <a:xfrm>
            <a:off x="959775" y="1040100"/>
            <a:ext cx="7470900" cy="3559500"/>
          </a:xfrm>
          <a:prstGeom prst="rect">
            <a:avLst/>
          </a:prstGeom>
        </p:spPr>
        <p:txBody>
          <a:bodyPr anchorCtr="0" anchor="t" bIns="91425" lIns="91425" spcFirstLastPara="1" rIns="91425" wrap="square" tIns="91425">
            <a:noAutofit/>
          </a:bodyPr>
          <a:lstStyle/>
          <a:p>
            <a:pPr indent="-323850" lvl="0" marL="457200" marR="0" rtl="0" algn="l">
              <a:lnSpc>
                <a:spcPct val="150000"/>
              </a:lnSpc>
              <a:spcBef>
                <a:spcPts val="0"/>
              </a:spcBef>
              <a:spcAft>
                <a:spcPts val="0"/>
              </a:spcAft>
              <a:buClr>
                <a:srgbClr val="49476E"/>
              </a:buClr>
              <a:buSzPts val="1500"/>
              <a:buAutoNum type="arabicPeriod"/>
            </a:pPr>
            <a:r>
              <a:rPr b="1" lang="en" sz="1500">
                <a:solidFill>
                  <a:srgbClr val="49476E"/>
                </a:solidFill>
              </a:rPr>
              <a:t>PROVIDES INFORMATION ABOUT ENVIRONMENT</a:t>
            </a:r>
            <a:endParaRPr b="1" sz="1500">
              <a:solidFill>
                <a:srgbClr val="49476E"/>
              </a:solidFill>
            </a:endParaRPr>
          </a:p>
          <a:p>
            <a:pPr indent="-311150" lvl="1" marL="914400" rtl="0" algn="l">
              <a:lnSpc>
                <a:spcPct val="100000"/>
              </a:lnSpc>
              <a:spcBef>
                <a:spcPts val="0"/>
              </a:spcBef>
              <a:spcAft>
                <a:spcPts val="0"/>
              </a:spcAft>
              <a:buClr>
                <a:srgbClr val="49476E"/>
              </a:buClr>
              <a:buSzPts val="1300"/>
              <a:buChar char="○"/>
            </a:pPr>
            <a:r>
              <a:rPr lang="en" sz="1300">
                <a:solidFill>
                  <a:srgbClr val="49476E"/>
                </a:solidFill>
              </a:rPr>
              <a:t>Distances, directions, objects...</a:t>
            </a:r>
            <a:endParaRPr b="1" sz="1500">
              <a:solidFill>
                <a:srgbClr val="49476E"/>
              </a:solidFill>
            </a:endParaRPr>
          </a:p>
          <a:p>
            <a:pPr indent="-323850" lvl="0" marL="457200" marR="0" rtl="0" algn="l">
              <a:lnSpc>
                <a:spcPct val="150000"/>
              </a:lnSpc>
              <a:spcBef>
                <a:spcPts val="1000"/>
              </a:spcBef>
              <a:spcAft>
                <a:spcPts val="0"/>
              </a:spcAft>
              <a:buClr>
                <a:srgbClr val="49476E"/>
              </a:buClr>
              <a:buSzPts val="1500"/>
              <a:buAutoNum type="arabicPeriod"/>
            </a:pPr>
            <a:r>
              <a:rPr b="1" lang="en" sz="1500">
                <a:solidFill>
                  <a:srgbClr val="49476E"/>
                </a:solidFill>
              </a:rPr>
              <a:t>PHYSICAL APPARATUS</a:t>
            </a:r>
            <a:endParaRPr b="1" sz="1500">
              <a:solidFill>
                <a:srgbClr val="49476E"/>
              </a:solidFill>
            </a:endParaRPr>
          </a:p>
          <a:p>
            <a:pPr indent="-311150" lvl="1" marL="914400" rtl="0" algn="l">
              <a:lnSpc>
                <a:spcPct val="100000"/>
              </a:lnSpc>
              <a:spcBef>
                <a:spcPts val="0"/>
              </a:spcBef>
              <a:spcAft>
                <a:spcPts val="0"/>
              </a:spcAft>
              <a:buClr>
                <a:srgbClr val="49476E"/>
              </a:buClr>
              <a:buSzPts val="1300"/>
              <a:buChar char="○"/>
            </a:pPr>
            <a:r>
              <a:rPr lang="en" sz="1300">
                <a:solidFill>
                  <a:srgbClr val="49476E"/>
                </a:solidFill>
              </a:rPr>
              <a:t>Outer ear - Middle ear - Inner ear</a:t>
            </a:r>
            <a:endParaRPr sz="1300">
              <a:solidFill>
                <a:srgbClr val="49476E"/>
              </a:solidFill>
            </a:endParaRPr>
          </a:p>
          <a:p>
            <a:pPr indent="-323850" lvl="0" marL="457200" rtl="0" algn="l">
              <a:lnSpc>
                <a:spcPct val="150000"/>
              </a:lnSpc>
              <a:spcBef>
                <a:spcPts val="1000"/>
              </a:spcBef>
              <a:spcAft>
                <a:spcPts val="0"/>
              </a:spcAft>
              <a:buClr>
                <a:srgbClr val="49476E"/>
              </a:buClr>
              <a:buSzPts val="1500"/>
              <a:buAutoNum type="arabicPeriod"/>
            </a:pPr>
            <a:r>
              <a:rPr b="1" lang="en" sz="1500">
                <a:solidFill>
                  <a:srgbClr val="49476E"/>
                </a:solidFill>
              </a:rPr>
              <a:t>SOUND</a:t>
            </a:r>
            <a:endParaRPr b="1" sz="1500">
              <a:solidFill>
                <a:srgbClr val="49476E"/>
              </a:solidFill>
            </a:endParaRPr>
          </a:p>
          <a:p>
            <a:pPr indent="-311150" lvl="1" marL="914400" rtl="0" algn="l">
              <a:lnSpc>
                <a:spcPct val="100000"/>
              </a:lnSpc>
              <a:spcBef>
                <a:spcPts val="0"/>
              </a:spcBef>
              <a:spcAft>
                <a:spcPts val="0"/>
              </a:spcAft>
              <a:buClr>
                <a:srgbClr val="49476E"/>
              </a:buClr>
              <a:buSzPts val="1300"/>
              <a:buChar char="○"/>
            </a:pPr>
            <a:r>
              <a:rPr lang="en" sz="1300">
                <a:solidFill>
                  <a:srgbClr val="49476E"/>
                </a:solidFill>
              </a:rPr>
              <a:t>Pitch: sound frequency</a:t>
            </a:r>
            <a:endParaRPr sz="1300">
              <a:solidFill>
                <a:srgbClr val="49476E"/>
              </a:solidFill>
            </a:endParaRPr>
          </a:p>
          <a:p>
            <a:pPr indent="-311150" lvl="1" marL="914400" rtl="0" algn="l">
              <a:lnSpc>
                <a:spcPct val="100000"/>
              </a:lnSpc>
              <a:spcBef>
                <a:spcPts val="0"/>
              </a:spcBef>
              <a:spcAft>
                <a:spcPts val="0"/>
              </a:spcAft>
              <a:buClr>
                <a:srgbClr val="49476E"/>
              </a:buClr>
              <a:buSzPts val="1300"/>
              <a:buChar char="○"/>
            </a:pPr>
            <a:r>
              <a:rPr lang="en" sz="1300">
                <a:solidFill>
                  <a:srgbClr val="49476E"/>
                </a:solidFill>
              </a:rPr>
              <a:t>Loudness: amplitude</a:t>
            </a:r>
            <a:endParaRPr sz="1300">
              <a:solidFill>
                <a:srgbClr val="49476E"/>
              </a:solidFill>
            </a:endParaRPr>
          </a:p>
          <a:p>
            <a:pPr indent="-311150" lvl="1" marL="914400" rtl="0" algn="l">
              <a:lnSpc>
                <a:spcPct val="100000"/>
              </a:lnSpc>
              <a:spcBef>
                <a:spcPts val="0"/>
              </a:spcBef>
              <a:spcAft>
                <a:spcPts val="0"/>
              </a:spcAft>
              <a:buClr>
                <a:srgbClr val="49476E"/>
              </a:buClr>
              <a:buSzPts val="1300"/>
              <a:buChar char="○"/>
            </a:pPr>
            <a:r>
              <a:rPr lang="en" sz="1300">
                <a:solidFill>
                  <a:srgbClr val="49476E"/>
                </a:solidFill>
              </a:rPr>
              <a:t>Timbre: type or quality</a:t>
            </a:r>
            <a:endParaRPr sz="1300">
              <a:solidFill>
                <a:srgbClr val="49476E"/>
              </a:solidFill>
            </a:endParaRPr>
          </a:p>
          <a:p>
            <a:pPr indent="-311150" lvl="0" marL="457200" rtl="0" algn="l">
              <a:lnSpc>
                <a:spcPct val="150000"/>
              </a:lnSpc>
              <a:spcBef>
                <a:spcPts val="1000"/>
              </a:spcBef>
              <a:spcAft>
                <a:spcPts val="0"/>
              </a:spcAft>
              <a:buClr>
                <a:srgbClr val="49476E"/>
              </a:buClr>
              <a:buSzPts val="1300"/>
              <a:buAutoNum type="arabicPeriod"/>
            </a:pPr>
            <a:r>
              <a:rPr b="1" lang="en" sz="1500">
                <a:solidFill>
                  <a:srgbClr val="49476E"/>
                </a:solidFill>
              </a:rPr>
              <a:t>HUMAN CAN HEAR FREQUENCIES</a:t>
            </a:r>
            <a:br>
              <a:rPr b="1" lang="en" sz="1500">
                <a:solidFill>
                  <a:srgbClr val="49476E"/>
                </a:solidFill>
              </a:rPr>
            </a:br>
            <a:r>
              <a:rPr b="1" lang="en" sz="1500">
                <a:solidFill>
                  <a:srgbClr val="49476E"/>
                </a:solidFill>
              </a:rPr>
              <a:t>20Hz - 15kHz</a:t>
            </a:r>
            <a:endParaRPr b="1" sz="1500">
              <a:solidFill>
                <a:srgbClr val="49476E"/>
              </a:solidFill>
            </a:endParaRPr>
          </a:p>
          <a:p>
            <a:pPr indent="-323850" lvl="0" marL="457200" rtl="0" algn="l">
              <a:lnSpc>
                <a:spcPct val="150000"/>
              </a:lnSpc>
              <a:spcBef>
                <a:spcPts val="1000"/>
              </a:spcBef>
              <a:spcAft>
                <a:spcPts val="0"/>
              </a:spcAft>
              <a:buClr>
                <a:srgbClr val="49476E"/>
              </a:buClr>
              <a:buSzPts val="1500"/>
              <a:buAutoNum type="arabicPeriod"/>
            </a:pPr>
            <a:r>
              <a:rPr b="1" lang="en" sz="1500">
                <a:solidFill>
                  <a:srgbClr val="49476E"/>
                </a:solidFill>
              </a:rPr>
              <a:t>AUDITORY SYSTEM FILTERS SOUNDS</a:t>
            </a:r>
            <a:endParaRPr sz="1300">
              <a:solidFill>
                <a:srgbClr val="49476E"/>
              </a:solidFill>
            </a:endParaRPr>
          </a:p>
        </p:txBody>
      </p:sp>
      <p:sp>
        <p:nvSpPr>
          <p:cNvPr id="3280" name="Google Shape;3280;p89"/>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None/>
            </a:pPr>
            <a:r>
              <a:rPr lang="en" sz="2400"/>
              <a:t>THE HUMAN - HEARING</a:t>
            </a:r>
            <a:endParaRPr sz="2400"/>
          </a:p>
        </p:txBody>
      </p:sp>
      <p:pic>
        <p:nvPicPr>
          <p:cNvPr id="3281" name="Google Shape;3281;p89"/>
          <p:cNvPicPr preferRelativeResize="0"/>
          <p:nvPr/>
        </p:nvPicPr>
        <p:blipFill>
          <a:blip r:embed="rId3">
            <a:alphaModFix/>
          </a:blip>
          <a:stretch>
            <a:fillRect/>
          </a:stretch>
        </p:blipFill>
        <p:spPr>
          <a:xfrm>
            <a:off x="7462800" y="428374"/>
            <a:ext cx="914400" cy="914400"/>
          </a:xfrm>
          <a:prstGeom prst="rect">
            <a:avLst/>
          </a:prstGeom>
          <a:noFill/>
          <a:ln>
            <a:noFill/>
          </a:ln>
        </p:spPr>
      </p:pic>
      <p:pic>
        <p:nvPicPr>
          <p:cNvPr id="3282" name="Google Shape;3282;p89"/>
          <p:cNvPicPr preferRelativeResize="0"/>
          <p:nvPr/>
        </p:nvPicPr>
        <p:blipFill>
          <a:blip r:embed="rId4">
            <a:alphaModFix/>
          </a:blip>
          <a:stretch>
            <a:fillRect/>
          </a:stretch>
        </p:blipFill>
        <p:spPr>
          <a:xfrm>
            <a:off x="5024925" y="1677951"/>
            <a:ext cx="3892826" cy="22837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7" name="Shape 3287"/>
        <p:cNvGrpSpPr/>
        <p:nvPr/>
      </p:nvGrpSpPr>
      <p:grpSpPr>
        <a:xfrm>
          <a:off x="0" y="0"/>
          <a:ext cx="0" cy="0"/>
          <a:chOff x="0" y="0"/>
          <a:chExt cx="0" cy="0"/>
        </a:xfrm>
      </p:grpSpPr>
      <p:sp>
        <p:nvSpPr>
          <p:cNvPr id="3288" name="Google Shape;3288;p90"/>
          <p:cNvSpPr txBox="1"/>
          <p:nvPr>
            <p:ph type="title"/>
          </p:nvPr>
        </p:nvSpPr>
        <p:spPr>
          <a:xfrm>
            <a:off x="713225" y="534200"/>
            <a:ext cx="7698900" cy="294300"/>
          </a:xfrm>
          <a:prstGeom prst="rect">
            <a:avLst/>
          </a:prstGeom>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None/>
            </a:pPr>
            <a:r>
              <a:rPr lang="en" sz="2400"/>
              <a:t>THE HUMAN - TOUCHING</a:t>
            </a:r>
            <a:endParaRPr sz="2400"/>
          </a:p>
        </p:txBody>
      </p:sp>
      <p:sp>
        <p:nvSpPr>
          <p:cNvPr id="3289" name="Google Shape;3289;p90"/>
          <p:cNvSpPr txBox="1"/>
          <p:nvPr>
            <p:ph idx="1" type="body"/>
          </p:nvPr>
        </p:nvSpPr>
        <p:spPr>
          <a:xfrm>
            <a:off x="959775" y="1040100"/>
            <a:ext cx="7470900" cy="3559500"/>
          </a:xfrm>
          <a:prstGeom prst="rect">
            <a:avLst/>
          </a:prstGeom>
        </p:spPr>
        <p:txBody>
          <a:bodyPr anchorCtr="0" anchor="t" bIns="91425" lIns="91425" spcFirstLastPara="1" rIns="91425" wrap="square" tIns="91425">
            <a:noAutofit/>
          </a:bodyPr>
          <a:lstStyle/>
          <a:p>
            <a:pPr indent="-323850" lvl="0" marL="457200" marR="0" rtl="0" algn="l">
              <a:lnSpc>
                <a:spcPct val="150000"/>
              </a:lnSpc>
              <a:spcBef>
                <a:spcPts val="0"/>
              </a:spcBef>
              <a:spcAft>
                <a:spcPts val="0"/>
              </a:spcAft>
              <a:buClr>
                <a:srgbClr val="49476E"/>
              </a:buClr>
              <a:buSzPts val="1500"/>
              <a:buAutoNum type="arabicPeriod"/>
            </a:pPr>
            <a:r>
              <a:rPr b="1" lang="en" sz="1500">
                <a:solidFill>
                  <a:srgbClr val="49476E"/>
                </a:solidFill>
              </a:rPr>
              <a:t>PROVIDES IMPORTANT FEEDBACK ABOUT ENVIRONMENT</a:t>
            </a:r>
            <a:endParaRPr b="1" sz="1500">
              <a:solidFill>
                <a:srgbClr val="49476E"/>
              </a:solidFill>
            </a:endParaRPr>
          </a:p>
          <a:p>
            <a:pPr indent="-323850" lvl="0" marL="457200" marR="0" rtl="0" algn="l">
              <a:lnSpc>
                <a:spcPct val="150000"/>
              </a:lnSpc>
              <a:spcBef>
                <a:spcPts val="1000"/>
              </a:spcBef>
              <a:spcAft>
                <a:spcPts val="0"/>
              </a:spcAft>
              <a:buClr>
                <a:srgbClr val="49476E"/>
              </a:buClr>
              <a:buSzPts val="1500"/>
              <a:buAutoNum type="arabicPeriod"/>
            </a:pPr>
            <a:r>
              <a:rPr b="1" lang="en" sz="1500">
                <a:solidFill>
                  <a:srgbClr val="49476E"/>
                </a:solidFill>
              </a:rPr>
              <a:t>MAYBE KEY SENSE FOR SOMEONE WHO IS VISUALLY IMPAIRED</a:t>
            </a:r>
            <a:endParaRPr sz="1300">
              <a:solidFill>
                <a:srgbClr val="49476E"/>
              </a:solidFill>
            </a:endParaRPr>
          </a:p>
          <a:p>
            <a:pPr indent="-323850" lvl="0" marL="457200" rtl="0" algn="l">
              <a:lnSpc>
                <a:spcPct val="150000"/>
              </a:lnSpc>
              <a:spcBef>
                <a:spcPts val="1000"/>
              </a:spcBef>
              <a:spcAft>
                <a:spcPts val="0"/>
              </a:spcAft>
              <a:buClr>
                <a:srgbClr val="49476E"/>
              </a:buClr>
              <a:buSzPts val="1500"/>
              <a:buAutoNum type="arabicPeriod"/>
            </a:pPr>
            <a:r>
              <a:rPr b="1" lang="en" sz="1500">
                <a:solidFill>
                  <a:srgbClr val="49476E"/>
                </a:solidFill>
              </a:rPr>
              <a:t>STIMULUS RECEIVED VIA RECEPTORS IN THE SKIN</a:t>
            </a:r>
            <a:endParaRPr sz="1300">
              <a:solidFill>
                <a:srgbClr val="49476E"/>
              </a:solidFill>
            </a:endParaRPr>
          </a:p>
          <a:p>
            <a:pPr indent="-311150" lvl="0" marL="457200" rtl="0" algn="l">
              <a:lnSpc>
                <a:spcPct val="150000"/>
              </a:lnSpc>
              <a:spcBef>
                <a:spcPts val="1000"/>
              </a:spcBef>
              <a:spcAft>
                <a:spcPts val="0"/>
              </a:spcAft>
              <a:buClr>
                <a:srgbClr val="49476E"/>
              </a:buClr>
              <a:buSzPts val="1300"/>
              <a:buAutoNum type="arabicPeriod"/>
            </a:pPr>
            <a:r>
              <a:rPr b="1" lang="en" sz="1500">
                <a:solidFill>
                  <a:srgbClr val="49476E"/>
                </a:solidFill>
              </a:rPr>
              <a:t>SOME AREAS MORE SENSITIVE THAN OTHERS (FINGERS)</a:t>
            </a:r>
            <a:endParaRPr b="1" sz="1500">
              <a:solidFill>
                <a:srgbClr val="49476E"/>
              </a:solidFill>
            </a:endParaRPr>
          </a:p>
          <a:p>
            <a:pPr indent="-323850" lvl="0" marL="457200" rtl="0" algn="l">
              <a:lnSpc>
                <a:spcPct val="150000"/>
              </a:lnSpc>
              <a:spcBef>
                <a:spcPts val="1000"/>
              </a:spcBef>
              <a:spcAft>
                <a:spcPts val="0"/>
              </a:spcAft>
              <a:buClr>
                <a:srgbClr val="49476E"/>
              </a:buClr>
              <a:buSzPts val="1500"/>
              <a:buAutoNum type="arabicPeriod"/>
            </a:pPr>
            <a:r>
              <a:rPr b="1" lang="en" sz="1500">
                <a:solidFill>
                  <a:srgbClr val="49476E"/>
                </a:solidFill>
              </a:rPr>
              <a:t>KINETHESIS </a:t>
            </a:r>
            <a:endParaRPr sz="1300">
              <a:solidFill>
                <a:srgbClr val="49476E"/>
              </a:solidFill>
            </a:endParaRPr>
          </a:p>
        </p:txBody>
      </p:sp>
      <p:pic>
        <p:nvPicPr>
          <p:cNvPr id="3290" name="Google Shape;3290;p90"/>
          <p:cNvPicPr preferRelativeResize="0"/>
          <p:nvPr/>
        </p:nvPicPr>
        <p:blipFill>
          <a:blip r:embed="rId3">
            <a:alphaModFix/>
          </a:blip>
          <a:stretch>
            <a:fillRect/>
          </a:stretch>
        </p:blipFill>
        <p:spPr>
          <a:xfrm>
            <a:off x="7681750" y="347413"/>
            <a:ext cx="914400" cy="9144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5" name="Shape 3295"/>
        <p:cNvGrpSpPr/>
        <p:nvPr/>
      </p:nvGrpSpPr>
      <p:grpSpPr>
        <a:xfrm>
          <a:off x="0" y="0"/>
          <a:ext cx="0" cy="0"/>
          <a:chOff x="0" y="0"/>
          <a:chExt cx="0" cy="0"/>
        </a:xfrm>
      </p:grpSpPr>
      <p:sp>
        <p:nvSpPr>
          <p:cNvPr id="3296" name="Google Shape;3296;p91"/>
          <p:cNvSpPr/>
          <p:nvPr/>
        </p:nvSpPr>
        <p:spPr>
          <a:xfrm>
            <a:off x="3076500" y="0"/>
            <a:ext cx="1674900" cy="242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91"/>
          <p:cNvSpPr txBox="1"/>
          <p:nvPr>
            <p:ph idx="4294967295" type="title"/>
          </p:nvPr>
        </p:nvSpPr>
        <p:spPr>
          <a:xfrm>
            <a:off x="679050" y="530350"/>
            <a:ext cx="2269200" cy="939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400">
                <a:solidFill>
                  <a:schemeClr val="accent1"/>
                </a:solidFill>
              </a:rPr>
              <a:t>THE HUMAN</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MOVEMENT</a:t>
            </a:r>
            <a:endParaRPr sz="2400">
              <a:solidFill>
                <a:schemeClr val="accent1"/>
              </a:solidFill>
            </a:endParaRPr>
          </a:p>
        </p:txBody>
      </p:sp>
      <p:sp>
        <p:nvSpPr>
          <p:cNvPr id="3298" name="Google Shape;3298;p91"/>
          <p:cNvSpPr txBox="1"/>
          <p:nvPr>
            <p:ph idx="1" type="body"/>
          </p:nvPr>
        </p:nvSpPr>
        <p:spPr>
          <a:xfrm>
            <a:off x="3307250" y="786225"/>
            <a:ext cx="5358300" cy="3658200"/>
          </a:xfrm>
          <a:prstGeom prst="rect">
            <a:avLst/>
          </a:prstGeom>
        </p:spPr>
        <p:txBody>
          <a:bodyPr anchorCtr="0" anchor="ctr" bIns="91425" lIns="91425" spcFirstLastPara="1" rIns="91425" wrap="square" tIns="91425">
            <a:noAutofit/>
          </a:bodyPr>
          <a:lstStyle/>
          <a:p>
            <a:pPr indent="-323850" lvl="0" marL="457200" rtl="0" algn="l">
              <a:lnSpc>
                <a:spcPct val="150000"/>
              </a:lnSpc>
              <a:spcBef>
                <a:spcPts val="1000"/>
              </a:spcBef>
              <a:spcAft>
                <a:spcPts val="0"/>
              </a:spcAft>
              <a:buClr>
                <a:srgbClr val="49476E"/>
              </a:buClr>
              <a:buSzPts val="1500"/>
              <a:buAutoNum type="arabicPeriod"/>
            </a:pPr>
            <a:r>
              <a:rPr lang="en" sz="1500">
                <a:solidFill>
                  <a:srgbClr val="49476E"/>
                </a:solidFill>
                <a:latin typeface="Raleway"/>
                <a:ea typeface="Raleway"/>
                <a:cs typeface="Raleway"/>
                <a:sym typeface="Raleway"/>
              </a:rPr>
              <a:t>TIME TAKEN TO RESPOND TO STIMULUS:</a:t>
            </a:r>
            <a:endParaRPr sz="1500">
              <a:solidFill>
                <a:srgbClr val="49476E"/>
              </a:solidFill>
              <a:latin typeface="Raleway"/>
              <a:ea typeface="Raleway"/>
              <a:cs typeface="Raleway"/>
              <a:sym typeface="Raleway"/>
            </a:endParaRPr>
          </a:p>
          <a:p>
            <a:pPr indent="-228600" lvl="1" marL="914400" rtl="0" algn="l">
              <a:lnSpc>
                <a:spcPct val="150000"/>
              </a:lnSpc>
              <a:spcBef>
                <a:spcPts val="0"/>
              </a:spcBef>
              <a:spcAft>
                <a:spcPts val="0"/>
              </a:spcAft>
              <a:buClr>
                <a:srgbClr val="49476E"/>
              </a:buClr>
              <a:buSzPts val="1500"/>
              <a:buNone/>
            </a:pPr>
            <a:r>
              <a:rPr b="0" lang="en" sz="1500">
                <a:solidFill>
                  <a:srgbClr val="49476E"/>
                </a:solidFill>
                <a:latin typeface="Raleway"/>
                <a:ea typeface="Raleway"/>
                <a:cs typeface="Raleway"/>
                <a:sym typeface="Raleway"/>
              </a:rPr>
              <a:t>Reaction time + movement time</a:t>
            </a:r>
            <a:endParaRPr b="0" sz="1500">
              <a:solidFill>
                <a:srgbClr val="49476E"/>
              </a:solidFill>
              <a:latin typeface="Raleway"/>
              <a:ea typeface="Raleway"/>
              <a:cs typeface="Raleway"/>
              <a:sym typeface="Raleway"/>
            </a:endParaRPr>
          </a:p>
          <a:p>
            <a:pPr indent="-323850" lvl="0" marL="457200" rtl="0" algn="l">
              <a:lnSpc>
                <a:spcPct val="150000"/>
              </a:lnSpc>
              <a:spcBef>
                <a:spcPts val="1000"/>
              </a:spcBef>
              <a:spcAft>
                <a:spcPts val="0"/>
              </a:spcAft>
              <a:buClr>
                <a:srgbClr val="49476E"/>
              </a:buClr>
              <a:buSzPts val="1500"/>
              <a:buAutoNum type="arabicPeriod"/>
            </a:pPr>
            <a:r>
              <a:rPr lang="en" sz="1500">
                <a:solidFill>
                  <a:srgbClr val="49476E"/>
                </a:solidFill>
                <a:latin typeface="Raleway"/>
                <a:ea typeface="Raleway"/>
                <a:cs typeface="Raleway"/>
                <a:sym typeface="Raleway"/>
              </a:rPr>
              <a:t>MOVEMENT TIME DEPENDENT ON AGE, FITNESS…</a:t>
            </a:r>
            <a:endParaRPr sz="1500">
              <a:solidFill>
                <a:srgbClr val="49476E"/>
              </a:solidFill>
              <a:latin typeface="Raleway"/>
              <a:ea typeface="Raleway"/>
              <a:cs typeface="Raleway"/>
              <a:sym typeface="Raleway"/>
            </a:endParaRPr>
          </a:p>
          <a:p>
            <a:pPr indent="-323850" lvl="0" marL="457200" rtl="0" algn="l">
              <a:lnSpc>
                <a:spcPct val="150000"/>
              </a:lnSpc>
              <a:spcBef>
                <a:spcPts val="1000"/>
              </a:spcBef>
              <a:spcAft>
                <a:spcPts val="0"/>
              </a:spcAft>
              <a:buClr>
                <a:srgbClr val="49476E"/>
              </a:buClr>
              <a:buSzPts val="1500"/>
              <a:buAutoNum type="arabicPeriod"/>
            </a:pPr>
            <a:r>
              <a:rPr lang="en" sz="1500">
                <a:solidFill>
                  <a:srgbClr val="49476E"/>
                </a:solidFill>
                <a:latin typeface="Raleway"/>
                <a:ea typeface="Raleway"/>
                <a:cs typeface="Raleway"/>
                <a:sym typeface="Raleway"/>
              </a:rPr>
              <a:t>REACTION TIME</a:t>
            </a:r>
            <a:endParaRPr sz="1500">
              <a:solidFill>
                <a:srgbClr val="49476E"/>
              </a:solidFill>
              <a:latin typeface="Raleway"/>
              <a:ea typeface="Raleway"/>
              <a:cs typeface="Raleway"/>
              <a:sym typeface="Raleway"/>
            </a:endParaRPr>
          </a:p>
          <a:p>
            <a:pPr indent="-228600" lvl="1" marL="914400" rtl="0" algn="l">
              <a:spcBef>
                <a:spcPts val="0"/>
              </a:spcBef>
              <a:spcAft>
                <a:spcPts val="0"/>
              </a:spcAft>
              <a:buClr>
                <a:srgbClr val="49476E"/>
              </a:buClr>
              <a:buSzPts val="1500"/>
              <a:buNone/>
            </a:pPr>
            <a:r>
              <a:rPr b="0" lang="en" sz="1500">
                <a:solidFill>
                  <a:srgbClr val="49476E"/>
                </a:solidFill>
                <a:latin typeface="Raleway"/>
                <a:ea typeface="Raleway"/>
                <a:cs typeface="Raleway"/>
                <a:sym typeface="Raleway"/>
              </a:rPr>
              <a:t>Dependent on stimulus type:</a:t>
            </a:r>
            <a:endParaRPr b="0" sz="1500">
              <a:solidFill>
                <a:srgbClr val="49476E"/>
              </a:solidFill>
              <a:latin typeface="Raleway"/>
              <a:ea typeface="Raleway"/>
              <a:cs typeface="Raleway"/>
              <a:sym typeface="Raleway"/>
            </a:endParaRPr>
          </a:p>
          <a:p>
            <a:pPr indent="-228600" lvl="2" marL="1371600" rtl="0" algn="l">
              <a:spcBef>
                <a:spcPts val="0"/>
              </a:spcBef>
              <a:spcAft>
                <a:spcPts val="0"/>
              </a:spcAft>
              <a:buClr>
                <a:srgbClr val="49476E"/>
              </a:buClr>
              <a:buSzPts val="1500"/>
              <a:buNone/>
            </a:pPr>
            <a:r>
              <a:rPr b="0" lang="en" sz="1500">
                <a:solidFill>
                  <a:srgbClr val="49476E"/>
                </a:solidFill>
                <a:latin typeface="Raleway"/>
                <a:ea typeface="Raleway"/>
                <a:cs typeface="Raleway"/>
                <a:sym typeface="Raleway"/>
              </a:rPr>
              <a:t>Visual - 200ms</a:t>
            </a:r>
            <a:endParaRPr b="0" sz="1500">
              <a:solidFill>
                <a:srgbClr val="49476E"/>
              </a:solidFill>
              <a:latin typeface="Raleway"/>
              <a:ea typeface="Raleway"/>
              <a:cs typeface="Raleway"/>
              <a:sym typeface="Raleway"/>
            </a:endParaRPr>
          </a:p>
          <a:p>
            <a:pPr indent="-228600" lvl="2" marL="1371600" rtl="0" algn="l">
              <a:spcBef>
                <a:spcPts val="0"/>
              </a:spcBef>
              <a:spcAft>
                <a:spcPts val="0"/>
              </a:spcAft>
              <a:buClr>
                <a:srgbClr val="49476E"/>
              </a:buClr>
              <a:buSzPts val="1500"/>
              <a:buNone/>
            </a:pPr>
            <a:r>
              <a:rPr b="0" lang="en" sz="1500">
                <a:solidFill>
                  <a:srgbClr val="49476E"/>
                </a:solidFill>
                <a:latin typeface="Raleway"/>
                <a:ea typeface="Raleway"/>
                <a:cs typeface="Raleway"/>
                <a:sym typeface="Raleway"/>
              </a:rPr>
              <a:t>Auditory - 150ms</a:t>
            </a:r>
            <a:endParaRPr b="0" sz="1500">
              <a:solidFill>
                <a:srgbClr val="49476E"/>
              </a:solidFill>
              <a:latin typeface="Raleway"/>
              <a:ea typeface="Raleway"/>
              <a:cs typeface="Raleway"/>
              <a:sym typeface="Raleway"/>
            </a:endParaRPr>
          </a:p>
          <a:p>
            <a:pPr indent="-228600" lvl="2" marL="1371600" rtl="0" algn="l">
              <a:spcBef>
                <a:spcPts val="0"/>
              </a:spcBef>
              <a:spcAft>
                <a:spcPts val="0"/>
              </a:spcAft>
              <a:buClr>
                <a:srgbClr val="49476E"/>
              </a:buClr>
              <a:buSzPts val="1500"/>
              <a:buNone/>
            </a:pPr>
            <a:r>
              <a:rPr b="0" lang="en" sz="1500">
                <a:solidFill>
                  <a:srgbClr val="49476E"/>
                </a:solidFill>
                <a:latin typeface="Raleway"/>
                <a:ea typeface="Raleway"/>
                <a:cs typeface="Raleway"/>
                <a:sym typeface="Raleway"/>
              </a:rPr>
              <a:t>Pain - 700ms</a:t>
            </a:r>
            <a:endParaRPr b="0" sz="1500">
              <a:solidFill>
                <a:srgbClr val="49476E"/>
              </a:solidFill>
              <a:latin typeface="Raleway"/>
              <a:ea typeface="Raleway"/>
              <a:cs typeface="Raleway"/>
              <a:sym typeface="Raleway"/>
            </a:endParaRPr>
          </a:p>
          <a:p>
            <a:pPr indent="-323850" lvl="0" marL="457200" rtl="0" algn="l">
              <a:lnSpc>
                <a:spcPct val="150000"/>
              </a:lnSpc>
              <a:spcBef>
                <a:spcPts val="1000"/>
              </a:spcBef>
              <a:spcAft>
                <a:spcPts val="0"/>
              </a:spcAft>
              <a:buClr>
                <a:srgbClr val="49476E"/>
              </a:buClr>
              <a:buSzPts val="1500"/>
              <a:buAutoNum type="arabicPeriod"/>
            </a:pPr>
            <a:r>
              <a:rPr lang="en" sz="1500">
                <a:solidFill>
                  <a:srgbClr val="49476E"/>
                </a:solidFill>
                <a:latin typeface="Raleway"/>
                <a:ea typeface="Raleway"/>
                <a:cs typeface="Raleway"/>
                <a:sym typeface="Raleway"/>
              </a:rPr>
              <a:t>INCREASING REACTION TIME </a:t>
            </a:r>
            <a:endParaRPr sz="1500">
              <a:solidFill>
                <a:srgbClr val="49476E"/>
              </a:solidFill>
              <a:latin typeface="Raleway"/>
              <a:ea typeface="Raleway"/>
              <a:cs typeface="Raleway"/>
              <a:sym typeface="Raleway"/>
            </a:endParaRPr>
          </a:p>
          <a:p>
            <a:pPr indent="-228600" lvl="1" marL="914400" rtl="0" algn="l">
              <a:spcBef>
                <a:spcPts val="0"/>
              </a:spcBef>
              <a:spcAft>
                <a:spcPts val="0"/>
              </a:spcAft>
              <a:buClr>
                <a:srgbClr val="49476E"/>
              </a:buClr>
              <a:buSzPts val="1500"/>
              <a:buNone/>
            </a:pPr>
            <a:r>
              <a:rPr b="0" lang="en" sz="1500">
                <a:solidFill>
                  <a:srgbClr val="49476E"/>
                </a:solidFill>
                <a:latin typeface="Raleway"/>
                <a:ea typeface="Raleway"/>
                <a:cs typeface="Raleway"/>
                <a:sym typeface="Raleway"/>
              </a:rPr>
              <a:t>Decreases accuracy in the unskillsed operator</a:t>
            </a:r>
            <a:br>
              <a:rPr b="0" lang="en" sz="1500">
                <a:solidFill>
                  <a:srgbClr val="49476E"/>
                </a:solidFill>
                <a:latin typeface="Raleway"/>
                <a:ea typeface="Raleway"/>
                <a:cs typeface="Raleway"/>
                <a:sym typeface="Raleway"/>
              </a:rPr>
            </a:br>
            <a:r>
              <a:rPr b="0" lang="en" sz="1500">
                <a:solidFill>
                  <a:srgbClr val="49476E"/>
                </a:solidFill>
                <a:latin typeface="Raleway"/>
                <a:ea typeface="Raleway"/>
                <a:cs typeface="Raleway"/>
                <a:sym typeface="Raleway"/>
              </a:rPr>
              <a:t>but not in the skilled operator</a:t>
            </a:r>
            <a:endParaRPr sz="1500">
              <a:solidFill>
                <a:srgbClr val="49476E"/>
              </a:solidFill>
            </a:endParaRPr>
          </a:p>
        </p:txBody>
      </p:sp>
      <p:pic>
        <p:nvPicPr>
          <p:cNvPr id="3299" name="Google Shape;3299;p91"/>
          <p:cNvPicPr preferRelativeResize="0"/>
          <p:nvPr/>
        </p:nvPicPr>
        <p:blipFill>
          <a:blip r:embed="rId3">
            <a:alphaModFix/>
          </a:blip>
          <a:stretch>
            <a:fillRect/>
          </a:stretch>
        </p:blipFill>
        <p:spPr>
          <a:xfrm>
            <a:off x="679050" y="2158113"/>
            <a:ext cx="914400" cy="914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4" name="Shape 3304"/>
        <p:cNvGrpSpPr/>
        <p:nvPr/>
      </p:nvGrpSpPr>
      <p:grpSpPr>
        <a:xfrm>
          <a:off x="0" y="0"/>
          <a:ext cx="0" cy="0"/>
          <a:chOff x="0" y="0"/>
          <a:chExt cx="0" cy="0"/>
        </a:xfrm>
      </p:grpSpPr>
      <p:sp>
        <p:nvSpPr>
          <p:cNvPr id="3305" name="Google Shape;3305;p92"/>
          <p:cNvSpPr/>
          <p:nvPr/>
        </p:nvSpPr>
        <p:spPr>
          <a:xfrm>
            <a:off x="3076500" y="0"/>
            <a:ext cx="1674900" cy="242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92"/>
          <p:cNvSpPr txBox="1"/>
          <p:nvPr>
            <p:ph idx="4294967295" type="title"/>
          </p:nvPr>
        </p:nvSpPr>
        <p:spPr>
          <a:xfrm>
            <a:off x="679050" y="530350"/>
            <a:ext cx="2269200" cy="939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400">
                <a:solidFill>
                  <a:schemeClr val="accent1"/>
                </a:solidFill>
              </a:rPr>
              <a:t>THE HUMAN</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MOVEMENT</a:t>
            </a:r>
            <a:endParaRPr sz="2400">
              <a:solidFill>
                <a:schemeClr val="accent1"/>
              </a:solidFill>
            </a:endParaRPr>
          </a:p>
        </p:txBody>
      </p:sp>
      <p:sp>
        <p:nvSpPr>
          <p:cNvPr id="3307" name="Google Shape;3307;p92"/>
          <p:cNvSpPr txBox="1"/>
          <p:nvPr>
            <p:ph idx="1" type="body"/>
          </p:nvPr>
        </p:nvSpPr>
        <p:spPr>
          <a:xfrm>
            <a:off x="3307250" y="786225"/>
            <a:ext cx="5358300" cy="3658200"/>
          </a:xfrm>
          <a:prstGeom prst="rect">
            <a:avLst/>
          </a:prstGeom>
        </p:spPr>
        <p:txBody>
          <a:bodyPr anchorCtr="0" anchor="ctr" bIns="91425" lIns="91425" spcFirstLastPara="1" rIns="91425" wrap="square" tIns="91425">
            <a:noAutofit/>
          </a:bodyPr>
          <a:lstStyle/>
          <a:p>
            <a:pPr indent="-323850" lvl="0" marL="457200" rtl="0" algn="l">
              <a:lnSpc>
                <a:spcPct val="150000"/>
              </a:lnSpc>
              <a:spcBef>
                <a:spcPts val="1000"/>
              </a:spcBef>
              <a:spcAft>
                <a:spcPts val="0"/>
              </a:spcAft>
              <a:buClr>
                <a:srgbClr val="49476E"/>
              </a:buClr>
              <a:buSzPts val="1500"/>
              <a:buAutoNum type="arabicPeriod" startAt="5"/>
            </a:pPr>
            <a:r>
              <a:rPr lang="en" sz="1500">
                <a:solidFill>
                  <a:srgbClr val="49476E"/>
                </a:solidFill>
                <a:latin typeface="Raleway"/>
                <a:ea typeface="Raleway"/>
                <a:cs typeface="Raleway"/>
                <a:sym typeface="Raleway"/>
              </a:rPr>
              <a:t>FITTS’S LAW </a:t>
            </a:r>
            <a:endParaRPr sz="1500">
              <a:solidFill>
                <a:srgbClr val="49476E"/>
              </a:solidFill>
              <a:latin typeface="Raleway"/>
              <a:ea typeface="Raleway"/>
              <a:cs typeface="Raleway"/>
              <a:sym typeface="Raleway"/>
            </a:endParaRPr>
          </a:p>
          <a:p>
            <a:pPr indent="-228600" lvl="1" marL="914400" rtl="0" algn="l">
              <a:spcBef>
                <a:spcPts val="0"/>
              </a:spcBef>
              <a:spcAft>
                <a:spcPts val="0"/>
              </a:spcAft>
              <a:buClr>
                <a:srgbClr val="49476E"/>
              </a:buClr>
              <a:buSzPts val="1500"/>
              <a:buNone/>
            </a:pPr>
            <a:r>
              <a:rPr b="0" lang="en" sz="1500">
                <a:solidFill>
                  <a:srgbClr val="49476E"/>
                </a:solidFill>
                <a:latin typeface="Raleway"/>
                <a:ea typeface="Raleway"/>
                <a:cs typeface="Raleway"/>
                <a:sym typeface="Raleway"/>
              </a:rPr>
              <a:t>Describes the time taken to hit a screen target:</a:t>
            </a:r>
            <a:br>
              <a:rPr b="0" lang="en" sz="1500">
                <a:solidFill>
                  <a:srgbClr val="49476E"/>
                </a:solidFill>
                <a:latin typeface="Raleway"/>
                <a:ea typeface="Raleway"/>
                <a:cs typeface="Raleway"/>
                <a:sym typeface="Raleway"/>
              </a:rPr>
            </a:br>
            <a:r>
              <a:rPr lang="en" sz="1500">
                <a:solidFill>
                  <a:srgbClr val="49476E"/>
                </a:solidFill>
                <a:latin typeface="Raleway"/>
                <a:ea typeface="Raleway"/>
                <a:cs typeface="Raleway"/>
                <a:sym typeface="Raleway"/>
              </a:rPr>
              <a:t>Mt = a + b log</a:t>
            </a:r>
            <a:r>
              <a:rPr baseline="-25000" lang="en" sz="1500">
                <a:solidFill>
                  <a:srgbClr val="49476E"/>
                </a:solidFill>
                <a:latin typeface="Raleway"/>
                <a:ea typeface="Raleway"/>
                <a:cs typeface="Raleway"/>
                <a:sym typeface="Raleway"/>
              </a:rPr>
              <a:t>2 </a:t>
            </a:r>
            <a:r>
              <a:rPr lang="en" sz="1500">
                <a:solidFill>
                  <a:srgbClr val="49476E"/>
                </a:solidFill>
                <a:latin typeface="Raleway"/>
                <a:ea typeface="Raleway"/>
                <a:cs typeface="Raleway"/>
                <a:sym typeface="Raleway"/>
              </a:rPr>
              <a:t>(D/S + 1)</a:t>
            </a:r>
            <a:endParaRPr sz="1500">
              <a:solidFill>
                <a:srgbClr val="49476E"/>
              </a:solidFill>
              <a:latin typeface="Raleway"/>
              <a:ea typeface="Raleway"/>
              <a:cs typeface="Raleway"/>
              <a:sym typeface="Raleway"/>
            </a:endParaRPr>
          </a:p>
          <a:p>
            <a:pPr indent="-228600" lvl="1" marL="914400" rtl="0" algn="l">
              <a:spcBef>
                <a:spcPts val="1000"/>
              </a:spcBef>
              <a:spcAft>
                <a:spcPts val="0"/>
              </a:spcAft>
              <a:buClr>
                <a:srgbClr val="49476E"/>
              </a:buClr>
              <a:buSzPts val="1500"/>
              <a:buNone/>
            </a:pPr>
            <a:r>
              <a:rPr b="0" lang="en" sz="1500">
                <a:solidFill>
                  <a:srgbClr val="49476E"/>
                </a:solidFill>
                <a:latin typeface="Raleway"/>
                <a:ea typeface="Raleway"/>
                <a:cs typeface="Raleway"/>
                <a:sym typeface="Raleway"/>
              </a:rPr>
              <a:t>a and b are empirically determined constants</a:t>
            </a:r>
            <a:br>
              <a:rPr b="0" lang="en" sz="1500">
                <a:solidFill>
                  <a:srgbClr val="49476E"/>
                </a:solidFill>
                <a:latin typeface="Raleway"/>
                <a:ea typeface="Raleway"/>
                <a:cs typeface="Raleway"/>
                <a:sym typeface="Raleway"/>
              </a:rPr>
            </a:br>
            <a:r>
              <a:rPr b="0" lang="en" sz="1500">
                <a:solidFill>
                  <a:srgbClr val="49476E"/>
                </a:solidFill>
                <a:latin typeface="Raleway"/>
                <a:ea typeface="Raleway"/>
                <a:cs typeface="Raleway"/>
                <a:sym typeface="Raleway"/>
              </a:rPr>
              <a:t>Mt is movement time</a:t>
            </a:r>
            <a:br>
              <a:rPr b="0" lang="en" sz="1500">
                <a:solidFill>
                  <a:srgbClr val="49476E"/>
                </a:solidFill>
                <a:latin typeface="Raleway"/>
                <a:ea typeface="Raleway"/>
                <a:cs typeface="Raleway"/>
                <a:sym typeface="Raleway"/>
              </a:rPr>
            </a:br>
            <a:r>
              <a:rPr b="0" lang="en" sz="1500">
                <a:solidFill>
                  <a:srgbClr val="49476E"/>
                </a:solidFill>
                <a:latin typeface="Raleway"/>
                <a:ea typeface="Raleway"/>
                <a:cs typeface="Raleway"/>
                <a:sym typeface="Raleway"/>
              </a:rPr>
              <a:t>D is distance</a:t>
            </a:r>
            <a:br>
              <a:rPr b="0" lang="en" sz="1500">
                <a:solidFill>
                  <a:srgbClr val="49476E"/>
                </a:solidFill>
                <a:latin typeface="Raleway"/>
                <a:ea typeface="Raleway"/>
                <a:cs typeface="Raleway"/>
                <a:sym typeface="Raleway"/>
              </a:rPr>
            </a:br>
            <a:r>
              <a:rPr b="0" lang="en" sz="1500">
                <a:solidFill>
                  <a:srgbClr val="49476E"/>
                </a:solidFill>
                <a:latin typeface="Raleway"/>
                <a:ea typeface="Raleway"/>
                <a:cs typeface="Raleway"/>
                <a:sym typeface="Raleway"/>
              </a:rPr>
              <a:t>S is size of target</a:t>
            </a:r>
            <a:endParaRPr b="0" sz="1500">
              <a:solidFill>
                <a:srgbClr val="49476E"/>
              </a:solidFill>
              <a:latin typeface="Raleway"/>
              <a:ea typeface="Raleway"/>
              <a:cs typeface="Raleway"/>
              <a:sym typeface="Raleway"/>
            </a:endParaRPr>
          </a:p>
          <a:p>
            <a:pPr indent="-228600" lvl="1" marL="914400" rtl="0" algn="l">
              <a:spcBef>
                <a:spcPts val="1000"/>
              </a:spcBef>
              <a:spcAft>
                <a:spcPts val="0"/>
              </a:spcAft>
              <a:buClr>
                <a:srgbClr val="49476E"/>
              </a:buClr>
              <a:buSzPts val="1500"/>
              <a:buNone/>
            </a:pPr>
            <a:r>
              <a:rPr b="0" lang="en" sz="1500">
                <a:solidFill>
                  <a:srgbClr val="49476E"/>
                </a:solidFill>
                <a:latin typeface="Raleway"/>
                <a:ea typeface="Raleway"/>
                <a:cs typeface="Raleway"/>
                <a:sym typeface="Raleway"/>
              </a:rPr>
              <a:t>Targets as large as possible</a:t>
            </a:r>
            <a:br>
              <a:rPr b="0" lang="en" sz="1500">
                <a:solidFill>
                  <a:srgbClr val="49476E"/>
                </a:solidFill>
                <a:latin typeface="Raleway"/>
                <a:ea typeface="Raleway"/>
                <a:cs typeface="Raleway"/>
                <a:sym typeface="Raleway"/>
              </a:rPr>
            </a:br>
            <a:r>
              <a:rPr b="0" lang="en" sz="1500">
                <a:solidFill>
                  <a:srgbClr val="49476E"/>
                </a:solidFill>
                <a:latin typeface="Raleway"/>
                <a:ea typeface="Raleway"/>
                <a:cs typeface="Raleway"/>
                <a:sym typeface="Raleway"/>
              </a:rPr>
              <a:t>Distances as small as possible</a:t>
            </a:r>
            <a:endParaRPr sz="1500">
              <a:solidFill>
                <a:srgbClr val="49476E"/>
              </a:solidFill>
              <a:latin typeface="Raleway"/>
              <a:ea typeface="Raleway"/>
              <a:cs typeface="Raleway"/>
              <a:sym typeface="Raleway"/>
            </a:endParaRPr>
          </a:p>
        </p:txBody>
      </p:sp>
      <p:pic>
        <p:nvPicPr>
          <p:cNvPr id="3308" name="Google Shape;3308;p92"/>
          <p:cNvPicPr preferRelativeResize="0"/>
          <p:nvPr/>
        </p:nvPicPr>
        <p:blipFill>
          <a:blip r:embed="rId3">
            <a:alphaModFix/>
          </a:blip>
          <a:stretch>
            <a:fillRect/>
          </a:stretch>
        </p:blipFill>
        <p:spPr>
          <a:xfrm>
            <a:off x="679050" y="2158113"/>
            <a:ext cx="914400" cy="9144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3" name="Shape 3313"/>
        <p:cNvGrpSpPr/>
        <p:nvPr/>
      </p:nvGrpSpPr>
      <p:grpSpPr>
        <a:xfrm>
          <a:off x="0" y="0"/>
          <a:ext cx="0" cy="0"/>
          <a:chOff x="0" y="0"/>
          <a:chExt cx="0" cy="0"/>
        </a:xfrm>
      </p:grpSpPr>
      <p:sp>
        <p:nvSpPr>
          <p:cNvPr id="3314" name="Google Shape;3314;p93"/>
          <p:cNvSpPr/>
          <p:nvPr/>
        </p:nvSpPr>
        <p:spPr>
          <a:xfrm>
            <a:off x="3076500" y="0"/>
            <a:ext cx="1674900" cy="242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93"/>
          <p:cNvSpPr txBox="1"/>
          <p:nvPr>
            <p:ph idx="4294967295" type="title"/>
          </p:nvPr>
        </p:nvSpPr>
        <p:spPr>
          <a:xfrm>
            <a:off x="679050" y="530350"/>
            <a:ext cx="2269200" cy="939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400">
                <a:solidFill>
                  <a:schemeClr val="accent1"/>
                </a:solidFill>
              </a:rPr>
              <a:t>THE HUMAN</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MEMORY</a:t>
            </a:r>
            <a:endParaRPr sz="2400">
              <a:solidFill>
                <a:schemeClr val="accent1"/>
              </a:solidFill>
            </a:endParaRPr>
          </a:p>
        </p:txBody>
      </p:sp>
      <p:sp>
        <p:nvSpPr>
          <p:cNvPr id="3316" name="Google Shape;3316;p93"/>
          <p:cNvSpPr txBox="1"/>
          <p:nvPr>
            <p:ph idx="1" type="body"/>
          </p:nvPr>
        </p:nvSpPr>
        <p:spPr>
          <a:xfrm>
            <a:off x="3307250" y="786225"/>
            <a:ext cx="5358300" cy="3658200"/>
          </a:xfrm>
          <a:prstGeom prst="rect">
            <a:avLst/>
          </a:prstGeom>
        </p:spPr>
        <p:txBody>
          <a:bodyPr anchorCtr="0" anchor="ctr" bIns="91425" lIns="91425" spcFirstLastPara="1" rIns="91425" wrap="square" tIns="91425">
            <a:noAutofit/>
          </a:bodyPr>
          <a:lstStyle/>
          <a:p>
            <a:pPr indent="0" lvl="0" marL="457200" rtl="0" algn="l">
              <a:lnSpc>
                <a:spcPct val="150000"/>
              </a:lnSpc>
              <a:spcBef>
                <a:spcPts val="1000"/>
              </a:spcBef>
              <a:spcAft>
                <a:spcPts val="0"/>
              </a:spcAft>
              <a:buNone/>
            </a:pPr>
            <a:r>
              <a:rPr lang="en" sz="1500">
                <a:solidFill>
                  <a:srgbClr val="49476E"/>
                </a:solidFill>
                <a:latin typeface="Raleway"/>
                <a:ea typeface="Raleway"/>
                <a:cs typeface="Raleway"/>
                <a:sym typeface="Raleway"/>
              </a:rPr>
              <a:t>3 TYPES OF MEMORY FUNCTION</a:t>
            </a:r>
            <a:endParaRPr sz="1500">
              <a:solidFill>
                <a:srgbClr val="49476E"/>
              </a:solidFill>
              <a:latin typeface="Raleway"/>
              <a:ea typeface="Raleway"/>
              <a:cs typeface="Raleway"/>
              <a:sym typeface="Raleway"/>
            </a:endParaRPr>
          </a:p>
          <a:p>
            <a:pPr indent="-323850" lvl="0" marL="457200" rtl="0" algn="l">
              <a:lnSpc>
                <a:spcPct val="150000"/>
              </a:lnSpc>
              <a:spcBef>
                <a:spcPts val="1000"/>
              </a:spcBef>
              <a:spcAft>
                <a:spcPts val="0"/>
              </a:spcAft>
              <a:buClr>
                <a:srgbClr val="49476E"/>
              </a:buClr>
              <a:buSzPts val="1500"/>
              <a:buAutoNum type="arabicPeriod"/>
            </a:pPr>
            <a:r>
              <a:rPr lang="en" sz="1500">
                <a:solidFill>
                  <a:srgbClr val="49476E"/>
                </a:solidFill>
                <a:latin typeface="Raleway"/>
                <a:ea typeface="Raleway"/>
                <a:cs typeface="Raleway"/>
                <a:sym typeface="Raleway"/>
              </a:rPr>
              <a:t>SENSORY MEMORIES</a:t>
            </a:r>
            <a:endParaRPr sz="1500">
              <a:solidFill>
                <a:srgbClr val="49476E"/>
              </a:solidFill>
              <a:latin typeface="Raleway"/>
              <a:ea typeface="Raleway"/>
              <a:cs typeface="Raleway"/>
              <a:sym typeface="Raleway"/>
            </a:endParaRPr>
          </a:p>
          <a:p>
            <a:pPr indent="-228600" lvl="1" marL="914400" rtl="0" algn="l">
              <a:lnSpc>
                <a:spcPct val="150000"/>
              </a:lnSpc>
              <a:spcBef>
                <a:spcPts val="0"/>
              </a:spcBef>
              <a:spcAft>
                <a:spcPts val="0"/>
              </a:spcAft>
              <a:buClr>
                <a:srgbClr val="49476E"/>
              </a:buClr>
              <a:buSzPts val="1500"/>
              <a:buNone/>
            </a:pPr>
            <a:r>
              <a:rPr b="0" lang="en" sz="1500">
                <a:solidFill>
                  <a:srgbClr val="49476E"/>
                </a:solidFill>
                <a:latin typeface="Raleway"/>
                <a:ea typeface="Raleway"/>
                <a:cs typeface="Raleway"/>
                <a:sym typeface="Raleway"/>
              </a:rPr>
              <a:t>Attention</a:t>
            </a:r>
            <a:endParaRPr b="0" sz="1500">
              <a:solidFill>
                <a:srgbClr val="49476E"/>
              </a:solidFill>
              <a:latin typeface="Raleway"/>
              <a:ea typeface="Raleway"/>
              <a:cs typeface="Raleway"/>
              <a:sym typeface="Raleway"/>
            </a:endParaRPr>
          </a:p>
          <a:p>
            <a:pPr indent="-323850" lvl="0" marL="457200" rtl="0" algn="l">
              <a:lnSpc>
                <a:spcPct val="150000"/>
              </a:lnSpc>
              <a:spcBef>
                <a:spcPts val="1000"/>
              </a:spcBef>
              <a:spcAft>
                <a:spcPts val="0"/>
              </a:spcAft>
              <a:buClr>
                <a:srgbClr val="49476E"/>
              </a:buClr>
              <a:buSzPts val="1500"/>
              <a:buAutoNum type="arabicPeriod"/>
            </a:pPr>
            <a:r>
              <a:rPr lang="en" sz="1500">
                <a:solidFill>
                  <a:srgbClr val="49476E"/>
                </a:solidFill>
                <a:latin typeface="Raleway"/>
                <a:ea typeface="Raleway"/>
                <a:cs typeface="Raleway"/>
                <a:sym typeface="Raleway"/>
              </a:rPr>
              <a:t>SHORT-TERM MEMORY OR WORKING MEMORY</a:t>
            </a:r>
            <a:endParaRPr b="0" sz="1500">
              <a:solidFill>
                <a:srgbClr val="49476E"/>
              </a:solidFill>
              <a:latin typeface="Raleway"/>
              <a:ea typeface="Raleway"/>
              <a:cs typeface="Raleway"/>
              <a:sym typeface="Raleway"/>
            </a:endParaRPr>
          </a:p>
          <a:p>
            <a:pPr indent="-228600" lvl="1" marL="914400" rtl="0" algn="l">
              <a:spcBef>
                <a:spcPts val="0"/>
              </a:spcBef>
              <a:spcAft>
                <a:spcPts val="0"/>
              </a:spcAft>
              <a:buClr>
                <a:srgbClr val="49476E"/>
              </a:buClr>
              <a:buSzPts val="1500"/>
              <a:buNone/>
            </a:pPr>
            <a:r>
              <a:rPr b="0" lang="en" sz="1500">
                <a:solidFill>
                  <a:srgbClr val="49476E"/>
                </a:solidFill>
                <a:latin typeface="Raleway"/>
                <a:ea typeface="Raleway"/>
                <a:cs typeface="Raleway"/>
                <a:sym typeface="Raleway"/>
              </a:rPr>
              <a:t>Rehearsal</a:t>
            </a:r>
            <a:endParaRPr sz="1500">
              <a:solidFill>
                <a:srgbClr val="49476E"/>
              </a:solidFill>
              <a:latin typeface="Raleway"/>
              <a:ea typeface="Raleway"/>
              <a:cs typeface="Raleway"/>
              <a:sym typeface="Raleway"/>
            </a:endParaRPr>
          </a:p>
          <a:p>
            <a:pPr indent="-323850" lvl="0" marL="457200" rtl="0" algn="l">
              <a:lnSpc>
                <a:spcPct val="150000"/>
              </a:lnSpc>
              <a:spcBef>
                <a:spcPts val="1000"/>
              </a:spcBef>
              <a:spcAft>
                <a:spcPts val="0"/>
              </a:spcAft>
              <a:buClr>
                <a:srgbClr val="49476E"/>
              </a:buClr>
              <a:buSzPts val="1500"/>
              <a:buAutoNum type="arabicPeriod"/>
            </a:pPr>
            <a:r>
              <a:rPr lang="en" sz="1500">
                <a:solidFill>
                  <a:srgbClr val="49476E"/>
                </a:solidFill>
                <a:latin typeface="Raleway"/>
                <a:ea typeface="Raleway"/>
                <a:cs typeface="Raleway"/>
                <a:sym typeface="Raleway"/>
              </a:rPr>
              <a:t>LONG-TERM MEMORY</a:t>
            </a:r>
            <a:endParaRPr sz="1500">
              <a:solidFill>
                <a:srgbClr val="49476E"/>
              </a:solidFill>
              <a:latin typeface="Raleway"/>
              <a:ea typeface="Raleway"/>
              <a:cs typeface="Raleway"/>
              <a:sym typeface="Raleway"/>
            </a:endParaRPr>
          </a:p>
          <a:p>
            <a:pPr indent="0" lvl="0" marL="457200" rtl="0" algn="l">
              <a:lnSpc>
                <a:spcPct val="150000"/>
              </a:lnSpc>
              <a:spcBef>
                <a:spcPts val="1000"/>
              </a:spcBef>
              <a:spcAft>
                <a:spcPts val="0"/>
              </a:spcAft>
              <a:buNone/>
            </a:pPr>
            <a:r>
              <a:rPr lang="en" sz="1500">
                <a:solidFill>
                  <a:srgbClr val="49476E"/>
                </a:solidFill>
                <a:latin typeface="Raleway"/>
                <a:ea typeface="Raleway"/>
                <a:cs typeface="Raleway"/>
                <a:sym typeface="Raleway"/>
              </a:rPr>
              <a:t>SELECTION OF STIMULI GOVERNED BY LEVEL OF AROUSAL</a:t>
            </a:r>
            <a:endParaRPr sz="1500">
              <a:solidFill>
                <a:srgbClr val="49476E"/>
              </a:solidFill>
              <a:latin typeface="Raleway"/>
              <a:ea typeface="Raleway"/>
              <a:cs typeface="Raleway"/>
              <a:sym typeface="Raleway"/>
            </a:endParaRPr>
          </a:p>
        </p:txBody>
      </p:sp>
      <p:pic>
        <p:nvPicPr>
          <p:cNvPr id="3317" name="Google Shape;3317;p93"/>
          <p:cNvPicPr preferRelativeResize="0"/>
          <p:nvPr/>
        </p:nvPicPr>
        <p:blipFill>
          <a:blip r:embed="rId3">
            <a:alphaModFix/>
          </a:blip>
          <a:stretch>
            <a:fillRect/>
          </a:stretch>
        </p:blipFill>
        <p:spPr>
          <a:xfrm>
            <a:off x="762050" y="2203700"/>
            <a:ext cx="914400" cy="9144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2" name="Shape 3322"/>
        <p:cNvGrpSpPr/>
        <p:nvPr/>
      </p:nvGrpSpPr>
      <p:grpSpPr>
        <a:xfrm>
          <a:off x="0" y="0"/>
          <a:ext cx="0" cy="0"/>
          <a:chOff x="0" y="0"/>
          <a:chExt cx="0" cy="0"/>
        </a:xfrm>
      </p:grpSpPr>
      <p:sp>
        <p:nvSpPr>
          <p:cNvPr id="3323" name="Google Shape;3323;p94"/>
          <p:cNvSpPr/>
          <p:nvPr/>
        </p:nvSpPr>
        <p:spPr>
          <a:xfrm>
            <a:off x="3076500" y="0"/>
            <a:ext cx="1674900" cy="242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94"/>
          <p:cNvSpPr txBox="1"/>
          <p:nvPr>
            <p:ph idx="4294967295" type="title"/>
          </p:nvPr>
        </p:nvSpPr>
        <p:spPr>
          <a:xfrm>
            <a:off x="679050" y="530350"/>
            <a:ext cx="2269200" cy="939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400">
                <a:solidFill>
                  <a:schemeClr val="accent1"/>
                </a:solidFill>
              </a:rPr>
              <a:t>THE HUMAN</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MEMORY</a:t>
            </a:r>
            <a:endParaRPr sz="2400">
              <a:solidFill>
                <a:schemeClr val="accent1"/>
              </a:solidFill>
            </a:endParaRPr>
          </a:p>
        </p:txBody>
      </p:sp>
      <p:sp>
        <p:nvSpPr>
          <p:cNvPr id="3325" name="Google Shape;3325;p94"/>
          <p:cNvSpPr txBox="1"/>
          <p:nvPr>
            <p:ph idx="1" type="body"/>
          </p:nvPr>
        </p:nvSpPr>
        <p:spPr>
          <a:xfrm>
            <a:off x="3307250" y="786225"/>
            <a:ext cx="5358300" cy="3658200"/>
          </a:xfrm>
          <a:prstGeom prst="rect">
            <a:avLst/>
          </a:prstGeom>
        </p:spPr>
        <p:txBody>
          <a:bodyPr anchorCtr="0" anchor="ctr" bIns="91425" lIns="91425" spcFirstLastPara="1" rIns="91425" wrap="square" tIns="91425">
            <a:noAutofit/>
          </a:bodyPr>
          <a:lstStyle/>
          <a:p>
            <a:pPr indent="0" lvl="0" marL="457200" rtl="0" algn="l">
              <a:lnSpc>
                <a:spcPct val="150000"/>
              </a:lnSpc>
              <a:spcBef>
                <a:spcPts val="1000"/>
              </a:spcBef>
              <a:spcAft>
                <a:spcPts val="0"/>
              </a:spcAft>
              <a:buNone/>
            </a:pPr>
            <a:r>
              <a:rPr lang="en" sz="1500">
                <a:solidFill>
                  <a:srgbClr val="49476E"/>
                </a:solidFill>
                <a:latin typeface="Raleway"/>
                <a:ea typeface="Raleway"/>
                <a:cs typeface="Raleway"/>
                <a:sym typeface="Raleway"/>
              </a:rPr>
              <a:t>3 TYPES OF MEMORY FUNCTION</a:t>
            </a:r>
            <a:endParaRPr sz="1500">
              <a:solidFill>
                <a:srgbClr val="49476E"/>
              </a:solidFill>
              <a:latin typeface="Raleway"/>
              <a:ea typeface="Raleway"/>
              <a:cs typeface="Raleway"/>
              <a:sym typeface="Raleway"/>
            </a:endParaRPr>
          </a:p>
          <a:p>
            <a:pPr indent="-323850" lvl="0" marL="457200" rtl="0" algn="l">
              <a:lnSpc>
                <a:spcPct val="150000"/>
              </a:lnSpc>
              <a:spcBef>
                <a:spcPts val="1000"/>
              </a:spcBef>
              <a:spcAft>
                <a:spcPts val="0"/>
              </a:spcAft>
              <a:buClr>
                <a:srgbClr val="49476E"/>
              </a:buClr>
              <a:buSzPts val="1500"/>
              <a:buAutoNum type="arabicPeriod"/>
            </a:pPr>
            <a:r>
              <a:rPr lang="en" sz="1500">
                <a:solidFill>
                  <a:srgbClr val="49476E"/>
                </a:solidFill>
                <a:latin typeface="Raleway"/>
                <a:ea typeface="Raleway"/>
                <a:cs typeface="Raleway"/>
                <a:sym typeface="Raleway"/>
              </a:rPr>
              <a:t>SENSORY MEMORIES</a:t>
            </a:r>
            <a:endParaRPr sz="1500">
              <a:solidFill>
                <a:srgbClr val="49476E"/>
              </a:solidFill>
              <a:latin typeface="Raleway"/>
              <a:ea typeface="Raleway"/>
              <a:cs typeface="Raleway"/>
              <a:sym typeface="Raleway"/>
            </a:endParaRPr>
          </a:p>
          <a:p>
            <a:pPr indent="-228600" lvl="1" marL="914400" rtl="0" algn="l">
              <a:spcBef>
                <a:spcPts val="0"/>
              </a:spcBef>
              <a:spcAft>
                <a:spcPts val="0"/>
              </a:spcAft>
              <a:buClr>
                <a:srgbClr val="49476E"/>
              </a:buClr>
              <a:buSzPts val="1500"/>
              <a:buNone/>
            </a:pPr>
            <a:r>
              <a:rPr b="0" lang="en" sz="1500">
                <a:solidFill>
                  <a:srgbClr val="49476E"/>
                </a:solidFill>
                <a:latin typeface="Raleway"/>
                <a:ea typeface="Raleway"/>
                <a:cs typeface="Raleway"/>
                <a:sym typeface="Raleway"/>
              </a:rPr>
              <a:t>Buffers for stimuli received through sense</a:t>
            </a:r>
            <a:endParaRPr b="0" sz="1500">
              <a:solidFill>
                <a:srgbClr val="49476E"/>
              </a:solidFill>
              <a:latin typeface="Raleway"/>
              <a:ea typeface="Raleway"/>
              <a:cs typeface="Raleway"/>
              <a:sym typeface="Raleway"/>
            </a:endParaRPr>
          </a:p>
          <a:p>
            <a:pPr indent="-228600" lvl="2" marL="1371600" rtl="0" algn="l">
              <a:spcBef>
                <a:spcPts val="0"/>
              </a:spcBef>
              <a:spcAft>
                <a:spcPts val="0"/>
              </a:spcAft>
              <a:buClr>
                <a:srgbClr val="49476E"/>
              </a:buClr>
              <a:buSzPts val="1500"/>
              <a:buNone/>
            </a:pPr>
            <a:r>
              <a:rPr b="0" lang="en" sz="1500">
                <a:solidFill>
                  <a:srgbClr val="49476E"/>
                </a:solidFill>
                <a:latin typeface="Raleway"/>
                <a:ea typeface="Raleway"/>
                <a:cs typeface="Raleway"/>
                <a:sym typeface="Raleway"/>
              </a:rPr>
              <a:t>Iconic memory : visual stimuli</a:t>
            </a:r>
            <a:endParaRPr b="0" sz="1500">
              <a:solidFill>
                <a:srgbClr val="49476E"/>
              </a:solidFill>
              <a:latin typeface="Raleway"/>
              <a:ea typeface="Raleway"/>
              <a:cs typeface="Raleway"/>
              <a:sym typeface="Raleway"/>
            </a:endParaRPr>
          </a:p>
          <a:p>
            <a:pPr indent="-228600" lvl="2" marL="1371600" rtl="0" algn="l">
              <a:spcBef>
                <a:spcPts val="0"/>
              </a:spcBef>
              <a:spcAft>
                <a:spcPts val="0"/>
              </a:spcAft>
              <a:buClr>
                <a:srgbClr val="49476E"/>
              </a:buClr>
              <a:buSzPts val="1500"/>
              <a:buNone/>
            </a:pPr>
            <a:r>
              <a:rPr b="0" lang="en" sz="1500">
                <a:solidFill>
                  <a:srgbClr val="49476E"/>
                </a:solidFill>
                <a:latin typeface="Raleway"/>
                <a:ea typeface="Raleway"/>
                <a:cs typeface="Raleway"/>
                <a:sym typeface="Raleway"/>
              </a:rPr>
              <a:t>Echoic memory : aural stimuli</a:t>
            </a:r>
            <a:endParaRPr b="0" sz="1500">
              <a:solidFill>
                <a:srgbClr val="49476E"/>
              </a:solidFill>
              <a:latin typeface="Raleway"/>
              <a:ea typeface="Raleway"/>
              <a:cs typeface="Raleway"/>
              <a:sym typeface="Raleway"/>
            </a:endParaRPr>
          </a:p>
          <a:p>
            <a:pPr indent="-228600" lvl="2" marL="1371600" rtl="0" algn="l">
              <a:spcBef>
                <a:spcPts val="0"/>
              </a:spcBef>
              <a:spcAft>
                <a:spcPts val="0"/>
              </a:spcAft>
              <a:buClr>
                <a:srgbClr val="49476E"/>
              </a:buClr>
              <a:buSzPts val="1500"/>
              <a:buNone/>
            </a:pPr>
            <a:r>
              <a:rPr b="0" lang="en" sz="1500">
                <a:solidFill>
                  <a:srgbClr val="49476E"/>
                </a:solidFill>
                <a:latin typeface="Raleway"/>
                <a:ea typeface="Raleway"/>
                <a:cs typeface="Raleway"/>
                <a:sym typeface="Raleway"/>
              </a:rPr>
              <a:t>Haptic memory : tactile stimuli</a:t>
            </a:r>
            <a:endParaRPr b="0" sz="1500">
              <a:solidFill>
                <a:srgbClr val="49476E"/>
              </a:solidFill>
              <a:latin typeface="Raleway"/>
              <a:ea typeface="Raleway"/>
              <a:cs typeface="Raleway"/>
              <a:sym typeface="Raleway"/>
            </a:endParaRPr>
          </a:p>
          <a:p>
            <a:pPr indent="-228600" lvl="1" marL="914400" rtl="0" algn="l">
              <a:spcBef>
                <a:spcPts val="0"/>
              </a:spcBef>
              <a:spcAft>
                <a:spcPts val="0"/>
              </a:spcAft>
              <a:buClr>
                <a:srgbClr val="49476E"/>
              </a:buClr>
              <a:buSzPts val="1500"/>
              <a:buNone/>
            </a:pPr>
            <a:r>
              <a:rPr b="0" lang="en" sz="1500">
                <a:solidFill>
                  <a:srgbClr val="49476E"/>
                </a:solidFill>
                <a:latin typeface="Raleway"/>
                <a:ea typeface="Raleway"/>
                <a:cs typeface="Raleway"/>
                <a:sym typeface="Raleway"/>
              </a:rPr>
              <a:t>Continuously overwritten</a:t>
            </a:r>
            <a:endParaRPr b="0" sz="1500">
              <a:solidFill>
                <a:srgbClr val="49476E"/>
              </a:solidFill>
              <a:latin typeface="Raleway"/>
              <a:ea typeface="Raleway"/>
              <a:cs typeface="Raleway"/>
              <a:sym typeface="Raleway"/>
            </a:endParaRPr>
          </a:p>
          <a:p>
            <a:pPr indent="-323850" lvl="0" marL="457200" rtl="0" algn="l">
              <a:lnSpc>
                <a:spcPct val="150000"/>
              </a:lnSpc>
              <a:spcBef>
                <a:spcPts val="1000"/>
              </a:spcBef>
              <a:spcAft>
                <a:spcPts val="0"/>
              </a:spcAft>
              <a:buClr>
                <a:srgbClr val="49476E"/>
              </a:buClr>
              <a:buSzPts val="1500"/>
              <a:buAutoNum type="arabicPeriod"/>
            </a:pPr>
            <a:r>
              <a:rPr lang="en" sz="1500">
                <a:solidFill>
                  <a:srgbClr val="49476E"/>
                </a:solidFill>
                <a:latin typeface="Raleway"/>
                <a:ea typeface="Raleway"/>
                <a:cs typeface="Raleway"/>
                <a:sym typeface="Raleway"/>
              </a:rPr>
              <a:t>SHORT-TERM MEMORY OR WORKING MEMORY</a:t>
            </a:r>
            <a:endParaRPr b="0" sz="1500">
              <a:solidFill>
                <a:srgbClr val="49476E"/>
              </a:solidFill>
              <a:latin typeface="Raleway"/>
              <a:ea typeface="Raleway"/>
              <a:cs typeface="Raleway"/>
              <a:sym typeface="Raleway"/>
            </a:endParaRPr>
          </a:p>
          <a:p>
            <a:pPr indent="-228600" lvl="1" marL="914400" rtl="0" algn="l">
              <a:spcBef>
                <a:spcPts val="0"/>
              </a:spcBef>
              <a:spcAft>
                <a:spcPts val="0"/>
              </a:spcAft>
              <a:buClr>
                <a:srgbClr val="49476E"/>
              </a:buClr>
              <a:buSzPts val="1500"/>
              <a:buNone/>
            </a:pPr>
            <a:r>
              <a:rPr b="0" lang="en" sz="1500">
                <a:solidFill>
                  <a:srgbClr val="49476E"/>
                </a:solidFill>
                <a:latin typeface="Raleway"/>
                <a:ea typeface="Raleway"/>
                <a:cs typeface="Raleway"/>
                <a:sym typeface="Raleway"/>
              </a:rPr>
              <a:t>Rehearsal</a:t>
            </a:r>
            <a:endParaRPr sz="1500">
              <a:solidFill>
                <a:srgbClr val="49476E"/>
              </a:solidFill>
              <a:latin typeface="Raleway"/>
              <a:ea typeface="Raleway"/>
              <a:cs typeface="Raleway"/>
              <a:sym typeface="Raleway"/>
            </a:endParaRPr>
          </a:p>
          <a:p>
            <a:pPr indent="-323850" lvl="0" marL="457200" rtl="0" algn="l">
              <a:lnSpc>
                <a:spcPct val="150000"/>
              </a:lnSpc>
              <a:spcBef>
                <a:spcPts val="1000"/>
              </a:spcBef>
              <a:spcAft>
                <a:spcPts val="0"/>
              </a:spcAft>
              <a:buClr>
                <a:srgbClr val="49476E"/>
              </a:buClr>
              <a:buSzPts val="1500"/>
              <a:buAutoNum type="arabicPeriod"/>
            </a:pPr>
            <a:r>
              <a:rPr lang="en" sz="1500">
                <a:solidFill>
                  <a:srgbClr val="49476E"/>
                </a:solidFill>
                <a:latin typeface="Raleway"/>
                <a:ea typeface="Raleway"/>
                <a:cs typeface="Raleway"/>
                <a:sym typeface="Raleway"/>
              </a:rPr>
              <a:t>LONG-TERM MEMORY</a:t>
            </a:r>
            <a:endParaRPr sz="1500">
              <a:solidFill>
                <a:srgbClr val="49476E"/>
              </a:solidFill>
              <a:latin typeface="Raleway"/>
              <a:ea typeface="Raleway"/>
              <a:cs typeface="Raleway"/>
              <a:sym typeface="Raleway"/>
            </a:endParaRPr>
          </a:p>
          <a:p>
            <a:pPr indent="0" lvl="0" marL="457200" rtl="0" algn="l">
              <a:lnSpc>
                <a:spcPct val="150000"/>
              </a:lnSpc>
              <a:spcBef>
                <a:spcPts val="1000"/>
              </a:spcBef>
              <a:spcAft>
                <a:spcPts val="0"/>
              </a:spcAft>
              <a:buNone/>
            </a:pPr>
            <a:r>
              <a:rPr lang="en" sz="1500">
                <a:solidFill>
                  <a:srgbClr val="49476E"/>
                </a:solidFill>
                <a:latin typeface="Raleway"/>
                <a:ea typeface="Raleway"/>
                <a:cs typeface="Raleway"/>
                <a:sym typeface="Raleway"/>
              </a:rPr>
              <a:t>SELECTION OF STIMULI GOVERNED BY LEVEL OF AROUSAL</a:t>
            </a:r>
            <a:endParaRPr sz="1500">
              <a:solidFill>
                <a:srgbClr val="49476E"/>
              </a:solidFill>
              <a:latin typeface="Raleway"/>
              <a:ea typeface="Raleway"/>
              <a:cs typeface="Raleway"/>
              <a:sym typeface="Raleway"/>
            </a:endParaRPr>
          </a:p>
        </p:txBody>
      </p:sp>
      <p:pic>
        <p:nvPicPr>
          <p:cNvPr id="3326" name="Google Shape;3326;p94"/>
          <p:cNvPicPr preferRelativeResize="0"/>
          <p:nvPr/>
        </p:nvPicPr>
        <p:blipFill>
          <a:blip r:embed="rId3">
            <a:alphaModFix/>
          </a:blip>
          <a:stretch>
            <a:fillRect/>
          </a:stretch>
        </p:blipFill>
        <p:spPr>
          <a:xfrm>
            <a:off x="762050" y="2203700"/>
            <a:ext cx="914400" cy="914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1" name="Shape 3331"/>
        <p:cNvGrpSpPr/>
        <p:nvPr/>
      </p:nvGrpSpPr>
      <p:grpSpPr>
        <a:xfrm>
          <a:off x="0" y="0"/>
          <a:ext cx="0" cy="0"/>
          <a:chOff x="0" y="0"/>
          <a:chExt cx="0" cy="0"/>
        </a:xfrm>
      </p:grpSpPr>
      <p:sp>
        <p:nvSpPr>
          <p:cNvPr id="3332" name="Google Shape;3332;p95"/>
          <p:cNvSpPr/>
          <p:nvPr/>
        </p:nvSpPr>
        <p:spPr>
          <a:xfrm>
            <a:off x="3076500" y="0"/>
            <a:ext cx="1674900" cy="242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95"/>
          <p:cNvSpPr txBox="1"/>
          <p:nvPr>
            <p:ph idx="4294967295" type="title"/>
          </p:nvPr>
        </p:nvSpPr>
        <p:spPr>
          <a:xfrm>
            <a:off x="679050" y="530350"/>
            <a:ext cx="2269200" cy="939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400">
                <a:solidFill>
                  <a:schemeClr val="accent1"/>
                </a:solidFill>
              </a:rPr>
              <a:t>THE HUMAN</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MEMORY</a:t>
            </a:r>
            <a:endParaRPr sz="2400">
              <a:solidFill>
                <a:schemeClr val="accent1"/>
              </a:solidFill>
            </a:endParaRPr>
          </a:p>
        </p:txBody>
      </p:sp>
      <p:sp>
        <p:nvSpPr>
          <p:cNvPr id="3334" name="Google Shape;3334;p95"/>
          <p:cNvSpPr txBox="1"/>
          <p:nvPr>
            <p:ph idx="1" type="body"/>
          </p:nvPr>
        </p:nvSpPr>
        <p:spPr>
          <a:xfrm>
            <a:off x="3307250" y="786225"/>
            <a:ext cx="5358300" cy="3658200"/>
          </a:xfrm>
          <a:prstGeom prst="rect">
            <a:avLst/>
          </a:prstGeom>
        </p:spPr>
        <p:txBody>
          <a:bodyPr anchorCtr="0" anchor="ctr" bIns="91425" lIns="91425" spcFirstLastPara="1" rIns="91425" wrap="square" tIns="91425">
            <a:noAutofit/>
          </a:bodyPr>
          <a:lstStyle/>
          <a:p>
            <a:pPr indent="0" lvl="0" marL="457200" rtl="0" algn="l">
              <a:lnSpc>
                <a:spcPct val="150000"/>
              </a:lnSpc>
              <a:spcBef>
                <a:spcPts val="1000"/>
              </a:spcBef>
              <a:spcAft>
                <a:spcPts val="0"/>
              </a:spcAft>
              <a:buClr>
                <a:schemeClr val="accent6"/>
              </a:buClr>
              <a:buSzPts val="1100"/>
              <a:buFont typeface="Arial"/>
              <a:buNone/>
            </a:pPr>
            <a:r>
              <a:rPr lang="en" sz="1500">
                <a:solidFill>
                  <a:srgbClr val="49476E"/>
                </a:solidFill>
                <a:latin typeface="Raleway"/>
                <a:ea typeface="Raleway"/>
                <a:cs typeface="Raleway"/>
                <a:sym typeface="Raleway"/>
              </a:rPr>
              <a:t>3 TYPES OF MEMORY FUNCTION</a:t>
            </a:r>
            <a:endParaRPr sz="1500">
              <a:solidFill>
                <a:srgbClr val="49476E"/>
              </a:solidFill>
              <a:latin typeface="Raleway"/>
              <a:ea typeface="Raleway"/>
              <a:cs typeface="Raleway"/>
              <a:sym typeface="Raleway"/>
            </a:endParaRPr>
          </a:p>
          <a:p>
            <a:pPr indent="-323850" lvl="0" marL="457200" rtl="0" algn="l">
              <a:lnSpc>
                <a:spcPct val="150000"/>
              </a:lnSpc>
              <a:spcBef>
                <a:spcPts val="1000"/>
              </a:spcBef>
              <a:spcAft>
                <a:spcPts val="0"/>
              </a:spcAft>
              <a:buClr>
                <a:srgbClr val="49476E"/>
              </a:buClr>
              <a:buSzPts val="1500"/>
              <a:buAutoNum type="arabicPeriod"/>
            </a:pPr>
            <a:r>
              <a:rPr lang="en" sz="1500">
                <a:solidFill>
                  <a:srgbClr val="49476E"/>
                </a:solidFill>
                <a:latin typeface="Raleway"/>
                <a:ea typeface="Raleway"/>
                <a:cs typeface="Raleway"/>
                <a:sym typeface="Raleway"/>
              </a:rPr>
              <a:t>SENSORY MEMORIES</a:t>
            </a:r>
            <a:endParaRPr sz="1500">
              <a:solidFill>
                <a:srgbClr val="49476E"/>
              </a:solidFill>
              <a:latin typeface="Raleway"/>
              <a:ea typeface="Raleway"/>
              <a:cs typeface="Raleway"/>
              <a:sym typeface="Raleway"/>
            </a:endParaRPr>
          </a:p>
          <a:p>
            <a:pPr indent="-228600" lvl="1" marL="914400" rtl="0" algn="l">
              <a:lnSpc>
                <a:spcPct val="150000"/>
              </a:lnSpc>
              <a:spcBef>
                <a:spcPts val="0"/>
              </a:spcBef>
              <a:spcAft>
                <a:spcPts val="0"/>
              </a:spcAft>
              <a:buClr>
                <a:srgbClr val="49476E"/>
              </a:buClr>
              <a:buSzPts val="1500"/>
              <a:buNone/>
            </a:pPr>
            <a:r>
              <a:rPr b="0" lang="en" sz="1500">
                <a:solidFill>
                  <a:srgbClr val="49476E"/>
                </a:solidFill>
                <a:latin typeface="Raleway"/>
                <a:ea typeface="Raleway"/>
                <a:cs typeface="Raleway"/>
                <a:sym typeface="Raleway"/>
              </a:rPr>
              <a:t>Attention</a:t>
            </a:r>
            <a:endParaRPr b="0" sz="1500">
              <a:solidFill>
                <a:srgbClr val="49476E"/>
              </a:solidFill>
              <a:latin typeface="Raleway"/>
              <a:ea typeface="Raleway"/>
              <a:cs typeface="Raleway"/>
              <a:sym typeface="Raleway"/>
            </a:endParaRPr>
          </a:p>
          <a:p>
            <a:pPr indent="-323850" lvl="0" marL="457200" rtl="0" algn="l">
              <a:lnSpc>
                <a:spcPct val="150000"/>
              </a:lnSpc>
              <a:spcBef>
                <a:spcPts val="1000"/>
              </a:spcBef>
              <a:spcAft>
                <a:spcPts val="0"/>
              </a:spcAft>
              <a:buClr>
                <a:srgbClr val="49476E"/>
              </a:buClr>
              <a:buSzPts val="1500"/>
              <a:buAutoNum type="arabicPeriod"/>
            </a:pPr>
            <a:r>
              <a:rPr lang="en" sz="1500">
                <a:solidFill>
                  <a:srgbClr val="49476E"/>
                </a:solidFill>
                <a:latin typeface="Raleway"/>
                <a:ea typeface="Raleway"/>
                <a:cs typeface="Raleway"/>
                <a:sym typeface="Raleway"/>
              </a:rPr>
              <a:t>SHORT-TERM MEMORY OR WORKING MEMORY</a:t>
            </a:r>
            <a:endParaRPr b="0" sz="1500">
              <a:solidFill>
                <a:srgbClr val="49476E"/>
              </a:solidFill>
              <a:latin typeface="Raleway"/>
              <a:ea typeface="Raleway"/>
              <a:cs typeface="Raleway"/>
              <a:sym typeface="Raleway"/>
            </a:endParaRPr>
          </a:p>
          <a:p>
            <a:pPr indent="-228600" lvl="1" marL="914400" rtl="0" algn="l">
              <a:spcBef>
                <a:spcPts val="0"/>
              </a:spcBef>
              <a:spcAft>
                <a:spcPts val="0"/>
              </a:spcAft>
              <a:buClr>
                <a:srgbClr val="49476E"/>
              </a:buClr>
              <a:buSzPts val="1500"/>
              <a:buNone/>
            </a:pPr>
            <a:r>
              <a:rPr b="0" lang="en" sz="1500">
                <a:solidFill>
                  <a:srgbClr val="49476E"/>
                </a:solidFill>
                <a:latin typeface="Raleway"/>
                <a:ea typeface="Raleway"/>
                <a:cs typeface="Raleway"/>
                <a:sym typeface="Raleway"/>
              </a:rPr>
              <a:t>Scratch-pad for temporary recall</a:t>
            </a:r>
            <a:endParaRPr b="0" sz="1500">
              <a:solidFill>
                <a:srgbClr val="49476E"/>
              </a:solidFill>
              <a:latin typeface="Raleway"/>
              <a:ea typeface="Raleway"/>
              <a:cs typeface="Raleway"/>
              <a:sym typeface="Raleway"/>
            </a:endParaRPr>
          </a:p>
          <a:p>
            <a:pPr indent="-228600" lvl="2" marL="1371600" rtl="0" algn="l">
              <a:spcBef>
                <a:spcPts val="0"/>
              </a:spcBef>
              <a:spcAft>
                <a:spcPts val="0"/>
              </a:spcAft>
              <a:buClr>
                <a:srgbClr val="49476E"/>
              </a:buClr>
              <a:buSzPts val="1500"/>
              <a:buNone/>
            </a:pPr>
            <a:r>
              <a:rPr b="0" lang="en" sz="1500">
                <a:solidFill>
                  <a:srgbClr val="49476E"/>
                </a:solidFill>
                <a:latin typeface="Raleway"/>
                <a:ea typeface="Raleway"/>
                <a:cs typeface="Raleway"/>
                <a:sym typeface="Raleway"/>
              </a:rPr>
              <a:t>Rapid access - 70ms</a:t>
            </a:r>
            <a:endParaRPr b="0" sz="1500">
              <a:solidFill>
                <a:srgbClr val="49476E"/>
              </a:solidFill>
              <a:latin typeface="Raleway"/>
              <a:ea typeface="Raleway"/>
              <a:cs typeface="Raleway"/>
              <a:sym typeface="Raleway"/>
            </a:endParaRPr>
          </a:p>
          <a:p>
            <a:pPr indent="-228600" lvl="2" marL="1371600" rtl="0" algn="l">
              <a:spcBef>
                <a:spcPts val="0"/>
              </a:spcBef>
              <a:spcAft>
                <a:spcPts val="0"/>
              </a:spcAft>
              <a:buClr>
                <a:srgbClr val="49476E"/>
              </a:buClr>
              <a:buSzPts val="1500"/>
              <a:buNone/>
            </a:pPr>
            <a:r>
              <a:rPr b="0" lang="en" sz="1500">
                <a:solidFill>
                  <a:srgbClr val="49476E"/>
                </a:solidFill>
                <a:latin typeface="Raleway"/>
                <a:ea typeface="Raleway"/>
                <a:cs typeface="Raleway"/>
                <a:sym typeface="Raleway"/>
              </a:rPr>
              <a:t>Rapid decay - 200ms</a:t>
            </a:r>
            <a:endParaRPr b="0" sz="1500">
              <a:solidFill>
                <a:srgbClr val="49476E"/>
              </a:solidFill>
              <a:latin typeface="Raleway"/>
              <a:ea typeface="Raleway"/>
              <a:cs typeface="Raleway"/>
              <a:sym typeface="Raleway"/>
            </a:endParaRPr>
          </a:p>
          <a:p>
            <a:pPr indent="-228600" lvl="2" marL="1371600" rtl="0" algn="l">
              <a:spcBef>
                <a:spcPts val="0"/>
              </a:spcBef>
              <a:spcAft>
                <a:spcPts val="0"/>
              </a:spcAft>
              <a:buClr>
                <a:srgbClr val="49476E"/>
              </a:buClr>
              <a:buSzPts val="1500"/>
              <a:buNone/>
            </a:pPr>
            <a:r>
              <a:rPr b="0" lang="en" sz="1500">
                <a:solidFill>
                  <a:srgbClr val="49476E"/>
                </a:solidFill>
                <a:latin typeface="Raleway"/>
                <a:ea typeface="Raleway"/>
                <a:cs typeface="Raleway"/>
                <a:sym typeface="Raleway"/>
              </a:rPr>
              <a:t>Limited capacity - 7(+-2) chunks</a:t>
            </a:r>
            <a:endParaRPr b="0" sz="1500">
              <a:solidFill>
                <a:srgbClr val="49476E"/>
              </a:solidFill>
              <a:latin typeface="Raleway"/>
              <a:ea typeface="Raleway"/>
              <a:cs typeface="Raleway"/>
              <a:sym typeface="Raleway"/>
            </a:endParaRPr>
          </a:p>
          <a:p>
            <a:pPr indent="-323850" lvl="0" marL="457200" rtl="0" algn="l">
              <a:lnSpc>
                <a:spcPct val="150000"/>
              </a:lnSpc>
              <a:spcBef>
                <a:spcPts val="1000"/>
              </a:spcBef>
              <a:spcAft>
                <a:spcPts val="0"/>
              </a:spcAft>
              <a:buClr>
                <a:srgbClr val="49476E"/>
              </a:buClr>
              <a:buSzPts val="1500"/>
              <a:buAutoNum type="arabicPeriod"/>
            </a:pPr>
            <a:r>
              <a:rPr lang="en" sz="1500">
                <a:solidFill>
                  <a:srgbClr val="49476E"/>
                </a:solidFill>
                <a:latin typeface="Raleway"/>
                <a:ea typeface="Raleway"/>
                <a:cs typeface="Raleway"/>
                <a:sym typeface="Raleway"/>
              </a:rPr>
              <a:t>LONG-TERM MEMORY</a:t>
            </a:r>
            <a:endParaRPr sz="1500">
              <a:solidFill>
                <a:srgbClr val="49476E"/>
              </a:solidFill>
              <a:latin typeface="Raleway"/>
              <a:ea typeface="Raleway"/>
              <a:cs typeface="Raleway"/>
              <a:sym typeface="Raleway"/>
            </a:endParaRPr>
          </a:p>
          <a:p>
            <a:pPr indent="0" lvl="0" marL="457200" rtl="0" algn="l">
              <a:lnSpc>
                <a:spcPct val="150000"/>
              </a:lnSpc>
              <a:spcBef>
                <a:spcPts val="1000"/>
              </a:spcBef>
              <a:spcAft>
                <a:spcPts val="0"/>
              </a:spcAft>
              <a:buNone/>
            </a:pPr>
            <a:r>
              <a:rPr lang="en" sz="1500">
                <a:solidFill>
                  <a:srgbClr val="49476E"/>
                </a:solidFill>
                <a:latin typeface="Raleway"/>
                <a:ea typeface="Raleway"/>
                <a:cs typeface="Raleway"/>
                <a:sym typeface="Raleway"/>
              </a:rPr>
              <a:t>SELECTION OF STIMULI GOVERNED BY LEVEL OF AROUSAL</a:t>
            </a:r>
            <a:endParaRPr sz="1500">
              <a:solidFill>
                <a:srgbClr val="49476E"/>
              </a:solidFill>
              <a:latin typeface="Raleway"/>
              <a:ea typeface="Raleway"/>
              <a:cs typeface="Raleway"/>
              <a:sym typeface="Raleway"/>
            </a:endParaRPr>
          </a:p>
        </p:txBody>
      </p:sp>
      <p:pic>
        <p:nvPicPr>
          <p:cNvPr id="3335" name="Google Shape;3335;p95"/>
          <p:cNvPicPr preferRelativeResize="0"/>
          <p:nvPr/>
        </p:nvPicPr>
        <p:blipFill>
          <a:blip r:embed="rId3">
            <a:alphaModFix/>
          </a:blip>
          <a:stretch>
            <a:fillRect/>
          </a:stretch>
        </p:blipFill>
        <p:spPr>
          <a:xfrm>
            <a:off x="762050" y="2203700"/>
            <a:ext cx="914400" cy="9144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0" name="Shape 3340"/>
        <p:cNvGrpSpPr/>
        <p:nvPr/>
      </p:nvGrpSpPr>
      <p:grpSpPr>
        <a:xfrm>
          <a:off x="0" y="0"/>
          <a:ext cx="0" cy="0"/>
          <a:chOff x="0" y="0"/>
          <a:chExt cx="0" cy="0"/>
        </a:xfrm>
      </p:grpSpPr>
      <p:sp>
        <p:nvSpPr>
          <p:cNvPr id="3341" name="Google Shape;3341;p96"/>
          <p:cNvSpPr/>
          <p:nvPr/>
        </p:nvSpPr>
        <p:spPr>
          <a:xfrm>
            <a:off x="3076500" y="0"/>
            <a:ext cx="1674900" cy="242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96"/>
          <p:cNvSpPr txBox="1"/>
          <p:nvPr>
            <p:ph idx="4294967295" type="title"/>
          </p:nvPr>
        </p:nvSpPr>
        <p:spPr>
          <a:xfrm>
            <a:off x="679050" y="530350"/>
            <a:ext cx="2269200" cy="939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400">
                <a:solidFill>
                  <a:schemeClr val="accent1"/>
                </a:solidFill>
              </a:rPr>
              <a:t>THE HUMAN</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MEMORY</a:t>
            </a:r>
            <a:endParaRPr sz="2400">
              <a:solidFill>
                <a:schemeClr val="accent1"/>
              </a:solidFill>
            </a:endParaRPr>
          </a:p>
        </p:txBody>
      </p:sp>
      <p:sp>
        <p:nvSpPr>
          <p:cNvPr id="3343" name="Google Shape;3343;p96"/>
          <p:cNvSpPr txBox="1"/>
          <p:nvPr>
            <p:ph idx="1" type="body"/>
          </p:nvPr>
        </p:nvSpPr>
        <p:spPr>
          <a:xfrm>
            <a:off x="3307250" y="786225"/>
            <a:ext cx="5358300" cy="3658200"/>
          </a:xfrm>
          <a:prstGeom prst="rect">
            <a:avLst/>
          </a:prstGeom>
        </p:spPr>
        <p:txBody>
          <a:bodyPr anchorCtr="0" anchor="ctr" bIns="91425" lIns="91425" spcFirstLastPara="1" rIns="91425" wrap="square" tIns="91425">
            <a:noAutofit/>
          </a:bodyPr>
          <a:lstStyle/>
          <a:p>
            <a:pPr indent="-323850" lvl="0" marL="457200" rtl="0" algn="l">
              <a:lnSpc>
                <a:spcPct val="150000"/>
              </a:lnSpc>
              <a:spcBef>
                <a:spcPts val="1000"/>
              </a:spcBef>
              <a:spcAft>
                <a:spcPts val="0"/>
              </a:spcAft>
              <a:buClr>
                <a:srgbClr val="49476E"/>
              </a:buClr>
              <a:buSzPts val="1500"/>
              <a:buAutoNum type="arabicPeriod" startAt="3"/>
            </a:pPr>
            <a:r>
              <a:rPr lang="en" sz="1500">
                <a:solidFill>
                  <a:srgbClr val="49476E"/>
                </a:solidFill>
                <a:latin typeface="Raleway"/>
                <a:ea typeface="Raleway"/>
                <a:cs typeface="Raleway"/>
                <a:sym typeface="Raleway"/>
              </a:rPr>
              <a:t>LONG-TERM MEMORY</a:t>
            </a:r>
            <a:endParaRPr sz="1500">
              <a:solidFill>
                <a:srgbClr val="49476E"/>
              </a:solidFill>
              <a:latin typeface="Raleway"/>
              <a:ea typeface="Raleway"/>
              <a:cs typeface="Raleway"/>
              <a:sym typeface="Raleway"/>
            </a:endParaRPr>
          </a:p>
          <a:p>
            <a:pPr indent="-323850" lvl="0" marL="4572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Reposity for all our knowledge</a:t>
            </a:r>
            <a:endParaRPr b="0" sz="1500">
              <a:solidFill>
                <a:srgbClr val="49476E"/>
              </a:solidFill>
              <a:latin typeface="Raleway"/>
              <a:ea typeface="Raleway"/>
              <a:cs typeface="Raleway"/>
              <a:sym typeface="Raleway"/>
            </a:endParaRPr>
          </a:p>
          <a:p>
            <a:pPr indent="-323850" lvl="1" marL="9144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Slow acess -1/10 second</a:t>
            </a:r>
            <a:endParaRPr b="0" sz="1500">
              <a:solidFill>
                <a:srgbClr val="49476E"/>
              </a:solidFill>
              <a:latin typeface="Raleway"/>
              <a:ea typeface="Raleway"/>
              <a:cs typeface="Raleway"/>
              <a:sym typeface="Raleway"/>
            </a:endParaRPr>
          </a:p>
          <a:p>
            <a:pPr indent="-323850" lvl="1" marL="9144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Slow decay, if any</a:t>
            </a:r>
            <a:endParaRPr b="0" sz="1500">
              <a:solidFill>
                <a:srgbClr val="49476E"/>
              </a:solidFill>
              <a:latin typeface="Raleway"/>
              <a:ea typeface="Raleway"/>
              <a:cs typeface="Raleway"/>
              <a:sym typeface="Raleway"/>
            </a:endParaRPr>
          </a:p>
          <a:p>
            <a:pPr indent="-323850" lvl="1" marL="9144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Huge or unlimited capacity</a:t>
            </a:r>
            <a:endParaRPr b="0" sz="1500">
              <a:solidFill>
                <a:srgbClr val="49476E"/>
              </a:solidFill>
              <a:latin typeface="Raleway"/>
              <a:ea typeface="Raleway"/>
              <a:cs typeface="Raleway"/>
              <a:sym typeface="Raleway"/>
            </a:endParaRPr>
          </a:p>
          <a:p>
            <a:pPr indent="-323850" lvl="0" marL="4572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2 types:</a:t>
            </a:r>
            <a:endParaRPr b="0" sz="1500">
              <a:solidFill>
                <a:srgbClr val="49476E"/>
              </a:solidFill>
              <a:latin typeface="Raleway"/>
              <a:ea typeface="Raleway"/>
              <a:cs typeface="Raleway"/>
              <a:sym typeface="Raleway"/>
            </a:endParaRPr>
          </a:p>
          <a:p>
            <a:pPr indent="-323850" lvl="1" marL="9144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Episodic : serial memory of events</a:t>
            </a:r>
            <a:endParaRPr b="0" sz="1500">
              <a:solidFill>
                <a:srgbClr val="49476E"/>
              </a:solidFill>
              <a:latin typeface="Raleway"/>
              <a:ea typeface="Raleway"/>
              <a:cs typeface="Raleway"/>
              <a:sym typeface="Raleway"/>
            </a:endParaRPr>
          </a:p>
          <a:p>
            <a:pPr indent="-323850" lvl="1" marL="9144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Semantic : structured memory of facts, concepts, skills</a:t>
            </a:r>
            <a:endParaRPr b="0" sz="1500">
              <a:solidFill>
                <a:srgbClr val="49476E"/>
              </a:solidFill>
              <a:latin typeface="Raleway"/>
              <a:ea typeface="Raleway"/>
              <a:cs typeface="Raleway"/>
              <a:sym typeface="Raleway"/>
            </a:endParaRPr>
          </a:p>
          <a:p>
            <a:pPr indent="-323850" lvl="0" marL="4572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Sematic memory structure</a:t>
            </a:r>
            <a:endParaRPr b="0" sz="1500">
              <a:solidFill>
                <a:srgbClr val="49476E"/>
              </a:solidFill>
              <a:latin typeface="Raleway"/>
              <a:ea typeface="Raleway"/>
              <a:cs typeface="Raleway"/>
              <a:sym typeface="Raleway"/>
            </a:endParaRPr>
          </a:p>
          <a:p>
            <a:pPr indent="-323850" lvl="1" marL="9144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Provide access to information</a:t>
            </a:r>
            <a:endParaRPr b="0" sz="1500">
              <a:solidFill>
                <a:srgbClr val="49476E"/>
              </a:solidFill>
              <a:latin typeface="Raleway"/>
              <a:ea typeface="Raleway"/>
              <a:cs typeface="Raleway"/>
              <a:sym typeface="Raleway"/>
            </a:endParaRPr>
          </a:p>
          <a:p>
            <a:pPr indent="-323850" lvl="1" marL="9144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Represents relationships between bits of information</a:t>
            </a:r>
            <a:endParaRPr b="0" sz="1500">
              <a:solidFill>
                <a:srgbClr val="49476E"/>
              </a:solidFill>
              <a:latin typeface="Raleway"/>
              <a:ea typeface="Raleway"/>
              <a:cs typeface="Raleway"/>
              <a:sym typeface="Raleway"/>
            </a:endParaRPr>
          </a:p>
          <a:p>
            <a:pPr indent="-323850" lvl="1" marL="9144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Supports inference</a:t>
            </a:r>
            <a:endParaRPr sz="1500">
              <a:solidFill>
                <a:srgbClr val="49476E"/>
              </a:solidFill>
              <a:latin typeface="Raleway"/>
              <a:ea typeface="Raleway"/>
              <a:cs typeface="Raleway"/>
              <a:sym typeface="Raleway"/>
            </a:endParaRPr>
          </a:p>
        </p:txBody>
      </p:sp>
      <p:pic>
        <p:nvPicPr>
          <p:cNvPr id="3344" name="Google Shape;3344;p96"/>
          <p:cNvPicPr preferRelativeResize="0"/>
          <p:nvPr/>
        </p:nvPicPr>
        <p:blipFill>
          <a:blip r:embed="rId3">
            <a:alphaModFix/>
          </a:blip>
          <a:stretch>
            <a:fillRect/>
          </a:stretch>
        </p:blipFill>
        <p:spPr>
          <a:xfrm>
            <a:off x="762050" y="2203700"/>
            <a:ext cx="914400" cy="914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8" name="Shape 3348"/>
        <p:cNvGrpSpPr/>
        <p:nvPr/>
      </p:nvGrpSpPr>
      <p:grpSpPr>
        <a:xfrm>
          <a:off x="0" y="0"/>
          <a:ext cx="0" cy="0"/>
          <a:chOff x="0" y="0"/>
          <a:chExt cx="0" cy="0"/>
        </a:xfrm>
      </p:grpSpPr>
      <p:sp>
        <p:nvSpPr>
          <p:cNvPr id="3349" name="Google Shape;3349;p97"/>
          <p:cNvSpPr txBox="1"/>
          <p:nvPr>
            <p:ph type="title"/>
          </p:nvPr>
        </p:nvSpPr>
        <p:spPr>
          <a:xfrm>
            <a:off x="713225" y="534200"/>
            <a:ext cx="7698900" cy="2943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3000"/>
              <a:t>LTM - Semantic network</a:t>
            </a:r>
            <a:endParaRPr/>
          </a:p>
        </p:txBody>
      </p:sp>
      <p:grpSp>
        <p:nvGrpSpPr>
          <p:cNvPr id="3350" name="Google Shape;3350;p97"/>
          <p:cNvGrpSpPr/>
          <p:nvPr/>
        </p:nvGrpSpPr>
        <p:grpSpPr>
          <a:xfrm>
            <a:off x="7835690" y="90516"/>
            <a:ext cx="1203669" cy="1202775"/>
            <a:chOff x="8134079" y="37860"/>
            <a:chExt cx="1039797" cy="1039025"/>
          </a:xfrm>
        </p:grpSpPr>
        <p:sp>
          <p:nvSpPr>
            <p:cNvPr id="3351" name="Google Shape;3351;p97"/>
            <p:cNvSpPr/>
            <p:nvPr/>
          </p:nvSpPr>
          <p:spPr>
            <a:xfrm>
              <a:off x="8657576" y="37860"/>
              <a:ext cx="516300" cy="516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97"/>
            <p:cNvSpPr/>
            <p:nvPr/>
          </p:nvSpPr>
          <p:spPr>
            <a:xfrm rot="5400000">
              <a:off x="8657576" y="560585"/>
              <a:ext cx="516300" cy="5163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97"/>
            <p:cNvSpPr/>
            <p:nvPr/>
          </p:nvSpPr>
          <p:spPr>
            <a:xfrm rot="5400000">
              <a:off x="8134079" y="560581"/>
              <a:ext cx="516300" cy="5163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54" name="Google Shape;3354;p97"/>
          <p:cNvSpPr/>
          <p:nvPr/>
        </p:nvSpPr>
        <p:spPr>
          <a:xfrm>
            <a:off x="8477713" y="385357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97"/>
          <p:cNvSpPr/>
          <p:nvPr/>
        </p:nvSpPr>
        <p:spPr>
          <a:xfrm>
            <a:off x="8509400" y="4757357"/>
            <a:ext cx="597704" cy="298856"/>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97"/>
          <p:cNvSpPr/>
          <p:nvPr/>
        </p:nvSpPr>
        <p:spPr>
          <a:xfrm>
            <a:off x="8509400" y="4461900"/>
            <a:ext cx="597704" cy="298856"/>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57" name="Google Shape;3357;p97"/>
          <p:cNvPicPr preferRelativeResize="0"/>
          <p:nvPr/>
        </p:nvPicPr>
        <p:blipFill>
          <a:blip r:embed="rId3">
            <a:alphaModFix/>
          </a:blip>
          <a:stretch>
            <a:fillRect/>
          </a:stretch>
        </p:blipFill>
        <p:spPr>
          <a:xfrm>
            <a:off x="1973100" y="1369975"/>
            <a:ext cx="4761623" cy="3260100"/>
          </a:xfrm>
          <a:prstGeom prst="rect">
            <a:avLst/>
          </a:prstGeom>
          <a:noFill/>
          <a:ln>
            <a:noFill/>
          </a:ln>
        </p:spPr>
      </p:pic>
      <p:pic>
        <p:nvPicPr>
          <p:cNvPr id="3358" name="Google Shape;3358;p97"/>
          <p:cNvPicPr preferRelativeResize="0"/>
          <p:nvPr/>
        </p:nvPicPr>
        <p:blipFill>
          <a:blip r:embed="rId4">
            <a:alphaModFix/>
          </a:blip>
          <a:stretch>
            <a:fillRect/>
          </a:stretch>
        </p:blipFill>
        <p:spPr>
          <a:xfrm>
            <a:off x="1557575" y="431425"/>
            <a:ext cx="499850" cy="4998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2" name="Shape 3362"/>
        <p:cNvGrpSpPr/>
        <p:nvPr/>
      </p:nvGrpSpPr>
      <p:grpSpPr>
        <a:xfrm>
          <a:off x="0" y="0"/>
          <a:ext cx="0" cy="0"/>
          <a:chOff x="0" y="0"/>
          <a:chExt cx="0" cy="0"/>
        </a:xfrm>
      </p:grpSpPr>
      <p:sp>
        <p:nvSpPr>
          <p:cNvPr id="3363" name="Google Shape;3363;p98"/>
          <p:cNvSpPr txBox="1"/>
          <p:nvPr>
            <p:ph type="title"/>
          </p:nvPr>
        </p:nvSpPr>
        <p:spPr>
          <a:xfrm>
            <a:off x="713225" y="534200"/>
            <a:ext cx="7698900" cy="2943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3000"/>
              <a:t>Models of LTM - frames</a:t>
            </a:r>
            <a:endParaRPr sz="3000"/>
          </a:p>
        </p:txBody>
      </p:sp>
      <p:grpSp>
        <p:nvGrpSpPr>
          <p:cNvPr id="3364" name="Google Shape;3364;p98"/>
          <p:cNvGrpSpPr/>
          <p:nvPr/>
        </p:nvGrpSpPr>
        <p:grpSpPr>
          <a:xfrm>
            <a:off x="7835690" y="90516"/>
            <a:ext cx="1203669" cy="1202775"/>
            <a:chOff x="8134079" y="37860"/>
            <a:chExt cx="1039797" cy="1039025"/>
          </a:xfrm>
        </p:grpSpPr>
        <p:sp>
          <p:nvSpPr>
            <p:cNvPr id="3365" name="Google Shape;3365;p98"/>
            <p:cNvSpPr/>
            <p:nvPr/>
          </p:nvSpPr>
          <p:spPr>
            <a:xfrm>
              <a:off x="8657576" y="37860"/>
              <a:ext cx="516300" cy="516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98"/>
            <p:cNvSpPr/>
            <p:nvPr/>
          </p:nvSpPr>
          <p:spPr>
            <a:xfrm rot="5400000">
              <a:off x="8657576" y="560585"/>
              <a:ext cx="516300" cy="5163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98"/>
            <p:cNvSpPr/>
            <p:nvPr/>
          </p:nvSpPr>
          <p:spPr>
            <a:xfrm rot="5400000">
              <a:off x="8134079" y="560581"/>
              <a:ext cx="516300" cy="5163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68" name="Google Shape;3368;p98"/>
          <p:cNvSpPr/>
          <p:nvPr/>
        </p:nvSpPr>
        <p:spPr>
          <a:xfrm>
            <a:off x="8477713" y="385357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98"/>
          <p:cNvSpPr/>
          <p:nvPr/>
        </p:nvSpPr>
        <p:spPr>
          <a:xfrm>
            <a:off x="8509400" y="4757357"/>
            <a:ext cx="597704" cy="298856"/>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98"/>
          <p:cNvSpPr/>
          <p:nvPr/>
        </p:nvSpPr>
        <p:spPr>
          <a:xfrm>
            <a:off x="8509400" y="4461900"/>
            <a:ext cx="597704" cy="298856"/>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71" name="Google Shape;3371;p98"/>
          <p:cNvPicPr preferRelativeResize="0"/>
          <p:nvPr/>
        </p:nvPicPr>
        <p:blipFill rotWithShape="1">
          <a:blip r:embed="rId3">
            <a:alphaModFix/>
          </a:blip>
          <a:srcRect b="0" l="13286" r="9201" t="38191"/>
          <a:stretch/>
        </p:blipFill>
        <p:spPr>
          <a:xfrm>
            <a:off x="2464675" y="2811575"/>
            <a:ext cx="4195976" cy="2015050"/>
          </a:xfrm>
          <a:prstGeom prst="rect">
            <a:avLst/>
          </a:prstGeom>
          <a:noFill/>
          <a:ln>
            <a:noFill/>
          </a:ln>
        </p:spPr>
      </p:pic>
      <p:sp>
        <p:nvSpPr>
          <p:cNvPr id="3372" name="Google Shape;3372;p98"/>
          <p:cNvSpPr txBox="1"/>
          <p:nvPr>
            <p:ph idx="1" type="body"/>
          </p:nvPr>
        </p:nvSpPr>
        <p:spPr>
          <a:xfrm>
            <a:off x="1883525" y="1135175"/>
            <a:ext cx="5358300" cy="15657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1000"/>
              </a:spcBef>
              <a:spcAft>
                <a:spcPts val="0"/>
              </a:spcAft>
              <a:buClr>
                <a:srgbClr val="49476E"/>
              </a:buClr>
              <a:buSzPts val="1500"/>
              <a:buChar char="●"/>
            </a:pPr>
            <a:r>
              <a:rPr lang="en" sz="1500">
                <a:solidFill>
                  <a:srgbClr val="49476E"/>
                </a:solidFill>
              </a:rPr>
              <a:t>Information organized and data structure</a:t>
            </a:r>
            <a:endParaRPr sz="1500">
              <a:solidFill>
                <a:srgbClr val="49476E"/>
              </a:solidFill>
            </a:endParaRPr>
          </a:p>
          <a:p>
            <a:pPr indent="-323850" lvl="0" marL="457200" rtl="0" algn="l">
              <a:lnSpc>
                <a:spcPct val="115000"/>
              </a:lnSpc>
              <a:spcBef>
                <a:spcPts val="1000"/>
              </a:spcBef>
              <a:spcAft>
                <a:spcPts val="0"/>
              </a:spcAft>
              <a:buClr>
                <a:srgbClr val="49476E"/>
              </a:buClr>
              <a:buSzPts val="1500"/>
              <a:buChar char="●"/>
            </a:pPr>
            <a:r>
              <a:rPr lang="en" sz="1500">
                <a:solidFill>
                  <a:srgbClr val="49476E"/>
                </a:solidFill>
              </a:rPr>
              <a:t>Slots in structure instantiated with values for instance of data</a:t>
            </a:r>
            <a:endParaRPr sz="1500">
              <a:solidFill>
                <a:srgbClr val="49476E"/>
              </a:solidFill>
            </a:endParaRPr>
          </a:p>
          <a:p>
            <a:pPr indent="-323850" lvl="0" marL="457200" rtl="0" algn="l">
              <a:lnSpc>
                <a:spcPct val="115000"/>
              </a:lnSpc>
              <a:spcBef>
                <a:spcPts val="1000"/>
              </a:spcBef>
              <a:spcAft>
                <a:spcPts val="0"/>
              </a:spcAft>
              <a:buClr>
                <a:srgbClr val="49476E"/>
              </a:buClr>
              <a:buSzPts val="1500"/>
              <a:buChar char="●"/>
            </a:pPr>
            <a:r>
              <a:rPr lang="en" sz="1500">
                <a:solidFill>
                  <a:srgbClr val="49476E"/>
                </a:solidFill>
              </a:rPr>
              <a:t>Type-subtype relationships</a:t>
            </a:r>
            <a:endParaRPr sz="1500">
              <a:solidFill>
                <a:srgbClr val="49476E"/>
              </a:solidFill>
            </a:endParaRPr>
          </a:p>
        </p:txBody>
      </p:sp>
      <p:pic>
        <p:nvPicPr>
          <p:cNvPr id="3373" name="Google Shape;3373;p98"/>
          <p:cNvPicPr preferRelativeResize="0"/>
          <p:nvPr/>
        </p:nvPicPr>
        <p:blipFill>
          <a:blip r:embed="rId4">
            <a:alphaModFix/>
          </a:blip>
          <a:stretch>
            <a:fillRect/>
          </a:stretch>
        </p:blipFill>
        <p:spPr>
          <a:xfrm>
            <a:off x="1557575" y="431425"/>
            <a:ext cx="499850" cy="4998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7" name="Shape 3377"/>
        <p:cNvGrpSpPr/>
        <p:nvPr/>
      </p:nvGrpSpPr>
      <p:grpSpPr>
        <a:xfrm>
          <a:off x="0" y="0"/>
          <a:ext cx="0" cy="0"/>
          <a:chOff x="0" y="0"/>
          <a:chExt cx="0" cy="0"/>
        </a:xfrm>
      </p:grpSpPr>
      <p:sp>
        <p:nvSpPr>
          <p:cNvPr id="3378" name="Google Shape;3378;p99"/>
          <p:cNvSpPr txBox="1"/>
          <p:nvPr>
            <p:ph type="title"/>
          </p:nvPr>
        </p:nvSpPr>
        <p:spPr>
          <a:xfrm>
            <a:off x="713225" y="534200"/>
            <a:ext cx="7698900" cy="2943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3000"/>
              <a:t>Models of LTM - Scripts</a:t>
            </a:r>
            <a:endParaRPr sz="3000"/>
          </a:p>
        </p:txBody>
      </p:sp>
      <p:grpSp>
        <p:nvGrpSpPr>
          <p:cNvPr id="3379" name="Google Shape;3379;p99"/>
          <p:cNvGrpSpPr/>
          <p:nvPr/>
        </p:nvGrpSpPr>
        <p:grpSpPr>
          <a:xfrm>
            <a:off x="7835690" y="90516"/>
            <a:ext cx="1203669" cy="1202775"/>
            <a:chOff x="8134079" y="37860"/>
            <a:chExt cx="1039797" cy="1039025"/>
          </a:xfrm>
        </p:grpSpPr>
        <p:sp>
          <p:nvSpPr>
            <p:cNvPr id="3380" name="Google Shape;3380;p99"/>
            <p:cNvSpPr/>
            <p:nvPr/>
          </p:nvSpPr>
          <p:spPr>
            <a:xfrm>
              <a:off x="8657576" y="37860"/>
              <a:ext cx="516300" cy="516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99"/>
            <p:cNvSpPr/>
            <p:nvPr/>
          </p:nvSpPr>
          <p:spPr>
            <a:xfrm rot="5400000">
              <a:off x="8657576" y="560585"/>
              <a:ext cx="516300" cy="5163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99"/>
            <p:cNvSpPr/>
            <p:nvPr/>
          </p:nvSpPr>
          <p:spPr>
            <a:xfrm rot="5400000">
              <a:off x="8134079" y="560581"/>
              <a:ext cx="516300" cy="5163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83" name="Google Shape;3383;p99"/>
          <p:cNvSpPr/>
          <p:nvPr/>
        </p:nvSpPr>
        <p:spPr>
          <a:xfrm>
            <a:off x="8477713" y="385357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99"/>
          <p:cNvSpPr/>
          <p:nvPr/>
        </p:nvSpPr>
        <p:spPr>
          <a:xfrm>
            <a:off x="8509400" y="4757357"/>
            <a:ext cx="597704" cy="298856"/>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99"/>
          <p:cNvSpPr/>
          <p:nvPr/>
        </p:nvSpPr>
        <p:spPr>
          <a:xfrm>
            <a:off x="8509400" y="4461900"/>
            <a:ext cx="597704" cy="298856"/>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86" name="Google Shape;3386;p99"/>
          <p:cNvPicPr preferRelativeResize="0"/>
          <p:nvPr/>
        </p:nvPicPr>
        <p:blipFill rotWithShape="1">
          <a:blip r:embed="rId3">
            <a:alphaModFix/>
          </a:blip>
          <a:srcRect b="0" l="9208" r="8134" t="21439"/>
          <a:stretch/>
        </p:blipFill>
        <p:spPr>
          <a:xfrm>
            <a:off x="2315900" y="2247550"/>
            <a:ext cx="4571999" cy="2561075"/>
          </a:xfrm>
          <a:prstGeom prst="rect">
            <a:avLst/>
          </a:prstGeom>
          <a:noFill/>
          <a:ln>
            <a:noFill/>
          </a:ln>
        </p:spPr>
      </p:pic>
      <p:sp>
        <p:nvSpPr>
          <p:cNvPr id="3387" name="Google Shape;3387;p99"/>
          <p:cNvSpPr txBox="1"/>
          <p:nvPr>
            <p:ph idx="1" type="body"/>
          </p:nvPr>
        </p:nvSpPr>
        <p:spPr>
          <a:xfrm>
            <a:off x="1205400" y="1135175"/>
            <a:ext cx="6714600" cy="15657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1000"/>
              </a:spcBef>
              <a:spcAft>
                <a:spcPts val="0"/>
              </a:spcAft>
              <a:buClr>
                <a:srgbClr val="49476E"/>
              </a:buClr>
              <a:buSzPts val="1500"/>
              <a:buChar char="●"/>
            </a:pPr>
            <a:r>
              <a:rPr lang="en" sz="1500">
                <a:solidFill>
                  <a:srgbClr val="49476E"/>
                </a:solidFill>
              </a:rPr>
              <a:t>Model of stereotypical information required to interpret situation</a:t>
            </a:r>
            <a:endParaRPr sz="1500">
              <a:solidFill>
                <a:srgbClr val="49476E"/>
              </a:solidFill>
            </a:endParaRPr>
          </a:p>
          <a:p>
            <a:pPr indent="-323850" lvl="0" marL="457200" rtl="0" algn="l">
              <a:lnSpc>
                <a:spcPct val="115000"/>
              </a:lnSpc>
              <a:spcBef>
                <a:spcPts val="1000"/>
              </a:spcBef>
              <a:spcAft>
                <a:spcPts val="0"/>
              </a:spcAft>
              <a:buClr>
                <a:srgbClr val="49476E"/>
              </a:buClr>
              <a:buSzPts val="1500"/>
              <a:buChar char="●"/>
            </a:pPr>
            <a:r>
              <a:rPr lang="en" sz="1500">
                <a:solidFill>
                  <a:srgbClr val="49476E"/>
                </a:solidFill>
              </a:rPr>
              <a:t>Script has elements that can be instantiated with values for context</a:t>
            </a:r>
            <a:endParaRPr sz="1500">
              <a:solidFill>
                <a:srgbClr val="49476E"/>
              </a:solidFill>
            </a:endParaRPr>
          </a:p>
        </p:txBody>
      </p:sp>
      <p:pic>
        <p:nvPicPr>
          <p:cNvPr id="3388" name="Google Shape;3388;p99"/>
          <p:cNvPicPr preferRelativeResize="0"/>
          <p:nvPr/>
        </p:nvPicPr>
        <p:blipFill>
          <a:blip r:embed="rId4">
            <a:alphaModFix/>
          </a:blip>
          <a:stretch>
            <a:fillRect/>
          </a:stretch>
        </p:blipFill>
        <p:spPr>
          <a:xfrm>
            <a:off x="1557575" y="431425"/>
            <a:ext cx="499850" cy="4998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2" name="Shape 3392"/>
        <p:cNvGrpSpPr/>
        <p:nvPr/>
      </p:nvGrpSpPr>
      <p:grpSpPr>
        <a:xfrm>
          <a:off x="0" y="0"/>
          <a:ext cx="0" cy="0"/>
          <a:chOff x="0" y="0"/>
          <a:chExt cx="0" cy="0"/>
        </a:xfrm>
      </p:grpSpPr>
      <p:sp>
        <p:nvSpPr>
          <p:cNvPr id="3393" name="Google Shape;3393;p100"/>
          <p:cNvSpPr txBox="1"/>
          <p:nvPr>
            <p:ph type="title"/>
          </p:nvPr>
        </p:nvSpPr>
        <p:spPr>
          <a:xfrm>
            <a:off x="713225" y="534200"/>
            <a:ext cx="7698900" cy="2943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3000"/>
              <a:t>Models of LTM - Production rules</a:t>
            </a:r>
            <a:endParaRPr sz="3000"/>
          </a:p>
        </p:txBody>
      </p:sp>
      <p:grpSp>
        <p:nvGrpSpPr>
          <p:cNvPr id="3394" name="Google Shape;3394;p100"/>
          <p:cNvGrpSpPr/>
          <p:nvPr/>
        </p:nvGrpSpPr>
        <p:grpSpPr>
          <a:xfrm>
            <a:off x="7835690" y="90516"/>
            <a:ext cx="1203669" cy="1202775"/>
            <a:chOff x="8134079" y="37860"/>
            <a:chExt cx="1039797" cy="1039025"/>
          </a:xfrm>
        </p:grpSpPr>
        <p:sp>
          <p:nvSpPr>
            <p:cNvPr id="3395" name="Google Shape;3395;p100"/>
            <p:cNvSpPr/>
            <p:nvPr/>
          </p:nvSpPr>
          <p:spPr>
            <a:xfrm>
              <a:off x="8657576" y="37860"/>
              <a:ext cx="516300" cy="516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100"/>
            <p:cNvSpPr/>
            <p:nvPr/>
          </p:nvSpPr>
          <p:spPr>
            <a:xfrm rot="5400000">
              <a:off x="8657576" y="560585"/>
              <a:ext cx="516300" cy="5163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100"/>
            <p:cNvSpPr/>
            <p:nvPr/>
          </p:nvSpPr>
          <p:spPr>
            <a:xfrm rot="5400000">
              <a:off x="8134079" y="560581"/>
              <a:ext cx="516300" cy="5163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98" name="Google Shape;3398;p100"/>
          <p:cNvSpPr/>
          <p:nvPr/>
        </p:nvSpPr>
        <p:spPr>
          <a:xfrm>
            <a:off x="8477713" y="385357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100"/>
          <p:cNvSpPr/>
          <p:nvPr/>
        </p:nvSpPr>
        <p:spPr>
          <a:xfrm>
            <a:off x="8509400" y="4757357"/>
            <a:ext cx="597704" cy="298856"/>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100"/>
          <p:cNvSpPr/>
          <p:nvPr/>
        </p:nvSpPr>
        <p:spPr>
          <a:xfrm>
            <a:off x="8509400" y="4461900"/>
            <a:ext cx="597704" cy="298856"/>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100"/>
          <p:cNvSpPr txBox="1"/>
          <p:nvPr>
            <p:ph idx="1" type="body"/>
          </p:nvPr>
        </p:nvSpPr>
        <p:spPr>
          <a:xfrm>
            <a:off x="1205400" y="1135175"/>
            <a:ext cx="6714600" cy="15657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1000"/>
              </a:spcBef>
              <a:spcAft>
                <a:spcPts val="0"/>
              </a:spcAft>
              <a:buClr>
                <a:srgbClr val="49476E"/>
              </a:buClr>
              <a:buSzPts val="1500"/>
              <a:buChar char="●"/>
            </a:pPr>
            <a:r>
              <a:rPr lang="en" sz="1500">
                <a:solidFill>
                  <a:srgbClr val="49476E"/>
                </a:solidFill>
              </a:rPr>
              <a:t>Representation of procedural knowledge</a:t>
            </a:r>
            <a:endParaRPr sz="1500">
              <a:solidFill>
                <a:srgbClr val="49476E"/>
              </a:solidFill>
            </a:endParaRPr>
          </a:p>
          <a:p>
            <a:pPr indent="-323850" lvl="0" marL="457200" rtl="0" algn="l">
              <a:lnSpc>
                <a:spcPct val="115000"/>
              </a:lnSpc>
              <a:spcBef>
                <a:spcPts val="1000"/>
              </a:spcBef>
              <a:spcAft>
                <a:spcPts val="0"/>
              </a:spcAft>
              <a:buClr>
                <a:srgbClr val="49476E"/>
              </a:buClr>
              <a:buSzPts val="1500"/>
              <a:buChar char="●"/>
            </a:pPr>
            <a:r>
              <a:rPr lang="en" sz="1500">
                <a:solidFill>
                  <a:srgbClr val="49476E"/>
                </a:solidFill>
              </a:rPr>
              <a:t>Condition/ action rules</a:t>
            </a:r>
            <a:endParaRPr sz="1500">
              <a:solidFill>
                <a:srgbClr val="49476E"/>
              </a:solidFill>
            </a:endParaRPr>
          </a:p>
          <a:p>
            <a:pPr indent="0" lvl="0" marL="914400" rtl="0" algn="l">
              <a:lnSpc>
                <a:spcPct val="115000"/>
              </a:lnSpc>
              <a:spcBef>
                <a:spcPts val="1000"/>
              </a:spcBef>
              <a:spcAft>
                <a:spcPts val="0"/>
              </a:spcAft>
              <a:buNone/>
            </a:pPr>
            <a:r>
              <a:rPr lang="en" sz="1500">
                <a:solidFill>
                  <a:srgbClr val="49476E"/>
                </a:solidFill>
              </a:rPr>
              <a:t>If condition is matched </a:t>
            </a:r>
            <a:br>
              <a:rPr lang="en" sz="1500">
                <a:solidFill>
                  <a:srgbClr val="49476E"/>
                </a:solidFill>
              </a:rPr>
            </a:br>
            <a:r>
              <a:rPr lang="en" sz="1500">
                <a:solidFill>
                  <a:srgbClr val="49476E"/>
                </a:solidFill>
              </a:rPr>
              <a:t>then use rule to determine action</a:t>
            </a:r>
            <a:endParaRPr sz="1500">
              <a:solidFill>
                <a:srgbClr val="49476E"/>
              </a:solidFill>
            </a:endParaRPr>
          </a:p>
        </p:txBody>
      </p:sp>
      <p:pic>
        <p:nvPicPr>
          <p:cNvPr id="3402" name="Google Shape;3402;p100"/>
          <p:cNvPicPr preferRelativeResize="0"/>
          <p:nvPr/>
        </p:nvPicPr>
        <p:blipFill rotWithShape="1">
          <a:blip r:embed="rId3">
            <a:alphaModFix/>
          </a:blip>
          <a:srcRect b="1048" l="23238" r="33179" t="60710"/>
          <a:stretch/>
        </p:blipFill>
        <p:spPr>
          <a:xfrm>
            <a:off x="3357350" y="3125125"/>
            <a:ext cx="2410650" cy="1273424"/>
          </a:xfrm>
          <a:prstGeom prst="rect">
            <a:avLst/>
          </a:prstGeom>
          <a:noFill/>
          <a:ln>
            <a:noFill/>
          </a:ln>
        </p:spPr>
      </p:pic>
      <p:pic>
        <p:nvPicPr>
          <p:cNvPr id="3403" name="Google Shape;3403;p100"/>
          <p:cNvPicPr preferRelativeResize="0"/>
          <p:nvPr/>
        </p:nvPicPr>
        <p:blipFill>
          <a:blip r:embed="rId4">
            <a:alphaModFix/>
          </a:blip>
          <a:stretch>
            <a:fillRect/>
          </a:stretch>
        </p:blipFill>
        <p:spPr>
          <a:xfrm>
            <a:off x="755175" y="431425"/>
            <a:ext cx="499850" cy="4998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8" name="Shape 3408"/>
        <p:cNvGrpSpPr/>
        <p:nvPr/>
      </p:nvGrpSpPr>
      <p:grpSpPr>
        <a:xfrm>
          <a:off x="0" y="0"/>
          <a:ext cx="0" cy="0"/>
          <a:chOff x="0" y="0"/>
          <a:chExt cx="0" cy="0"/>
        </a:xfrm>
      </p:grpSpPr>
      <p:sp>
        <p:nvSpPr>
          <p:cNvPr id="3409" name="Google Shape;3409;p101"/>
          <p:cNvSpPr/>
          <p:nvPr/>
        </p:nvSpPr>
        <p:spPr>
          <a:xfrm>
            <a:off x="3076500" y="0"/>
            <a:ext cx="1674900" cy="242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101"/>
          <p:cNvSpPr txBox="1"/>
          <p:nvPr>
            <p:ph idx="4294967295" type="title"/>
          </p:nvPr>
        </p:nvSpPr>
        <p:spPr>
          <a:xfrm>
            <a:off x="679050" y="530350"/>
            <a:ext cx="2269200" cy="939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400">
                <a:solidFill>
                  <a:schemeClr val="accent1"/>
                </a:solidFill>
              </a:rPr>
              <a:t>THE HUMAN</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MEMORY</a:t>
            </a:r>
            <a:endParaRPr sz="2400">
              <a:solidFill>
                <a:schemeClr val="accent1"/>
              </a:solidFill>
            </a:endParaRPr>
          </a:p>
        </p:txBody>
      </p:sp>
      <p:sp>
        <p:nvSpPr>
          <p:cNvPr id="3411" name="Google Shape;3411;p101"/>
          <p:cNvSpPr txBox="1"/>
          <p:nvPr>
            <p:ph idx="1" type="body"/>
          </p:nvPr>
        </p:nvSpPr>
        <p:spPr>
          <a:xfrm>
            <a:off x="3307250" y="786225"/>
            <a:ext cx="5358300" cy="3658200"/>
          </a:xfrm>
          <a:prstGeom prst="rect">
            <a:avLst/>
          </a:prstGeom>
        </p:spPr>
        <p:txBody>
          <a:bodyPr anchorCtr="0" anchor="ctr" bIns="91425" lIns="91425" spcFirstLastPara="1" rIns="91425" wrap="square" tIns="91425">
            <a:noAutofit/>
          </a:bodyPr>
          <a:lstStyle/>
          <a:p>
            <a:pPr indent="-323850" lvl="0" marL="457200" rtl="0" algn="l">
              <a:lnSpc>
                <a:spcPct val="150000"/>
              </a:lnSpc>
              <a:spcBef>
                <a:spcPts val="1000"/>
              </a:spcBef>
              <a:spcAft>
                <a:spcPts val="0"/>
              </a:spcAft>
              <a:buClr>
                <a:srgbClr val="49476E"/>
              </a:buClr>
              <a:buSzPts val="1500"/>
              <a:buAutoNum type="arabicPeriod" startAt="3"/>
            </a:pPr>
            <a:r>
              <a:rPr lang="en" sz="1500">
                <a:solidFill>
                  <a:srgbClr val="49476E"/>
                </a:solidFill>
                <a:latin typeface="Raleway"/>
                <a:ea typeface="Raleway"/>
                <a:cs typeface="Raleway"/>
                <a:sym typeface="Raleway"/>
              </a:rPr>
              <a:t>LONG-TERM MEMORY</a:t>
            </a:r>
            <a:endParaRPr sz="1500">
              <a:solidFill>
                <a:srgbClr val="49476E"/>
              </a:solidFill>
              <a:latin typeface="Raleway"/>
              <a:ea typeface="Raleway"/>
              <a:cs typeface="Raleway"/>
              <a:sym typeface="Raleway"/>
            </a:endParaRPr>
          </a:p>
          <a:p>
            <a:pPr indent="-323850" lvl="0" marL="4572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Storage of information</a:t>
            </a:r>
            <a:endParaRPr b="0" sz="1500">
              <a:solidFill>
                <a:srgbClr val="49476E"/>
              </a:solidFill>
              <a:latin typeface="Raleway"/>
              <a:ea typeface="Raleway"/>
              <a:cs typeface="Raleway"/>
              <a:sym typeface="Raleway"/>
            </a:endParaRPr>
          </a:p>
          <a:p>
            <a:pPr indent="-323850" lvl="1" marL="9144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Rehearsal:</a:t>
            </a:r>
            <a:br>
              <a:rPr b="0" lang="en" sz="1500">
                <a:solidFill>
                  <a:srgbClr val="49476E"/>
                </a:solidFill>
                <a:latin typeface="Raleway"/>
                <a:ea typeface="Raleway"/>
                <a:cs typeface="Raleway"/>
                <a:sym typeface="Raleway"/>
              </a:rPr>
            </a:br>
            <a:r>
              <a:rPr b="0" lang="en" sz="1500">
                <a:solidFill>
                  <a:srgbClr val="49476E"/>
                </a:solidFill>
                <a:latin typeface="Raleway"/>
                <a:ea typeface="Raleway"/>
                <a:cs typeface="Raleway"/>
                <a:sym typeface="Raleway"/>
              </a:rPr>
              <a:t>information moves from STM to LTM</a:t>
            </a:r>
            <a:endParaRPr b="0" sz="1500">
              <a:solidFill>
                <a:srgbClr val="49476E"/>
              </a:solidFill>
              <a:latin typeface="Raleway"/>
              <a:ea typeface="Raleway"/>
              <a:cs typeface="Raleway"/>
              <a:sym typeface="Raleway"/>
            </a:endParaRPr>
          </a:p>
          <a:p>
            <a:pPr indent="-323850" lvl="1" marL="9144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total time hypothesis:</a:t>
            </a:r>
            <a:br>
              <a:rPr b="0" lang="en" sz="1500">
                <a:solidFill>
                  <a:srgbClr val="49476E"/>
                </a:solidFill>
                <a:latin typeface="Raleway"/>
                <a:ea typeface="Raleway"/>
                <a:cs typeface="Raleway"/>
                <a:sym typeface="Raleway"/>
              </a:rPr>
            </a:br>
            <a:r>
              <a:rPr b="0" lang="en" sz="1500">
                <a:solidFill>
                  <a:srgbClr val="49476E"/>
                </a:solidFill>
                <a:latin typeface="Raleway"/>
                <a:ea typeface="Raleway"/>
                <a:cs typeface="Raleway"/>
                <a:sym typeface="Raleway"/>
              </a:rPr>
              <a:t>amount retained proportional to rehearsal time</a:t>
            </a:r>
            <a:endParaRPr b="0" sz="1500">
              <a:solidFill>
                <a:srgbClr val="49476E"/>
              </a:solidFill>
              <a:latin typeface="Raleway"/>
              <a:ea typeface="Raleway"/>
              <a:cs typeface="Raleway"/>
              <a:sym typeface="Raleway"/>
            </a:endParaRPr>
          </a:p>
          <a:p>
            <a:pPr indent="-323850" lvl="1" marL="9144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distribution of practice effect:</a:t>
            </a:r>
            <a:br>
              <a:rPr b="0" lang="en" sz="1500">
                <a:solidFill>
                  <a:srgbClr val="49476E"/>
                </a:solidFill>
                <a:latin typeface="Raleway"/>
                <a:ea typeface="Raleway"/>
                <a:cs typeface="Raleway"/>
                <a:sym typeface="Raleway"/>
              </a:rPr>
            </a:br>
            <a:r>
              <a:rPr b="0" lang="en" sz="1500">
                <a:solidFill>
                  <a:srgbClr val="49476E"/>
                </a:solidFill>
                <a:latin typeface="Raleway"/>
                <a:ea typeface="Raleway"/>
                <a:cs typeface="Raleway"/>
                <a:sym typeface="Raleway"/>
              </a:rPr>
              <a:t>optimized by spreading learning over time</a:t>
            </a:r>
            <a:endParaRPr b="0" sz="1500">
              <a:solidFill>
                <a:srgbClr val="49476E"/>
              </a:solidFill>
              <a:latin typeface="Raleway"/>
              <a:ea typeface="Raleway"/>
              <a:cs typeface="Raleway"/>
              <a:sym typeface="Raleway"/>
            </a:endParaRPr>
          </a:p>
          <a:p>
            <a:pPr indent="-323850" lvl="1" marL="9144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structure, meaning and familiarity:</a:t>
            </a:r>
            <a:br>
              <a:rPr b="0" lang="en" sz="1500">
                <a:solidFill>
                  <a:srgbClr val="49476E"/>
                </a:solidFill>
                <a:latin typeface="Raleway"/>
                <a:ea typeface="Raleway"/>
                <a:cs typeface="Raleway"/>
                <a:sym typeface="Raleway"/>
              </a:rPr>
            </a:br>
            <a:r>
              <a:rPr b="0" lang="en" sz="1500">
                <a:solidFill>
                  <a:srgbClr val="49476E"/>
                </a:solidFill>
                <a:latin typeface="Raleway"/>
                <a:ea typeface="Raleway"/>
                <a:cs typeface="Raleway"/>
                <a:sym typeface="Raleway"/>
              </a:rPr>
              <a:t>information easier to remember</a:t>
            </a:r>
            <a:endParaRPr sz="1500">
              <a:solidFill>
                <a:srgbClr val="49476E"/>
              </a:solidFill>
              <a:latin typeface="Raleway"/>
              <a:ea typeface="Raleway"/>
              <a:cs typeface="Raleway"/>
              <a:sym typeface="Raleway"/>
            </a:endParaRPr>
          </a:p>
        </p:txBody>
      </p:sp>
      <p:pic>
        <p:nvPicPr>
          <p:cNvPr id="3412" name="Google Shape;3412;p101"/>
          <p:cNvPicPr preferRelativeResize="0"/>
          <p:nvPr/>
        </p:nvPicPr>
        <p:blipFill>
          <a:blip r:embed="rId3">
            <a:alphaModFix/>
          </a:blip>
          <a:stretch>
            <a:fillRect/>
          </a:stretch>
        </p:blipFill>
        <p:spPr>
          <a:xfrm>
            <a:off x="762050" y="2203700"/>
            <a:ext cx="914400" cy="914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7" name="Shape 3417"/>
        <p:cNvGrpSpPr/>
        <p:nvPr/>
      </p:nvGrpSpPr>
      <p:grpSpPr>
        <a:xfrm>
          <a:off x="0" y="0"/>
          <a:ext cx="0" cy="0"/>
          <a:chOff x="0" y="0"/>
          <a:chExt cx="0" cy="0"/>
        </a:xfrm>
      </p:grpSpPr>
      <p:sp>
        <p:nvSpPr>
          <p:cNvPr id="3418" name="Google Shape;3418;p102"/>
          <p:cNvSpPr/>
          <p:nvPr/>
        </p:nvSpPr>
        <p:spPr>
          <a:xfrm>
            <a:off x="3076500" y="0"/>
            <a:ext cx="1674900" cy="242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102"/>
          <p:cNvSpPr txBox="1"/>
          <p:nvPr>
            <p:ph idx="4294967295" type="title"/>
          </p:nvPr>
        </p:nvSpPr>
        <p:spPr>
          <a:xfrm>
            <a:off x="679050" y="530350"/>
            <a:ext cx="2269200" cy="939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400">
                <a:solidFill>
                  <a:schemeClr val="accent1"/>
                </a:solidFill>
              </a:rPr>
              <a:t>THE HUMAN</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MEMORY</a:t>
            </a:r>
            <a:endParaRPr sz="2400">
              <a:solidFill>
                <a:schemeClr val="accent1"/>
              </a:solidFill>
            </a:endParaRPr>
          </a:p>
        </p:txBody>
      </p:sp>
      <p:sp>
        <p:nvSpPr>
          <p:cNvPr id="3420" name="Google Shape;3420;p102"/>
          <p:cNvSpPr txBox="1"/>
          <p:nvPr>
            <p:ph idx="1" type="body"/>
          </p:nvPr>
        </p:nvSpPr>
        <p:spPr>
          <a:xfrm>
            <a:off x="3307250" y="786225"/>
            <a:ext cx="5358300" cy="3658200"/>
          </a:xfrm>
          <a:prstGeom prst="rect">
            <a:avLst/>
          </a:prstGeom>
        </p:spPr>
        <p:txBody>
          <a:bodyPr anchorCtr="0" anchor="ctr" bIns="91425" lIns="91425" spcFirstLastPara="1" rIns="91425" wrap="square" tIns="91425">
            <a:noAutofit/>
          </a:bodyPr>
          <a:lstStyle/>
          <a:p>
            <a:pPr indent="-323850" lvl="0" marL="457200" rtl="0" algn="l">
              <a:lnSpc>
                <a:spcPct val="150000"/>
              </a:lnSpc>
              <a:spcBef>
                <a:spcPts val="1000"/>
              </a:spcBef>
              <a:spcAft>
                <a:spcPts val="0"/>
              </a:spcAft>
              <a:buClr>
                <a:srgbClr val="49476E"/>
              </a:buClr>
              <a:buSzPts val="1500"/>
              <a:buAutoNum type="arabicPeriod" startAt="3"/>
            </a:pPr>
            <a:r>
              <a:rPr lang="en" sz="1500">
                <a:solidFill>
                  <a:srgbClr val="49476E"/>
                </a:solidFill>
                <a:latin typeface="Raleway"/>
                <a:ea typeface="Raleway"/>
                <a:cs typeface="Raleway"/>
                <a:sym typeface="Raleway"/>
              </a:rPr>
              <a:t>LONG-TERM MEMORY</a:t>
            </a:r>
            <a:endParaRPr b="0" sz="1500">
              <a:solidFill>
                <a:srgbClr val="49476E"/>
              </a:solidFill>
              <a:latin typeface="Raleway"/>
              <a:ea typeface="Raleway"/>
              <a:cs typeface="Raleway"/>
              <a:sym typeface="Raleway"/>
            </a:endParaRPr>
          </a:p>
          <a:p>
            <a:pPr indent="-323850" lvl="0" marL="4572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Forgetting:</a:t>
            </a:r>
            <a:endParaRPr b="0" sz="1500">
              <a:solidFill>
                <a:srgbClr val="49476E"/>
              </a:solidFill>
              <a:latin typeface="Raleway"/>
              <a:ea typeface="Raleway"/>
              <a:cs typeface="Raleway"/>
              <a:sym typeface="Raleway"/>
            </a:endParaRPr>
          </a:p>
          <a:p>
            <a:pPr indent="-323850" lvl="1" marL="9144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Decay:</a:t>
            </a:r>
            <a:br>
              <a:rPr b="0" lang="en" sz="1500">
                <a:solidFill>
                  <a:srgbClr val="49476E"/>
                </a:solidFill>
                <a:latin typeface="Raleway"/>
                <a:ea typeface="Raleway"/>
                <a:cs typeface="Raleway"/>
                <a:sym typeface="Raleway"/>
              </a:rPr>
            </a:br>
            <a:r>
              <a:rPr b="0" lang="en" sz="1500">
                <a:solidFill>
                  <a:srgbClr val="49476E"/>
                </a:solidFill>
                <a:latin typeface="Raleway"/>
                <a:ea typeface="Raleway"/>
                <a:cs typeface="Raleway"/>
                <a:sym typeface="Raleway"/>
              </a:rPr>
              <a:t>information is lost gradually but very slowly</a:t>
            </a:r>
            <a:endParaRPr b="0" sz="1500">
              <a:solidFill>
                <a:srgbClr val="49476E"/>
              </a:solidFill>
              <a:latin typeface="Raleway"/>
              <a:ea typeface="Raleway"/>
              <a:cs typeface="Raleway"/>
              <a:sym typeface="Raleway"/>
            </a:endParaRPr>
          </a:p>
          <a:p>
            <a:pPr indent="-323850" lvl="1" marL="9144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Interference:</a:t>
            </a:r>
            <a:br>
              <a:rPr b="0" lang="en" sz="1500">
                <a:solidFill>
                  <a:srgbClr val="49476E"/>
                </a:solidFill>
                <a:latin typeface="Raleway"/>
                <a:ea typeface="Raleway"/>
                <a:cs typeface="Raleway"/>
                <a:sym typeface="Raleway"/>
              </a:rPr>
            </a:br>
            <a:r>
              <a:rPr b="0" lang="en" sz="1500">
                <a:solidFill>
                  <a:srgbClr val="49476E"/>
                </a:solidFill>
                <a:latin typeface="Raleway"/>
                <a:ea typeface="Raleway"/>
                <a:cs typeface="Raleway"/>
                <a:sym typeface="Raleway"/>
              </a:rPr>
              <a:t>– new information replaces old: retroactive interference</a:t>
            </a:r>
            <a:br>
              <a:rPr b="0" lang="en" sz="1500">
                <a:solidFill>
                  <a:srgbClr val="49476E"/>
                </a:solidFill>
                <a:latin typeface="Raleway"/>
                <a:ea typeface="Raleway"/>
                <a:cs typeface="Raleway"/>
                <a:sym typeface="Raleway"/>
              </a:rPr>
            </a:br>
            <a:r>
              <a:rPr b="0" lang="en" sz="1500">
                <a:solidFill>
                  <a:srgbClr val="49476E"/>
                </a:solidFill>
                <a:latin typeface="Raleway"/>
                <a:ea typeface="Raleway"/>
                <a:cs typeface="Raleway"/>
                <a:sym typeface="Raleway"/>
              </a:rPr>
              <a:t>– old may interfere with new: proactive inhibition </a:t>
            </a:r>
            <a:endParaRPr b="0" sz="1500">
              <a:solidFill>
                <a:srgbClr val="49476E"/>
              </a:solidFill>
              <a:latin typeface="Raleway"/>
              <a:ea typeface="Raleway"/>
              <a:cs typeface="Raleway"/>
              <a:sym typeface="Raleway"/>
            </a:endParaRPr>
          </a:p>
          <a:p>
            <a:pPr indent="-323850" lvl="1" marL="9144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so may not forget at all memory is selective …</a:t>
            </a:r>
            <a:br>
              <a:rPr b="0" lang="en" sz="1500">
                <a:solidFill>
                  <a:srgbClr val="49476E"/>
                </a:solidFill>
                <a:latin typeface="Raleway"/>
                <a:ea typeface="Raleway"/>
                <a:cs typeface="Raleway"/>
                <a:sym typeface="Raleway"/>
              </a:rPr>
            </a:br>
            <a:r>
              <a:rPr b="0" lang="en" sz="1500">
                <a:solidFill>
                  <a:srgbClr val="49476E"/>
                </a:solidFill>
                <a:latin typeface="Raleway"/>
                <a:ea typeface="Raleway"/>
                <a:cs typeface="Raleway"/>
                <a:sym typeface="Raleway"/>
              </a:rPr>
              <a:t>… affected by emotion </a:t>
            </a:r>
            <a:br>
              <a:rPr b="0" lang="en" sz="1500">
                <a:solidFill>
                  <a:srgbClr val="49476E"/>
                </a:solidFill>
                <a:latin typeface="Raleway"/>
                <a:ea typeface="Raleway"/>
                <a:cs typeface="Raleway"/>
                <a:sym typeface="Raleway"/>
              </a:rPr>
            </a:br>
            <a:r>
              <a:rPr b="0" lang="en" sz="1500">
                <a:solidFill>
                  <a:srgbClr val="49476E"/>
                </a:solidFill>
                <a:latin typeface="Raleway"/>
                <a:ea typeface="Raleway"/>
                <a:cs typeface="Raleway"/>
                <a:sym typeface="Raleway"/>
              </a:rPr>
              <a:t>– can subconsciously `choose' to forget</a:t>
            </a:r>
            <a:endParaRPr sz="1500">
              <a:solidFill>
                <a:srgbClr val="49476E"/>
              </a:solidFill>
              <a:latin typeface="Raleway"/>
              <a:ea typeface="Raleway"/>
              <a:cs typeface="Raleway"/>
              <a:sym typeface="Raleway"/>
            </a:endParaRPr>
          </a:p>
        </p:txBody>
      </p:sp>
      <p:pic>
        <p:nvPicPr>
          <p:cNvPr id="3421" name="Google Shape;3421;p102"/>
          <p:cNvPicPr preferRelativeResize="0"/>
          <p:nvPr/>
        </p:nvPicPr>
        <p:blipFill>
          <a:blip r:embed="rId3">
            <a:alphaModFix/>
          </a:blip>
          <a:stretch>
            <a:fillRect/>
          </a:stretch>
        </p:blipFill>
        <p:spPr>
          <a:xfrm>
            <a:off x="762050" y="2203700"/>
            <a:ext cx="914400" cy="9144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6" name="Shape 3426"/>
        <p:cNvGrpSpPr/>
        <p:nvPr/>
      </p:nvGrpSpPr>
      <p:grpSpPr>
        <a:xfrm>
          <a:off x="0" y="0"/>
          <a:ext cx="0" cy="0"/>
          <a:chOff x="0" y="0"/>
          <a:chExt cx="0" cy="0"/>
        </a:xfrm>
      </p:grpSpPr>
      <p:sp>
        <p:nvSpPr>
          <p:cNvPr id="3427" name="Google Shape;3427;p103"/>
          <p:cNvSpPr/>
          <p:nvPr/>
        </p:nvSpPr>
        <p:spPr>
          <a:xfrm>
            <a:off x="3076500" y="0"/>
            <a:ext cx="1674900" cy="242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103"/>
          <p:cNvSpPr txBox="1"/>
          <p:nvPr>
            <p:ph idx="4294967295" type="title"/>
          </p:nvPr>
        </p:nvSpPr>
        <p:spPr>
          <a:xfrm>
            <a:off x="679050" y="530350"/>
            <a:ext cx="2269200" cy="939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400">
                <a:solidFill>
                  <a:schemeClr val="accent1"/>
                </a:solidFill>
              </a:rPr>
              <a:t>THE HUMAN</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MEMORY</a:t>
            </a:r>
            <a:endParaRPr sz="2400">
              <a:solidFill>
                <a:schemeClr val="accent1"/>
              </a:solidFill>
            </a:endParaRPr>
          </a:p>
        </p:txBody>
      </p:sp>
      <p:sp>
        <p:nvSpPr>
          <p:cNvPr id="3429" name="Google Shape;3429;p103"/>
          <p:cNvSpPr txBox="1"/>
          <p:nvPr>
            <p:ph idx="1" type="body"/>
          </p:nvPr>
        </p:nvSpPr>
        <p:spPr>
          <a:xfrm>
            <a:off x="3307250" y="786225"/>
            <a:ext cx="5358300" cy="3658200"/>
          </a:xfrm>
          <a:prstGeom prst="rect">
            <a:avLst/>
          </a:prstGeom>
        </p:spPr>
        <p:txBody>
          <a:bodyPr anchorCtr="0" anchor="ctr" bIns="91425" lIns="91425" spcFirstLastPara="1" rIns="91425" wrap="square" tIns="91425">
            <a:noAutofit/>
          </a:bodyPr>
          <a:lstStyle/>
          <a:p>
            <a:pPr indent="-323850" lvl="0" marL="457200" rtl="0" algn="l">
              <a:lnSpc>
                <a:spcPct val="150000"/>
              </a:lnSpc>
              <a:spcBef>
                <a:spcPts val="1000"/>
              </a:spcBef>
              <a:spcAft>
                <a:spcPts val="0"/>
              </a:spcAft>
              <a:buClr>
                <a:srgbClr val="49476E"/>
              </a:buClr>
              <a:buSzPts val="1500"/>
              <a:buAutoNum type="arabicPeriod" startAt="3"/>
            </a:pPr>
            <a:r>
              <a:rPr lang="en" sz="1500">
                <a:solidFill>
                  <a:srgbClr val="49476E"/>
                </a:solidFill>
                <a:latin typeface="Raleway"/>
                <a:ea typeface="Raleway"/>
                <a:cs typeface="Raleway"/>
                <a:sym typeface="Raleway"/>
              </a:rPr>
              <a:t>LONG-TERM MEMORY</a:t>
            </a:r>
            <a:endParaRPr sz="1500">
              <a:solidFill>
                <a:srgbClr val="49476E"/>
              </a:solidFill>
              <a:latin typeface="Raleway"/>
              <a:ea typeface="Raleway"/>
              <a:cs typeface="Raleway"/>
              <a:sym typeface="Raleway"/>
            </a:endParaRPr>
          </a:p>
          <a:p>
            <a:pPr indent="-323850" lvl="0" marL="4572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Storage of information</a:t>
            </a:r>
            <a:endParaRPr b="0" sz="1500">
              <a:solidFill>
                <a:srgbClr val="49476E"/>
              </a:solidFill>
              <a:latin typeface="Raleway"/>
              <a:ea typeface="Raleway"/>
              <a:cs typeface="Raleway"/>
              <a:sym typeface="Raleway"/>
            </a:endParaRPr>
          </a:p>
          <a:p>
            <a:pPr indent="-323850" lvl="0" marL="4572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Forgetting:</a:t>
            </a:r>
            <a:endParaRPr b="0" sz="1500">
              <a:solidFill>
                <a:srgbClr val="49476E"/>
              </a:solidFill>
              <a:latin typeface="Raleway"/>
              <a:ea typeface="Raleway"/>
              <a:cs typeface="Raleway"/>
              <a:sym typeface="Raleway"/>
            </a:endParaRPr>
          </a:p>
          <a:p>
            <a:pPr indent="-323850" lvl="0" marL="4572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Retrieval </a:t>
            </a:r>
            <a:endParaRPr b="0" sz="1500">
              <a:solidFill>
                <a:srgbClr val="49476E"/>
              </a:solidFill>
              <a:latin typeface="Raleway"/>
              <a:ea typeface="Raleway"/>
              <a:cs typeface="Raleway"/>
              <a:sym typeface="Raleway"/>
            </a:endParaRPr>
          </a:p>
          <a:p>
            <a:pPr indent="-323850" lvl="1" marL="9144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Recall</a:t>
            </a:r>
            <a:br>
              <a:rPr b="0" lang="en" sz="1500">
                <a:solidFill>
                  <a:srgbClr val="49476E"/>
                </a:solidFill>
                <a:latin typeface="Raleway"/>
                <a:ea typeface="Raleway"/>
                <a:cs typeface="Raleway"/>
                <a:sym typeface="Raleway"/>
              </a:rPr>
            </a:br>
            <a:r>
              <a:rPr b="0" lang="en" sz="1500">
                <a:solidFill>
                  <a:srgbClr val="49476E"/>
                </a:solidFill>
                <a:latin typeface="Raleway"/>
                <a:ea typeface="Raleway"/>
                <a:cs typeface="Raleway"/>
                <a:sym typeface="Raleway"/>
              </a:rPr>
              <a:t>– information reproduced from memory can be assisted by cues, e.g. categories, imagery</a:t>
            </a:r>
            <a:endParaRPr b="0" sz="1500">
              <a:solidFill>
                <a:srgbClr val="49476E"/>
              </a:solidFill>
              <a:latin typeface="Raleway"/>
              <a:ea typeface="Raleway"/>
              <a:cs typeface="Raleway"/>
              <a:sym typeface="Raleway"/>
            </a:endParaRPr>
          </a:p>
          <a:p>
            <a:pPr indent="-323850" lvl="1" marL="914400" rtl="0" algn="l">
              <a:spcBef>
                <a:spcPts val="0"/>
              </a:spcBef>
              <a:spcAft>
                <a:spcPts val="0"/>
              </a:spcAft>
              <a:buClr>
                <a:srgbClr val="49476E"/>
              </a:buClr>
              <a:buSzPts val="1500"/>
              <a:buFont typeface="Raleway"/>
              <a:buChar char="○"/>
            </a:pPr>
            <a:r>
              <a:rPr b="0" lang="en" sz="1500">
                <a:solidFill>
                  <a:srgbClr val="49476E"/>
                </a:solidFill>
                <a:latin typeface="Raleway"/>
                <a:ea typeface="Raleway"/>
                <a:cs typeface="Raleway"/>
                <a:sym typeface="Raleway"/>
              </a:rPr>
              <a:t>Recognition </a:t>
            </a:r>
            <a:br>
              <a:rPr b="0" lang="en" sz="1500">
                <a:solidFill>
                  <a:srgbClr val="49476E"/>
                </a:solidFill>
                <a:latin typeface="Raleway"/>
                <a:ea typeface="Raleway"/>
                <a:cs typeface="Raleway"/>
                <a:sym typeface="Raleway"/>
              </a:rPr>
            </a:br>
            <a:r>
              <a:rPr b="0" lang="en" sz="1500">
                <a:solidFill>
                  <a:srgbClr val="49476E"/>
                </a:solidFill>
                <a:latin typeface="Raleway"/>
                <a:ea typeface="Raleway"/>
                <a:cs typeface="Raleway"/>
                <a:sym typeface="Raleway"/>
              </a:rPr>
              <a:t>– information gives knowledge that it has been seen before</a:t>
            </a:r>
            <a:br>
              <a:rPr b="0" lang="en" sz="1500">
                <a:solidFill>
                  <a:srgbClr val="49476E"/>
                </a:solidFill>
                <a:latin typeface="Raleway"/>
                <a:ea typeface="Raleway"/>
                <a:cs typeface="Raleway"/>
                <a:sym typeface="Raleway"/>
              </a:rPr>
            </a:br>
            <a:r>
              <a:rPr b="0" lang="en" sz="1500">
                <a:solidFill>
                  <a:srgbClr val="49476E"/>
                </a:solidFill>
                <a:latin typeface="Raleway"/>
                <a:ea typeface="Raleway"/>
                <a:cs typeface="Raleway"/>
                <a:sym typeface="Raleway"/>
              </a:rPr>
              <a:t>– less complex than recall - information is cue</a:t>
            </a:r>
            <a:endParaRPr sz="1500">
              <a:solidFill>
                <a:srgbClr val="49476E"/>
              </a:solidFill>
              <a:latin typeface="Raleway"/>
              <a:ea typeface="Raleway"/>
              <a:cs typeface="Raleway"/>
              <a:sym typeface="Raleway"/>
            </a:endParaRPr>
          </a:p>
        </p:txBody>
      </p:sp>
      <p:pic>
        <p:nvPicPr>
          <p:cNvPr id="3430" name="Google Shape;3430;p103"/>
          <p:cNvPicPr preferRelativeResize="0"/>
          <p:nvPr/>
        </p:nvPicPr>
        <p:blipFill>
          <a:blip r:embed="rId3">
            <a:alphaModFix/>
          </a:blip>
          <a:stretch>
            <a:fillRect/>
          </a:stretch>
        </p:blipFill>
        <p:spPr>
          <a:xfrm>
            <a:off x="762050" y="2203700"/>
            <a:ext cx="914400" cy="9144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5" name="Shape 3435"/>
        <p:cNvGrpSpPr/>
        <p:nvPr/>
      </p:nvGrpSpPr>
      <p:grpSpPr>
        <a:xfrm>
          <a:off x="0" y="0"/>
          <a:ext cx="0" cy="0"/>
          <a:chOff x="0" y="0"/>
          <a:chExt cx="0" cy="0"/>
        </a:xfrm>
      </p:grpSpPr>
      <p:sp>
        <p:nvSpPr>
          <p:cNvPr id="3436" name="Google Shape;3436;p104"/>
          <p:cNvSpPr txBox="1"/>
          <p:nvPr>
            <p:ph idx="4294967295" type="ctrTitle"/>
          </p:nvPr>
        </p:nvSpPr>
        <p:spPr>
          <a:xfrm>
            <a:off x="4904853" y="368001"/>
            <a:ext cx="4114800" cy="13716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400">
                <a:solidFill>
                  <a:schemeClr val="accent1"/>
                </a:solidFill>
              </a:rPr>
              <a:t>THE HUMAN</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a:t>
            </a:r>
            <a:endParaRPr sz="2400">
              <a:solidFill>
                <a:schemeClr val="accent1"/>
              </a:solidFill>
            </a:endParaRPr>
          </a:p>
          <a:p>
            <a:pPr indent="0" lvl="0" marL="0" marR="0" rtl="0" algn="l">
              <a:lnSpc>
                <a:spcPct val="90000"/>
              </a:lnSpc>
              <a:spcBef>
                <a:spcPts val="0"/>
              </a:spcBef>
              <a:spcAft>
                <a:spcPts val="0"/>
              </a:spcAft>
              <a:buNone/>
            </a:pPr>
            <a:r>
              <a:rPr lang="en" sz="2400">
                <a:solidFill>
                  <a:schemeClr val="accent1"/>
                </a:solidFill>
              </a:rPr>
              <a:t>THINKING</a:t>
            </a:r>
            <a:endParaRPr sz="2400">
              <a:solidFill>
                <a:schemeClr val="accent1"/>
              </a:solidFill>
            </a:endParaRPr>
          </a:p>
        </p:txBody>
      </p:sp>
      <p:sp>
        <p:nvSpPr>
          <p:cNvPr id="3437" name="Google Shape;3437;p104"/>
          <p:cNvSpPr txBox="1"/>
          <p:nvPr>
            <p:ph idx="3" type="subTitle"/>
          </p:nvPr>
        </p:nvSpPr>
        <p:spPr>
          <a:xfrm>
            <a:off x="4904850" y="1871479"/>
            <a:ext cx="3442200" cy="2438100"/>
          </a:xfrm>
          <a:prstGeom prst="rect">
            <a:avLst/>
          </a:prstGeom>
        </p:spPr>
        <p:txBody>
          <a:bodyPr anchorCtr="0" anchor="ctr" bIns="91425" lIns="91425" spcFirstLastPara="1" rIns="91425" wrap="square" tIns="91425">
            <a:noAutofit/>
          </a:bodyPr>
          <a:lstStyle/>
          <a:p>
            <a:pPr indent="-336550" lvl="0" marL="457200" rtl="0" algn="l">
              <a:spcBef>
                <a:spcPts val="1000"/>
              </a:spcBef>
              <a:spcAft>
                <a:spcPts val="0"/>
              </a:spcAft>
              <a:buSzPts val="1700"/>
              <a:buFont typeface="Raleway"/>
              <a:buAutoNum type="arabicPeriod"/>
            </a:pPr>
            <a:r>
              <a:rPr lang="en" sz="1700"/>
              <a:t>REASONING</a:t>
            </a:r>
            <a:endParaRPr sz="1700"/>
          </a:p>
          <a:p>
            <a:pPr indent="-323850" lvl="1" marL="914400" rtl="0" algn="l">
              <a:spcBef>
                <a:spcPts val="0"/>
              </a:spcBef>
              <a:spcAft>
                <a:spcPts val="0"/>
              </a:spcAft>
              <a:buSzPts val="1500"/>
              <a:buFont typeface="Raleway"/>
              <a:buNone/>
            </a:pPr>
            <a:r>
              <a:rPr lang="en" sz="1700">
                <a:latin typeface="Raleway"/>
                <a:ea typeface="Raleway"/>
                <a:cs typeface="Raleway"/>
                <a:sym typeface="Raleway"/>
              </a:rPr>
              <a:t>Deduction</a:t>
            </a:r>
            <a:endParaRPr sz="1700">
              <a:latin typeface="Raleway"/>
              <a:ea typeface="Raleway"/>
              <a:cs typeface="Raleway"/>
              <a:sym typeface="Raleway"/>
            </a:endParaRPr>
          </a:p>
          <a:p>
            <a:pPr indent="-323850" lvl="1" marL="914400" rtl="0" algn="l">
              <a:spcBef>
                <a:spcPts val="0"/>
              </a:spcBef>
              <a:spcAft>
                <a:spcPts val="0"/>
              </a:spcAft>
              <a:buSzPts val="1500"/>
              <a:buFont typeface="Raleway"/>
              <a:buNone/>
            </a:pPr>
            <a:r>
              <a:rPr lang="en" sz="1700">
                <a:latin typeface="Raleway"/>
                <a:ea typeface="Raleway"/>
                <a:cs typeface="Raleway"/>
                <a:sym typeface="Raleway"/>
              </a:rPr>
              <a:t>Induction</a:t>
            </a:r>
            <a:endParaRPr sz="1700">
              <a:latin typeface="Raleway"/>
              <a:ea typeface="Raleway"/>
              <a:cs typeface="Raleway"/>
              <a:sym typeface="Raleway"/>
            </a:endParaRPr>
          </a:p>
          <a:p>
            <a:pPr indent="-323850" lvl="1" marL="914400" rtl="0" algn="l">
              <a:spcBef>
                <a:spcPts val="0"/>
              </a:spcBef>
              <a:spcAft>
                <a:spcPts val="0"/>
              </a:spcAft>
              <a:buSzPts val="1500"/>
              <a:buFont typeface="Raleway"/>
              <a:buNone/>
            </a:pPr>
            <a:r>
              <a:rPr lang="en" sz="1700">
                <a:latin typeface="Raleway"/>
                <a:ea typeface="Raleway"/>
                <a:cs typeface="Raleway"/>
                <a:sym typeface="Raleway"/>
              </a:rPr>
              <a:t>Abduction</a:t>
            </a:r>
            <a:endParaRPr sz="1700">
              <a:latin typeface="Raleway"/>
              <a:ea typeface="Raleway"/>
              <a:cs typeface="Raleway"/>
              <a:sym typeface="Raleway"/>
            </a:endParaRPr>
          </a:p>
          <a:p>
            <a:pPr indent="-336550" lvl="0" marL="457200" rtl="0" algn="l">
              <a:spcBef>
                <a:spcPts val="1000"/>
              </a:spcBef>
              <a:spcAft>
                <a:spcPts val="0"/>
              </a:spcAft>
              <a:buSzPts val="1700"/>
              <a:buFont typeface="Raleway"/>
              <a:buAutoNum type="arabicPeriod"/>
            </a:pPr>
            <a:r>
              <a:rPr lang="en" sz="1700"/>
              <a:t>PROBLEM SOLVING</a:t>
            </a:r>
            <a:endParaRPr sz="1700"/>
          </a:p>
          <a:p>
            <a:pPr indent="-336550" lvl="0" marL="457200" rtl="0" algn="l">
              <a:spcBef>
                <a:spcPts val="1000"/>
              </a:spcBef>
              <a:spcAft>
                <a:spcPts val="0"/>
              </a:spcAft>
              <a:buSzPts val="1700"/>
              <a:buFont typeface="Raleway"/>
              <a:buAutoNum type="arabicPeriod"/>
            </a:pPr>
            <a:r>
              <a:rPr lang="en" sz="1700"/>
              <a:t>ERROR &amp; MENTAL</a:t>
            </a:r>
            <a:br>
              <a:rPr lang="en" sz="1700"/>
            </a:br>
            <a:r>
              <a:rPr lang="en" sz="1700"/>
              <a:t>MODELS</a:t>
            </a:r>
            <a:endParaRPr sz="1800"/>
          </a:p>
        </p:txBody>
      </p:sp>
      <p:pic>
        <p:nvPicPr>
          <p:cNvPr id="3438" name="Google Shape;3438;p104"/>
          <p:cNvPicPr preferRelativeResize="0"/>
          <p:nvPr/>
        </p:nvPicPr>
        <p:blipFill rotWithShape="1">
          <a:blip r:embed="rId3">
            <a:alphaModFix/>
          </a:blip>
          <a:srcRect b="0" l="6955" r="6964" t="0"/>
          <a:stretch/>
        </p:blipFill>
        <p:spPr>
          <a:xfrm>
            <a:off x="0" y="0"/>
            <a:ext cx="3969201" cy="4610925"/>
          </a:xfrm>
          <a:prstGeom prst="rect">
            <a:avLst/>
          </a:prstGeom>
          <a:noFill/>
          <a:ln>
            <a:noFill/>
          </a:ln>
        </p:spPr>
      </p:pic>
      <p:sp>
        <p:nvSpPr>
          <p:cNvPr id="3439" name="Google Shape;3439;p104"/>
          <p:cNvSpPr/>
          <p:nvPr/>
        </p:nvSpPr>
        <p:spPr>
          <a:xfrm>
            <a:off x="-309575" y="-642700"/>
            <a:ext cx="1163100" cy="116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40" name="Google Shape;3440;p104"/>
          <p:cNvGrpSpPr/>
          <p:nvPr/>
        </p:nvGrpSpPr>
        <p:grpSpPr>
          <a:xfrm>
            <a:off x="-309564" y="-292959"/>
            <a:ext cx="1459378" cy="1585165"/>
            <a:chOff x="1228825" y="1383325"/>
            <a:chExt cx="1192400" cy="1295175"/>
          </a:xfrm>
        </p:grpSpPr>
        <p:sp>
          <p:nvSpPr>
            <p:cNvPr id="3441" name="Google Shape;3441;p104"/>
            <p:cNvSpPr/>
            <p:nvPr/>
          </p:nvSpPr>
          <p:spPr>
            <a:xfrm>
              <a:off x="1228825" y="1383325"/>
              <a:ext cx="1192400" cy="1295175"/>
            </a:xfrm>
            <a:custGeom>
              <a:rect b="b" l="l" r="r" t="t"/>
              <a:pathLst>
                <a:path extrusionOk="0" h="51807" w="47696">
                  <a:moveTo>
                    <a:pt x="37313" y="264"/>
                  </a:moveTo>
                  <a:lnTo>
                    <a:pt x="38209" y="291"/>
                  </a:lnTo>
                  <a:lnTo>
                    <a:pt x="39079" y="370"/>
                  </a:lnTo>
                  <a:lnTo>
                    <a:pt x="39922" y="502"/>
                  </a:lnTo>
                  <a:lnTo>
                    <a:pt x="40712" y="660"/>
                  </a:lnTo>
                  <a:lnTo>
                    <a:pt x="41503" y="897"/>
                  </a:lnTo>
                  <a:lnTo>
                    <a:pt x="42241" y="1160"/>
                  </a:lnTo>
                  <a:lnTo>
                    <a:pt x="42662" y="1345"/>
                  </a:lnTo>
                  <a:lnTo>
                    <a:pt x="43057" y="1556"/>
                  </a:lnTo>
                  <a:lnTo>
                    <a:pt x="43453" y="1766"/>
                  </a:lnTo>
                  <a:lnTo>
                    <a:pt x="43822" y="2004"/>
                  </a:lnTo>
                  <a:lnTo>
                    <a:pt x="44191" y="2267"/>
                  </a:lnTo>
                  <a:lnTo>
                    <a:pt x="44533" y="2531"/>
                  </a:lnTo>
                  <a:lnTo>
                    <a:pt x="44876" y="2794"/>
                  </a:lnTo>
                  <a:lnTo>
                    <a:pt x="45192" y="3084"/>
                  </a:lnTo>
                  <a:lnTo>
                    <a:pt x="45482" y="3400"/>
                  </a:lnTo>
                  <a:lnTo>
                    <a:pt x="45772" y="3716"/>
                  </a:lnTo>
                  <a:lnTo>
                    <a:pt x="46035" y="4033"/>
                  </a:lnTo>
                  <a:lnTo>
                    <a:pt x="46272" y="4375"/>
                  </a:lnTo>
                  <a:lnTo>
                    <a:pt x="46483" y="4718"/>
                  </a:lnTo>
                  <a:lnTo>
                    <a:pt x="46668" y="5087"/>
                  </a:lnTo>
                  <a:lnTo>
                    <a:pt x="46852" y="5456"/>
                  </a:lnTo>
                  <a:lnTo>
                    <a:pt x="47010" y="5824"/>
                  </a:lnTo>
                  <a:lnTo>
                    <a:pt x="47116" y="6141"/>
                  </a:lnTo>
                  <a:lnTo>
                    <a:pt x="47195" y="6457"/>
                  </a:lnTo>
                  <a:lnTo>
                    <a:pt x="47274" y="6773"/>
                  </a:lnTo>
                  <a:lnTo>
                    <a:pt x="47326" y="7089"/>
                  </a:lnTo>
                  <a:lnTo>
                    <a:pt x="47405" y="7748"/>
                  </a:lnTo>
                  <a:lnTo>
                    <a:pt x="47432" y="8407"/>
                  </a:lnTo>
                  <a:lnTo>
                    <a:pt x="47379" y="9092"/>
                  </a:lnTo>
                  <a:lnTo>
                    <a:pt x="47274" y="9751"/>
                  </a:lnTo>
                  <a:lnTo>
                    <a:pt x="47116" y="10436"/>
                  </a:lnTo>
                  <a:lnTo>
                    <a:pt x="46905" y="11068"/>
                  </a:lnTo>
                  <a:lnTo>
                    <a:pt x="46641" y="11727"/>
                  </a:lnTo>
                  <a:lnTo>
                    <a:pt x="46325" y="12359"/>
                  </a:lnTo>
                  <a:lnTo>
                    <a:pt x="45956" y="12966"/>
                  </a:lnTo>
                  <a:lnTo>
                    <a:pt x="45534" y="13545"/>
                  </a:lnTo>
                  <a:lnTo>
                    <a:pt x="45060" y="14125"/>
                  </a:lnTo>
                  <a:lnTo>
                    <a:pt x="44560" y="14626"/>
                  </a:lnTo>
                  <a:lnTo>
                    <a:pt x="44006" y="15126"/>
                  </a:lnTo>
                  <a:lnTo>
                    <a:pt x="43426" y="15574"/>
                  </a:lnTo>
                  <a:lnTo>
                    <a:pt x="42768" y="15996"/>
                  </a:lnTo>
                  <a:lnTo>
                    <a:pt x="42109" y="16365"/>
                  </a:lnTo>
                  <a:lnTo>
                    <a:pt x="41424" y="16734"/>
                  </a:lnTo>
                  <a:lnTo>
                    <a:pt x="40739" y="17076"/>
                  </a:lnTo>
                  <a:lnTo>
                    <a:pt x="39553" y="17709"/>
                  </a:lnTo>
                  <a:lnTo>
                    <a:pt x="38973" y="18025"/>
                  </a:lnTo>
                  <a:lnTo>
                    <a:pt x="38393" y="18367"/>
                  </a:lnTo>
                  <a:lnTo>
                    <a:pt x="37866" y="18736"/>
                  </a:lnTo>
                  <a:lnTo>
                    <a:pt x="37313" y="19158"/>
                  </a:lnTo>
                  <a:lnTo>
                    <a:pt x="36812" y="19580"/>
                  </a:lnTo>
                  <a:lnTo>
                    <a:pt x="36312" y="20054"/>
                  </a:lnTo>
                  <a:lnTo>
                    <a:pt x="35811" y="20528"/>
                  </a:lnTo>
                  <a:lnTo>
                    <a:pt x="35363" y="21055"/>
                  </a:lnTo>
                  <a:lnTo>
                    <a:pt x="34889" y="21609"/>
                  </a:lnTo>
                  <a:lnTo>
                    <a:pt x="34441" y="22188"/>
                  </a:lnTo>
                  <a:lnTo>
                    <a:pt x="34019" y="22794"/>
                  </a:lnTo>
                  <a:lnTo>
                    <a:pt x="33624" y="23453"/>
                  </a:lnTo>
                  <a:lnTo>
                    <a:pt x="33202" y="24112"/>
                  </a:lnTo>
                  <a:lnTo>
                    <a:pt x="32833" y="24823"/>
                  </a:lnTo>
                  <a:lnTo>
                    <a:pt x="32464" y="25535"/>
                  </a:lnTo>
                  <a:lnTo>
                    <a:pt x="32122" y="26299"/>
                  </a:lnTo>
                  <a:lnTo>
                    <a:pt x="31779" y="27090"/>
                  </a:lnTo>
                  <a:lnTo>
                    <a:pt x="31463" y="27907"/>
                  </a:lnTo>
                  <a:lnTo>
                    <a:pt x="31173" y="28697"/>
                  </a:lnTo>
                  <a:lnTo>
                    <a:pt x="30883" y="29514"/>
                  </a:lnTo>
                  <a:lnTo>
                    <a:pt x="30383" y="31121"/>
                  </a:lnTo>
                  <a:lnTo>
                    <a:pt x="29935" y="32755"/>
                  </a:lnTo>
                  <a:lnTo>
                    <a:pt x="29487" y="34363"/>
                  </a:lnTo>
                  <a:lnTo>
                    <a:pt x="28802" y="36840"/>
                  </a:lnTo>
                  <a:lnTo>
                    <a:pt x="28433" y="38078"/>
                  </a:lnTo>
                  <a:lnTo>
                    <a:pt x="28037" y="39317"/>
                  </a:lnTo>
                  <a:lnTo>
                    <a:pt x="27616" y="40529"/>
                  </a:lnTo>
                  <a:lnTo>
                    <a:pt x="27352" y="41161"/>
                  </a:lnTo>
                  <a:lnTo>
                    <a:pt x="27089" y="41794"/>
                  </a:lnTo>
                  <a:lnTo>
                    <a:pt x="26773" y="42426"/>
                  </a:lnTo>
                  <a:lnTo>
                    <a:pt x="26430" y="43058"/>
                  </a:lnTo>
                  <a:lnTo>
                    <a:pt x="26061" y="43664"/>
                  </a:lnTo>
                  <a:lnTo>
                    <a:pt x="25640" y="44244"/>
                  </a:lnTo>
                  <a:lnTo>
                    <a:pt x="25218" y="44718"/>
                  </a:lnTo>
                  <a:lnTo>
                    <a:pt x="24796" y="45193"/>
                  </a:lnTo>
                  <a:lnTo>
                    <a:pt x="24348" y="45614"/>
                  </a:lnTo>
                  <a:lnTo>
                    <a:pt x="23900" y="46036"/>
                  </a:lnTo>
                  <a:lnTo>
                    <a:pt x="23426" y="46405"/>
                  </a:lnTo>
                  <a:lnTo>
                    <a:pt x="22952" y="46800"/>
                  </a:lnTo>
                  <a:lnTo>
                    <a:pt x="21977" y="47485"/>
                  </a:lnTo>
                  <a:lnTo>
                    <a:pt x="21054" y="48118"/>
                  </a:lnTo>
                  <a:lnTo>
                    <a:pt x="20158" y="48697"/>
                  </a:lnTo>
                  <a:lnTo>
                    <a:pt x="19315" y="49198"/>
                  </a:lnTo>
                  <a:lnTo>
                    <a:pt x="18498" y="49646"/>
                  </a:lnTo>
                  <a:lnTo>
                    <a:pt x="17682" y="50041"/>
                  </a:lnTo>
                  <a:lnTo>
                    <a:pt x="16917" y="50384"/>
                  </a:lnTo>
                  <a:lnTo>
                    <a:pt x="16127" y="50700"/>
                  </a:lnTo>
                  <a:lnTo>
                    <a:pt x="15363" y="50964"/>
                  </a:lnTo>
                  <a:lnTo>
                    <a:pt x="14888" y="51095"/>
                  </a:lnTo>
                  <a:lnTo>
                    <a:pt x="14388" y="51201"/>
                  </a:lnTo>
                  <a:lnTo>
                    <a:pt x="13913" y="51306"/>
                  </a:lnTo>
                  <a:lnTo>
                    <a:pt x="13439" y="51385"/>
                  </a:lnTo>
                  <a:lnTo>
                    <a:pt x="12938" y="51464"/>
                  </a:lnTo>
                  <a:lnTo>
                    <a:pt x="12464" y="51491"/>
                  </a:lnTo>
                  <a:lnTo>
                    <a:pt x="11990" y="51517"/>
                  </a:lnTo>
                  <a:lnTo>
                    <a:pt x="11542" y="51543"/>
                  </a:lnTo>
                  <a:lnTo>
                    <a:pt x="11067" y="51517"/>
                  </a:lnTo>
                  <a:lnTo>
                    <a:pt x="10619" y="51491"/>
                  </a:lnTo>
                  <a:lnTo>
                    <a:pt x="10171" y="51438"/>
                  </a:lnTo>
                  <a:lnTo>
                    <a:pt x="9724" y="51385"/>
                  </a:lnTo>
                  <a:lnTo>
                    <a:pt x="9276" y="51280"/>
                  </a:lnTo>
                  <a:lnTo>
                    <a:pt x="8854" y="51174"/>
                  </a:lnTo>
                  <a:lnTo>
                    <a:pt x="8459" y="51069"/>
                  </a:lnTo>
                  <a:lnTo>
                    <a:pt x="8037" y="50911"/>
                  </a:lnTo>
                  <a:lnTo>
                    <a:pt x="7721" y="50779"/>
                  </a:lnTo>
                  <a:lnTo>
                    <a:pt x="7431" y="50647"/>
                  </a:lnTo>
                  <a:lnTo>
                    <a:pt x="7167" y="50489"/>
                  </a:lnTo>
                  <a:lnTo>
                    <a:pt x="6930" y="50331"/>
                  </a:lnTo>
                  <a:lnTo>
                    <a:pt x="6746" y="50173"/>
                  </a:lnTo>
                  <a:lnTo>
                    <a:pt x="6561" y="49989"/>
                  </a:lnTo>
                  <a:lnTo>
                    <a:pt x="6430" y="49778"/>
                  </a:lnTo>
                  <a:lnTo>
                    <a:pt x="6324" y="49593"/>
                  </a:lnTo>
                  <a:lnTo>
                    <a:pt x="6245" y="49383"/>
                  </a:lnTo>
                  <a:lnTo>
                    <a:pt x="6192" y="49198"/>
                  </a:lnTo>
                  <a:lnTo>
                    <a:pt x="6166" y="48987"/>
                  </a:lnTo>
                  <a:lnTo>
                    <a:pt x="6140" y="48777"/>
                  </a:lnTo>
                  <a:lnTo>
                    <a:pt x="6140" y="48355"/>
                  </a:lnTo>
                  <a:lnTo>
                    <a:pt x="6166" y="47907"/>
                  </a:lnTo>
                  <a:lnTo>
                    <a:pt x="6192" y="47564"/>
                  </a:lnTo>
                  <a:lnTo>
                    <a:pt x="6192" y="47195"/>
                  </a:lnTo>
                  <a:lnTo>
                    <a:pt x="6166" y="46827"/>
                  </a:lnTo>
                  <a:lnTo>
                    <a:pt x="6113" y="46484"/>
                  </a:lnTo>
                  <a:lnTo>
                    <a:pt x="6061" y="46247"/>
                  </a:lnTo>
                  <a:lnTo>
                    <a:pt x="5955" y="46010"/>
                  </a:lnTo>
                  <a:lnTo>
                    <a:pt x="5850" y="45799"/>
                  </a:lnTo>
                  <a:lnTo>
                    <a:pt x="5745" y="45588"/>
                  </a:lnTo>
                  <a:lnTo>
                    <a:pt x="5586" y="45404"/>
                  </a:lnTo>
                  <a:lnTo>
                    <a:pt x="5428" y="45219"/>
                  </a:lnTo>
                  <a:lnTo>
                    <a:pt x="5086" y="44903"/>
                  </a:lnTo>
                  <a:lnTo>
                    <a:pt x="4717" y="44587"/>
                  </a:lnTo>
                  <a:lnTo>
                    <a:pt x="4295" y="44297"/>
                  </a:lnTo>
                  <a:lnTo>
                    <a:pt x="3426" y="43796"/>
                  </a:lnTo>
                  <a:lnTo>
                    <a:pt x="2951" y="43506"/>
                  </a:lnTo>
                  <a:lnTo>
                    <a:pt x="2477" y="43216"/>
                  </a:lnTo>
                  <a:lnTo>
                    <a:pt x="2029" y="42927"/>
                  </a:lnTo>
                  <a:lnTo>
                    <a:pt x="1607" y="42584"/>
                  </a:lnTo>
                  <a:lnTo>
                    <a:pt x="1344" y="42321"/>
                  </a:lnTo>
                  <a:lnTo>
                    <a:pt x="1107" y="42031"/>
                  </a:lnTo>
                  <a:lnTo>
                    <a:pt x="922" y="41714"/>
                  </a:lnTo>
                  <a:lnTo>
                    <a:pt x="738" y="41398"/>
                  </a:lnTo>
                  <a:lnTo>
                    <a:pt x="580" y="41056"/>
                  </a:lnTo>
                  <a:lnTo>
                    <a:pt x="474" y="40713"/>
                  </a:lnTo>
                  <a:lnTo>
                    <a:pt x="369" y="40344"/>
                  </a:lnTo>
                  <a:lnTo>
                    <a:pt x="316" y="39975"/>
                  </a:lnTo>
                  <a:lnTo>
                    <a:pt x="290" y="39606"/>
                  </a:lnTo>
                  <a:lnTo>
                    <a:pt x="290" y="39237"/>
                  </a:lnTo>
                  <a:lnTo>
                    <a:pt x="316" y="38869"/>
                  </a:lnTo>
                  <a:lnTo>
                    <a:pt x="369" y="38500"/>
                  </a:lnTo>
                  <a:lnTo>
                    <a:pt x="474" y="38131"/>
                  </a:lnTo>
                  <a:lnTo>
                    <a:pt x="606" y="37788"/>
                  </a:lnTo>
                  <a:lnTo>
                    <a:pt x="764" y="37446"/>
                  </a:lnTo>
                  <a:lnTo>
                    <a:pt x="949" y="37129"/>
                  </a:lnTo>
                  <a:lnTo>
                    <a:pt x="1186" y="36840"/>
                  </a:lnTo>
                  <a:lnTo>
                    <a:pt x="1423" y="36576"/>
                  </a:lnTo>
                  <a:lnTo>
                    <a:pt x="1660" y="36365"/>
                  </a:lnTo>
                  <a:lnTo>
                    <a:pt x="1924" y="36233"/>
                  </a:lnTo>
                  <a:lnTo>
                    <a:pt x="2213" y="36128"/>
                  </a:lnTo>
                  <a:lnTo>
                    <a:pt x="2503" y="36075"/>
                  </a:lnTo>
                  <a:lnTo>
                    <a:pt x="2793" y="36049"/>
                  </a:lnTo>
                  <a:lnTo>
                    <a:pt x="3083" y="36075"/>
                  </a:lnTo>
                  <a:lnTo>
                    <a:pt x="3373" y="36128"/>
                  </a:lnTo>
                  <a:lnTo>
                    <a:pt x="3663" y="36207"/>
                  </a:lnTo>
                  <a:lnTo>
                    <a:pt x="4243" y="36392"/>
                  </a:lnTo>
                  <a:lnTo>
                    <a:pt x="4849" y="36602"/>
                  </a:lnTo>
                  <a:lnTo>
                    <a:pt x="5165" y="36681"/>
                  </a:lnTo>
                  <a:lnTo>
                    <a:pt x="5481" y="36734"/>
                  </a:lnTo>
                  <a:lnTo>
                    <a:pt x="5797" y="36760"/>
                  </a:lnTo>
                  <a:lnTo>
                    <a:pt x="6113" y="36787"/>
                  </a:lnTo>
                  <a:lnTo>
                    <a:pt x="6746" y="36760"/>
                  </a:lnTo>
                  <a:lnTo>
                    <a:pt x="7405" y="36708"/>
                  </a:lnTo>
                  <a:lnTo>
                    <a:pt x="8037" y="36629"/>
                  </a:lnTo>
                  <a:lnTo>
                    <a:pt x="8485" y="36550"/>
                  </a:lnTo>
                  <a:lnTo>
                    <a:pt x="8907" y="36471"/>
                  </a:lnTo>
                  <a:lnTo>
                    <a:pt x="9302" y="36365"/>
                  </a:lnTo>
                  <a:lnTo>
                    <a:pt x="9724" y="36260"/>
                  </a:lnTo>
                  <a:lnTo>
                    <a:pt x="10119" y="36128"/>
                  </a:lnTo>
                  <a:lnTo>
                    <a:pt x="10488" y="35970"/>
                  </a:lnTo>
                  <a:lnTo>
                    <a:pt x="10857" y="35812"/>
                  </a:lnTo>
                  <a:lnTo>
                    <a:pt x="11226" y="35654"/>
                  </a:lnTo>
                  <a:lnTo>
                    <a:pt x="11594" y="35469"/>
                  </a:lnTo>
                  <a:lnTo>
                    <a:pt x="11911" y="35258"/>
                  </a:lnTo>
                  <a:lnTo>
                    <a:pt x="12253" y="35048"/>
                  </a:lnTo>
                  <a:lnTo>
                    <a:pt x="12569" y="34811"/>
                  </a:lnTo>
                  <a:lnTo>
                    <a:pt x="12886" y="34573"/>
                  </a:lnTo>
                  <a:lnTo>
                    <a:pt x="13175" y="34336"/>
                  </a:lnTo>
                  <a:lnTo>
                    <a:pt x="13465" y="34046"/>
                  </a:lnTo>
                  <a:lnTo>
                    <a:pt x="13729" y="33783"/>
                  </a:lnTo>
                  <a:lnTo>
                    <a:pt x="14177" y="33256"/>
                  </a:lnTo>
                  <a:lnTo>
                    <a:pt x="14572" y="32702"/>
                  </a:lnTo>
                  <a:lnTo>
                    <a:pt x="14941" y="32149"/>
                  </a:lnTo>
                  <a:lnTo>
                    <a:pt x="15284" y="31543"/>
                  </a:lnTo>
                  <a:lnTo>
                    <a:pt x="15600" y="30937"/>
                  </a:lnTo>
                  <a:lnTo>
                    <a:pt x="15916" y="30304"/>
                  </a:lnTo>
                  <a:lnTo>
                    <a:pt x="16469" y="29040"/>
                  </a:lnTo>
                  <a:lnTo>
                    <a:pt x="17260" y="27195"/>
                  </a:lnTo>
                  <a:lnTo>
                    <a:pt x="18024" y="25351"/>
                  </a:lnTo>
                  <a:lnTo>
                    <a:pt x="18736" y="23480"/>
                  </a:lnTo>
                  <a:lnTo>
                    <a:pt x="19447" y="21609"/>
                  </a:lnTo>
                  <a:lnTo>
                    <a:pt x="20132" y="19711"/>
                  </a:lnTo>
                  <a:lnTo>
                    <a:pt x="20765" y="17814"/>
                  </a:lnTo>
                  <a:lnTo>
                    <a:pt x="21397" y="15917"/>
                  </a:lnTo>
                  <a:lnTo>
                    <a:pt x="21977" y="13993"/>
                  </a:lnTo>
                  <a:lnTo>
                    <a:pt x="22161" y="13414"/>
                  </a:lnTo>
                  <a:lnTo>
                    <a:pt x="22530" y="12228"/>
                  </a:lnTo>
                  <a:lnTo>
                    <a:pt x="22899" y="11042"/>
                  </a:lnTo>
                  <a:lnTo>
                    <a:pt x="23321" y="9856"/>
                  </a:lnTo>
                  <a:lnTo>
                    <a:pt x="23769" y="8697"/>
                  </a:lnTo>
                  <a:lnTo>
                    <a:pt x="24006" y="8143"/>
                  </a:lnTo>
                  <a:lnTo>
                    <a:pt x="24269" y="7590"/>
                  </a:lnTo>
                  <a:lnTo>
                    <a:pt x="24559" y="7063"/>
                  </a:lnTo>
                  <a:lnTo>
                    <a:pt x="24849" y="6536"/>
                  </a:lnTo>
                  <a:lnTo>
                    <a:pt x="25192" y="6009"/>
                  </a:lnTo>
                  <a:lnTo>
                    <a:pt x="25534" y="5508"/>
                  </a:lnTo>
                  <a:lnTo>
                    <a:pt x="25903" y="5034"/>
                  </a:lnTo>
                  <a:lnTo>
                    <a:pt x="26298" y="4560"/>
                  </a:lnTo>
                  <a:lnTo>
                    <a:pt x="26720" y="4138"/>
                  </a:lnTo>
                  <a:lnTo>
                    <a:pt x="27142" y="3743"/>
                  </a:lnTo>
                  <a:lnTo>
                    <a:pt x="27589" y="3374"/>
                  </a:lnTo>
                  <a:lnTo>
                    <a:pt x="28090" y="3005"/>
                  </a:lnTo>
                  <a:lnTo>
                    <a:pt x="28591" y="2662"/>
                  </a:lnTo>
                  <a:lnTo>
                    <a:pt x="29118" y="2346"/>
                  </a:lnTo>
                  <a:lnTo>
                    <a:pt x="29671" y="2030"/>
                  </a:lnTo>
                  <a:lnTo>
                    <a:pt x="30225" y="1766"/>
                  </a:lnTo>
                  <a:lnTo>
                    <a:pt x="30831" y="1503"/>
                  </a:lnTo>
                  <a:lnTo>
                    <a:pt x="31437" y="1292"/>
                  </a:lnTo>
                  <a:lnTo>
                    <a:pt x="32069" y="1081"/>
                  </a:lnTo>
                  <a:lnTo>
                    <a:pt x="32702" y="897"/>
                  </a:lnTo>
                  <a:lnTo>
                    <a:pt x="33360" y="712"/>
                  </a:lnTo>
                  <a:lnTo>
                    <a:pt x="34045" y="581"/>
                  </a:lnTo>
                  <a:lnTo>
                    <a:pt x="34731" y="475"/>
                  </a:lnTo>
                  <a:lnTo>
                    <a:pt x="35442" y="370"/>
                  </a:lnTo>
                  <a:lnTo>
                    <a:pt x="36391" y="291"/>
                  </a:lnTo>
                  <a:lnTo>
                    <a:pt x="37313" y="264"/>
                  </a:lnTo>
                  <a:close/>
                  <a:moveTo>
                    <a:pt x="37313" y="1"/>
                  </a:moveTo>
                  <a:lnTo>
                    <a:pt x="36391" y="27"/>
                  </a:lnTo>
                  <a:lnTo>
                    <a:pt x="35416" y="106"/>
                  </a:lnTo>
                  <a:lnTo>
                    <a:pt x="34678" y="212"/>
                  </a:lnTo>
                  <a:lnTo>
                    <a:pt x="33993" y="317"/>
                  </a:lnTo>
                  <a:lnTo>
                    <a:pt x="33308" y="449"/>
                  </a:lnTo>
                  <a:lnTo>
                    <a:pt x="32623" y="633"/>
                  </a:lnTo>
                  <a:lnTo>
                    <a:pt x="31964" y="818"/>
                  </a:lnTo>
                  <a:lnTo>
                    <a:pt x="31331" y="1029"/>
                  </a:lnTo>
                  <a:lnTo>
                    <a:pt x="30699" y="1266"/>
                  </a:lnTo>
                  <a:lnTo>
                    <a:pt x="30093" y="1529"/>
                  </a:lnTo>
                  <a:lnTo>
                    <a:pt x="29513" y="1793"/>
                  </a:lnTo>
                  <a:lnTo>
                    <a:pt x="28960" y="2109"/>
                  </a:lnTo>
                  <a:lnTo>
                    <a:pt x="28433" y="2425"/>
                  </a:lnTo>
                  <a:lnTo>
                    <a:pt x="27906" y="2794"/>
                  </a:lnTo>
                  <a:lnTo>
                    <a:pt x="27431" y="3163"/>
                  </a:lnTo>
                  <a:lnTo>
                    <a:pt x="26957" y="3532"/>
                  </a:lnTo>
                  <a:lnTo>
                    <a:pt x="26509" y="3954"/>
                  </a:lnTo>
                  <a:lnTo>
                    <a:pt x="26087" y="4375"/>
                  </a:lnTo>
                  <a:lnTo>
                    <a:pt x="25692" y="4849"/>
                  </a:lnTo>
                  <a:lnTo>
                    <a:pt x="25323" y="5350"/>
                  </a:lnTo>
                  <a:lnTo>
                    <a:pt x="24954" y="5851"/>
                  </a:lnTo>
                  <a:lnTo>
                    <a:pt x="24638" y="6378"/>
                  </a:lnTo>
                  <a:lnTo>
                    <a:pt x="24322" y="6905"/>
                  </a:lnTo>
                  <a:lnTo>
                    <a:pt x="24032" y="7458"/>
                  </a:lnTo>
                  <a:lnTo>
                    <a:pt x="23769" y="8012"/>
                  </a:lnTo>
                  <a:lnTo>
                    <a:pt x="23505" y="8591"/>
                  </a:lnTo>
                  <a:lnTo>
                    <a:pt x="23057" y="9751"/>
                  </a:lnTo>
                  <a:lnTo>
                    <a:pt x="22635" y="10937"/>
                  </a:lnTo>
                  <a:lnTo>
                    <a:pt x="22267" y="12122"/>
                  </a:lnTo>
                  <a:lnTo>
                    <a:pt x="21898" y="13334"/>
                  </a:lnTo>
                  <a:lnTo>
                    <a:pt x="21713" y="13914"/>
                  </a:lnTo>
                  <a:lnTo>
                    <a:pt x="21133" y="15838"/>
                  </a:lnTo>
                  <a:lnTo>
                    <a:pt x="20501" y="17735"/>
                  </a:lnTo>
                  <a:lnTo>
                    <a:pt x="19869" y="19606"/>
                  </a:lnTo>
                  <a:lnTo>
                    <a:pt x="19184" y="21503"/>
                  </a:lnTo>
                  <a:lnTo>
                    <a:pt x="18498" y="23374"/>
                  </a:lnTo>
                  <a:lnTo>
                    <a:pt x="17761" y="25245"/>
                  </a:lnTo>
                  <a:lnTo>
                    <a:pt x="16996" y="27090"/>
                  </a:lnTo>
                  <a:lnTo>
                    <a:pt x="16232" y="28934"/>
                  </a:lnTo>
                  <a:lnTo>
                    <a:pt x="15652" y="30199"/>
                  </a:lnTo>
                  <a:lnTo>
                    <a:pt x="15363" y="30805"/>
                  </a:lnTo>
                  <a:lnTo>
                    <a:pt x="15046" y="31411"/>
                  </a:lnTo>
                  <a:lnTo>
                    <a:pt x="14704" y="31991"/>
                  </a:lnTo>
                  <a:lnTo>
                    <a:pt x="14361" y="32544"/>
                  </a:lnTo>
                  <a:lnTo>
                    <a:pt x="13966" y="33071"/>
                  </a:lnTo>
                  <a:lnTo>
                    <a:pt x="13518" y="33598"/>
                  </a:lnTo>
                  <a:lnTo>
                    <a:pt x="13255" y="33862"/>
                  </a:lnTo>
                  <a:lnTo>
                    <a:pt x="12991" y="34125"/>
                  </a:lnTo>
                  <a:lnTo>
                    <a:pt x="12701" y="34363"/>
                  </a:lnTo>
                  <a:lnTo>
                    <a:pt x="12411" y="34600"/>
                  </a:lnTo>
                  <a:lnTo>
                    <a:pt x="12095" y="34811"/>
                  </a:lnTo>
                  <a:lnTo>
                    <a:pt x="11779" y="35021"/>
                  </a:lnTo>
                  <a:lnTo>
                    <a:pt x="11436" y="35232"/>
                  </a:lnTo>
                  <a:lnTo>
                    <a:pt x="11094" y="35417"/>
                  </a:lnTo>
                  <a:lnTo>
                    <a:pt x="10751" y="35575"/>
                  </a:lnTo>
                  <a:lnTo>
                    <a:pt x="10382" y="35733"/>
                  </a:lnTo>
                  <a:lnTo>
                    <a:pt x="10013" y="35865"/>
                  </a:lnTo>
                  <a:lnTo>
                    <a:pt x="9618" y="35996"/>
                  </a:lnTo>
                  <a:lnTo>
                    <a:pt x="9249" y="36102"/>
                  </a:lnTo>
                  <a:lnTo>
                    <a:pt x="8828" y="36207"/>
                  </a:lnTo>
                  <a:lnTo>
                    <a:pt x="8432" y="36286"/>
                  </a:lnTo>
                  <a:lnTo>
                    <a:pt x="8011" y="36339"/>
                  </a:lnTo>
                  <a:lnTo>
                    <a:pt x="7378" y="36444"/>
                  </a:lnTo>
                  <a:lnTo>
                    <a:pt x="6746" y="36497"/>
                  </a:lnTo>
                  <a:lnTo>
                    <a:pt x="5824" y="36497"/>
                  </a:lnTo>
                  <a:lnTo>
                    <a:pt x="5507" y="36471"/>
                  </a:lnTo>
                  <a:lnTo>
                    <a:pt x="5217" y="36418"/>
                  </a:lnTo>
                  <a:lnTo>
                    <a:pt x="4928" y="36339"/>
                  </a:lnTo>
                  <a:lnTo>
                    <a:pt x="4322" y="36154"/>
                  </a:lnTo>
                  <a:lnTo>
                    <a:pt x="3715" y="35944"/>
                  </a:lnTo>
                  <a:lnTo>
                    <a:pt x="3426" y="35865"/>
                  </a:lnTo>
                  <a:lnTo>
                    <a:pt x="3109" y="35812"/>
                  </a:lnTo>
                  <a:lnTo>
                    <a:pt x="2793" y="35785"/>
                  </a:lnTo>
                  <a:lnTo>
                    <a:pt x="2477" y="35785"/>
                  </a:lnTo>
                  <a:lnTo>
                    <a:pt x="2161" y="35865"/>
                  </a:lnTo>
                  <a:lnTo>
                    <a:pt x="1818" y="35970"/>
                  </a:lnTo>
                  <a:lnTo>
                    <a:pt x="1528" y="36154"/>
                  </a:lnTo>
                  <a:lnTo>
                    <a:pt x="1238" y="36365"/>
                  </a:lnTo>
                  <a:lnTo>
                    <a:pt x="975" y="36655"/>
                  </a:lnTo>
                  <a:lnTo>
                    <a:pt x="711" y="36971"/>
                  </a:lnTo>
                  <a:lnTo>
                    <a:pt x="527" y="37314"/>
                  </a:lnTo>
                  <a:lnTo>
                    <a:pt x="343" y="37683"/>
                  </a:lnTo>
                  <a:lnTo>
                    <a:pt x="211" y="38052"/>
                  </a:lnTo>
                  <a:lnTo>
                    <a:pt x="105" y="38421"/>
                  </a:lnTo>
                  <a:lnTo>
                    <a:pt x="53" y="38816"/>
                  </a:lnTo>
                  <a:lnTo>
                    <a:pt x="0" y="39211"/>
                  </a:lnTo>
                  <a:lnTo>
                    <a:pt x="0" y="39606"/>
                  </a:lnTo>
                  <a:lnTo>
                    <a:pt x="53" y="40002"/>
                  </a:lnTo>
                  <a:lnTo>
                    <a:pt x="105" y="40397"/>
                  </a:lnTo>
                  <a:lnTo>
                    <a:pt x="211" y="40792"/>
                  </a:lnTo>
                  <a:lnTo>
                    <a:pt x="343" y="41161"/>
                  </a:lnTo>
                  <a:lnTo>
                    <a:pt x="501" y="41530"/>
                  </a:lnTo>
                  <a:lnTo>
                    <a:pt x="685" y="41873"/>
                  </a:lnTo>
                  <a:lnTo>
                    <a:pt x="896" y="42189"/>
                  </a:lnTo>
                  <a:lnTo>
                    <a:pt x="1159" y="42505"/>
                  </a:lnTo>
                  <a:lnTo>
                    <a:pt x="1423" y="42795"/>
                  </a:lnTo>
                  <a:lnTo>
                    <a:pt x="1845" y="43137"/>
                  </a:lnTo>
                  <a:lnTo>
                    <a:pt x="2319" y="43454"/>
                  </a:lnTo>
                  <a:lnTo>
                    <a:pt x="2793" y="43743"/>
                  </a:lnTo>
                  <a:lnTo>
                    <a:pt x="3294" y="44033"/>
                  </a:lnTo>
                  <a:lnTo>
                    <a:pt x="4137" y="44534"/>
                  </a:lnTo>
                  <a:lnTo>
                    <a:pt x="4532" y="44798"/>
                  </a:lnTo>
                  <a:lnTo>
                    <a:pt x="4901" y="45087"/>
                  </a:lnTo>
                  <a:lnTo>
                    <a:pt x="5217" y="45404"/>
                  </a:lnTo>
                  <a:lnTo>
                    <a:pt x="5376" y="45562"/>
                  </a:lnTo>
                  <a:lnTo>
                    <a:pt x="5507" y="45746"/>
                  </a:lnTo>
                  <a:lnTo>
                    <a:pt x="5613" y="45931"/>
                  </a:lnTo>
                  <a:lnTo>
                    <a:pt x="5718" y="46115"/>
                  </a:lnTo>
                  <a:lnTo>
                    <a:pt x="5797" y="46326"/>
                  </a:lnTo>
                  <a:lnTo>
                    <a:pt x="5850" y="46537"/>
                  </a:lnTo>
                  <a:lnTo>
                    <a:pt x="5903" y="46879"/>
                  </a:lnTo>
                  <a:lnTo>
                    <a:pt x="5929" y="47222"/>
                  </a:lnTo>
                  <a:lnTo>
                    <a:pt x="5903" y="47564"/>
                  </a:lnTo>
                  <a:lnTo>
                    <a:pt x="5876" y="47907"/>
                  </a:lnTo>
                  <a:lnTo>
                    <a:pt x="5850" y="48355"/>
                  </a:lnTo>
                  <a:lnTo>
                    <a:pt x="5876" y="48803"/>
                  </a:lnTo>
                  <a:lnTo>
                    <a:pt x="5876" y="49040"/>
                  </a:lnTo>
                  <a:lnTo>
                    <a:pt x="5929" y="49251"/>
                  </a:lnTo>
                  <a:lnTo>
                    <a:pt x="5982" y="49488"/>
                  </a:lnTo>
                  <a:lnTo>
                    <a:pt x="6061" y="49699"/>
                  </a:lnTo>
                  <a:lnTo>
                    <a:pt x="6192" y="49936"/>
                  </a:lnTo>
                  <a:lnTo>
                    <a:pt x="6351" y="50147"/>
                  </a:lnTo>
                  <a:lnTo>
                    <a:pt x="6535" y="50358"/>
                  </a:lnTo>
                  <a:lnTo>
                    <a:pt x="6746" y="50542"/>
                  </a:lnTo>
                  <a:lnTo>
                    <a:pt x="6983" y="50726"/>
                  </a:lnTo>
                  <a:lnTo>
                    <a:pt x="7273" y="50885"/>
                  </a:lnTo>
                  <a:lnTo>
                    <a:pt x="7589" y="51043"/>
                  </a:lnTo>
                  <a:lnTo>
                    <a:pt x="7932" y="51174"/>
                  </a:lnTo>
                  <a:lnTo>
                    <a:pt x="8380" y="51333"/>
                  </a:lnTo>
                  <a:lnTo>
                    <a:pt x="8801" y="51464"/>
                  </a:lnTo>
                  <a:lnTo>
                    <a:pt x="9249" y="51570"/>
                  </a:lnTo>
                  <a:lnTo>
                    <a:pt x="9697" y="51649"/>
                  </a:lnTo>
                  <a:lnTo>
                    <a:pt x="10145" y="51728"/>
                  </a:lnTo>
                  <a:lnTo>
                    <a:pt x="10619" y="51781"/>
                  </a:lnTo>
                  <a:lnTo>
                    <a:pt x="11094" y="51807"/>
                  </a:lnTo>
                  <a:lnTo>
                    <a:pt x="12042" y="51807"/>
                  </a:lnTo>
                  <a:lnTo>
                    <a:pt x="12517" y="51781"/>
                  </a:lnTo>
                  <a:lnTo>
                    <a:pt x="13017" y="51728"/>
                  </a:lnTo>
                  <a:lnTo>
                    <a:pt x="13492" y="51649"/>
                  </a:lnTo>
                  <a:lnTo>
                    <a:pt x="13966" y="51570"/>
                  </a:lnTo>
                  <a:lnTo>
                    <a:pt x="14467" y="51464"/>
                  </a:lnTo>
                  <a:lnTo>
                    <a:pt x="14941" y="51359"/>
                  </a:lnTo>
                  <a:lnTo>
                    <a:pt x="15442" y="51201"/>
                  </a:lnTo>
                  <a:lnTo>
                    <a:pt x="16232" y="50964"/>
                  </a:lnTo>
                  <a:lnTo>
                    <a:pt x="16996" y="50647"/>
                  </a:lnTo>
                  <a:lnTo>
                    <a:pt x="17813" y="50305"/>
                  </a:lnTo>
                  <a:lnTo>
                    <a:pt x="18604" y="49910"/>
                  </a:lnTo>
                  <a:lnTo>
                    <a:pt x="19447" y="49435"/>
                  </a:lnTo>
                  <a:lnTo>
                    <a:pt x="20317" y="48935"/>
                  </a:lnTo>
                  <a:lnTo>
                    <a:pt x="21213" y="48355"/>
                  </a:lnTo>
                  <a:lnTo>
                    <a:pt x="22135" y="47722"/>
                  </a:lnTo>
                  <a:lnTo>
                    <a:pt x="23110" y="47011"/>
                  </a:lnTo>
                  <a:lnTo>
                    <a:pt x="23610" y="46616"/>
                  </a:lnTo>
                  <a:lnTo>
                    <a:pt x="24085" y="46220"/>
                  </a:lnTo>
                  <a:lnTo>
                    <a:pt x="24559" y="45799"/>
                  </a:lnTo>
                  <a:lnTo>
                    <a:pt x="25007" y="45377"/>
                  </a:lnTo>
                  <a:lnTo>
                    <a:pt x="25429" y="44903"/>
                  </a:lnTo>
                  <a:lnTo>
                    <a:pt x="25850" y="44402"/>
                  </a:lnTo>
                  <a:lnTo>
                    <a:pt x="26272" y="43823"/>
                  </a:lnTo>
                  <a:lnTo>
                    <a:pt x="26667" y="43190"/>
                  </a:lnTo>
                  <a:lnTo>
                    <a:pt x="27010" y="42558"/>
                  </a:lnTo>
                  <a:lnTo>
                    <a:pt x="27326" y="41925"/>
                  </a:lnTo>
                  <a:lnTo>
                    <a:pt x="27616" y="41293"/>
                  </a:lnTo>
                  <a:lnTo>
                    <a:pt x="27853" y="40634"/>
                  </a:lnTo>
                  <a:lnTo>
                    <a:pt x="28301" y="39396"/>
                  </a:lnTo>
                  <a:lnTo>
                    <a:pt x="28696" y="38157"/>
                  </a:lnTo>
                  <a:lnTo>
                    <a:pt x="29065" y="36919"/>
                  </a:lnTo>
                  <a:lnTo>
                    <a:pt x="29750" y="34442"/>
                  </a:lnTo>
                  <a:lnTo>
                    <a:pt x="30198" y="32834"/>
                  </a:lnTo>
                  <a:lnTo>
                    <a:pt x="30646" y="31200"/>
                  </a:lnTo>
                  <a:lnTo>
                    <a:pt x="31147" y="29593"/>
                  </a:lnTo>
                  <a:lnTo>
                    <a:pt x="31437" y="28802"/>
                  </a:lnTo>
                  <a:lnTo>
                    <a:pt x="31700" y="28012"/>
                  </a:lnTo>
                  <a:lnTo>
                    <a:pt x="32016" y="27195"/>
                  </a:lnTo>
                  <a:lnTo>
                    <a:pt x="32359" y="26431"/>
                  </a:lnTo>
                  <a:lnTo>
                    <a:pt x="32702" y="25667"/>
                  </a:lnTo>
                  <a:lnTo>
                    <a:pt x="33070" y="24955"/>
                  </a:lnTo>
                  <a:lnTo>
                    <a:pt x="33439" y="24270"/>
                  </a:lnTo>
                  <a:lnTo>
                    <a:pt x="33835" y="23611"/>
                  </a:lnTo>
                  <a:lnTo>
                    <a:pt x="34256" y="22979"/>
                  </a:lnTo>
                  <a:lnTo>
                    <a:pt x="34678" y="22373"/>
                  </a:lnTo>
                  <a:lnTo>
                    <a:pt x="35100" y="21793"/>
                  </a:lnTo>
                  <a:lnTo>
                    <a:pt x="35547" y="21240"/>
                  </a:lnTo>
                  <a:lnTo>
                    <a:pt x="36022" y="20739"/>
                  </a:lnTo>
                  <a:lnTo>
                    <a:pt x="36496" y="20238"/>
                  </a:lnTo>
                  <a:lnTo>
                    <a:pt x="36997" y="19790"/>
                  </a:lnTo>
                  <a:lnTo>
                    <a:pt x="37497" y="19369"/>
                  </a:lnTo>
                  <a:lnTo>
                    <a:pt x="38024" y="18974"/>
                  </a:lnTo>
                  <a:lnTo>
                    <a:pt x="38551" y="18605"/>
                  </a:lnTo>
                  <a:lnTo>
                    <a:pt x="39105" y="18262"/>
                  </a:lnTo>
                  <a:lnTo>
                    <a:pt x="39685" y="17946"/>
                  </a:lnTo>
                  <a:lnTo>
                    <a:pt x="40870" y="17340"/>
                  </a:lnTo>
                  <a:lnTo>
                    <a:pt x="41555" y="16971"/>
                  </a:lnTo>
                  <a:lnTo>
                    <a:pt x="42241" y="16628"/>
                  </a:lnTo>
                  <a:lnTo>
                    <a:pt x="42926" y="16233"/>
                  </a:lnTo>
                  <a:lnTo>
                    <a:pt x="43585" y="15811"/>
                  </a:lnTo>
                  <a:lnTo>
                    <a:pt x="44191" y="15337"/>
                  </a:lnTo>
                  <a:lnTo>
                    <a:pt x="44744" y="14836"/>
                  </a:lnTo>
                  <a:lnTo>
                    <a:pt x="45271" y="14283"/>
                  </a:lnTo>
                  <a:lnTo>
                    <a:pt x="45745" y="13730"/>
                  </a:lnTo>
                  <a:lnTo>
                    <a:pt x="46167" y="13124"/>
                  </a:lnTo>
                  <a:lnTo>
                    <a:pt x="46562" y="12491"/>
                  </a:lnTo>
                  <a:lnTo>
                    <a:pt x="46878" y="11832"/>
                  </a:lnTo>
                  <a:lnTo>
                    <a:pt x="47168" y="11174"/>
                  </a:lnTo>
                  <a:lnTo>
                    <a:pt x="47379" y="10489"/>
                  </a:lnTo>
                  <a:lnTo>
                    <a:pt x="47537" y="9803"/>
                  </a:lnTo>
                  <a:lnTo>
                    <a:pt x="47643" y="9092"/>
                  </a:lnTo>
                  <a:lnTo>
                    <a:pt x="47695" y="8407"/>
                  </a:lnTo>
                  <a:lnTo>
                    <a:pt x="47695" y="7722"/>
                  </a:lnTo>
                  <a:lnTo>
                    <a:pt x="47643" y="7379"/>
                  </a:lnTo>
                  <a:lnTo>
                    <a:pt x="47616" y="7037"/>
                  </a:lnTo>
                  <a:lnTo>
                    <a:pt x="47537" y="6720"/>
                  </a:lnTo>
                  <a:lnTo>
                    <a:pt x="47458" y="6378"/>
                  </a:lnTo>
                  <a:lnTo>
                    <a:pt x="47379" y="6062"/>
                  </a:lnTo>
                  <a:lnTo>
                    <a:pt x="47274" y="5745"/>
                  </a:lnTo>
                  <a:lnTo>
                    <a:pt x="47116" y="5350"/>
                  </a:lnTo>
                  <a:lnTo>
                    <a:pt x="46931" y="4955"/>
                  </a:lnTo>
                  <a:lnTo>
                    <a:pt x="46720" y="4586"/>
                  </a:lnTo>
                  <a:lnTo>
                    <a:pt x="46483" y="4243"/>
                  </a:lnTo>
                  <a:lnTo>
                    <a:pt x="46246" y="3874"/>
                  </a:lnTo>
                  <a:lnTo>
                    <a:pt x="45982" y="3532"/>
                  </a:lnTo>
                  <a:lnTo>
                    <a:pt x="45693" y="3216"/>
                  </a:lnTo>
                  <a:lnTo>
                    <a:pt x="45376" y="2899"/>
                  </a:lnTo>
                  <a:lnTo>
                    <a:pt x="45060" y="2610"/>
                  </a:lnTo>
                  <a:lnTo>
                    <a:pt x="44718" y="2320"/>
                  </a:lnTo>
                  <a:lnTo>
                    <a:pt x="44375" y="2030"/>
                  </a:lnTo>
                  <a:lnTo>
                    <a:pt x="43980" y="1766"/>
                  </a:lnTo>
                  <a:lnTo>
                    <a:pt x="43611" y="1529"/>
                  </a:lnTo>
                  <a:lnTo>
                    <a:pt x="43189" y="1318"/>
                  </a:lnTo>
                  <a:lnTo>
                    <a:pt x="42768" y="1108"/>
                  </a:lnTo>
                  <a:lnTo>
                    <a:pt x="42346" y="923"/>
                  </a:lnTo>
                  <a:lnTo>
                    <a:pt x="41582" y="633"/>
                  </a:lnTo>
                  <a:lnTo>
                    <a:pt x="40791" y="396"/>
                  </a:lnTo>
                  <a:lnTo>
                    <a:pt x="39974" y="238"/>
                  </a:lnTo>
                  <a:lnTo>
                    <a:pt x="39131" y="106"/>
                  </a:lnTo>
                  <a:lnTo>
                    <a:pt x="38235" y="27"/>
                  </a:lnTo>
                  <a:lnTo>
                    <a:pt x="37313" y="1"/>
                  </a:lnTo>
                  <a:close/>
                </a:path>
              </a:pathLst>
            </a:custGeom>
            <a:solidFill>
              <a:srgbClr val="2E2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104"/>
            <p:cNvSpPr/>
            <p:nvPr/>
          </p:nvSpPr>
          <p:spPr>
            <a:xfrm>
              <a:off x="1305225" y="1474900"/>
              <a:ext cx="1005325" cy="1154200"/>
            </a:xfrm>
            <a:custGeom>
              <a:rect b="b" l="l" r="r" t="t"/>
              <a:pathLst>
                <a:path extrusionOk="0" h="46168" w="40213">
                  <a:moveTo>
                    <a:pt x="30410" y="264"/>
                  </a:moveTo>
                  <a:lnTo>
                    <a:pt x="31200" y="291"/>
                  </a:lnTo>
                  <a:lnTo>
                    <a:pt x="31912" y="343"/>
                  </a:lnTo>
                  <a:lnTo>
                    <a:pt x="32623" y="449"/>
                  </a:lnTo>
                  <a:lnTo>
                    <a:pt x="33308" y="580"/>
                  </a:lnTo>
                  <a:lnTo>
                    <a:pt x="34020" y="738"/>
                  </a:lnTo>
                  <a:lnTo>
                    <a:pt x="34705" y="923"/>
                  </a:lnTo>
                  <a:lnTo>
                    <a:pt x="35390" y="1134"/>
                  </a:lnTo>
                  <a:lnTo>
                    <a:pt x="36734" y="1529"/>
                  </a:lnTo>
                  <a:lnTo>
                    <a:pt x="37314" y="1713"/>
                  </a:lnTo>
                  <a:lnTo>
                    <a:pt x="37893" y="1924"/>
                  </a:lnTo>
                  <a:lnTo>
                    <a:pt x="38157" y="2056"/>
                  </a:lnTo>
                  <a:lnTo>
                    <a:pt x="38447" y="2214"/>
                  </a:lnTo>
                  <a:lnTo>
                    <a:pt x="38684" y="2372"/>
                  </a:lnTo>
                  <a:lnTo>
                    <a:pt x="38921" y="2557"/>
                  </a:lnTo>
                  <a:lnTo>
                    <a:pt x="39158" y="2768"/>
                  </a:lnTo>
                  <a:lnTo>
                    <a:pt x="39343" y="3005"/>
                  </a:lnTo>
                  <a:lnTo>
                    <a:pt x="39501" y="3242"/>
                  </a:lnTo>
                  <a:lnTo>
                    <a:pt x="39633" y="3505"/>
                  </a:lnTo>
                  <a:lnTo>
                    <a:pt x="39738" y="3795"/>
                  </a:lnTo>
                  <a:lnTo>
                    <a:pt x="39843" y="4085"/>
                  </a:lnTo>
                  <a:lnTo>
                    <a:pt x="39896" y="4401"/>
                  </a:lnTo>
                  <a:lnTo>
                    <a:pt x="39922" y="4717"/>
                  </a:lnTo>
                  <a:lnTo>
                    <a:pt x="39922" y="5218"/>
                  </a:lnTo>
                  <a:lnTo>
                    <a:pt x="39870" y="5692"/>
                  </a:lnTo>
                  <a:lnTo>
                    <a:pt x="39764" y="6193"/>
                  </a:lnTo>
                  <a:lnTo>
                    <a:pt x="39633" y="6694"/>
                  </a:lnTo>
                  <a:lnTo>
                    <a:pt x="39422" y="7168"/>
                  </a:lnTo>
                  <a:lnTo>
                    <a:pt x="39185" y="7642"/>
                  </a:lnTo>
                  <a:lnTo>
                    <a:pt x="38895" y="8064"/>
                  </a:lnTo>
                  <a:lnTo>
                    <a:pt x="38552" y="8486"/>
                  </a:lnTo>
                  <a:lnTo>
                    <a:pt x="38183" y="8855"/>
                  </a:lnTo>
                  <a:lnTo>
                    <a:pt x="37788" y="9223"/>
                  </a:lnTo>
                  <a:lnTo>
                    <a:pt x="37366" y="9566"/>
                  </a:lnTo>
                  <a:lnTo>
                    <a:pt x="36945" y="9909"/>
                  </a:lnTo>
                  <a:lnTo>
                    <a:pt x="36497" y="10225"/>
                  </a:lnTo>
                  <a:lnTo>
                    <a:pt x="36023" y="10515"/>
                  </a:lnTo>
                  <a:lnTo>
                    <a:pt x="35127" y="11094"/>
                  </a:lnTo>
                  <a:lnTo>
                    <a:pt x="34073" y="11727"/>
                  </a:lnTo>
                  <a:lnTo>
                    <a:pt x="33572" y="12069"/>
                  </a:lnTo>
                  <a:lnTo>
                    <a:pt x="33071" y="12438"/>
                  </a:lnTo>
                  <a:lnTo>
                    <a:pt x="32597" y="12807"/>
                  </a:lnTo>
                  <a:lnTo>
                    <a:pt x="32096" y="13229"/>
                  </a:lnTo>
                  <a:lnTo>
                    <a:pt x="31648" y="13650"/>
                  </a:lnTo>
                  <a:lnTo>
                    <a:pt x="31200" y="14098"/>
                  </a:lnTo>
                  <a:lnTo>
                    <a:pt x="30752" y="14599"/>
                  </a:lnTo>
                  <a:lnTo>
                    <a:pt x="30331" y="15100"/>
                  </a:lnTo>
                  <a:lnTo>
                    <a:pt x="29909" y="15627"/>
                  </a:lnTo>
                  <a:lnTo>
                    <a:pt x="29514" y="16180"/>
                  </a:lnTo>
                  <a:lnTo>
                    <a:pt x="29145" y="16734"/>
                  </a:lnTo>
                  <a:lnTo>
                    <a:pt x="28750" y="17340"/>
                  </a:lnTo>
                  <a:lnTo>
                    <a:pt x="28407" y="17972"/>
                  </a:lnTo>
                  <a:lnTo>
                    <a:pt x="28065" y="18604"/>
                  </a:lnTo>
                  <a:lnTo>
                    <a:pt x="27722" y="19290"/>
                  </a:lnTo>
                  <a:lnTo>
                    <a:pt x="27406" y="19975"/>
                  </a:lnTo>
                  <a:lnTo>
                    <a:pt x="27116" y="20686"/>
                  </a:lnTo>
                  <a:lnTo>
                    <a:pt x="26826" y="21424"/>
                  </a:lnTo>
                  <a:lnTo>
                    <a:pt x="26457" y="22452"/>
                  </a:lnTo>
                  <a:lnTo>
                    <a:pt x="26115" y="23506"/>
                  </a:lnTo>
                  <a:lnTo>
                    <a:pt x="25825" y="24533"/>
                  </a:lnTo>
                  <a:lnTo>
                    <a:pt x="25535" y="25614"/>
                  </a:lnTo>
                  <a:lnTo>
                    <a:pt x="25008" y="27722"/>
                  </a:lnTo>
                  <a:lnTo>
                    <a:pt x="24533" y="29830"/>
                  </a:lnTo>
                  <a:lnTo>
                    <a:pt x="24006" y="32096"/>
                  </a:lnTo>
                  <a:lnTo>
                    <a:pt x="23796" y="32966"/>
                  </a:lnTo>
                  <a:lnTo>
                    <a:pt x="23585" y="33809"/>
                  </a:lnTo>
                  <a:lnTo>
                    <a:pt x="23295" y="34652"/>
                  </a:lnTo>
                  <a:lnTo>
                    <a:pt x="23163" y="35047"/>
                  </a:lnTo>
                  <a:lnTo>
                    <a:pt x="22979" y="35469"/>
                  </a:lnTo>
                  <a:lnTo>
                    <a:pt x="22794" y="35891"/>
                  </a:lnTo>
                  <a:lnTo>
                    <a:pt x="22584" y="36286"/>
                  </a:lnTo>
                  <a:lnTo>
                    <a:pt x="22346" y="36681"/>
                  </a:lnTo>
                  <a:lnTo>
                    <a:pt x="22109" y="37076"/>
                  </a:lnTo>
                  <a:lnTo>
                    <a:pt x="21582" y="37814"/>
                  </a:lnTo>
                  <a:lnTo>
                    <a:pt x="21002" y="38526"/>
                  </a:lnTo>
                  <a:lnTo>
                    <a:pt x="20423" y="39237"/>
                  </a:lnTo>
                  <a:lnTo>
                    <a:pt x="19790" y="39896"/>
                  </a:lnTo>
                  <a:lnTo>
                    <a:pt x="19132" y="40528"/>
                  </a:lnTo>
                  <a:lnTo>
                    <a:pt x="18499" y="41161"/>
                  </a:lnTo>
                  <a:lnTo>
                    <a:pt x="17893" y="41741"/>
                  </a:lnTo>
                  <a:lnTo>
                    <a:pt x="17261" y="42320"/>
                  </a:lnTo>
                  <a:lnTo>
                    <a:pt x="16628" y="42874"/>
                  </a:lnTo>
                  <a:lnTo>
                    <a:pt x="15969" y="43401"/>
                  </a:lnTo>
                  <a:lnTo>
                    <a:pt x="15284" y="43928"/>
                  </a:lnTo>
                  <a:lnTo>
                    <a:pt x="14573" y="44402"/>
                  </a:lnTo>
                  <a:lnTo>
                    <a:pt x="13835" y="44824"/>
                  </a:lnTo>
                  <a:lnTo>
                    <a:pt x="13466" y="45008"/>
                  </a:lnTo>
                  <a:lnTo>
                    <a:pt x="13071" y="45193"/>
                  </a:lnTo>
                  <a:lnTo>
                    <a:pt x="12649" y="45351"/>
                  </a:lnTo>
                  <a:lnTo>
                    <a:pt x="12228" y="45509"/>
                  </a:lnTo>
                  <a:lnTo>
                    <a:pt x="11780" y="45614"/>
                  </a:lnTo>
                  <a:lnTo>
                    <a:pt x="11358" y="45720"/>
                  </a:lnTo>
                  <a:lnTo>
                    <a:pt x="10910" y="45799"/>
                  </a:lnTo>
                  <a:lnTo>
                    <a:pt x="10488" y="45851"/>
                  </a:lnTo>
                  <a:lnTo>
                    <a:pt x="10067" y="45878"/>
                  </a:lnTo>
                  <a:lnTo>
                    <a:pt x="9250" y="45878"/>
                  </a:lnTo>
                  <a:lnTo>
                    <a:pt x="8828" y="45825"/>
                  </a:lnTo>
                  <a:lnTo>
                    <a:pt x="8459" y="45746"/>
                  </a:lnTo>
                  <a:lnTo>
                    <a:pt x="8064" y="45667"/>
                  </a:lnTo>
                  <a:lnTo>
                    <a:pt x="7695" y="45535"/>
                  </a:lnTo>
                  <a:lnTo>
                    <a:pt x="7326" y="45403"/>
                  </a:lnTo>
                  <a:lnTo>
                    <a:pt x="6984" y="45245"/>
                  </a:lnTo>
                  <a:lnTo>
                    <a:pt x="6641" y="45061"/>
                  </a:lnTo>
                  <a:lnTo>
                    <a:pt x="6404" y="44903"/>
                  </a:lnTo>
                  <a:lnTo>
                    <a:pt x="6193" y="44745"/>
                  </a:lnTo>
                  <a:lnTo>
                    <a:pt x="6009" y="44560"/>
                  </a:lnTo>
                  <a:lnTo>
                    <a:pt x="5824" y="44402"/>
                  </a:lnTo>
                  <a:lnTo>
                    <a:pt x="5693" y="44218"/>
                  </a:lnTo>
                  <a:lnTo>
                    <a:pt x="5561" y="44033"/>
                  </a:lnTo>
                  <a:lnTo>
                    <a:pt x="5429" y="43849"/>
                  </a:lnTo>
                  <a:lnTo>
                    <a:pt x="5350" y="43638"/>
                  </a:lnTo>
                  <a:lnTo>
                    <a:pt x="5271" y="43427"/>
                  </a:lnTo>
                  <a:lnTo>
                    <a:pt x="5218" y="43216"/>
                  </a:lnTo>
                  <a:lnTo>
                    <a:pt x="5139" y="42768"/>
                  </a:lnTo>
                  <a:lnTo>
                    <a:pt x="5139" y="42294"/>
                  </a:lnTo>
                  <a:lnTo>
                    <a:pt x="5139" y="41820"/>
                  </a:lnTo>
                  <a:lnTo>
                    <a:pt x="5139" y="41266"/>
                  </a:lnTo>
                  <a:lnTo>
                    <a:pt x="5113" y="40713"/>
                  </a:lnTo>
                  <a:lnTo>
                    <a:pt x="5060" y="40449"/>
                  </a:lnTo>
                  <a:lnTo>
                    <a:pt x="5007" y="40186"/>
                  </a:lnTo>
                  <a:lnTo>
                    <a:pt x="4928" y="39922"/>
                  </a:lnTo>
                  <a:lnTo>
                    <a:pt x="4797" y="39685"/>
                  </a:lnTo>
                  <a:lnTo>
                    <a:pt x="4612" y="39395"/>
                  </a:lnTo>
                  <a:lnTo>
                    <a:pt x="4375" y="39132"/>
                  </a:lnTo>
                  <a:lnTo>
                    <a:pt x="4138" y="38895"/>
                  </a:lnTo>
                  <a:lnTo>
                    <a:pt x="3848" y="38710"/>
                  </a:lnTo>
                  <a:lnTo>
                    <a:pt x="3558" y="38526"/>
                  </a:lnTo>
                  <a:lnTo>
                    <a:pt x="3242" y="38368"/>
                  </a:lnTo>
                  <a:lnTo>
                    <a:pt x="2583" y="38051"/>
                  </a:lnTo>
                  <a:lnTo>
                    <a:pt x="2056" y="37814"/>
                  </a:lnTo>
                  <a:lnTo>
                    <a:pt x="1819" y="37683"/>
                  </a:lnTo>
                  <a:lnTo>
                    <a:pt x="1582" y="37524"/>
                  </a:lnTo>
                  <a:lnTo>
                    <a:pt x="1318" y="37340"/>
                  </a:lnTo>
                  <a:lnTo>
                    <a:pt x="1055" y="37129"/>
                  </a:lnTo>
                  <a:lnTo>
                    <a:pt x="818" y="36892"/>
                  </a:lnTo>
                  <a:lnTo>
                    <a:pt x="607" y="36629"/>
                  </a:lnTo>
                  <a:lnTo>
                    <a:pt x="422" y="36365"/>
                  </a:lnTo>
                  <a:lnTo>
                    <a:pt x="317" y="36101"/>
                  </a:lnTo>
                  <a:lnTo>
                    <a:pt x="291" y="35891"/>
                  </a:lnTo>
                  <a:lnTo>
                    <a:pt x="291" y="35680"/>
                  </a:lnTo>
                  <a:lnTo>
                    <a:pt x="343" y="35495"/>
                  </a:lnTo>
                  <a:lnTo>
                    <a:pt x="422" y="35311"/>
                  </a:lnTo>
                  <a:lnTo>
                    <a:pt x="501" y="35206"/>
                  </a:lnTo>
                  <a:lnTo>
                    <a:pt x="607" y="35126"/>
                  </a:lnTo>
                  <a:lnTo>
                    <a:pt x="712" y="35047"/>
                  </a:lnTo>
                  <a:lnTo>
                    <a:pt x="844" y="34995"/>
                  </a:lnTo>
                  <a:lnTo>
                    <a:pt x="976" y="34968"/>
                  </a:lnTo>
                  <a:lnTo>
                    <a:pt x="1134" y="34942"/>
                  </a:lnTo>
                  <a:lnTo>
                    <a:pt x="1424" y="34942"/>
                  </a:lnTo>
                  <a:lnTo>
                    <a:pt x="1766" y="34968"/>
                  </a:lnTo>
                  <a:lnTo>
                    <a:pt x="2109" y="35021"/>
                  </a:lnTo>
                  <a:lnTo>
                    <a:pt x="2794" y="35179"/>
                  </a:lnTo>
                  <a:lnTo>
                    <a:pt x="3216" y="35285"/>
                  </a:lnTo>
                  <a:lnTo>
                    <a:pt x="3584" y="35364"/>
                  </a:lnTo>
                  <a:lnTo>
                    <a:pt x="4243" y="35443"/>
                  </a:lnTo>
                  <a:lnTo>
                    <a:pt x="4902" y="35469"/>
                  </a:lnTo>
                  <a:lnTo>
                    <a:pt x="5508" y="35469"/>
                  </a:lnTo>
                  <a:lnTo>
                    <a:pt x="5824" y="35416"/>
                  </a:lnTo>
                  <a:lnTo>
                    <a:pt x="6114" y="35390"/>
                  </a:lnTo>
                  <a:lnTo>
                    <a:pt x="6404" y="35311"/>
                  </a:lnTo>
                  <a:lnTo>
                    <a:pt x="6694" y="35232"/>
                  </a:lnTo>
                  <a:lnTo>
                    <a:pt x="6984" y="35126"/>
                  </a:lnTo>
                  <a:lnTo>
                    <a:pt x="7274" y="35021"/>
                  </a:lnTo>
                  <a:lnTo>
                    <a:pt x="7563" y="34863"/>
                  </a:lnTo>
                  <a:lnTo>
                    <a:pt x="7853" y="34705"/>
                  </a:lnTo>
                  <a:lnTo>
                    <a:pt x="8117" y="34520"/>
                  </a:lnTo>
                  <a:lnTo>
                    <a:pt x="8407" y="34310"/>
                  </a:lnTo>
                  <a:lnTo>
                    <a:pt x="9197" y="33624"/>
                  </a:lnTo>
                  <a:lnTo>
                    <a:pt x="9961" y="32887"/>
                  </a:lnTo>
                  <a:lnTo>
                    <a:pt x="10673" y="32122"/>
                  </a:lnTo>
                  <a:lnTo>
                    <a:pt x="11358" y="31306"/>
                  </a:lnTo>
                  <a:lnTo>
                    <a:pt x="12017" y="30462"/>
                  </a:lnTo>
                  <a:lnTo>
                    <a:pt x="12649" y="29593"/>
                  </a:lnTo>
                  <a:lnTo>
                    <a:pt x="13229" y="28697"/>
                  </a:lnTo>
                  <a:lnTo>
                    <a:pt x="13782" y="27801"/>
                  </a:lnTo>
                  <a:lnTo>
                    <a:pt x="14283" y="26879"/>
                  </a:lnTo>
                  <a:lnTo>
                    <a:pt x="14784" y="25956"/>
                  </a:lnTo>
                  <a:lnTo>
                    <a:pt x="15232" y="25060"/>
                  </a:lnTo>
                  <a:lnTo>
                    <a:pt x="15627" y="24138"/>
                  </a:lnTo>
                  <a:lnTo>
                    <a:pt x="15996" y="23242"/>
                  </a:lnTo>
                  <a:lnTo>
                    <a:pt x="16338" y="22373"/>
                  </a:lnTo>
                  <a:lnTo>
                    <a:pt x="16628" y="21503"/>
                  </a:lnTo>
                  <a:lnTo>
                    <a:pt x="16892" y="20686"/>
                  </a:lnTo>
                  <a:lnTo>
                    <a:pt x="17208" y="19579"/>
                  </a:lnTo>
                  <a:lnTo>
                    <a:pt x="17498" y="18473"/>
                  </a:lnTo>
                  <a:lnTo>
                    <a:pt x="17788" y="17366"/>
                  </a:lnTo>
                  <a:lnTo>
                    <a:pt x="18077" y="16259"/>
                  </a:lnTo>
                  <a:lnTo>
                    <a:pt x="18315" y="15521"/>
                  </a:lnTo>
                  <a:lnTo>
                    <a:pt x="18578" y="14810"/>
                  </a:lnTo>
                  <a:lnTo>
                    <a:pt x="18842" y="14072"/>
                  </a:lnTo>
                  <a:lnTo>
                    <a:pt x="19132" y="13361"/>
                  </a:lnTo>
                  <a:lnTo>
                    <a:pt x="19738" y="11938"/>
                  </a:lnTo>
                  <a:lnTo>
                    <a:pt x="20396" y="10541"/>
                  </a:lnTo>
                  <a:lnTo>
                    <a:pt x="21108" y="9171"/>
                  </a:lnTo>
                  <a:lnTo>
                    <a:pt x="21846" y="7827"/>
                  </a:lnTo>
                  <a:lnTo>
                    <a:pt x="23348" y="5165"/>
                  </a:lnTo>
                  <a:lnTo>
                    <a:pt x="23875" y="4270"/>
                  </a:lnTo>
                  <a:lnTo>
                    <a:pt x="24138" y="3822"/>
                  </a:lnTo>
                  <a:lnTo>
                    <a:pt x="24454" y="3374"/>
                  </a:lnTo>
                  <a:lnTo>
                    <a:pt x="24771" y="2926"/>
                  </a:lnTo>
                  <a:lnTo>
                    <a:pt x="25113" y="2504"/>
                  </a:lnTo>
                  <a:lnTo>
                    <a:pt x="25482" y="2109"/>
                  </a:lnTo>
                  <a:lnTo>
                    <a:pt x="25877" y="1766"/>
                  </a:lnTo>
                  <a:lnTo>
                    <a:pt x="26141" y="1555"/>
                  </a:lnTo>
                  <a:lnTo>
                    <a:pt x="26404" y="1397"/>
                  </a:lnTo>
                  <a:lnTo>
                    <a:pt x="26694" y="1213"/>
                  </a:lnTo>
                  <a:lnTo>
                    <a:pt x="26984" y="1055"/>
                  </a:lnTo>
                  <a:lnTo>
                    <a:pt x="27274" y="923"/>
                  </a:lnTo>
                  <a:lnTo>
                    <a:pt x="27590" y="791"/>
                  </a:lnTo>
                  <a:lnTo>
                    <a:pt x="27906" y="686"/>
                  </a:lnTo>
                  <a:lnTo>
                    <a:pt x="28249" y="580"/>
                  </a:lnTo>
                  <a:lnTo>
                    <a:pt x="28934" y="422"/>
                  </a:lnTo>
                  <a:lnTo>
                    <a:pt x="29672" y="317"/>
                  </a:lnTo>
                  <a:lnTo>
                    <a:pt x="30410" y="264"/>
                  </a:lnTo>
                  <a:close/>
                  <a:moveTo>
                    <a:pt x="30410" y="1"/>
                  </a:moveTo>
                  <a:lnTo>
                    <a:pt x="29619" y="53"/>
                  </a:lnTo>
                  <a:lnTo>
                    <a:pt x="29250" y="80"/>
                  </a:lnTo>
                  <a:lnTo>
                    <a:pt x="28881" y="159"/>
                  </a:lnTo>
                  <a:lnTo>
                    <a:pt x="28512" y="238"/>
                  </a:lnTo>
                  <a:lnTo>
                    <a:pt x="28170" y="317"/>
                  </a:lnTo>
                  <a:lnTo>
                    <a:pt x="27827" y="422"/>
                  </a:lnTo>
                  <a:lnTo>
                    <a:pt x="27485" y="554"/>
                  </a:lnTo>
                  <a:lnTo>
                    <a:pt x="27169" y="686"/>
                  </a:lnTo>
                  <a:lnTo>
                    <a:pt x="26852" y="818"/>
                  </a:lnTo>
                  <a:lnTo>
                    <a:pt x="26536" y="976"/>
                  </a:lnTo>
                  <a:lnTo>
                    <a:pt x="26246" y="1160"/>
                  </a:lnTo>
                  <a:lnTo>
                    <a:pt x="25983" y="1345"/>
                  </a:lnTo>
                  <a:lnTo>
                    <a:pt x="25719" y="1555"/>
                  </a:lnTo>
                  <a:lnTo>
                    <a:pt x="25298" y="1924"/>
                  </a:lnTo>
                  <a:lnTo>
                    <a:pt x="24929" y="2320"/>
                  </a:lnTo>
                  <a:lnTo>
                    <a:pt x="24560" y="2741"/>
                  </a:lnTo>
                  <a:lnTo>
                    <a:pt x="24244" y="3189"/>
                  </a:lnTo>
                  <a:lnTo>
                    <a:pt x="23927" y="3637"/>
                  </a:lnTo>
                  <a:lnTo>
                    <a:pt x="23638" y="4111"/>
                  </a:lnTo>
                  <a:lnTo>
                    <a:pt x="23111" y="5034"/>
                  </a:lnTo>
                  <a:lnTo>
                    <a:pt x="21609" y="7695"/>
                  </a:lnTo>
                  <a:lnTo>
                    <a:pt x="20871" y="9065"/>
                  </a:lnTo>
                  <a:lnTo>
                    <a:pt x="20159" y="10436"/>
                  </a:lnTo>
                  <a:lnTo>
                    <a:pt x="19474" y="11832"/>
                  </a:lnTo>
                  <a:lnTo>
                    <a:pt x="18868" y="13255"/>
                  </a:lnTo>
                  <a:lnTo>
                    <a:pt x="18578" y="13993"/>
                  </a:lnTo>
                  <a:lnTo>
                    <a:pt x="18315" y="14704"/>
                  </a:lnTo>
                  <a:lnTo>
                    <a:pt x="18051" y="15442"/>
                  </a:lnTo>
                  <a:lnTo>
                    <a:pt x="17814" y="16180"/>
                  </a:lnTo>
                  <a:lnTo>
                    <a:pt x="17524" y="17287"/>
                  </a:lnTo>
                  <a:lnTo>
                    <a:pt x="17234" y="18394"/>
                  </a:lnTo>
                  <a:lnTo>
                    <a:pt x="16944" y="19500"/>
                  </a:lnTo>
                  <a:lnTo>
                    <a:pt x="16628" y="20607"/>
                  </a:lnTo>
                  <a:lnTo>
                    <a:pt x="16365" y="21424"/>
                  </a:lnTo>
                  <a:lnTo>
                    <a:pt x="16075" y="22267"/>
                  </a:lnTo>
                  <a:lnTo>
                    <a:pt x="15759" y="23137"/>
                  </a:lnTo>
                  <a:lnTo>
                    <a:pt x="15390" y="24033"/>
                  </a:lnTo>
                  <a:lnTo>
                    <a:pt x="14968" y="24929"/>
                  </a:lnTo>
                  <a:lnTo>
                    <a:pt x="14520" y="25851"/>
                  </a:lnTo>
                  <a:lnTo>
                    <a:pt x="14046" y="26747"/>
                  </a:lnTo>
                  <a:lnTo>
                    <a:pt x="13545" y="27669"/>
                  </a:lnTo>
                  <a:lnTo>
                    <a:pt x="12992" y="28565"/>
                  </a:lnTo>
                  <a:lnTo>
                    <a:pt x="12412" y="29435"/>
                  </a:lnTo>
                  <a:lnTo>
                    <a:pt x="11806" y="30304"/>
                  </a:lnTo>
                  <a:lnTo>
                    <a:pt x="11147" y="31121"/>
                  </a:lnTo>
                  <a:lnTo>
                    <a:pt x="10488" y="31938"/>
                  </a:lnTo>
                  <a:lnTo>
                    <a:pt x="9777" y="32702"/>
                  </a:lnTo>
                  <a:lnTo>
                    <a:pt x="9013" y="33414"/>
                  </a:lnTo>
                  <a:lnTo>
                    <a:pt x="8249" y="34072"/>
                  </a:lnTo>
                  <a:lnTo>
                    <a:pt x="7959" y="34283"/>
                  </a:lnTo>
                  <a:lnTo>
                    <a:pt x="7695" y="34468"/>
                  </a:lnTo>
                  <a:lnTo>
                    <a:pt x="7432" y="34626"/>
                  </a:lnTo>
                  <a:lnTo>
                    <a:pt x="7168" y="34758"/>
                  </a:lnTo>
                  <a:lnTo>
                    <a:pt x="6878" y="34889"/>
                  </a:lnTo>
                  <a:lnTo>
                    <a:pt x="6615" y="34968"/>
                  </a:lnTo>
                  <a:lnTo>
                    <a:pt x="6351" y="35047"/>
                  </a:lnTo>
                  <a:lnTo>
                    <a:pt x="6061" y="35126"/>
                  </a:lnTo>
                  <a:lnTo>
                    <a:pt x="5772" y="35153"/>
                  </a:lnTo>
                  <a:lnTo>
                    <a:pt x="5482" y="35179"/>
                  </a:lnTo>
                  <a:lnTo>
                    <a:pt x="4902" y="35206"/>
                  </a:lnTo>
                  <a:lnTo>
                    <a:pt x="4270" y="35153"/>
                  </a:lnTo>
                  <a:lnTo>
                    <a:pt x="3637" y="35100"/>
                  </a:lnTo>
                  <a:lnTo>
                    <a:pt x="3268" y="35021"/>
                  </a:lnTo>
                  <a:lnTo>
                    <a:pt x="2873" y="34916"/>
                  </a:lnTo>
                  <a:lnTo>
                    <a:pt x="2109" y="34758"/>
                  </a:lnTo>
                  <a:lnTo>
                    <a:pt x="1740" y="34679"/>
                  </a:lnTo>
                  <a:lnTo>
                    <a:pt x="1371" y="34652"/>
                  </a:lnTo>
                  <a:lnTo>
                    <a:pt x="1002" y="34679"/>
                  </a:lnTo>
                  <a:lnTo>
                    <a:pt x="844" y="34705"/>
                  </a:lnTo>
                  <a:lnTo>
                    <a:pt x="686" y="34758"/>
                  </a:lnTo>
                  <a:lnTo>
                    <a:pt x="554" y="34837"/>
                  </a:lnTo>
                  <a:lnTo>
                    <a:pt x="422" y="34916"/>
                  </a:lnTo>
                  <a:lnTo>
                    <a:pt x="291" y="35021"/>
                  </a:lnTo>
                  <a:lnTo>
                    <a:pt x="212" y="35153"/>
                  </a:lnTo>
                  <a:lnTo>
                    <a:pt x="80" y="35390"/>
                  </a:lnTo>
                  <a:lnTo>
                    <a:pt x="27" y="35654"/>
                  </a:lnTo>
                  <a:lnTo>
                    <a:pt x="1" y="35891"/>
                  </a:lnTo>
                  <a:lnTo>
                    <a:pt x="53" y="36154"/>
                  </a:lnTo>
                  <a:lnTo>
                    <a:pt x="106" y="36312"/>
                  </a:lnTo>
                  <a:lnTo>
                    <a:pt x="185" y="36470"/>
                  </a:lnTo>
                  <a:lnTo>
                    <a:pt x="370" y="36787"/>
                  </a:lnTo>
                  <a:lnTo>
                    <a:pt x="580" y="37050"/>
                  </a:lnTo>
                  <a:lnTo>
                    <a:pt x="844" y="37314"/>
                  </a:lnTo>
                  <a:lnTo>
                    <a:pt x="1134" y="37551"/>
                  </a:lnTo>
                  <a:lnTo>
                    <a:pt x="1397" y="37762"/>
                  </a:lnTo>
                  <a:lnTo>
                    <a:pt x="1687" y="37920"/>
                  </a:lnTo>
                  <a:lnTo>
                    <a:pt x="1924" y="38051"/>
                  </a:lnTo>
                  <a:lnTo>
                    <a:pt x="2478" y="38315"/>
                  </a:lnTo>
                  <a:lnTo>
                    <a:pt x="3084" y="38605"/>
                  </a:lnTo>
                  <a:lnTo>
                    <a:pt x="3374" y="38737"/>
                  </a:lnTo>
                  <a:lnTo>
                    <a:pt x="3663" y="38921"/>
                  </a:lnTo>
                  <a:lnTo>
                    <a:pt x="3927" y="39105"/>
                  </a:lnTo>
                  <a:lnTo>
                    <a:pt x="4164" y="39316"/>
                  </a:lnTo>
                  <a:lnTo>
                    <a:pt x="4375" y="39553"/>
                  </a:lnTo>
                  <a:lnTo>
                    <a:pt x="4559" y="39817"/>
                  </a:lnTo>
                  <a:lnTo>
                    <a:pt x="4665" y="40028"/>
                  </a:lnTo>
                  <a:lnTo>
                    <a:pt x="4744" y="40265"/>
                  </a:lnTo>
                  <a:lnTo>
                    <a:pt x="4797" y="40502"/>
                  </a:lnTo>
                  <a:lnTo>
                    <a:pt x="4823" y="40766"/>
                  </a:lnTo>
                  <a:lnTo>
                    <a:pt x="4876" y="41266"/>
                  </a:lnTo>
                  <a:lnTo>
                    <a:pt x="4849" y="41820"/>
                  </a:lnTo>
                  <a:lnTo>
                    <a:pt x="4849" y="42294"/>
                  </a:lnTo>
                  <a:lnTo>
                    <a:pt x="4876" y="42795"/>
                  </a:lnTo>
                  <a:lnTo>
                    <a:pt x="4902" y="43032"/>
                  </a:lnTo>
                  <a:lnTo>
                    <a:pt x="4955" y="43269"/>
                  </a:lnTo>
                  <a:lnTo>
                    <a:pt x="5007" y="43506"/>
                  </a:lnTo>
                  <a:lnTo>
                    <a:pt x="5086" y="43743"/>
                  </a:lnTo>
                  <a:lnTo>
                    <a:pt x="5192" y="43980"/>
                  </a:lnTo>
                  <a:lnTo>
                    <a:pt x="5324" y="44165"/>
                  </a:lnTo>
                  <a:lnTo>
                    <a:pt x="5455" y="44376"/>
                  </a:lnTo>
                  <a:lnTo>
                    <a:pt x="5613" y="44586"/>
                  </a:lnTo>
                  <a:lnTo>
                    <a:pt x="5824" y="44771"/>
                  </a:lnTo>
                  <a:lnTo>
                    <a:pt x="6009" y="44955"/>
                  </a:lnTo>
                  <a:lnTo>
                    <a:pt x="6246" y="45114"/>
                  </a:lnTo>
                  <a:lnTo>
                    <a:pt x="6509" y="45272"/>
                  </a:lnTo>
                  <a:lnTo>
                    <a:pt x="6878" y="45482"/>
                  </a:lnTo>
                  <a:lnTo>
                    <a:pt x="7247" y="45667"/>
                  </a:lnTo>
                  <a:lnTo>
                    <a:pt x="7642" y="45825"/>
                  </a:lnTo>
                  <a:lnTo>
                    <a:pt x="8064" y="45930"/>
                  </a:lnTo>
                  <a:lnTo>
                    <a:pt x="8486" y="46036"/>
                  </a:lnTo>
                  <a:lnTo>
                    <a:pt x="8907" y="46115"/>
                  </a:lnTo>
                  <a:lnTo>
                    <a:pt x="9355" y="46141"/>
                  </a:lnTo>
                  <a:lnTo>
                    <a:pt x="9803" y="46168"/>
                  </a:lnTo>
                  <a:lnTo>
                    <a:pt x="10225" y="46141"/>
                  </a:lnTo>
                  <a:lnTo>
                    <a:pt x="10647" y="46115"/>
                  </a:lnTo>
                  <a:lnTo>
                    <a:pt x="11068" y="46062"/>
                  </a:lnTo>
                  <a:lnTo>
                    <a:pt x="11490" y="45983"/>
                  </a:lnTo>
                  <a:lnTo>
                    <a:pt x="11911" y="45878"/>
                  </a:lnTo>
                  <a:lnTo>
                    <a:pt x="12333" y="45746"/>
                  </a:lnTo>
                  <a:lnTo>
                    <a:pt x="12755" y="45614"/>
                  </a:lnTo>
                  <a:lnTo>
                    <a:pt x="13203" y="45430"/>
                  </a:lnTo>
                  <a:lnTo>
                    <a:pt x="13571" y="45245"/>
                  </a:lnTo>
                  <a:lnTo>
                    <a:pt x="13967" y="45061"/>
                  </a:lnTo>
                  <a:lnTo>
                    <a:pt x="14705" y="44639"/>
                  </a:lnTo>
                  <a:lnTo>
                    <a:pt x="15442" y="44165"/>
                  </a:lnTo>
                  <a:lnTo>
                    <a:pt x="16128" y="43638"/>
                  </a:lnTo>
                  <a:lnTo>
                    <a:pt x="16786" y="43084"/>
                  </a:lnTo>
                  <a:lnTo>
                    <a:pt x="17445" y="42531"/>
                  </a:lnTo>
                  <a:lnTo>
                    <a:pt x="18077" y="41951"/>
                  </a:lnTo>
                  <a:lnTo>
                    <a:pt x="18684" y="41372"/>
                  </a:lnTo>
                  <a:lnTo>
                    <a:pt x="19342" y="40739"/>
                  </a:lnTo>
                  <a:lnTo>
                    <a:pt x="20001" y="40080"/>
                  </a:lnTo>
                  <a:lnTo>
                    <a:pt x="20634" y="39395"/>
                  </a:lnTo>
                  <a:lnTo>
                    <a:pt x="21240" y="38710"/>
                  </a:lnTo>
                  <a:lnTo>
                    <a:pt x="21819" y="37972"/>
                  </a:lnTo>
                  <a:lnTo>
                    <a:pt x="22346" y="37208"/>
                  </a:lnTo>
                  <a:lnTo>
                    <a:pt x="22584" y="36813"/>
                  </a:lnTo>
                  <a:lnTo>
                    <a:pt x="22821" y="36418"/>
                  </a:lnTo>
                  <a:lnTo>
                    <a:pt x="23031" y="35996"/>
                  </a:lnTo>
                  <a:lnTo>
                    <a:pt x="23242" y="35574"/>
                  </a:lnTo>
                  <a:lnTo>
                    <a:pt x="23400" y="35153"/>
                  </a:lnTo>
                  <a:lnTo>
                    <a:pt x="23558" y="34731"/>
                  </a:lnTo>
                  <a:lnTo>
                    <a:pt x="23848" y="33888"/>
                  </a:lnTo>
                  <a:lnTo>
                    <a:pt x="24086" y="33018"/>
                  </a:lnTo>
                  <a:lnTo>
                    <a:pt x="24296" y="32149"/>
                  </a:lnTo>
                  <a:lnTo>
                    <a:pt x="24797" y="29909"/>
                  </a:lnTo>
                  <a:lnTo>
                    <a:pt x="25271" y="27801"/>
                  </a:lnTo>
                  <a:lnTo>
                    <a:pt x="25798" y="25667"/>
                  </a:lnTo>
                  <a:lnTo>
                    <a:pt x="26088" y="24612"/>
                  </a:lnTo>
                  <a:lnTo>
                    <a:pt x="26378" y="23585"/>
                  </a:lnTo>
                  <a:lnTo>
                    <a:pt x="26721" y="22531"/>
                  </a:lnTo>
                  <a:lnTo>
                    <a:pt x="27090" y="21503"/>
                  </a:lnTo>
                  <a:lnTo>
                    <a:pt x="27379" y="20792"/>
                  </a:lnTo>
                  <a:lnTo>
                    <a:pt x="27669" y="20080"/>
                  </a:lnTo>
                  <a:lnTo>
                    <a:pt x="27985" y="19395"/>
                  </a:lnTo>
                  <a:lnTo>
                    <a:pt x="28302" y="18736"/>
                  </a:lnTo>
                  <a:lnTo>
                    <a:pt x="28644" y="18104"/>
                  </a:lnTo>
                  <a:lnTo>
                    <a:pt x="28987" y="17498"/>
                  </a:lnTo>
                  <a:lnTo>
                    <a:pt x="29356" y="16892"/>
                  </a:lnTo>
                  <a:lnTo>
                    <a:pt x="29725" y="16338"/>
                  </a:lnTo>
                  <a:lnTo>
                    <a:pt x="30120" y="15785"/>
                  </a:lnTo>
                  <a:lnTo>
                    <a:pt x="30541" y="15284"/>
                  </a:lnTo>
                  <a:lnTo>
                    <a:pt x="30963" y="14784"/>
                  </a:lnTo>
                  <a:lnTo>
                    <a:pt x="31385" y="14309"/>
                  </a:lnTo>
                  <a:lnTo>
                    <a:pt x="31833" y="13861"/>
                  </a:lnTo>
                  <a:lnTo>
                    <a:pt x="32281" y="13440"/>
                  </a:lnTo>
                  <a:lnTo>
                    <a:pt x="32755" y="13018"/>
                  </a:lnTo>
                  <a:lnTo>
                    <a:pt x="33229" y="12649"/>
                  </a:lnTo>
                  <a:lnTo>
                    <a:pt x="33730" y="12307"/>
                  </a:lnTo>
                  <a:lnTo>
                    <a:pt x="34231" y="11964"/>
                  </a:lnTo>
                  <a:lnTo>
                    <a:pt x="35258" y="11332"/>
                  </a:lnTo>
                  <a:lnTo>
                    <a:pt x="36181" y="10726"/>
                  </a:lnTo>
                  <a:lnTo>
                    <a:pt x="36655" y="10436"/>
                  </a:lnTo>
                  <a:lnTo>
                    <a:pt x="37103" y="10119"/>
                  </a:lnTo>
                  <a:lnTo>
                    <a:pt x="37551" y="9777"/>
                  </a:lnTo>
                  <a:lnTo>
                    <a:pt x="37972" y="9434"/>
                  </a:lnTo>
                  <a:lnTo>
                    <a:pt x="38394" y="9065"/>
                  </a:lnTo>
                  <a:lnTo>
                    <a:pt x="38763" y="8670"/>
                  </a:lnTo>
                  <a:lnTo>
                    <a:pt x="39106" y="8222"/>
                  </a:lnTo>
                  <a:lnTo>
                    <a:pt x="39422" y="7774"/>
                  </a:lnTo>
                  <a:lnTo>
                    <a:pt x="39659" y="7300"/>
                  </a:lnTo>
                  <a:lnTo>
                    <a:pt x="39870" y="6773"/>
                  </a:lnTo>
                  <a:lnTo>
                    <a:pt x="40054" y="6272"/>
                  </a:lnTo>
                  <a:lnTo>
                    <a:pt x="40160" y="5745"/>
                  </a:lnTo>
                  <a:lnTo>
                    <a:pt x="40212" y="5218"/>
                  </a:lnTo>
                  <a:lnTo>
                    <a:pt x="40212" y="4717"/>
                  </a:lnTo>
                  <a:lnTo>
                    <a:pt x="40160" y="4349"/>
                  </a:lnTo>
                  <a:lnTo>
                    <a:pt x="40107" y="4006"/>
                  </a:lnTo>
                  <a:lnTo>
                    <a:pt x="40001" y="3690"/>
                  </a:lnTo>
                  <a:lnTo>
                    <a:pt x="39896" y="3374"/>
                  </a:lnTo>
                  <a:lnTo>
                    <a:pt x="39738" y="3110"/>
                  </a:lnTo>
                  <a:lnTo>
                    <a:pt x="39554" y="2820"/>
                  </a:lnTo>
                  <a:lnTo>
                    <a:pt x="39343" y="2583"/>
                  </a:lnTo>
                  <a:lnTo>
                    <a:pt x="39106" y="2346"/>
                  </a:lnTo>
                  <a:lnTo>
                    <a:pt x="38868" y="2161"/>
                  </a:lnTo>
                  <a:lnTo>
                    <a:pt x="38579" y="1977"/>
                  </a:lnTo>
                  <a:lnTo>
                    <a:pt x="38315" y="1819"/>
                  </a:lnTo>
                  <a:lnTo>
                    <a:pt x="37999" y="1687"/>
                  </a:lnTo>
                  <a:lnTo>
                    <a:pt x="37419" y="1476"/>
                  </a:lnTo>
                  <a:lnTo>
                    <a:pt x="36839" y="1266"/>
                  </a:lnTo>
                  <a:lnTo>
                    <a:pt x="35469" y="844"/>
                  </a:lnTo>
                  <a:lnTo>
                    <a:pt x="34758" y="659"/>
                  </a:lnTo>
                  <a:lnTo>
                    <a:pt x="34073" y="475"/>
                  </a:lnTo>
                  <a:lnTo>
                    <a:pt x="33361" y="317"/>
                  </a:lnTo>
                  <a:lnTo>
                    <a:pt x="32650" y="185"/>
                  </a:lnTo>
                  <a:lnTo>
                    <a:pt x="31938" y="80"/>
                  </a:lnTo>
                  <a:lnTo>
                    <a:pt x="31200" y="27"/>
                  </a:lnTo>
                  <a:lnTo>
                    <a:pt x="30410" y="1"/>
                  </a:lnTo>
                  <a:close/>
                </a:path>
              </a:pathLst>
            </a:custGeom>
            <a:solidFill>
              <a:srgbClr val="2E2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104"/>
            <p:cNvSpPr/>
            <p:nvPr/>
          </p:nvSpPr>
          <p:spPr>
            <a:xfrm>
              <a:off x="1834875" y="1550000"/>
              <a:ext cx="326775" cy="368950"/>
            </a:xfrm>
            <a:custGeom>
              <a:rect b="b" l="l" r="r" t="t"/>
              <a:pathLst>
                <a:path extrusionOk="0" h="14758" w="13071">
                  <a:moveTo>
                    <a:pt x="10041" y="291"/>
                  </a:moveTo>
                  <a:lnTo>
                    <a:pt x="10489" y="317"/>
                  </a:lnTo>
                  <a:lnTo>
                    <a:pt x="10910" y="396"/>
                  </a:lnTo>
                  <a:lnTo>
                    <a:pt x="11279" y="528"/>
                  </a:lnTo>
                  <a:lnTo>
                    <a:pt x="11464" y="607"/>
                  </a:lnTo>
                  <a:lnTo>
                    <a:pt x="11622" y="712"/>
                  </a:lnTo>
                  <a:lnTo>
                    <a:pt x="11806" y="818"/>
                  </a:lnTo>
                  <a:lnTo>
                    <a:pt x="11938" y="949"/>
                  </a:lnTo>
                  <a:lnTo>
                    <a:pt x="12096" y="1107"/>
                  </a:lnTo>
                  <a:lnTo>
                    <a:pt x="12228" y="1266"/>
                  </a:lnTo>
                  <a:lnTo>
                    <a:pt x="12333" y="1424"/>
                  </a:lnTo>
                  <a:lnTo>
                    <a:pt x="12439" y="1608"/>
                  </a:lnTo>
                  <a:lnTo>
                    <a:pt x="12623" y="2003"/>
                  </a:lnTo>
                  <a:lnTo>
                    <a:pt x="12728" y="2425"/>
                  </a:lnTo>
                  <a:lnTo>
                    <a:pt x="12781" y="2873"/>
                  </a:lnTo>
                  <a:lnTo>
                    <a:pt x="12781" y="3321"/>
                  </a:lnTo>
                  <a:lnTo>
                    <a:pt x="12755" y="3558"/>
                  </a:lnTo>
                  <a:lnTo>
                    <a:pt x="12702" y="3795"/>
                  </a:lnTo>
                  <a:lnTo>
                    <a:pt x="12623" y="4164"/>
                  </a:lnTo>
                  <a:lnTo>
                    <a:pt x="12465" y="4533"/>
                  </a:lnTo>
                  <a:lnTo>
                    <a:pt x="12307" y="4902"/>
                  </a:lnTo>
                  <a:lnTo>
                    <a:pt x="12096" y="5271"/>
                  </a:lnTo>
                  <a:lnTo>
                    <a:pt x="11832" y="5640"/>
                  </a:lnTo>
                  <a:lnTo>
                    <a:pt x="11543" y="6009"/>
                  </a:lnTo>
                  <a:lnTo>
                    <a:pt x="11200" y="6378"/>
                  </a:lnTo>
                  <a:lnTo>
                    <a:pt x="10831" y="6747"/>
                  </a:lnTo>
                  <a:lnTo>
                    <a:pt x="10172" y="7326"/>
                  </a:lnTo>
                  <a:lnTo>
                    <a:pt x="9487" y="7906"/>
                  </a:lnTo>
                  <a:lnTo>
                    <a:pt x="8776" y="8486"/>
                  </a:lnTo>
                  <a:lnTo>
                    <a:pt x="8091" y="9118"/>
                  </a:lnTo>
                  <a:lnTo>
                    <a:pt x="7564" y="9645"/>
                  </a:lnTo>
                  <a:lnTo>
                    <a:pt x="7089" y="10198"/>
                  </a:lnTo>
                  <a:lnTo>
                    <a:pt x="6141" y="11305"/>
                  </a:lnTo>
                  <a:lnTo>
                    <a:pt x="5508" y="12096"/>
                  </a:lnTo>
                  <a:lnTo>
                    <a:pt x="4823" y="12886"/>
                  </a:lnTo>
                  <a:lnTo>
                    <a:pt x="4586" y="13123"/>
                  </a:lnTo>
                  <a:lnTo>
                    <a:pt x="4296" y="13387"/>
                  </a:lnTo>
                  <a:lnTo>
                    <a:pt x="4006" y="13650"/>
                  </a:lnTo>
                  <a:lnTo>
                    <a:pt x="3690" y="13888"/>
                  </a:lnTo>
                  <a:lnTo>
                    <a:pt x="3347" y="14098"/>
                  </a:lnTo>
                  <a:lnTo>
                    <a:pt x="2979" y="14283"/>
                  </a:lnTo>
                  <a:lnTo>
                    <a:pt x="2583" y="14415"/>
                  </a:lnTo>
                  <a:lnTo>
                    <a:pt x="2399" y="14441"/>
                  </a:lnTo>
                  <a:lnTo>
                    <a:pt x="2188" y="14467"/>
                  </a:lnTo>
                  <a:lnTo>
                    <a:pt x="1977" y="14467"/>
                  </a:lnTo>
                  <a:lnTo>
                    <a:pt x="1740" y="14441"/>
                  </a:lnTo>
                  <a:lnTo>
                    <a:pt x="1529" y="14388"/>
                  </a:lnTo>
                  <a:lnTo>
                    <a:pt x="1318" y="14309"/>
                  </a:lnTo>
                  <a:lnTo>
                    <a:pt x="1134" y="14230"/>
                  </a:lnTo>
                  <a:lnTo>
                    <a:pt x="950" y="14098"/>
                  </a:lnTo>
                  <a:lnTo>
                    <a:pt x="765" y="13967"/>
                  </a:lnTo>
                  <a:lnTo>
                    <a:pt x="607" y="13809"/>
                  </a:lnTo>
                  <a:lnTo>
                    <a:pt x="502" y="13677"/>
                  </a:lnTo>
                  <a:lnTo>
                    <a:pt x="423" y="13545"/>
                  </a:lnTo>
                  <a:lnTo>
                    <a:pt x="370" y="13413"/>
                  </a:lnTo>
                  <a:lnTo>
                    <a:pt x="317" y="13282"/>
                  </a:lnTo>
                  <a:lnTo>
                    <a:pt x="291" y="13123"/>
                  </a:lnTo>
                  <a:lnTo>
                    <a:pt x="264" y="12992"/>
                  </a:lnTo>
                  <a:lnTo>
                    <a:pt x="264" y="12834"/>
                  </a:lnTo>
                  <a:lnTo>
                    <a:pt x="291" y="12702"/>
                  </a:lnTo>
                  <a:lnTo>
                    <a:pt x="343" y="12544"/>
                  </a:lnTo>
                  <a:lnTo>
                    <a:pt x="396" y="12412"/>
                  </a:lnTo>
                  <a:lnTo>
                    <a:pt x="554" y="12122"/>
                  </a:lnTo>
                  <a:lnTo>
                    <a:pt x="739" y="11885"/>
                  </a:lnTo>
                  <a:lnTo>
                    <a:pt x="950" y="11621"/>
                  </a:lnTo>
                  <a:lnTo>
                    <a:pt x="1371" y="11173"/>
                  </a:lnTo>
                  <a:lnTo>
                    <a:pt x="2056" y="10357"/>
                  </a:lnTo>
                  <a:lnTo>
                    <a:pt x="2399" y="9961"/>
                  </a:lnTo>
                  <a:lnTo>
                    <a:pt x="2689" y="9540"/>
                  </a:lnTo>
                  <a:lnTo>
                    <a:pt x="2979" y="9118"/>
                  </a:lnTo>
                  <a:lnTo>
                    <a:pt x="3242" y="8670"/>
                  </a:lnTo>
                  <a:lnTo>
                    <a:pt x="3479" y="8196"/>
                  </a:lnTo>
                  <a:lnTo>
                    <a:pt x="3664" y="7695"/>
                  </a:lnTo>
                  <a:lnTo>
                    <a:pt x="3927" y="6905"/>
                  </a:lnTo>
                  <a:lnTo>
                    <a:pt x="4296" y="5824"/>
                  </a:lnTo>
                  <a:lnTo>
                    <a:pt x="4718" y="4770"/>
                  </a:lnTo>
                  <a:lnTo>
                    <a:pt x="4929" y="4243"/>
                  </a:lnTo>
                  <a:lnTo>
                    <a:pt x="5192" y="3716"/>
                  </a:lnTo>
                  <a:lnTo>
                    <a:pt x="5456" y="3215"/>
                  </a:lnTo>
                  <a:lnTo>
                    <a:pt x="5745" y="2741"/>
                  </a:lnTo>
                  <a:lnTo>
                    <a:pt x="6009" y="2320"/>
                  </a:lnTo>
                  <a:lnTo>
                    <a:pt x="6246" y="1977"/>
                  </a:lnTo>
                  <a:lnTo>
                    <a:pt x="6510" y="1661"/>
                  </a:lnTo>
                  <a:lnTo>
                    <a:pt x="6799" y="1371"/>
                  </a:lnTo>
                  <a:lnTo>
                    <a:pt x="6984" y="1213"/>
                  </a:lnTo>
                  <a:lnTo>
                    <a:pt x="7168" y="1081"/>
                  </a:lnTo>
                  <a:lnTo>
                    <a:pt x="7406" y="949"/>
                  </a:lnTo>
                  <a:lnTo>
                    <a:pt x="7643" y="818"/>
                  </a:lnTo>
                  <a:lnTo>
                    <a:pt x="7906" y="712"/>
                  </a:lnTo>
                  <a:lnTo>
                    <a:pt x="8170" y="607"/>
                  </a:lnTo>
                  <a:lnTo>
                    <a:pt x="8776" y="449"/>
                  </a:lnTo>
                  <a:lnTo>
                    <a:pt x="9118" y="370"/>
                  </a:lnTo>
                  <a:lnTo>
                    <a:pt x="9435" y="317"/>
                  </a:lnTo>
                  <a:lnTo>
                    <a:pt x="9751" y="291"/>
                  </a:lnTo>
                  <a:close/>
                  <a:moveTo>
                    <a:pt x="10041" y="1"/>
                  </a:moveTo>
                  <a:lnTo>
                    <a:pt x="9619" y="27"/>
                  </a:lnTo>
                  <a:lnTo>
                    <a:pt x="9197" y="80"/>
                  </a:lnTo>
                  <a:lnTo>
                    <a:pt x="8723" y="185"/>
                  </a:lnTo>
                  <a:lnTo>
                    <a:pt x="8091" y="343"/>
                  </a:lnTo>
                  <a:lnTo>
                    <a:pt x="7801" y="449"/>
                  </a:lnTo>
                  <a:lnTo>
                    <a:pt x="7511" y="580"/>
                  </a:lnTo>
                  <a:lnTo>
                    <a:pt x="7274" y="712"/>
                  </a:lnTo>
                  <a:lnTo>
                    <a:pt x="7037" y="844"/>
                  </a:lnTo>
                  <a:lnTo>
                    <a:pt x="6799" y="1002"/>
                  </a:lnTo>
                  <a:lnTo>
                    <a:pt x="6615" y="1160"/>
                  </a:lnTo>
                  <a:lnTo>
                    <a:pt x="6299" y="1476"/>
                  </a:lnTo>
                  <a:lnTo>
                    <a:pt x="6009" y="1845"/>
                  </a:lnTo>
                  <a:lnTo>
                    <a:pt x="5745" y="2214"/>
                  </a:lnTo>
                  <a:lnTo>
                    <a:pt x="5508" y="2583"/>
                  </a:lnTo>
                  <a:lnTo>
                    <a:pt x="5218" y="3084"/>
                  </a:lnTo>
                  <a:lnTo>
                    <a:pt x="4929" y="3584"/>
                  </a:lnTo>
                  <a:lnTo>
                    <a:pt x="4691" y="4111"/>
                  </a:lnTo>
                  <a:lnTo>
                    <a:pt x="4454" y="4638"/>
                  </a:lnTo>
                  <a:lnTo>
                    <a:pt x="4243" y="5192"/>
                  </a:lnTo>
                  <a:lnTo>
                    <a:pt x="4033" y="5745"/>
                  </a:lnTo>
                  <a:lnTo>
                    <a:pt x="3664" y="6826"/>
                  </a:lnTo>
                  <a:lnTo>
                    <a:pt x="3400" y="7616"/>
                  </a:lnTo>
                  <a:lnTo>
                    <a:pt x="3216" y="8090"/>
                  </a:lnTo>
                  <a:lnTo>
                    <a:pt x="3005" y="8565"/>
                  </a:lnTo>
                  <a:lnTo>
                    <a:pt x="2741" y="8986"/>
                  </a:lnTo>
                  <a:lnTo>
                    <a:pt x="2478" y="9408"/>
                  </a:lnTo>
                  <a:lnTo>
                    <a:pt x="2162" y="9803"/>
                  </a:lnTo>
                  <a:lnTo>
                    <a:pt x="1845" y="10198"/>
                  </a:lnTo>
                  <a:lnTo>
                    <a:pt x="1160" y="10989"/>
                  </a:lnTo>
                  <a:lnTo>
                    <a:pt x="739" y="11463"/>
                  </a:lnTo>
                  <a:lnTo>
                    <a:pt x="528" y="11700"/>
                  </a:lnTo>
                  <a:lnTo>
                    <a:pt x="317" y="11990"/>
                  </a:lnTo>
                  <a:lnTo>
                    <a:pt x="133" y="12307"/>
                  </a:lnTo>
                  <a:lnTo>
                    <a:pt x="80" y="12465"/>
                  </a:lnTo>
                  <a:lnTo>
                    <a:pt x="27" y="12649"/>
                  </a:lnTo>
                  <a:lnTo>
                    <a:pt x="1" y="12807"/>
                  </a:lnTo>
                  <a:lnTo>
                    <a:pt x="1" y="12992"/>
                  </a:lnTo>
                  <a:lnTo>
                    <a:pt x="1" y="13176"/>
                  </a:lnTo>
                  <a:lnTo>
                    <a:pt x="54" y="13334"/>
                  </a:lnTo>
                  <a:lnTo>
                    <a:pt x="106" y="13492"/>
                  </a:lnTo>
                  <a:lnTo>
                    <a:pt x="185" y="13677"/>
                  </a:lnTo>
                  <a:lnTo>
                    <a:pt x="291" y="13835"/>
                  </a:lnTo>
                  <a:lnTo>
                    <a:pt x="396" y="13993"/>
                  </a:lnTo>
                  <a:lnTo>
                    <a:pt x="554" y="14151"/>
                  </a:lnTo>
                  <a:lnTo>
                    <a:pt x="739" y="14309"/>
                  </a:lnTo>
                  <a:lnTo>
                    <a:pt x="950" y="14441"/>
                  </a:lnTo>
                  <a:lnTo>
                    <a:pt x="1160" y="14546"/>
                  </a:lnTo>
                  <a:lnTo>
                    <a:pt x="1371" y="14625"/>
                  </a:lnTo>
                  <a:lnTo>
                    <a:pt x="1608" y="14705"/>
                  </a:lnTo>
                  <a:lnTo>
                    <a:pt x="1845" y="14731"/>
                  </a:lnTo>
                  <a:lnTo>
                    <a:pt x="2056" y="14757"/>
                  </a:lnTo>
                  <a:lnTo>
                    <a:pt x="2188" y="14757"/>
                  </a:lnTo>
                  <a:lnTo>
                    <a:pt x="2425" y="14731"/>
                  </a:lnTo>
                  <a:lnTo>
                    <a:pt x="2636" y="14678"/>
                  </a:lnTo>
                  <a:lnTo>
                    <a:pt x="2847" y="14625"/>
                  </a:lnTo>
                  <a:lnTo>
                    <a:pt x="3058" y="14546"/>
                  </a:lnTo>
                  <a:lnTo>
                    <a:pt x="3453" y="14362"/>
                  </a:lnTo>
                  <a:lnTo>
                    <a:pt x="3822" y="14125"/>
                  </a:lnTo>
                  <a:lnTo>
                    <a:pt x="4164" y="13861"/>
                  </a:lnTo>
                  <a:lnTo>
                    <a:pt x="4481" y="13598"/>
                  </a:lnTo>
                  <a:lnTo>
                    <a:pt x="4770" y="13334"/>
                  </a:lnTo>
                  <a:lnTo>
                    <a:pt x="5008" y="13071"/>
                  </a:lnTo>
                  <a:lnTo>
                    <a:pt x="5719" y="12280"/>
                  </a:lnTo>
                  <a:lnTo>
                    <a:pt x="6351" y="11463"/>
                  </a:lnTo>
                  <a:lnTo>
                    <a:pt x="7274" y="10383"/>
                  </a:lnTo>
                  <a:lnTo>
                    <a:pt x="7774" y="9830"/>
                  </a:lnTo>
                  <a:lnTo>
                    <a:pt x="8275" y="9329"/>
                  </a:lnTo>
                  <a:lnTo>
                    <a:pt x="8960" y="8696"/>
                  </a:lnTo>
                  <a:lnTo>
                    <a:pt x="9672" y="8117"/>
                  </a:lnTo>
                  <a:lnTo>
                    <a:pt x="10357" y="7537"/>
                  </a:lnTo>
                  <a:lnTo>
                    <a:pt x="11016" y="6957"/>
                  </a:lnTo>
                  <a:lnTo>
                    <a:pt x="11411" y="6562"/>
                  </a:lnTo>
                  <a:lnTo>
                    <a:pt x="11753" y="6167"/>
                  </a:lnTo>
                  <a:lnTo>
                    <a:pt x="12070" y="5798"/>
                  </a:lnTo>
                  <a:lnTo>
                    <a:pt x="12333" y="5403"/>
                  </a:lnTo>
                  <a:lnTo>
                    <a:pt x="12544" y="5034"/>
                  </a:lnTo>
                  <a:lnTo>
                    <a:pt x="12728" y="4638"/>
                  </a:lnTo>
                  <a:lnTo>
                    <a:pt x="12887" y="4243"/>
                  </a:lnTo>
                  <a:lnTo>
                    <a:pt x="12992" y="3848"/>
                  </a:lnTo>
                  <a:lnTo>
                    <a:pt x="13018" y="3584"/>
                  </a:lnTo>
                  <a:lnTo>
                    <a:pt x="13045" y="3347"/>
                  </a:lnTo>
                  <a:lnTo>
                    <a:pt x="13071" y="3084"/>
                  </a:lnTo>
                  <a:lnTo>
                    <a:pt x="13071" y="2847"/>
                  </a:lnTo>
                  <a:lnTo>
                    <a:pt x="13045" y="2609"/>
                  </a:lnTo>
                  <a:lnTo>
                    <a:pt x="12992" y="2372"/>
                  </a:lnTo>
                  <a:lnTo>
                    <a:pt x="12939" y="2135"/>
                  </a:lnTo>
                  <a:lnTo>
                    <a:pt x="12860" y="1898"/>
                  </a:lnTo>
                  <a:lnTo>
                    <a:pt x="12781" y="1687"/>
                  </a:lnTo>
                  <a:lnTo>
                    <a:pt x="12676" y="1476"/>
                  </a:lnTo>
                  <a:lnTo>
                    <a:pt x="12570" y="1266"/>
                  </a:lnTo>
                  <a:lnTo>
                    <a:pt x="12439" y="1081"/>
                  </a:lnTo>
                  <a:lnTo>
                    <a:pt x="12280" y="923"/>
                  </a:lnTo>
                  <a:lnTo>
                    <a:pt x="12122" y="738"/>
                  </a:lnTo>
                  <a:lnTo>
                    <a:pt x="11964" y="607"/>
                  </a:lnTo>
                  <a:lnTo>
                    <a:pt x="11780" y="475"/>
                  </a:lnTo>
                  <a:lnTo>
                    <a:pt x="11490" y="317"/>
                  </a:lnTo>
                  <a:lnTo>
                    <a:pt x="11174" y="185"/>
                  </a:lnTo>
                  <a:lnTo>
                    <a:pt x="10805" y="80"/>
                  </a:lnTo>
                  <a:lnTo>
                    <a:pt x="10436" y="27"/>
                  </a:lnTo>
                  <a:lnTo>
                    <a:pt x="10041" y="1"/>
                  </a:lnTo>
                  <a:close/>
                </a:path>
              </a:pathLst>
            </a:custGeom>
            <a:solidFill>
              <a:srgbClr val="2E2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104"/>
            <p:cNvSpPr/>
            <p:nvPr/>
          </p:nvSpPr>
          <p:spPr>
            <a:xfrm>
              <a:off x="1480475" y="2067150"/>
              <a:ext cx="380775" cy="492125"/>
            </a:xfrm>
            <a:custGeom>
              <a:rect b="b" l="l" r="r" t="t"/>
              <a:pathLst>
                <a:path extrusionOk="0" h="19685" w="15231">
                  <a:moveTo>
                    <a:pt x="13386" y="290"/>
                  </a:moveTo>
                  <a:lnTo>
                    <a:pt x="13624" y="316"/>
                  </a:lnTo>
                  <a:lnTo>
                    <a:pt x="13861" y="369"/>
                  </a:lnTo>
                  <a:lnTo>
                    <a:pt x="14098" y="448"/>
                  </a:lnTo>
                  <a:lnTo>
                    <a:pt x="14361" y="580"/>
                  </a:lnTo>
                  <a:lnTo>
                    <a:pt x="14493" y="685"/>
                  </a:lnTo>
                  <a:lnTo>
                    <a:pt x="14599" y="791"/>
                  </a:lnTo>
                  <a:lnTo>
                    <a:pt x="14704" y="949"/>
                  </a:lnTo>
                  <a:lnTo>
                    <a:pt x="14809" y="1107"/>
                  </a:lnTo>
                  <a:lnTo>
                    <a:pt x="14888" y="1344"/>
                  </a:lnTo>
                  <a:lnTo>
                    <a:pt x="14941" y="1608"/>
                  </a:lnTo>
                  <a:lnTo>
                    <a:pt x="14967" y="1897"/>
                  </a:lnTo>
                  <a:lnTo>
                    <a:pt x="14941" y="2161"/>
                  </a:lnTo>
                  <a:lnTo>
                    <a:pt x="14888" y="2451"/>
                  </a:lnTo>
                  <a:lnTo>
                    <a:pt x="14836" y="2714"/>
                  </a:lnTo>
                  <a:lnTo>
                    <a:pt x="14678" y="3241"/>
                  </a:lnTo>
                  <a:lnTo>
                    <a:pt x="14309" y="4243"/>
                  </a:lnTo>
                  <a:lnTo>
                    <a:pt x="13940" y="5244"/>
                  </a:lnTo>
                  <a:lnTo>
                    <a:pt x="13518" y="6219"/>
                  </a:lnTo>
                  <a:lnTo>
                    <a:pt x="13097" y="7194"/>
                  </a:lnTo>
                  <a:lnTo>
                    <a:pt x="12649" y="8143"/>
                  </a:lnTo>
                  <a:lnTo>
                    <a:pt x="12148" y="9091"/>
                  </a:lnTo>
                  <a:lnTo>
                    <a:pt x="11647" y="10040"/>
                  </a:lnTo>
                  <a:lnTo>
                    <a:pt x="11120" y="10962"/>
                  </a:lnTo>
                  <a:lnTo>
                    <a:pt x="10567" y="11858"/>
                  </a:lnTo>
                  <a:lnTo>
                    <a:pt x="9987" y="12754"/>
                  </a:lnTo>
                  <a:lnTo>
                    <a:pt x="9381" y="13624"/>
                  </a:lnTo>
                  <a:lnTo>
                    <a:pt x="8775" y="14493"/>
                  </a:lnTo>
                  <a:lnTo>
                    <a:pt x="8143" y="15336"/>
                  </a:lnTo>
                  <a:lnTo>
                    <a:pt x="7457" y="16180"/>
                  </a:lnTo>
                  <a:lnTo>
                    <a:pt x="6772" y="16970"/>
                  </a:lnTo>
                  <a:lnTo>
                    <a:pt x="6087" y="17761"/>
                  </a:lnTo>
                  <a:lnTo>
                    <a:pt x="5586" y="18288"/>
                  </a:lnTo>
                  <a:lnTo>
                    <a:pt x="5323" y="18525"/>
                  </a:lnTo>
                  <a:lnTo>
                    <a:pt x="5059" y="18762"/>
                  </a:lnTo>
                  <a:lnTo>
                    <a:pt x="4770" y="18947"/>
                  </a:lnTo>
                  <a:lnTo>
                    <a:pt x="4453" y="19131"/>
                  </a:lnTo>
                  <a:lnTo>
                    <a:pt x="4137" y="19289"/>
                  </a:lnTo>
                  <a:lnTo>
                    <a:pt x="3795" y="19368"/>
                  </a:lnTo>
                  <a:lnTo>
                    <a:pt x="3610" y="19421"/>
                  </a:lnTo>
                  <a:lnTo>
                    <a:pt x="3426" y="19421"/>
                  </a:lnTo>
                  <a:lnTo>
                    <a:pt x="3215" y="19394"/>
                  </a:lnTo>
                  <a:lnTo>
                    <a:pt x="3004" y="19368"/>
                  </a:lnTo>
                  <a:lnTo>
                    <a:pt x="2820" y="19315"/>
                  </a:lnTo>
                  <a:lnTo>
                    <a:pt x="2635" y="19263"/>
                  </a:lnTo>
                  <a:lnTo>
                    <a:pt x="2451" y="19157"/>
                  </a:lnTo>
                  <a:lnTo>
                    <a:pt x="2293" y="19052"/>
                  </a:lnTo>
                  <a:lnTo>
                    <a:pt x="2108" y="18920"/>
                  </a:lnTo>
                  <a:lnTo>
                    <a:pt x="1950" y="18709"/>
                  </a:lnTo>
                  <a:lnTo>
                    <a:pt x="1897" y="18604"/>
                  </a:lnTo>
                  <a:lnTo>
                    <a:pt x="1818" y="18472"/>
                  </a:lnTo>
                  <a:lnTo>
                    <a:pt x="1792" y="18340"/>
                  </a:lnTo>
                  <a:lnTo>
                    <a:pt x="1766" y="18182"/>
                  </a:lnTo>
                  <a:lnTo>
                    <a:pt x="1766" y="17945"/>
                  </a:lnTo>
                  <a:lnTo>
                    <a:pt x="1792" y="17734"/>
                  </a:lnTo>
                  <a:lnTo>
                    <a:pt x="1924" y="17260"/>
                  </a:lnTo>
                  <a:lnTo>
                    <a:pt x="2003" y="16970"/>
                  </a:lnTo>
                  <a:lnTo>
                    <a:pt x="2055" y="16680"/>
                  </a:lnTo>
                  <a:lnTo>
                    <a:pt x="2108" y="16390"/>
                  </a:lnTo>
                  <a:lnTo>
                    <a:pt x="2082" y="16259"/>
                  </a:lnTo>
                  <a:lnTo>
                    <a:pt x="2082" y="16101"/>
                  </a:lnTo>
                  <a:lnTo>
                    <a:pt x="2029" y="15943"/>
                  </a:lnTo>
                  <a:lnTo>
                    <a:pt x="1976" y="15811"/>
                  </a:lnTo>
                  <a:lnTo>
                    <a:pt x="1845" y="15574"/>
                  </a:lnTo>
                  <a:lnTo>
                    <a:pt x="1660" y="15336"/>
                  </a:lnTo>
                  <a:lnTo>
                    <a:pt x="1423" y="15152"/>
                  </a:lnTo>
                  <a:lnTo>
                    <a:pt x="1160" y="14968"/>
                  </a:lnTo>
                  <a:lnTo>
                    <a:pt x="896" y="14836"/>
                  </a:lnTo>
                  <a:lnTo>
                    <a:pt x="606" y="14704"/>
                  </a:lnTo>
                  <a:lnTo>
                    <a:pt x="290" y="14572"/>
                  </a:lnTo>
                  <a:lnTo>
                    <a:pt x="264" y="14361"/>
                  </a:lnTo>
                  <a:lnTo>
                    <a:pt x="290" y="14177"/>
                  </a:lnTo>
                  <a:lnTo>
                    <a:pt x="316" y="13966"/>
                  </a:lnTo>
                  <a:lnTo>
                    <a:pt x="395" y="13782"/>
                  </a:lnTo>
                  <a:lnTo>
                    <a:pt x="501" y="13597"/>
                  </a:lnTo>
                  <a:lnTo>
                    <a:pt x="606" y="13439"/>
                  </a:lnTo>
                  <a:lnTo>
                    <a:pt x="712" y="13281"/>
                  </a:lnTo>
                  <a:lnTo>
                    <a:pt x="843" y="13176"/>
                  </a:lnTo>
                  <a:lnTo>
                    <a:pt x="1160" y="12886"/>
                  </a:lnTo>
                  <a:lnTo>
                    <a:pt x="1502" y="12649"/>
                  </a:lnTo>
                  <a:lnTo>
                    <a:pt x="1845" y="12385"/>
                  </a:lnTo>
                  <a:lnTo>
                    <a:pt x="2187" y="12174"/>
                  </a:lnTo>
                  <a:lnTo>
                    <a:pt x="2925" y="11726"/>
                  </a:lnTo>
                  <a:lnTo>
                    <a:pt x="3663" y="11331"/>
                  </a:lnTo>
                  <a:lnTo>
                    <a:pt x="4691" y="10751"/>
                  </a:lnTo>
                  <a:lnTo>
                    <a:pt x="5218" y="10435"/>
                  </a:lnTo>
                  <a:lnTo>
                    <a:pt x="5718" y="10093"/>
                  </a:lnTo>
                  <a:lnTo>
                    <a:pt x="6193" y="9750"/>
                  </a:lnTo>
                  <a:lnTo>
                    <a:pt x="6667" y="9328"/>
                  </a:lnTo>
                  <a:lnTo>
                    <a:pt x="7088" y="8880"/>
                  </a:lnTo>
                  <a:lnTo>
                    <a:pt x="7299" y="8643"/>
                  </a:lnTo>
                  <a:lnTo>
                    <a:pt x="7484" y="8380"/>
                  </a:lnTo>
                  <a:lnTo>
                    <a:pt x="7721" y="8037"/>
                  </a:lnTo>
                  <a:lnTo>
                    <a:pt x="7932" y="7668"/>
                  </a:lnTo>
                  <a:lnTo>
                    <a:pt x="8143" y="7299"/>
                  </a:lnTo>
                  <a:lnTo>
                    <a:pt x="8327" y="6904"/>
                  </a:lnTo>
                  <a:lnTo>
                    <a:pt x="8696" y="6087"/>
                  </a:lnTo>
                  <a:lnTo>
                    <a:pt x="9038" y="5244"/>
                  </a:lnTo>
                  <a:lnTo>
                    <a:pt x="9302" y="4559"/>
                  </a:lnTo>
                  <a:lnTo>
                    <a:pt x="9592" y="3900"/>
                  </a:lnTo>
                  <a:lnTo>
                    <a:pt x="9908" y="3241"/>
                  </a:lnTo>
                  <a:lnTo>
                    <a:pt x="10224" y="2609"/>
                  </a:lnTo>
                  <a:lnTo>
                    <a:pt x="10593" y="2029"/>
                  </a:lnTo>
                  <a:lnTo>
                    <a:pt x="10804" y="1739"/>
                  </a:lnTo>
                  <a:lnTo>
                    <a:pt x="11015" y="1502"/>
                  </a:lnTo>
                  <a:lnTo>
                    <a:pt x="11252" y="1239"/>
                  </a:lnTo>
                  <a:lnTo>
                    <a:pt x="11489" y="1028"/>
                  </a:lnTo>
                  <a:lnTo>
                    <a:pt x="11753" y="817"/>
                  </a:lnTo>
                  <a:lnTo>
                    <a:pt x="12016" y="633"/>
                  </a:lnTo>
                  <a:lnTo>
                    <a:pt x="12227" y="501"/>
                  </a:lnTo>
                  <a:lnTo>
                    <a:pt x="12438" y="422"/>
                  </a:lnTo>
                  <a:lnTo>
                    <a:pt x="12675" y="343"/>
                  </a:lnTo>
                  <a:lnTo>
                    <a:pt x="12912" y="290"/>
                  </a:lnTo>
                  <a:close/>
                  <a:moveTo>
                    <a:pt x="13149" y="0"/>
                  </a:moveTo>
                  <a:lnTo>
                    <a:pt x="12886" y="27"/>
                  </a:lnTo>
                  <a:lnTo>
                    <a:pt x="12622" y="79"/>
                  </a:lnTo>
                  <a:lnTo>
                    <a:pt x="12359" y="158"/>
                  </a:lnTo>
                  <a:lnTo>
                    <a:pt x="12122" y="264"/>
                  </a:lnTo>
                  <a:lnTo>
                    <a:pt x="11884" y="395"/>
                  </a:lnTo>
                  <a:lnTo>
                    <a:pt x="11595" y="580"/>
                  </a:lnTo>
                  <a:lnTo>
                    <a:pt x="11331" y="817"/>
                  </a:lnTo>
                  <a:lnTo>
                    <a:pt x="11067" y="1028"/>
                  </a:lnTo>
                  <a:lnTo>
                    <a:pt x="10830" y="1291"/>
                  </a:lnTo>
                  <a:lnTo>
                    <a:pt x="10620" y="1555"/>
                  </a:lnTo>
                  <a:lnTo>
                    <a:pt x="10409" y="1845"/>
                  </a:lnTo>
                  <a:lnTo>
                    <a:pt x="10198" y="2135"/>
                  </a:lnTo>
                  <a:lnTo>
                    <a:pt x="10013" y="2451"/>
                  </a:lnTo>
                  <a:lnTo>
                    <a:pt x="9671" y="3083"/>
                  </a:lnTo>
                  <a:lnTo>
                    <a:pt x="9355" y="3768"/>
                  </a:lnTo>
                  <a:lnTo>
                    <a:pt x="9065" y="4453"/>
                  </a:lnTo>
                  <a:lnTo>
                    <a:pt x="8775" y="5139"/>
                  </a:lnTo>
                  <a:lnTo>
                    <a:pt x="8432" y="5982"/>
                  </a:lnTo>
                  <a:lnTo>
                    <a:pt x="8063" y="6799"/>
                  </a:lnTo>
                  <a:lnTo>
                    <a:pt x="7879" y="7168"/>
                  </a:lnTo>
                  <a:lnTo>
                    <a:pt x="7695" y="7537"/>
                  </a:lnTo>
                  <a:lnTo>
                    <a:pt x="7484" y="7879"/>
                  </a:lnTo>
                  <a:lnTo>
                    <a:pt x="7273" y="8222"/>
                  </a:lnTo>
                  <a:lnTo>
                    <a:pt x="7088" y="8459"/>
                  </a:lnTo>
                  <a:lnTo>
                    <a:pt x="6878" y="8696"/>
                  </a:lnTo>
                  <a:lnTo>
                    <a:pt x="6456" y="9144"/>
                  </a:lnTo>
                  <a:lnTo>
                    <a:pt x="6008" y="9539"/>
                  </a:lnTo>
                  <a:lnTo>
                    <a:pt x="5534" y="9882"/>
                  </a:lnTo>
                  <a:lnTo>
                    <a:pt x="5059" y="10224"/>
                  </a:lnTo>
                  <a:lnTo>
                    <a:pt x="4559" y="10514"/>
                  </a:lnTo>
                  <a:lnTo>
                    <a:pt x="3531" y="11094"/>
                  </a:lnTo>
                  <a:lnTo>
                    <a:pt x="2793" y="11516"/>
                  </a:lnTo>
                  <a:lnTo>
                    <a:pt x="2055" y="11937"/>
                  </a:lnTo>
                  <a:lnTo>
                    <a:pt x="1687" y="12174"/>
                  </a:lnTo>
                  <a:lnTo>
                    <a:pt x="1344" y="12411"/>
                  </a:lnTo>
                  <a:lnTo>
                    <a:pt x="1001" y="12675"/>
                  </a:lnTo>
                  <a:lnTo>
                    <a:pt x="659" y="12965"/>
                  </a:lnTo>
                  <a:lnTo>
                    <a:pt x="474" y="13149"/>
                  </a:lnTo>
                  <a:lnTo>
                    <a:pt x="316" y="13360"/>
                  </a:lnTo>
                  <a:lnTo>
                    <a:pt x="185" y="13597"/>
                  </a:lnTo>
                  <a:lnTo>
                    <a:pt x="79" y="13808"/>
                  </a:lnTo>
                  <a:lnTo>
                    <a:pt x="26" y="14045"/>
                  </a:lnTo>
                  <a:lnTo>
                    <a:pt x="0" y="14282"/>
                  </a:lnTo>
                  <a:lnTo>
                    <a:pt x="0" y="14493"/>
                  </a:lnTo>
                  <a:lnTo>
                    <a:pt x="53" y="14704"/>
                  </a:lnTo>
                  <a:lnTo>
                    <a:pt x="79" y="14783"/>
                  </a:lnTo>
                  <a:lnTo>
                    <a:pt x="132" y="14809"/>
                  </a:lnTo>
                  <a:lnTo>
                    <a:pt x="685" y="15047"/>
                  </a:lnTo>
                  <a:lnTo>
                    <a:pt x="949" y="15178"/>
                  </a:lnTo>
                  <a:lnTo>
                    <a:pt x="1212" y="15310"/>
                  </a:lnTo>
                  <a:lnTo>
                    <a:pt x="1423" y="15495"/>
                  </a:lnTo>
                  <a:lnTo>
                    <a:pt x="1581" y="15679"/>
                  </a:lnTo>
                  <a:lnTo>
                    <a:pt x="1713" y="15916"/>
                  </a:lnTo>
                  <a:lnTo>
                    <a:pt x="1766" y="16022"/>
                  </a:lnTo>
                  <a:lnTo>
                    <a:pt x="1792" y="16153"/>
                  </a:lnTo>
                  <a:lnTo>
                    <a:pt x="1818" y="16390"/>
                  </a:lnTo>
                  <a:lnTo>
                    <a:pt x="1792" y="16654"/>
                  </a:lnTo>
                  <a:lnTo>
                    <a:pt x="1739" y="16917"/>
                  </a:lnTo>
                  <a:lnTo>
                    <a:pt x="1660" y="17181"/>
                  </a:lnTo>
                  <a:lnTo>
                    <a:pt x="1581" y="17418"/>
                  </a:lnTo>
                  <a:lnTo>
                    <a:pt x="1528" y="17682"/>
                  </a:lnTo>
                  <a:lnTo>
                    <a:pt x="1502" y="17945"/>
                  </a:lnTo>
                  <a:lnTo>
                    <a:pt x="1502" y="18209"/>
                  </a:lnTo>
                  <a:lnTo>
                    <a:pt x="1502" y="18367"/>
                  </a:lnTo>
                  <a:lnTo>
                    <a:pt x="1555" y="18499"/>
                  </a:lnTo>
                  <a:lnTo>
                    <a:pt x="1607" y="18657"/>
                  </a:lnTo>
                  <a:lnTo>
                    <a:pt x="1687" y="18788"/>
                  </a:lnTo>
                  <a:lnTo>
                    <a:pt x="1766" y="18920"/>
                  </a:lnTo>
                  <a:lnTo>
                    <a:pt x="1871" y="19052"/>
                  </a:lnTo>
                  <a:lnTo>
                    <a:pt x="2003" y="19157"/>
                  </a:lnTo>
                  <a:lnTo>
                    <a:pt x="2135" y="19289"/>
                  </a:lnTo>
                  <a:lnTo>
                    <a:pt x="2424" y="19447"/>
                  </a:lnTo>
                  <a:lnTo>
                    <a:pt x="2741" y="19579"/>
                  </a:lnTo>
                  <a:lnTo>
                    <a:pt x="3083" y="19658"/>
                  </a:lnTo>
                  <a:lnTo>
                    <a:pt x="3426" y="19684"/>
                  </a:lnTo>
                  <a:lnTo>
                    <a:pt x="3637" y="19684"/>
                  </a:lnTo>
                  <a:lnTo>
                    <a:pt x="3874" y="19658"/>
                  </a:lnTo>
                  <a:lnTo>
                    <a:pt x="4243" y="19553"/>
                  </a:lnTo>
                  <a:lnTo>
                    <a:pt x="4585" y="19394"/>
                  </a:lnTo>
                  <a:lnTo>
                    <a:pt x="4901" y="19210"/>
                  </a:lnTo>
                  <a:lnTo>
                    <a:pt x="5218" y="18973"/>
                  </a:lnTo>
                  <a:lnTo>
                    <a:pt x="5507" y="18736"/>
                  </a:lnTo>
                  <a:lnTo>
                    <a:pt x="5771" y="18472"/>
                  </a:lnTo>
                  <a:lnTo>
                    <a:pt x="6272" y="17945"/>
                  </a:lnTo>
                  <a:lnTo>
                    <a:pt x="6983" y="17155"/>
                  </a:lnTo>
                  <a:lnTo>
                    <a:pt x="7668" y="16338"/>
                  </a:lnTo>
                  <a:lnTo>
                    <a:pt x="8353" y="15521"/>
                  </a:lnTo>
                  <a:lnTo>
                    <a:pt x="8986" y="14651"/>
                  </a:lnTo>
                  <a:lnTo>
                    <a:pt x="9618" y="13782"/>
                  </a:lnTo>
                  <a:lnTo>
                    <a:pt x="10224" y="12912"/>
                  </a:lnTo>
                  <a:lnTo>
                    <a:pt x="10804" y="12016"/>
                  </a:lnTo>
                  <a:lnTo>
                    <a:pt x="11357" y="11094"/>
                  </a:lnTo>
                  <a:lnTo>
                    <a:pt x="11884" y="10172"/>
                  </a:lnTo>
                  <a:lnTo>
                    <a:pt x="12411" y="9223"/>
                  </a:lnTo>
                  <a:lnTo>
                    <a:pt x="12886" y="8274"/>
                  </a:lnTo>
                  <a:lnTo>
                    <a:pt x="13334" y="7299"/>
                  </a:lnTo>
                  <a:lnTo>
                    <a:pt x="13782" y="6324"/>
                  </a:lnTo>
                  <a:lnTo>
                    <a:pt x="14177" y="5349"/>
                  </a:lnTo>
                  <a:lnTo>
                    <a:pt x="14572" y="4348"/>
                  </a:lnTo>
                  <a:lnTo>
                    <a:pt x="14915" y="3347"/>
                  </a:lnTo>
                  <a:lnTo>
                    <a:pt x="15099" y="2741"/>
                  </a:lnTo>
                  <a:lnTo>
                    <a:pt x="15178" y="2424"/>
                  </a:lnTo>
                  <a:lnTo>
                    <a:pt x="15231" y="2135"/>
                  </a:lnTo>
                  <a:lnTo>
                    <a:pt x="15231" y="1818"/>
                  </a:lnTo>
                  <a:lnTo>
                    <a:pt x="15205" y="1529"/>
                  </a:lnTo>
                  <a:lnTo>
                    <a:pt x="15152" y="1239"/>
                  </a:lnTo>
                  <a:lnTo>
                    <a:pt x="15046" y="975"/>
                  </a:lnTo>
                  <a:lnTo>
                    <a:pt x="14967" y="817"/>
                  </a:lnTo>
                  <a:lnTo>
                    <a:pt x="14862" y="685"/>
                  </a:lnTo>
                  <a:lnTo>
                    <a:pt x="14730" y="554"/>
                  </a:lnTo>
                  <a:lnTo>
                    <a:pt x="14599" y="422"/>
                  </a:lnTo>
                  <a:lnTo>
                    <a:pt x="14440" y="316"/>
                  </a:lnTo>
                  <a:lnTo>
                    <a:pt x="14282" y="237"/>
                  </a:lnTo>
                  <a:lnTo>
                    <a:pt x="14124" y="158"/>
                  </a:lnTo>
                  <a:lnTo>
                    <a:pt x="13913" y="79"/>
                  </a:lnTo>
                  <a:lnTo>
                    <a:pt x="13676" y="27"/>
                  </a:lnTo>
                  <a:lnTo>
                    <a:pt x="13413" y="0"/>
                  </a:lnTo>
                  <a:close/>
                </a:path>
              </a:pathLst>
            </a:custGeom>
            <a:solidFill>
              <a:srgbClr val="2E2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104"/>
            <p:cNvSpPr/>
            <p:nvPr/>
          </p:nvSpPr>
          <p:spPr>
            <a:xfrm>
              <a:off x="1556875" y="2322100"/>
              <a:ext cx="160125" cy="170625"/>
            </a:xfrm>
            <a:custGeom>
              <a:rect b="b" l="l" r="r" t="t"/>
              <a:pathLst>
                <a:path extrusionOk="0" h="6825" w="6405">
                  <a:moveTo>
                    <a:pt x="5798" y="264"/>
                  </a:moveTo>
                  <a:lnTo>
                    <a:pt x="6062" y="290"/>
                  </a:lnTo>
                  <a:lnTo>
                    <a:pt x="6141" y="316"/>
                  </a:lnTo>
                  <a:lnTo>
                    <a:pt x="6088" y="369"/>
                  </a:lnTo>
                  <a:lnTo>
                    <a:pt x="4744" y="2635"/>
                  </a:lnTo>
                  <a:lnTo>
                    <a:pt x="4191" y="3557"/>
                  </a:lnTo>
                  <a:lnTo>
                    <a:pt x="3585" y="4480"/>
                  </a:lnTo>
                  <a:lnTo>
                    <a:pt x="3268" y="4928"/>
                  </a:lnTo>
                  <a:lnTo>
                    <a:pt x="2952" y="5349"/>
                  </a:lnTo>
                  <a:lnTo>
                    <a:pt x="2583" y="5771"/>
                  </a:lnTo>
                  <a:lnTo>
                    <a:pt x="2214" y="6166"/>
                  </a:lnTo>
                  <a:lnTo>
                    <a:pt x="1977" y="6377"/>
                  </a:lnTo>
                  <a:lnTo>
                    <a:pt x="1845" y="6482"/>
                  </a:lnTo>
                  <a:lnTo>
                    <a:pt x="1687" y="6535"/>
                  </a:lnTo>
                  <a:lnTo>
                    <a:pt x="1424" y="6535"/>
                  </a:lnTo>
                  <a:lnTo>
                    <a:pt x="1318" y="6456"/>
                  </a:lnTo>
                  <a:lnTo>
                    <a:pt x="1266" y="6377"/>
                  </a:lnTo>
                  <a:lnTo>
                    <a:pt x="1239" y="6298"/>
                  </a:lnTo>
                  <a:lnTo>
                    <a:pt x="1239" y="6192"/>
                  </a:lnTo>
                  <a:lnTo>
                    <a:pt x="1266" y="5982"/>
                  </a:lnTo>
                  <a:lnTo>
                    <a:pt x="1345" y="5613"/>
                  </a:lnTo>
                  <a:lnTo>
                    <a:pt x="1345" y="5402"/>
                  </a:lnTo>
                  <a:lnTo>
                    <a:pt x="1345" y="5191"/>
                  </a:lnTo>
                  <a:lnTo>
                    <a:pt x="1266" y="4954"/>
                  </a:lnTo>
                  <a:lnTo>
                    <a:pt x="1160" y="4770"/>
                  </a:lnTo>
                  <a:lnTo>
                    <a:pt x="1002" y="4611"/>
                  </a:lnTo>
                  <a:lnTo>
                    <a:pt x="897" y="4559"/>
                  </a:lnTo>
                  <a:lnTo>
                    <a:pt x="818" y="4532"/>
                  </a:lnTo>
                  <a:lnTo>
                    <a:pt x="633" y="4480"/>
                  </a:lnTo>
                  <a:lnTo>
                    <a:pt x="528" y="4480"/>
                  </a:lnTo>
                  <a:lnTo>
                    <a:pt x="449" y="4453"/>
                  </a:lnTo>
                  <a:lnTo>
                    <a:pt x="370" y="4374"/>
                  </a:lnTo>
                  <a:lnTo>
                    <a:pt x="317" y="4295"/>
                  </a:lnTo>
                  <a:lnTo>
                    <a:pt x="291" y="4190"/>
                  </a:lnTo>
                  <a:lnTo>
                    <a:pt x="264" y="4111"/>
                  </a:lnTo>
                  <a:lnTo>
                    <a:pt x="264" y="3821"/>
                  </a:lnTo>
                  <a:lnTo>
                    <a:pt x="317" y="3584"/>
                  </a:lnTo>
                  <a:lnTo>
                    <a:pt x="396" y="3347"/>
                  </a:lnTo>
                  <a:lnTo>
                    <a:pt x="554" y="3136"/>
                  </a:lnTo>
                  <a:lnTo>
                    <a:pt x="660" y="3004"/>
                  </a:lnTo>
                  <a:lnTo>
                    <a:pt x="765" y="2925"/>
                  </a:lnTo>
                  <a:lnTo>
                    <a:pt x="897" y="2820"/>
                  </a:lnTo>
                  <a:lnTo>
                    <a:pt x="1028" y="2741"/>
                  </a:lnTo>
                  <a:lnTo>
                    <a:pt x="1318" y="2635"/>
                  </a:lnTo>
                  <a:lnTo>
                    <a:pt x="1661" y="2582"/>
                  </a:lnTo>
                  <a:lnTo>
                    <a:pt x="2003" y="2556"/>
                  </a:lnTo>
                  <a:lnTo>
                    <a:pt x="2293" y="2477"/>
                  </a:lnTo>
                  <a:lnTo>
                    <a:pt x="2583" y="2372"/>
                  </a:lnTo>
                  <a:lnTo>
                    <a:pt x="2820" y="2240"/>
                  </a:lnTo>
                  <a:lnTo>
                    <a:pt x="3058" y="2055"/>
                  </a:lnTo>
                  <a:lnTo>
                    <a:pt x="3295" y="1871"/>
                  </a:lnTo>
                  <a:lnTo>
                    <a:pt x="3769" y="1449"/>
                  </a:lnTo>
                  <a:lnTo>
                    <a:pt x="3927" y="1291"/>
                  </a:lnTo>
                  <a:lnTo>
                    <a:pt x="4217" y="1028"/>
                  </a:lnTo>
                  <a:lnTo>
                    <a:pt x="4507" y="791"/>
                  </a:lnTo>
                  <a:lnTo>
                    <a:pt x="4770" y="606"/>
                  </a:lnTo>
                  <a:lnTo>
                    <a:pt x="5034" y="474"/>
                  </a:lnTo>
                  <a:lnTo>
                    <a:pt x="5297" y="369"/>
                  </a:lnTo>
                  <a:lnTo>
                    <a:pt x="5561" y="290"/>
                  </a:lnTo>
                  <a:lnTo>
                    <a:pt x="5798" y="264"/>
                  </a:lnTo>
                  <a:close/>
                  <a:moveTo>
                    <a:pt x="5719" y="0"/>
                  </a:moveTo>
                  <a:lnTo>
                    <a:pt x="5376" y="53"/>
                  </a:lnTo>
                  <a:lnTo>
                    <a:pt x="5060" y="158"/>
                  </a:lnTo>
                  <a:lnTo>
                    <a:pt x="4744" y="316"/>
                  </a:lnTo>
                  <a:lnTo>
                    <a:pt x="4454" y="501"/>
                  </a:lnTo>
                  <a:lnTo>
                    <a:pt x="4191" y="685"/>
                  </a:lnTo>
                  <a:lnTo>
                    <a:pt x="3953" y="896"/>
                  </a:lnTo>
                  <a:lnTo>
                    <a:pt x="3716" y="1107"/>
                  </a:lnTo>
                  <a:lnTo>
                    <a:pt x="3558" y="1238"/>
                  </a:lnTo>
                  <a:lnTo>
                    <a:pt x="3137" y="1660"/>
                  </a:lnTo>
                  <a:lnTo>
                    <a:pt x="2926" y="1845"/>
                  </a:lnTo>
                  <a:lnTo>
                    <a:pt x="2689" y="1976"/>
                  </a:lnTo>
                  <a:lnTo>
                    <a:pt x="2478" y="2108"/>
                  </a:lnTo>
                  <a:lnTo>
                    <a:pt x="2214" y="2213"/>
                  </a:lnTo>
                  <a:lnTo>
                    <a:pt x="1951" y="2293"/>
                  </a:lnTo>
                  <a:lnTo>
                    <a:pt x="1635" y="2319"/>
                  </a:lnTo>
                  <a:lnTo>
                    <a:pt x="1450" y="2345"/>
                  </a:lnTo>
                  <a:lnTo>
                    <a:pt x="1266" y="2372"/>
                  </a:lnTo>
                  <a:lnTo>
                    <a:pt x="1081" y="2424"/>
                  </a:lnTo>
                  <a:lnTo>
                    <a:pt x="897" y="2503"/>
                  </a:lnTo>
                  <a:lnTo>
                    <a:pt x="739" y="2582"/>
                  </a:lnTo>
                  <a:lnTo>
                    <a:pt x="607" y="2688"/>
                  </a:lnTo>
                  <a:lnTo>
                    <a:pt x="449" y="2820"/>
                  </a:lnTo>
                  <a:lnTo>
                    <a:pt x="343" y="2951"/>
                  </a:lnTo>
                  <a:lnTo>
                    <a:pt x="238" y="3083"/>
                  </a:lnTo>
                  <a:lnTo>
                    <a:pt x="159" y="3215"/>
                  </a:lnTo>
                  <a:lnTo>
                    <a:pt x="106" y="3347"/>
                  </a:lnTo>
                  <a:lnTo>
                    <a:pt x="53" y="3505"/>
                  </a:lnTo>
                  <a:lnTo>
                    <a:pt x="1" y="3663"/>
                  </a:lnTo>
                  <a:lnTo>
                    <a:pt x="1" y="3821"/>
                  </a:lnTo>
                  <a:lnTo>
                    <a:pt x="1" y="3979"/>
                  </a:lnTo>
                  <a:lnTo>
                    <a:pt x="1" y="4137"/>
                  </a:lnTo>
                  <a:lnTo>
                    <a:pt x="53" y="4322"/>
                  </a:lnTo>
                  <a:lnTo>
                    <a:pt x="106" y="4480"/>
                  </a:lnTo>
                  <a:lnTo>
                    <a:pt x="212" y="4611"/>
                  </a:lnTo>
                  <a:lnTo>
                    <a:pt x="343" y="4690"/>
                  </a:lnTo>
                  <a:lnTo>
                    <a:pt x="475" y="4743"/>
                  </a:lnTo>
                  <a:lnTo>
                    <a:pt x="607" y="4770"/>
                  </a:lnTo>
                  <a:lnTo>
                    <a:pt x="739" y="4796"/>
                  </a:lnTo>
                  <a:lnTo>
                    <a:pt x="870" y="4849"/>
                  </a:lnTo>
                  <a:lnTo>
                    <a:pt x="949" y="4954"/>
                  </a:lnTo>
                  <a:lnTo>
                    <a:pt x="1028" y="5086"/>
                  </a:lnTo>
                  <a:lnTo>
                    <a:pt x="1055" y="5244"/>
                  </a:lnTo>
                  <a:lnTo>
                    <a:pt x="1081" y="5402"/>
                  </a:lnTo>
                  <a:lnTo>
                    <a:pt x="1081" y="5560"/>
                  </a:lnTo>
                  <a:lnTo>
                    <a:pt x="1002" y="5929"/>
                  </a:lnTo>
                  <a:lnTo>
                    <a:pt x="949" y="6192"/>
                  </a:lnTo>
                  <a:lnTo>
                    <a:pt x="949" y="6324"/>
                  </a:lnTo>
                  <a:lnTo>
                    <a:pt x="1002" y="6482"/>
                  </a:lnTo>
                  <a:lnTo>
                    <a:pt x="1055" y="6561"/>
                  </a:lnTo>
                  <a:lnTo>
                    <a:pt x="1108" y="6640"/>
                  </a:lnTo>
                  <a:lnTo>
                    <a:pt x="1239" y="6746"/>
                  </a:lnTo>
                  <a:lnTo>
                    <a:pt x="1397" y="6799"/>
                  </a:lnTo>
                  <a:lnTo>
                    <a:pt x="1582" y="6825"/>
                  </a:lnTo>
                  <a:lnTo>
                    <a:pt x="1766" y="6799"/>
                  </a:lnTo>
                  <a:lnTo>
                    <a:pt x="1951" y="6719"/>
                  </a:lnTo>
                  <a:lnTo>
                    <a:pt x="2135" y="6614"/>
                  </a:lnTo>
                  <a:lnTo>
                    <a:pt x="2267" y="6509"/>
                  </a:lnTo>
                  <a:lnTo>
                    <a:pt x="2399" y="6377"/>
                  </a:lnTo>
                  <a:lnTo>
                    <a:pt x="2794" y="5955"/>
                  </a:lnTo>
                  <a:lnTo>
                    <a:pt x="3137" y="5534"/>
                  </a:lnTo>
                  <a:lnTo>
                    <a:pt x="3479" y="5112"/>
                  </a:lnTo>
                  <a:lnTo>
                    <a:pt x="3822" y="4638"/>
                  </a:lnTo>
                  <a:lnTo>
                    <a:pt x="4401" y="3715"/>
                  </a:lnTo>
                  <a:lnTo>
                    <a:pt x="4981" y="2793"/>
                  </a:lnTo>
                  <a:lnTo>
                    <a:pt x="6325" y="527"/>
                  </a:lnTo>
                  <a:lnTo>
                    <a:pt x="6378" y="395"/>
                  </a:lnTo>
                  <a:lnTo>
                    <a:pt x="6404" y="290"/>
                  </a:lnTo>
                  <a:lnTo>
                    <a:pt x="6378" y="211"/>
                  </a:lnTo>
                  <a:lnTo>
                    <a:pt x="6351" y="132"/>
                  </a:lnTo>
                  <a:lnTo>
                    <a:pt x="6272" y="79"/>
                  </a:lnTo>
                  <a:lnTo>
                    <a:pt x="6193" y="26"/>
                  </a:lnTo>
                  <a:lnTo>
                    <a:pt x="6088" y="26"/>
                  </a:lnTo>
                  <a:lnTo>
                    <a:pt x="5903" y="0"/>
                  </a:lnTo>
                  <a:close/>
                </a:path>
              </a:pathLst>
            </a:custGeom>
            <a:solidFill>
              <a:srgbClr val="2E2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104"/>
            <p:cNvSpPr/>
            <p:nvPr/>
          </p:nvSpPr>
          <p:spPr>
            <a:xfrm>
              <a:off x="1889575" y="1633675"/>
              <a:ext cx="186450" cy="237825"/>
            </a:xfrm>
            <a:custGeom>
              <a:rect b="b" l="l" r="r" t="t"/>
              <a:pathLst>
                <a:path extrusionOk="0" h="9513" w="7458">
                  <a:moveTo>
                    <a:pt x="6904" y="290"/>
                  </a:moveTo>
                  <a:lnTo>
                    <a:pt x="6983" y="316"/>
                  </a:lnTo>
                  <a:lnTo>
                    <a:pt x="7062" y="369"/>
                  </a:lnTo>
                  <a:lnTo>
                    <a:pt x="7115" y="422"/>
                  </a:lnTo>
                  <a:lnTo>
                    <a:pt x="7141" y="527"/>
                  </a:lnTo>
                  <a:lnTo>
                    <a:pt x="7167" y="633"/>
                  </a:lnTo>
                  <a:lnTo>
                    <a:pt x="7167" y="764"/>
                  </a:lnTo>
                  <a:lnTo>
                    <a:pt x="7167" y="1028"/>
                  </a:lnTo>
                  <a:lnTo>
                    <a:pt x="7141" y="1291"/>
                  </a:lnTo>
                  <a:lnTo>
                    <a:pt x="7088" y="1555"/>
                  </a:lnTo>
                  <a:lnTo>
                    <a:pt x="7009" y="1818"/>
                  </a:lnTo>
                  <a:lnTo>
                    <a:pt x="6904" y="2082"/>
                  </a:lnTo>
                  <a:lnTo>
                    <a:pt x="6772" y="2372"/>
                  </a:lnTo>
                  <a:lnTo>
                    <a:pt x="6614" y="2635"/>
                  </a:lnTo>
                  <a:lnTo>
                    <a:pt x="6456" y="2899"/>
                  </a:lnTo>
                  <a:lnTo>
                    <a:pt x="6166" y="3294"/>
                  </a:lnTo>
                  <a:lnTo>
                    <a:pt x="5850" y="3663"/>
                  </a:lnTo>
                  <a:lnTo>
                    <a:pt x="5191" y="4375"/>
                  </a:lnTo>
                  <a:lnTo>
                    <a:pt x="4901" y="4664"/>
                  </a:lnTo>
                  <a:lnTo>
                    <a:pt x="4295" y="5349"/>
                  </a:lnTo>
                  <a:lnTo>
                    <a:pt x="3689" y="6061"/>
                  </a:lnTo>
                  <a:lnTo>
                    <a:pt x="3109" y="6772"/>
                  </a:lnTo>
                  <a:lnTo>
                    <a:pt x="2556" y="7510"/>
                  </a:lnTo>
                  <a:lnTo>
                    <a:pt x="2372" y="7800"/>
                  </a:lnTo>
                  <a:lnTo>
                    <a:pt x="2187" y="8090"/>
                  </a:lnTo>
                  <a:lnTo>
                    <a:pt x="1897" y="8564"/>
                  </a:lnTo>
                  <a:lnTo>
                    <a:pt x="1713" y="8801"/>
                  </a:lnTo>
                  <a:lnTo>
                    <a:pt x="1528" y="8960"/>
                  </a:lnTo>
                  <a:lnTo>
                    <a:pt x="1344" y="9118"/>
                  </a:lnTo>
                  <a:lnTo>
                    <a:pt x="1107" y="9197"/>
                  </a:lnTo>
                  <a:lnTo>
                    <a:pt x="975" y="9223"/>
                  </a:lnTo>
                  <a:lnTo>
                    <a:pt x="817" y="9249"/>
                  </a:lnTo>
                  <a:lnTo>
                    <a:pt x="685" y="9249"/>
                  </a:lnTo>
                  <a:lnTo>
                    <a:pt x="501" y="9223"/>
                  </a:lnTo>
                  <a:lnTo>
                    <a:pt x="369" y="9197"/>
                  </a:lnTo>
                  <a:lnTo>
                    <a:pt x="290" y="9144"/>
                  </a:lnTo>
                  <a:lnTo>
                    <a:pt x="264" y="9065"/>
                  </a:lnTo>
                  <a:lnTo>
                    <a:pt x="264" y="8986"/>
                  </a:lnTo>
                  <a:lnTo>
                    <a:pt x="316" y="8801"/>
                  </a:lnTo>
                  <a:lnTo>
                    <a:pt x="448" y="8591"/>
                  </a:lnTo>
                  <a:lnTo>
                    <a:pt x="580" y="8406"/>
                  </a:lnTo>
                  <a:lnTo>
                    <a:pt x="712" y="8222"/>
                  </a:lnTo>
                  <a:lnTo>
                    <a:pt x="870" y="8037"/>
                  </a:lnTo>
                  <a:lnTo>
                    <a:pt x="1212" y="7695"/>
                  </a:lnTo>
                  <a:lnTo>
                    <a:pt x="1607" y="7379"/>
                  </a:lnTo>
                  <a:lnTo>
                    <a:pt x="1976" y="7036"/>
                  </a:lnTo>
                  <a:lnTo>
                    <a:pt x="2345" y="6667"/>
                  </a:lnTo>
                  <a:lnTo>
                    <a:pt x="2635" y="6377"/>
                  </a:lnTo>
                  <a:lnTo>
                    <a:pt x="2872" y="6035"/>
                  </a:lnTo>
                  <a:lnTo>
                    <a:pt x="3109" y="5692"/>
                  </a:lnTo>
                  <a:lnTo>
                    <a:pt x="3294" y="5323"/>
                  </a:lnTo>
                  <a:lnTo>
                    <a:pt x="3663" y="4585"/>
                  </a:lnTo>
                  <a:lnTo>
                    <a:pt x="4005" y="3821"/>
                  </a:lnTo>
                  <a:lnTo>
                    <a:pt x="4216" y="3373"/>
                  </a:lnTo>
                  <a:lnTo>
                    <a:pt x="4401" y="2952"/>
                  </a:lnTo>
                  <a:lnTo>
                    <a:pt x="4585" y="2530"/>
                  </a:lnTo>
                  <a:lnTo>
                    <a:pt x="4822" y="2135"/>
                  </a:lnTo>
                  <a:lnTo>
                    <a:pt x="5059" y="1739"/>
                  </a:lnTo>
                  <a:lnTo>
                    <a:pt x="5349" y="1370"/>
                  </a:lnTo>
                  <a:lnTo>
                    <a:pt x="5639" y="1028"/>
                  </a:lnTo>
                  <a:lnTo>
                    <a:pt x="5982" y="712"/>
                  </a:lnTo>
                  <a:lnTo>
                    <a:pt x="6351" y="448"/>
                  </a:lnTo>
                  <a:lnTo>
                    <a:pt x="6535" y="343"/>
                  </a:lnTo>
                  <a:lnTo>
                    <a:pt x="6720" y="290"/>
                  </a:lnTo>
                  <a:close/>
                  <a:moveTo>
                    <a:pt x="6799" y="0"/>
                  </a:moveTo>
                  <a:lnTo>
                    <a:pt x="6667" y="27"/>
                  </a:lnTo>
                  <a:lnTo>
                    <a:pt x="6509" y="53"/>
                  </a:lnTo>
                  <a:lnTo>
                    <a:pt x="6377" y="132"/>
                  </a:lnTo>
                  <a:lnTo>
                    <a:pt x="6219" y="211"/>
                  </a:lnTo>
                  <a:lnTo>
                    <a:pt x="6008" y="343"/>
                  </a:lnTo>
                  <a:lnTo>
                    <a:pt x="5824" y="501"/>
                  </a:lnTo>
                  <a:lnTo>
                    <a:pt x="5455" y="817"/>
                  </a:lnTo>
                  <a:lnTo>
                    <a:pt x="5138" y="1186"/>
                  </a:lnTo>
                  <a:lnTo>
                    <a:pt x="4849" y="1581"/>
                  </a:lnTo>
                  <a:lnTo>
                    <a:pt x="4585" y="1977"/>
                  </a:lnTo>
                  <a:lnTo>
                    <a:pt x="4348" y="2398"/>
                  </a:lnTo>
                  <a:lnTo>
                    <a:pt x="4137" y="2820"/>
                  </a:lnTo>
                  <a:lnTo>
                    <a:pt x="3953" y="3241"/>
                  </a:lnTo>
                  <a:lnTo>
                    <a:pt x="3742" y="3716"/>
                  </a:lnTo>
                  <a:lnTo>
                    <a:pt x="3426" y="4454"/>
                  </a:lnTo>
                  <a:lnTo>
                    <a:pt x="3057" y="5191"/>
                  </a:lnTo>
                  <a:lnTo>
                    <a:pt x="2872" y="5534"/>
                  </a:lnTo>
                  <a:lnTo>
                    <a:pt x="2661" y="5877"/>
                  </a:lnTo>
                  <a:lnTo>
                    <a:pt x="2424" y="6193"/>
                  </a:lnTo>
                  <a:lnTo>
                    <a:pt x="2161" y="6483"/>
                  </a:lnTo>
                  <a:lnTo>
                    <a:pt x="1792" y="6825"/>
                  </a:lnTo>
                  <a:lnTo>
                    <a:pt x="1423" y="7168"/>
                  </a:lnTo>
                  <a:lnTo>
                    <a:pt x="1028" y="7510"/>
                  </a:lnTo>
                  <a:lnTo>
                    <a:pt x="659" y="7853"/>
                  </a:lnTo>
                  <a:lnTo>
                    <a:pt x="501" y="8064"/>
                  </a:lnTo>
                  <a:lnTo>
                    <a:pt x="343" y="8248"/>
                  </a:lnTo>
                  <a:lnTo>
                    <a:pt x="211" y="8459"/>
                  </a:lnTo>
                  <a:lnTo>
                    <a:pt x="79" y="8696"/>
                  </a:lnTo>
                  <a:lnTo>
                    <a:pt x="26" y="8881"/>
                  </a:lnTo>
                  <a:lnTo>
                    <a:pt x="0" y="9039"/>
                  </a:lnTo>
                  <a:lnTo>
                    <a:pt x="0" y="9170"/>
                  </a:lnTo>
                  <a:lnTo>
                    <a:pt x="79" y="9302"/>
                  </a:lnTo>
                  <a:lnTo>
                    <a:pt x="158" y="9381"/>
                  </a:lnTo>
                  <a:lnTo>
                    <a:pt x="264" y="9434"/>
                  </a:lnTo>
                  <a:lnTo>
                    <a:pt x="369" y="9487"/>
                  </a:lnTo>
                  <a:lnTo>
                    <a:pt x="474" y="9513"/>
                  </a:lnTo>
                  <a:lnTo>
                    <a:pt x="764" y="9513"/>
                  </a:lnTo>
                  <a:lnTo>
                    <a:pt x="1080" y="9487"/>
                  </a:lnTo>
                  <a:lnTo>
                    <a:pt x="1344" y="9408"/>
                  </a:lnTo>
                  <a:lnTo>
                    <a:pt x="1581" y="9276"/>
                  </a:lnTo>
                  <a:lnTo>
                    <a:pt x="1792" y="9118"/>
                  </a:lnTo>
                  <a:lnTo>
                    <a:pt x="1976" y="8907"/>
                  </a:lnTo>
                  <a:lnTo>
                    <a:pt x="2134" y="8696"/>
                  </a:lnTo>
                  <a:lnTo>
                    <a:pt x="2424" y="8222"/>
                  </a:lnTo>
                  <a:lnTo>
                    <a:pt x="2609" y="7958"/>
                  </a:lnTo>
                  <a:lnTo>
                    <a:pt x="2793" y="7668"/>
                  </a:lnTo>
                  <a:lnTo>
                    <a:pt x="3320" y="6931"/>
                  </a:lnTo>
                  <a:lnTo>
                    <a:pt x="3900" y="6219"/>
                  </a:lnTo>
                  <a:lnTo>
                    <a:pt x="4506" y="5534"/>
                  </a:lnTo>
                  <a:lnTo>
                    <a:pt x="5112" y="4875"/>
                  </a:lnTo>
                  <a:lnTo>
                    <a:pt x="5376" y="4559"/>
                  </a:lnTo>
                  <a:lnTo>
                    <a:pt x="6061" y="3847"/>
                  </a:lnTo>
                  <a:lnTo>
                    <a:pt x="6377" y="3452"/>
                  </a:lnTo>
                  <a:lnTo>
                    <a:pt x="6667" y="3057"/>
                  </a:lnTo>
                  <a:lnTo>
                    <a:pt x="6851" y="2767"/>
                  </a:lnTo>
                  <a:lnTo>
                    <a:pt x="7009" y="2477"/>
                  </a:lnTo>
                  <a:lnTo>
                    <a:pt x="7167" y="2187"/>
                  </a:lnTo>
                  <a:lnTo>
                    <a:pt x="7273" y="1898"/>
                  </a:lnTo>
                  <a:lnTo>
                    <a:pt x="7352" y="1608"/>
                  </a:lnTo>
                  <a:lnTo>
                    <a:pt x="7405" y="1318"/>
                  </a:lnTo>
                  <a:lnTo>
                    <a:pt x="7457" y="1028"/>
                  </a:lnTo>
                  <a:lnTo>
                    <a:pt x="7457" y="764"/>
                  </a:lnTo>
                  <a:lnTo>
                    <a:pt x="7431" y="606"/>
                  </a:lnTo>
                  <a:lnTo>
                    <a:pt x="7405" y="448"/>
                  </a:lnTo>
                  <a:lnTo>
                    <a:pt x="7352" y="290"/>
                  </a:lnTo>
                  <a:lnTo>
                    <a:pt x="7247" y="158"/>
                  </a:lnTo>
                  <a:lnTo>
                    <a:pt x="7141" y="79"/>
                  </a:lnTo>
                  <a:lnTo>
                    <a:pt x="7036" y="27"/>
                  </a:lnTo>
                  <a:lnTo>
                    <a:pt x="6930" y="0"/>
                  </a:lnTo>
                  <a:close/>
                </a:path>
              </a:pathLst>
            </a:custGeom>
            <a:solidFill>
              <a:srgbClr val="2E2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1" name="Shape 3451"/>
        <p:cNvGrpSpPr/>
        <p:nvPr/>
      </p:nvGrpSpPr>
      <p:grpSpPr>
        <a:xfrm>
          <a:off x="0" y="0"/>
          <a:ext cx="0" cy="0"/>
          <a:chOff x="0" y="0"/>
          <a:chExt cx="0" cy="0"/>
        </a:xfrm>
      </p:grpSpPr>
      <p:sp>
        <p:nvSpPr>
          <p:cNvPr id="3452" name="Google Shape;3452;p105"/>
          <p:cNvSpPr txBox="1"/>
          <p:nvPr>
            <p:ph idx="4294967295" type="body"/>
          </p:nvPr>
        </p:nvSpPr>
        <p:spPr>
          <a:xfrm>
            <a:off x="3307250" y="786225"/>
            <a:ext cx="5358300" cy="36582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1000"/>
              </a:spcBef>
              <a:spcAft>
                <a:spcPts val="0"/>
              </a:spcAft>
              <a:buClr>
                <a:srgbClr val="49476E"/>
              </a:buClr>
              <a:buSzPts val="1800"/>
              <a:buChar char="●"/>
            </a:pPr>
            <a:r>
              <a:rPr b="1" lang="en" sz="1800">
                <a:solidFill>
                  <a:srgbClr val="49476E"/>
                </a:solidFill>
              </a:rPr>
              <a:t>Deduction</a:t>
            </a:r>
            <a:endParaRPr b="1" sz="1800">
              <a:solidFill>
                <a:srgbClr val="49476E"/>
              </a:solidFill>
            </a:endParaRPr>
          </a:p>
          <a:p>
            <a:pPr indent="-311150" lvl="1" marL="914400" rtl="0" algn="l">
              <a:spcBef>
                <a:spcPts val="0"/>
              </a:spcBef>
              <a:spcAft>
                <a:spcPts val="0"/>
              </a:spcAft>
              <a:buClr>
                <a:srgbClr val="49476E"/>
              </a:buClr>
              <a:buSzPts val="1300"/>
              <a:buChar char="○"/>
            </a:pPr>
            <a:r>
              <a:rPr lang="en" sz="1300">
                <a:solidFill>
                  <a:srgbClr val="49476E"/>
                </a:solidFill>
              </a:rPr>
              <a:t>derive logically necessary conclusion from given premises</a:t>
            </a:r>
            <a:endParaRPr sz="1300">
              <a:solidFill>
                <a:srgbClr val="49476E"/>
              </a:solidFill>
            </a:endParaRPr>
          </a:p>
          <a:p>
            <a:pPr indent="-342900" lvl="0" marL="457200" rtl="0" algn="l">
              <a:lnSpc>
                <a:spcPct val="150000"/>
              </a:lnSpc>
              <a:spcBef>
                <a:spcPts val="1000"/>
              </a:spcBef>
              <a:spcAft>
                <a:spcPts val="0"/>
              </a:spcAft>
              <a:buClr>
                <a:srgbClr val="49476E"/>
              </a:buClr>
              <a:buSzPts val="1800"/>
              <a:buChar char="●"/>
            </a:pPr>
            <a:r>
              <a:rPr b="1" lang="en" sz="1800">
                <a:solidFill>
                  <a:srgbClr val="49476E"/>
                </a:solidFill>
              </a:rPr>
              <a:t>Logical conclusion not necessarily true</a:t>
            </a:r>
            <a:endParaRPr b="1" sz="1800">
              <a:solidFill>
                <a:srgbClr val="49476E"/>
              </a:solidFill>
            </a:endParaRPr>
          </a:p>
          <a:p>
            <a:pPr indent="-342900" lvl="0" marL="457200" rtl="0" algn="l">
              <a:lnSpc>
                <a:spcPct val="150000"/>
              </a:lnSpc>
              <a:spcBef>
                <a:spcPts val="1000"/>
              </a:spcBef>
              <a:spcAft>
                <a:spcPts val="0"/>
              </a:spcAft>
              <a:buClr>
                <a:srgbClr val="49476E"/>
              </a:buClr>
              <a:buSzPts val="1800"/>
              <a:buChar char="●"/>
            </a:pPr>
            <a:r>
              <a:rPr b="1" lang="en" sz="1800">
                <a:solidFill>
                  <a:srgbClr val="49476E"/>
                </a:solidFill>
              </a:rPr>
              <a:t>When truth and logical validity clash </a:t>
            </a:r>
            <a:endParaRPr b="1" sz="1800">
              <a:solidFill>
                <a:srgbClr val="49476E"/>
              </a:solidFill>
            </a:endParaRPr>
          </a:p>
          <a:p>
            <a:pPr indent="-342900" lvl="0" marL="457200" rtl="0" algn="l">
              <a:lnSpc>
                <a:spcPct val="150000"/>
              </a:lnSpc>
              <a:spcBef>
                <a:spcPts val="1000"/>
              </a:spcBef>
              <a:spcAft>
                <a:spcPts val="0"/>
              </a:spcAft>
              <a:buClr>
                <a:srgbClr val="49476E"/>
              </a:buClr>
              <a:buSzPts val="1800"/>
              <a:buChar char="●"/>
            </a:pPr>
            <a:r>
              <a:rPr b="1" lang="en" sz="1800">
                <a:solidFill>
                  <a:srgbClr val="49476E"/>
                </a:solidFill>
              </a:rPr>
              <a:t>People bring world knowledge to bear</a:t>
            </a:r>
            <a:endParaRPr sz="1800">
              <a:solidFill>
                <a:srgbClr val="49476E"/>
              </a:solidFill>
            </a:endParaRPr>
          </a:p>
        </p:txBody>
      </p:sp>
      <p:sp>
        <p:nvSpPr>
          <p:cNvPr id="3453" name="Google Shape;3453;p105"/>
          <p:cNvSpPr txBox="1"/>
          <p:nvPr>
            <p:ph type="title"/>
          </p:nvPr>
        </p:nvSpPr>
        <p:spPr>
          <a:xfrm>
            <a:off x="186975" y="0"/>
            <a:ext cx="2423400" cy="11220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400"/>
              <a:t>THE HUMAN</a:t>
            </a:r>
            <a:endParaRPr sz="2400"/>
          </a:p>
          <a:p>
            <a:pPr indent="0" lvl="0" marL="0" marR="0" rtl="0" algn="l">
              <a:lnSpc>
                <a:spcPct val="90000"/>
              </a:lnSpc>
              <a:spcBef>
                <a:spcPts val="0"/>
              </a:spcBef>
              <a:spcAft>
                <a:spcPts val="0"/>
              </a:spcAft>
              <a:buNone/>
            </a:pPr>
            <a:r>
              <a:rPr lang="en" sz="2400"/>
              <a:t>- </a:t>
            </a:r>
            <a:r>
              <a:rPr lang="en" sz="2400"/>
              <a:t>THINKING</a:t>
            </a:r>
            <a:endParaRPr sz="2400"/>
          </a:p>
        </p:txBody>
      </p:sp>
      <p:sp>
        <p:nvSpPr>
          <p:cNvPr id="3454" name="Google Shape;3454;p105"/>
          <p:cNvSpPr txBox="1"/>
          <p:nvPr>
            <p:ph idx="4294967295" type="body"/>
          </p:nvPr>
        </p:nvSpPr>
        <p:spPr>
          <a:xfrm>
            <a:off x="97175" y="1068150"/>
            <a:ext cx="2804400" cy="2194200"/>
          </a:xfrm>
          <a:prstGeom prst="rect">
            <a:avLst/>
          </a:prstGeom>
        </p:spPr>
        <p:txBody>
          <a:bodyPr anchorCtr="0" anchor="t" bIns="91425" lIns="91425" spcFirstLastPara="1" rIns="91425" wrap="square" tIns="91425">
            <a:noAutofit/>
          </a:bodyPr>
          <a:lstStyle/>
          <a:p>
            <a:pPr indent="-153670" lvl="0" marL="274320" rtl="0" algn="l">
              <a:lnSpc>
                <a:spcPct val="100000"/>
              </a:lnSpc>
              <a:spcBef>
                <a:spcPts val="1000"/>
              </a:spcBef>
              <a:spcAft>
                <a:spcPts val="0"/>
              </a:spcAft>
              <a:buClr>
                <a:schemeClr val="accent1"/>
              </a:buClr>
              <a:buSzPts val="1700"/>
              <a:buAutoNum type="arabicPeriod"/>
            </a:pPr>
            <a:r>
              <a:rPr b="1" lang="en" sz="1700">
                <a:solidFill>
                  <a:schemeClr val="accent1"/>
                </a:solidFill>
              </a:rPr>
              <a:t>REASONING</a:t>
            </a:r>
            <a:endParaRPr b="1" sz="1700">
              <a:solidFill>
                <a:schemeClr val="accent1"/>
              </a:solidFill>
            </a:endParaRPr>
          </a:p>
          <a:p>
            <a:pPr indent="-104394" lvl="1" marL="694944" rtl="0" algn="l">
              <a:lnSpc>
                <a:spcPct val="100000"/>
              </a:lnSpc>
              <a:spcBef>
                <a:spcPts val="0"/>
              </a:spcBef>
              <a:spcAft>
                <a:spcPts val="0"/>
              </a:spcAft>
              <a:buClr>
                <a:schemeClr val="accent1"/>
              </a:buClr>
              <a:buSzPts val="1500"/>
              <a:buChar char="○"/>
            </a:pPr>
            <a:r>
              <a:rPr b="0" lang="en" sz="1700">
                <a:solidFill>
                  <a:schemeClr val="accent1"/>
                </a:solidFill>
                <a:latin typeface="Raleway"/>
                <a:ea typeface="Raleway"/>
                <a:cs typeface="Raleway"/>
                <a:sym typeface="Raleway"/>
              </a:rPr>
              <a:t>Deduction</a:t>
            </a:r>
            <a:endParaRPr b="0" sz="1700">
              <a:solidFill>
                <a:schemeClr val="accent1"/>
              </a:solidFill>
              <a:latin typeface="Raleway"/>
              <a:ea typeface="Raleway"/>
              <a:cs typeface="Raleway"/>
              <a:sym typeface="Raleway"/>
            </a:endParaRPr>
          </a:p>
          <a:p>
            <a:pPr indent="-104394" lvl="1" marL="694944" rtl="0" algn="l">
              <a:lnSpc>
                <a:spcPct val="100000"/>
              </a:lnSpc>
              <a:spcBef>
                <a:spcPts val="0"/>
              </a:spcBef>
              <a:spcAft>
                <a:spcPts val="0"/>
              </a:spcAft>
              <a:buClr>
                <a:srgbClr val="49476E"/>
              </a:buClr>
              <a:buSzPts val="1500"/>
              <a:buChar char="○"/>
            </a:pPr>
            <a:r>
              <a:rPr b="0" lang="en" sz="1700">
                <a:solidFill>
                  <a:srgbClr val="49476E"/>
                </a:solidFill>
                <a:latin typeface="Raleway"/>
                <a:ea typeface="Raleway"/>
                <a:cs typeface="Raleway"/>
                <a:sym typeface="Raleway"/>
              </a:rPr>
              <a:t>Induction</a:t>
            </a:r>
            <a:endParaRPr b="0" sz="1700">
              <a:solidFill>
                <a:srgbClr val="49476E"/>
              </a:solidFill>
              <a:latin typeface="Raleway"/>
              <a:ea typeface="Raleway"/>
              <a:cs typeface="Raleway"/>
              <a:sym typeface="Raleway"/>
            </a:endParaRPr>
          </a:p>
          <a:p>
            <a:pPr indent="-104394" lvl="1" marL="694944" rtl="0" algn="l">
              <a:lnSpc>
                <a:spcPct val="100000"/>
              </a:lnSpc>
              <a:spcBef>
                <a:spcPts val="0"/>
              </a:spcBef>
              <a:spcAft>
                <a:spcPts val="0"/>
              </a:spcAft>
              <a:buClr>
                <a:srgbClr val="49476E"/>
              </a:buClr>
              <a:buSzPts val="1500"/>
              <a:buChar char="○"/>
            </a:pPr>
            <a:r>
              <a:rPr b="0" lang="en" sz="1700">
                <a:solidFill>
                  <a:srgbClr val="49476E"/>
                </a:solidFill>
                <a:latin typeface="Raleway"/>
                <a:ea typeface="Raleway"/>
                <a:cs typeface="Raleway"/>
                <a:sym typeface="Raleway"/>
              </a:rPr>
              <a:t>Abduction</a:t>
            </a:r>
            <a:endParaRPr b="0" sz="1700">
              <a:solidFill>
                <a:srgbClr val="49476E"/>
              </a:solidFill>
              <a:latin typeface="Raleway"/>
              <a:ea typeface="Raleway"/>
              <a:cs typeface="Raleway"/>
              <a:sym typeface="Raleway"/>
            </a:endParaRPr>
          </a:p>
          <a:p>
            <a:pPr indent="-153670" lvl="0" marL="274320" rtl="0" algn="l">
              <a:lnSpc>
                <a:spcPct val="100000"/>
              </a:lnSpc>
              <a:spcBef>
                <a:spcPts val="1000"/>
              </a:spcBef>
              <a:spcAft>
                <a:spcPts val="0"/>
              </a:spcAft>
              <a:buClr>
                <a:srgbClr val="49476E"/>
              </a:buClr>
              <a:buSzPts val="1700"/>
              <a:buAutoNum type="arabicPeriod"/>
            </a:pPr>
            <a:r>
              <a:rPr b="1" lang="en" sz="1700">
                <a:solidFill>
                  <a:srgbClr val="49476E"/>
                </a:solidFill>
              </a:rPr>
              <a:t>PROBLEM SOLVING</a:t>
            </a:r>
            <a:endParaRPr b="1" sz="1700">
              <a:solidFill>
                <a:srgbClr val="49476E"/>
              </a:solidFill>
            </a:endParaRPr>
          </a:p>
          <a:p>
            <a:pPr indent="-153670" lvl="0" marL="274320" rtl="0" algn="l">
              <a:lnSpc>
                <a:spcPct val="100000"/>
              </a:lnSpc>
              <a:spcBef>
                <a:spcPts val="1000"/>
              </a:spcBef>
              <a:spcAft>
                <a:spcPts val="0"/>
              </a:spcAft>
              <a:buClr>
                <a:srgbClr val="49476E"/>
              </a:buClr>
              <a:buSzPts val="1700"/>
              <a:buAutoNum type="arabicPeriod"/>
            </a:pPr>
            <a:r>
              <a:rPr b="1" lang="en" sz="1700">
                <a:solidFill>
                  <a:srgbClr val="49476E"/>
                </a:solidFill>
              </a:rPr>
              <a:t>ERROR &amp; MENTAL</a:t>
            </a:r>
            <a:br>
              <a:rPr b="1" lang="en" sz="1700">
                <a:solidFill>
                  <a:srgbClr val="49476E"/>
                </a:solidFill>
              </a:rPr>
            </a:br>
            <a:r>
              <a:rPr b="1" lang="en" sz="1700">
                <a:solidFill>
                  <a:srgbClr val="49476E"/>
                </a:solidFill>
              </a:rPr>
              <a:t>MODELS</a:t>
            </a:r>
            <a:endParaRPr b="1" sz="1700">
              <a:solidFill>
                <a:srgbClr val="49476E"/>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9" name="Shape 3459"/>
        <p:cNvGrpSpPr/>
        <p:nvPr/>
      </p:nvGrpSpPr>
      <p:grpSpPr>
        <a:xfrm>
          <a:off x="0" y="0"/>
          <a:ext cx="0" cy="0"/>
          <a:chOff x="0" y="0"/>
          <a:chExt cx="0" cy="0"/>
        </a:xfrm>
      </p:grpSpPr>
      <p:sp>
        <p:nvSpPr>
          <p:cNvPr id="3460" name="Google Shape;3460;p106"/>
          <p:cNvSpPr txBox="1"/>
          <p:nvPr>
            <p:ph idx="4294967295" type="body"/>
          </p:nvPr>
        </p:nvSpPr>
        <p:spPr>
          <a:xfrm>
            <a:off x="3307250" y="786225"/>
            <a:ext cx="5358300" cy="36582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1000"/>
              </a:spcBef>
              <a:spcAft>
                <a:spcPts val="0"/>
              </a:spcAft>
              <a:buClr>
                <a:srgbClr val="49476E"/>
              </a:buClr>
              <a:buSzPts val="1800"/>
              <a:buChar char="●"/>
            </a:pPr>
            <a:r>
              <a:rPr b="1" lang="en" sz="1800">
                <a:solidFill>
                  <a:srgbClr val="49476E"/>
                </a:solidFill>
              </a:rPr>
              <a:t>Induction</a:t>
            </a:r>
            <a:endParaRPr b="1" sz="1800">
              <a:solidFill>
                <a:srgbClr val="49476E"/>
              </a:solidFill>
            </a:endParaRPr>
          </a:p>
          <a:p>
            <a:pPr indent="-311150" lvl="1" marL="914400" rtl="0" algn="l">
              <a:spcBef>
                <a:spcPts val="0"/>
              </a:spcBef>
              <a:spcAft>
                <a:spcPts val="0"/>
              </a:spcAft>
              <a:buClr>
                <a:srgbClr val="49476E"/>
              </a:buClr>
              <a:buSzPts val="1300"/>
              <a:buChar char="○"/>
            </a:pPr>
            <a:r>
              <a:rPr lang="en" sz="1300">
                <a:solidFill>
                  <a:srgbClr val="49476E"/>
                </a:solidFill>
              </a:rPr>
              <a:t>generalize from cases seen to cases unseen</a:t>
            </a:r>
            <a:endParaRPr sz="1300">
              <a:solidFill>
                <a:srgbClr val="49476E"/>
              </a:solidFill>
            </a:endParaRPr>
          </a:p>
          <a:p>
            <a:pPr indent="-342900" lvl="0" marL="457200" rtl="0" algn="l">
              <a:lnSpc>
                <a:spcPct val="150000"/>
              </a:lnSpc>
              <a:spcBef>
                <a:spcPts val="1000"/>
              </a:spcBef>
              <a:spcAft>
                <a:spcPts val="0"/>
              </a:spcAft>
              <a:buClr>
                <a:srgbClr val="49476E"/>
              </a:buClr>
              <a:buSzPts val="1800"/>
              <a:buChar char="●"/>
            </a:pPr>
            <a:r>
              <a:rPr b="1" lang="en" sz="1800">
                <a:solidFill>
                  <a:srgbClr val="49476E"/>
                </a:solidFill>
              </a:rPr>
              <a:t>Unreliable</a:t>
            </a:r>
            <a:endParaRPr b="1" sz="1800">
              <a:solidFill>
                <a:srgbClr val="49476E"/>
              </a:solidFill>
            </a:endParaRPr>
          </a:p>
          <a:p>
            <a:pPr indent="-311150" lvl="1" marL="914400" rtl="0" algn="l">
              <a:spcBef>
                <a:spcPts val="0"/>
              </a:spcBef>
              <a:spcAft>
                <a:spcPts val="0"/>
              </a:spcAft>
              <a:buClr>
                <a:srgbClr val="49476E"/>
              </a:buClr>
              <a:buSzPts val="1300"/>
              <a:buChar char="○"/>
            </a:pPr>
            <a:r>
              <a:rPr lang="en" sz="1300">
                <a:solidFill>
                  <a:srgbClr val="49476E"/>
                </a:solidFill>
              </a:rPr>
              <a:t>can only prove false not true … BUT USEFUL!	</a:t>
            </a:r>
            <a:endParaRPr b="1" sz="1300">
              <a:solidFill>
                <a:srgbClr val="49476E"/>
              </a:solidFill>
            </a:endParaRPr>
          </a:p>
          <a:p>
            <a:pPr indent="-342900" lvl="0" marL="457200" rtl="0" algn="l">
              <a:lnSpc>
                <a:spcPct val="150000"/>
              </a:lnSpc>
              <a:spcBef>
                <a:spcPts val="1000"/>
              </a:spcBef>
              <a:spcAft>
                <a:spcPts val="0"/>
              </a:spcAft>
              <a:buClr>
                <a:srgbClr val="49476E"/>
              </a:buClr>
              <a:buSzPts val="1800"/>
              <a:buChar char="●"/>
            </a:pPr>
            <a:r>
              <a:rPr b="1" lang="en" sz="1800">
                <a:solidFill>
                  <a:srgbClr val="49476E"/>
                </a:solidFill>
              </a:rPr>
              <a:t>Humans not good at using negative evidence</a:t>
            </a:r>
            <a:endParaRPr sz="1800">
              <a:solidFill>
                <a:srgbClr val="49476E"/>
              </a:solidFill>
            </a:endParaRPr>
          </a:p>
        </p:txBody>
      </p:sp>
      <p:sp>
        <p:nvSpPr>
          <p:cNvPr id="3461" name="Google Shape;3461;p106"/>
          <p:cNvSpPr txBox="1"/>
          <p:nvPr>
            <p:ph type="title"/>
          </p:nvPr>
        </p:nvSpPr>
        <p:spPr>
          <a:xfrm>
            <a:off x="186975" y="0"/>
            <a:ext cx="2423400" cy="11220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400"/>
              <a:t>THE HUMAN</a:t>
            </a:r>
            <a:endParaRPr sz="2400"/>
          </a:p>
          <a:p>
            <a:pPr indent="0" lvl="0" marL="0" marR="0" rtl="0" algn="l">
              <a:lnSpc>
                <a:spcPct val="90000"/>
              </a:lnSpc>
              <a:spcBef>
                <a:spcPts val="0"/>
              </a:spcBef>
              <a:spcAft>
                <a:spcPts val="0"/>
              </a:spcAft>
              <a:buNone/>
            </a:pPr>
            <a:r>
              <a:rPr lang="en" sz="2400"/>
              <a:t>- THINKING</a:t>
            </a:r>
            <a:endParaRPr sz="2400"/>
          </a:p>
        </p:txBody>
      </p:sp>
      <p:sp>
        <p:nvSpPr>
          <p:cNvPr id="3462" name="Google Shape;3462;p106"/>
          <p:cNvSpPr txBox="1"/>
          <p:nvPr>
            <p:ph idx="4294967295" type="body"/>
          </p:nvPr>
        </p:nvSpPr>
        <p:spPr>
          <a:xfrm>
            <a:off x="97175" y="1068150"/>
            <a:ext cx="2804400" cy="2194200"/>
          </a:xfrm>
          <a:prstGeom prst="rect">
            <a:avLst/>
          </a:prstGeom>
        </p:spPr>
        <p:txBody>
          <a:bodyPr anchorCtr="0" anchor="t" bIns="91425" lIns="91425" spcFirstLastPara="1" rIns="91425" wrap="square" tIns="91425">
            <a:noAutofit/>
          </a:bodyPr>
          <a:lstStyle/>
          <a:p>
            <a:pPr indent="-153670" lvl="0" marL="274320" rtl="0" algn="l">
              <a:lnSpc>
                <a:spcPct val="100000"/>
              </a:lnSpc>
              <a:spcBef>
                <a:spcPts val="1000"/>
              </a:spcBef>
              <a:spcAft>
                <a:spcPts val="0"/>
              </a:spcAft>
              <a:buSzPts val="1700"/>
              <a:buAutoNum type="arabicPeriod"/>
            </a:pPr>
            <a:r>
              <a:rPr b="1" lang="en" sz="1700"/>
              <a:t>REASONING</a:t>
            </a:r>
            <a:endParaRPr b="1" sz="1700"/>
          </a:p>
          <a:p>
            <a:pPr indent="-104394" lvl="1" marL="694944" rtl="0" algn="l">
              <a:lnSpc>
                <a:spcPct val="100000"/>
              </a:lnSpc>
              <a:spcBef>
                <a:spcPts val="0"/>
              </a:spcBef>
              <a:spcAft>
                <a:spcPts val="0"/>
              </a:spcAft>
              <a:buSzPts val="1500"/>
              <a:buChar char="○"/>
            </a:pPr>
            <a:r>
              <a:rPr b="0" lang="en" sz="1700">
                <a:latin typeface="Raleway"/>
                <a:ea typeface="Raleway"/>
                <a:cs typeface="Raleway"/>
                <a:sym typeface="Raleway"/>
              </a:rPr>
              <a:t>Deduction</a:t>
            </a:r>
            <a:endParaRPr b="0" sz="1700">
              <a:latin typeface="Raleway"/>
              <a:ea typeface="Raleway"/>
              <a:cs typeface="Raleway"/>
              <a:sym typeface="Raleway"/>
            </a:endParaRPr>
          </a:p>
          <a:p>
            <a:pPr indent="-104394" lvl="1" marL="694944" rtl="0" algn="l">
              <a:lnSpc>
                <a:spcPct val="100000"/>
              </a:lnSpc>
              <a:spcBef>
                <a:spcPts val="0"/>
              </a:spcBef>
              <a:spcAft>
                <a:spcPts val="0"/>
              </a:spcAft>
              <a:buClr>
                <a:schemeClr val="accent1"/>
              </a:buClr>
              <a:buSzPts val="1500"/>
              <a:buChar char="○"/>
            </a:pPr>
            <a:r>
              <a:rPr b="0" lang="en" sz="1700">
                <a:solidFill>
                  <a:schemeClr val="accent1"/>
                </a:solidFill>
                <a:latin typeface="Raleway"/>
                <a:ea typeface="Raleway"/>
                <a:cs typeface="Raleway"/>
                <a:sym typeface="Raleway"/>
              </a:rPr>
              <a:t>Induction</a:t>
            </a:r>
            <a:endParaRPr b="0" sz="1700">
              <a:solidFill>
                <a:schemeClr val="accent1"/>
              </a:solidFill>
              <a:latin typeface="Raleway"/>
              <a:ea typeface="Raleway"/>
              <a:cs typeface="Raleway"/>
              <a:sym typeface="Raleway"/>
            </a:endParaRPr>
          </a:p>
          <a:p>
            <a:pPr indent="-104394" lvl="1" marL="694944" rtl="0" algn="l">
              <a:lnSpc>
                <a:spcPct val="100000"/>
              </a:lnSpc>
              <a:spcBef>
                <a:spcPts val="0"/>
              </a:spcBef>
              <a:spcAft>
                <a:spcPts val="0"/>
              </a:spcAft>
              <a:buSzPts val="1500"/>
              <a:buChar char="○"/>
            </a:pPr>
            <a:r>
              <a:rPr b="0" lang="en" sz="1700">
                <a:latin typeface="Raleway"/>
                <a:ea typeface="Raleway"/>
                <a:cs typeface="Raleway"/>
                <a:sym typeface="Raleway"/>
              </a:rPr>
              <a:t>Abduction</a:t>
            </a:r>
            <a:endParaRPr b="0" sz="1700">
              <a:latin typeface="Raleway"/>
              <a:ea typeface="Raleway"/>
              <a:cs typeface="Raleway"/>
              <a:sym typeface="Raleway"/>
            </a:endParaRPr>
          </a:p>
          <a:p>
            <a:pPr indent="-153670" lvl="0" marL="274320" rtl="0" algn="l">
              <a:lnSpc>
                <a:spcPct val="100000"/>
              </a:lnSpc>
              <a:spcBef>
                <a:spcPts val="1000"/>
              </a:spcBef>
              <a:spcAft>
                <a:spcPts val="0"/>
              </a:spcAft>
              <a:buSzPts val="1700"/>
              <a:buAutoNum type="arabicPeriod"/>
            </a:pPr>
            <a:r>
              <a:rPr b="1" lang="en" sz="1700"/>
              <a:t>PROBLEM SOLVING</a:t>
            </a:r>
            <a:endParaRPr b="1" sz="1700"/>
          </a:p>
          <a:p>
            <a:pPr indent="-153670" lvl="0" marL="274320" rtl="0" algn="l">
              <a:lnSpc>
                <a:spcPct val="100000"/>
              </a:lnSpc>
              <a:spcBef>
                <a:spcPts val="1000"/>
              </a:spcBef>
              <a:spcAft>
                <a:spcPts val="0"/>
              </a:spcAft>
              <a:buSzPts val="1700"/>
              <a:buAutoNum type="arabicPeriod"/>
            </a:pPr>
            <a:r>
              <a:rPr b="1" lang="en" sz="1700"/>
              <a:t>ERROR &amp; MENTAL</a:t>
            </a:r>
            <a:br>
              <a:rPr b="1" lang="en" sz="1700"/>
            </a:br>
            <a:r>
              <a:rPr b="1" lang="en" sz="1700"/>
              <a:t>MODELS</a:t>
            </a:r>
            <a:endParaRPr b="1" sz="17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7" name="Shape 3467"/>
        <p:cNvGrpSpPr/>
        <p:nvPr/>
      </p:nvGrpSpPr>
      <p:grpSpPr>
        <a:xfrm>
          <a:off x="0" y="0"/>
          <a:ext cx="0" cy="0"/>
          <a:chOff x="0" y="0"/>
          <a:chExt cx="0" cy="0"/>
        </a:xfrm>
      </p:grpSpPr>
      <p:pic>
        <p:nvPicPr>
          <p:cNvPr id="3468" name="Google Shape;3468;p107"/>
          <p:cNvPicPr preferRelativeResize="0"/>
          <p:nvPr/>
        </p:nvPicPr>
        <p:blipFill>
          <a:blip r:embed="rId3">
            <a:alphaModFix/>
          </a:blip>
          <a:stretch>
            <a:fillRect/>
          </a:stretch>
        </p:blipFill>
        <p:spPr>
          <a:xfrm>
            <a:off x="1134350" y="1645877"/>
            <a:ext cx="7046700" cy="2382499"/>
          </a:xfrm>
          <a:prstGeom prst="rect">
            <a:avLst/>
          </a:prstGeom>
          <a:noFill/>
          <a:ln>
            <a:noFill/>
          </a:ln>
        </p:spPr>
      </p:pic>
      <p:sp>
        <p:nvSpPr>
          <p:cNvPr id="3469" name="Google Shape;3469;p107"/>
          <p:cNvSpPr txBox="1"/>
          <p:nvPr>
            <p:ph type="title"/>
          </p:nvPr>
        </p:nvSpPr>
        <p:spPr>
          <a:xfrm>
            <a:off x="2148900" y="504498"/>
            <a:ext cx="4846200" cy="41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800"/>
              <a:t>Wason’s cards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4" name="Shape 3474"/>
        <p:cNvGrpSpPr/>
        <p:nvPr/>
      </p:nvGrpSpPr>
      <p:grpSpPr>
        <a:xfrm>
          <a:off x="0" y="0"/>
          <a:ext cx="0" cy="0"/>
          <a:chOff x="0" y="0"/>
          <a:chExt cx="0" cy="0"/>
        </a:xfrm>
      </p:grpSpPr>
      <p:sp>
        <p:nvSpPr>
          <p:cNvPr id="3475" name="Google Shape;3475;p108"/>
          <p:cNvSpPr txBox="1"/>
          <p:nvPr>
            <p:ph type="title"/>
          </p:nvPr>
        </p:nvSpPr>
        <p:spPr>
          <a:xfrm>
            <a:off x="2148900" y="504498"/>
            <a:ext cx="4846200" cy="41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800"/>
              <a:t>Wason’s cards</a:t>
            </a:r>
            <a:endParaRPr/>
          </a:p>
        </p:txBody>
      </p:sp>
      <p:pic>
        <p:nvPicPr>
          <p:cNvPr id="3476" name="Google Shape;3476;p108"/>
          <p:cNvPicPr preferRelativeResize="0"/>
          <p:nvPr/>
        </p:nvPicPr>
        <p:blipFill>
          <a:blip r:embed="rId3">
            <a:alphaModFix/>
          </a:blip>
          <a:stretch>
            <a:fillRect/>
          </a:stretch>
        </p:blipFill>
        <p:spPr>
          <a:xfrm>
            <a:off x="1418975" y="1262074"/>
            <a:ext cx="6306048" cy="31930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1" name="Shape 3481"/>
        <p:cNvGrpSpPr/>
        <p:nvPr/>
      </p:nvGrpSpPr>
      <p:grpSpPr>
        <a:xfrm>
          <a:off x="0" y="0"/>
          <a:ext cx="0" cy="0"/>
          <a:chOff x="0" y="0"/>
          <a:chExt cx="0" cy="0"/>
        </a:xfrm>
      </p:grpSpPr>
      <p:pic>
        <p:nvPicPr>
          <p:cNvPr descr="So just how logical are you? This 4-card selection task developed by Peter Wason in 1963 will help you find out! All you need to do is assess which of the 4 cards must be turned over in order to determine whether the rule has been followed. &#10;&#10;Music: &quot;Brittle Rille&quot; by Kevin MacLeod (incompetech.com)&#10;http://incompetech.com/music/royalty-free/&#10;Music licensed under Creative Commons (http://creativecommons.org/licenses/by/3.0/)&#10;&#10;Sunrise footage by Beachfront B-Roll (http://www.beachfrontbroll.com/)&#10;(https://www.youtube.com/user/Beachfrontprod)&#10;&#10;(Image credits coming soon)" id="3482" name="Google Shape;3482;p109" title="How Logical Are You? (Psychology of Reasoning)">
            <a:hlinkClick r:id="rId3"/>
          </p:cNvPr>
          <p:cNvPicPr preferRelativeResize="0"/>
          <p:nvPr/>
        </p:nvPicPr>
        <p:blipFill>
          <a:blip r:embed="rId4">
            <a:alphaModFix/>
          </a:blip>
          <a:stretch>
            <a:fillRect/>
          </a:stretch>
        </p:blipFill>
        <p:spPr>
          <a:xfrm>
            <a:off x="1143000" y="0"/>
            <a:ext cx="6858000" cy="51435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7" name="Shape 3487"/>
        <p:cNvGrpSpPr/>
        <p:nvPr/>
      </p:nvGrpSpPr>
      <p:grpSpPr>
        <a:xfrm>
          <a:off x="0" y="0"/>
          <a:ext cx="0" cy="0"/>
          <a:chOff x="0" y="0"/>
          <a:chExt cx="0" cy="0"/>
        </a:xfrm>
      </p:grpSpPr>
      <p:sp>
        <p:nvSpPr>
          <p:cNvPr id="3488" name="Google Shape;3488;p110"/>
          <p:cNvSpPr txBox="1"/>
          <p:nvPr>
            <p:ph idx="4294967295" type="body"/>
          </p:nvPr>
        </p:nvSpPr>
        <p:spPr>
          <a:xfrm>
            <a:off x="3307250" y="786225"/>
            <a:ext cx="5358300" cy="36582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1000"/>
              </a:spcBef>
              <a:spcAft>
                <a:spcPts val="0"/>
              </a:spcAft>
              <a:buClr>
                <a:srgbClr val="49476E"/>
              </a:buClr>
              <a:buSzPts val="1800"/>
              <a:buChar char="●"/>
            </a:pPr>
            <a:r>
              <a:rPr b="1" lang="en" sz="1800">
                <a:solidFill>
                  <a:srgbClr val="49476E"/>
                </a:solidFill>
              </a:rPr>
              <a:t>R</a:t>
            </a:r>
            <a:r>
              <a:rPr b="1" lang="en" sz="1800">
                <a:solidFill>
                  <a:srgbClr val="49476E"/>
                </a:solidFill>
              </a:rPr>
              <a:t>easoning from event to cause </a:t>
            </a:r>
            <a:endParaRPr b="1" sz="1800">
              <a:solidFill>
                <a:srgbClr val="49476E"/>
              </a:solidFill>
            </a:endParaRPr>
          </a:p>
          <a:p>
            <a:pPr indent="-311150" lvl="1" marL="914400" rtl="0" algn="l">
              <a:spcBef>
                <a:spcPts val="0"/>
              </a:spcBef>
              <a:spcAft>
                <a:spcPts val="0"/>
              </a:spcAft>
              <a:buClr>
                <a:srgbClr val="49476E"/>
              </a:buClr>
              <a:buSzPts val="1300"/>
              <a:buChar char="○"/>
            </a:pPr>
            <a:r>
              <a:rPr lang="en" sz="1300">
                <a:solidFill>
                  <a:srgbClr val="49476E"/>
                </a:solidFill>
              </a:rPr>
              <a:t>Sam drives fast when drunk.</a:t>
            </a:r>
            <a:br>
              <a:rPr lang="en" sz="1300">
                <a:solidFill>
                  <a:srgbClr val="49476E"/>
                </a:solidFill>
              </a:rPr>
            </a:br>
            <a:r>
              <a:rPr lang="en" sz="1300">
                <a:solidFill>
                  <a:srgbClr val="49476E"/>
                </a:solidFill>
              </a:rPr>
              <a:t>If I see Sam driving fast, assume drunk.</a:t>
            </a:r>
            <a:endParaRPr sz="1300">
              <a:solidFill>
                <a:srgbClr val="49476E"/>
              </a:solidFill>
            </a:endParaRPr>
          </a:p>
          <a:p>
            <a:pPr indent="-342900" lvl="0" marL="457200" rtl="0" algn="l">
              <a:lnSpc>
                <a:spcPct val="150000"/>
              </a:lnSpc>
              <a:spcBef>
                <a:spcPts val="1000"/>
              </a:spcBef>
              <a:spcAft>
                <a:spcPts val="0"/>
              </a:spcAft>
              <a:buClr>
                <a:srgbClr val="49476E"/>
              </a:buClr>
              <a:buSzPts val="1800"/>
              <a:buChar char="●"/>
            </a:pPr>
            <a:r>
              <a:rPr b="1" lang="en" sz="1800">
                <a:solidFill>
                  <a:srgbClr val="49476E"/>
                </a:solidFill>
              </a:rPr>
              <a:t>Unreliable</a:t>
            </a:r>
            <a:endParaRPr b="1" sz="1800">
              <a:solidFill>
                <a:srgbClr val="49476E"/>
              </a:solidFill>
            </a:endParaRPr>
          </a:p>
          <a:p>
            <a:pPr indent="-311150" lvl="1" marL="914400" rtl="0" algn="l">
              <a:spcBef>
                <a:spcPts val="0"/>
              </a:spcBef>
              <a:spcAft>
                <a:spcPts val="0"/>
              </a:spcAft>
              <a:buClr>
                <a:srgbClr val="49476E"/>
              </a:buClr>
              <a:buSzPts val="1300"/>
              <a:buChar char="○"/>
            </a:pPr>
            <a:r>
              <a:rPr lang="en" sz="1300">
                <a:solidFill>
                  <a:srgbClr val="49476E"/>
                </a:solidFill>
              </a:rPr>
              <a:t>can lead to false explanations</a:t>
            </a:r>
            <a:endParaRPr b="1" sz="1800">
              <a:solidFill>
                <a:srgbClr val="49476E"/>
              </a:solidFill>
            </a:endParaRPr>
          </a:p>
        </p:txBody>
      </p:sp>
      <p:sp>
        <p:nvSpPr>
          <p:cNvPr id="3489" name="Google Shape;3489;p110"/>
          <p:cNvSpPr txBox="1"/>
          <p:nvPr>
            <p:ph type="title"/>
          </p:nvPr>
        </p:nvSpPr>
        <p:spPr>
          <a:xfrm>
            <a:off x="186975" y="0"/>
            <a:ext cx="2423400" cy="11220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400"/>
              <a:t>THE HUMAN</a:t>
            </a:r>
            <a:endParaRPr sz="2400"/>
          </a:p>
          <a:p>
            <a:pPr indent="0" lvl="0" marL="0" marR="0" rtl="0" algn="l">
              <a:lnSpc>
                <a:spcPct val="90000"/>
              </a:lnSpc>
              <a:spcBef>
                <a:spcPts val="0"/>
              </a:spcBef>
              <a:spcAft>
                <a:spcPts val="0"/>
              </a:spcAft>
              <a:buNone/>
            </a:pPr>
            <a:r>
              <a:rPr lang="en" sz="2400"/>
              <a:t>- THINKING</a:t>
            </a:r>
            <a:endParaRPr sz="2400"/>
          </a:p>
        </p:txBody>
      </p:sp>
      <p:sp>
        <p:nvSpPr>
          <p:cNvPr id="3490" name="Google Shape;3490;p110"/>
          <p:cNvSpPr txBox="1"/>
          <p:nvPr>
            <p:ph idx="4294967295" type="body"/>
          </p:nvPr>
        </p:nvSpPr>
        <p:spPr>
          <a:xfrm>
            <a:off x="97175" y="1068150"/>
            <a:ext cx="2804400" cy="2194200"/>
          </a:xfrm>
          <a:prstGeom prst="rect">
            <a:avLst/>
          </a:prstGeom>
        </p:spPr>
        <p:txBody>
          <a:bodyPr anchorCtr="0" anchor="t" bIns="91425" lIns="91425" spcFirstLastPara="1" rIns="91425" wrap="square" tIns="91425">
            <a:noAutofit/>
          </a:bodyPr>
          <a:lstStyle/>
          <a:p>
            <a:pPr indent="-153670" lvl="0" marL="274320" rtl="0" algn="l">
              <a:lnSpc>
                <a:spcPct val="100000"/>
              </a:lnSpc>
              <a:spcBef>
                <a:spcPts val="1000"/>
              </a:spcBef>
              <a:spcAft>
                <a:spcPts val="0"/>
              </a:spcAft>
              <a:buSzPts val="1700"/>
              <a:buAutoNum type="arabicPeriod"/>
            </a:pPr>
            <a:r>
              <a:rPr b="1" lang="en" sz="1700"/>
              <a:t>REASONING</a:t>
            </a:r>
            <a:endParaRPr b="1" sz="1700"/>
          </a:p>
          <a:p>
            <a:pPr indent="-104394" lvl="1" marL="694944" rtl="0" algn="l">
              <a:lnSpc>
                <a:spcPct val="100000"/>
              </a:lnSpc>
              <a:spcBef>
                <a:spcPts val="0"/>
              </a:spcBef>
              <a:spcAft>
                <a:spcPts val="0"/>
              </a:spcAft>
              <a:buSzPts val="1500"/>
              <a:buChar char="○"/>
            </a:pPr>
            <a:r>
              <a:rPr b="0" lang="en" sz="1700">
                <a:latin typeface="Raleway"/>
                <a:ea typeface="Raleway"/>
                <a:cs typeface="Raleway"/>
                <a:sym typeface="Raleway"/>
              </a:rPr>
              <a:t>Deduction</a:t>
            </a:r>
            <a:endParaRPr b="0" sz="1700">
              <a:latin typeface="Raleway"/>
              <a:ea typeface="Raleway"/>
              <a:cs typeface="Raleway"/>
              <a:sym typeface="Raleway"/>
            </a:endParaRPr>
          </a:p>
          <a:p>
            <a:pPr indent="-104394" lvl="1" marL="694944" rtl="0" algn="l">
              <a:lnSpc>
                <a:spcPct val="100000"/>
              </a:lnSpc>
              <a:spcBef>
                <a:spcPts val="0"/>
              </a:spcBef>
              <a:spcAft>
                <a:spcPts val="0"/>
              </a:spcAft>
              <a:buSzPts val="1500"/>
              <a:buChar char="○"/>
            </a:pPr>
            <a:r>
              <a:rPr b="0" lang="en" sz="1700">
                <a:latin typeface="Raleway"/>
                <a:ea typeface="Raleway"/>
                <a:cs typeface="Raleway"/>
                <a:sym typeface="Raleway"/>
              </a:rPr>
              <a:t>Induction</a:t>
            </a:r>
            <a:endParaRPr b="0" sz="1700">
              <a:latin typeface="Raleway"/>
              <a:ea typeface="Raleway"/>
              <a:cs typeface="Raleway"/>
              <a:sym typeface="Raleway"/>
            </a:endParaRPr>
          </a:p>
          <a:p>
            <a:pPr indent="-104394" lvl="1" marL="694944" rtl="0" algn="l">
              <a:lnSpc>
                <a:spcPct val="100000"/>
              </a:lnSpc>
              <a:spcBef>
                <a:spcPts val="0"/>
              </a:spcBef>
              <a:spcAft>
                <a:spcPts val="0"/>
              </a:spcAft>
              <a:buClr>
                <a:schemeClr val="accent1"/>
              </a:buClr>
              <a:buSzPts val="1500"/>
              <a:buChar char="○"/>
            </a:pPr>
            <a:r>
              <a:rPr b="0" lang="en" sz="1700">
                <a:solidFill>
                  <a:schemeClr val="accent1"/>
                </a:solidFill>
                <a:latin typeface="Raleway"/>
                <a:ea typeface="Raleway"/>
                <a:cs typeface="Raleway"/>
                <a:sym typeface="Raleway"/>
              </a:rPr>
              <a:t>Abduction</a:t>
            </a:r>
            <a:endParaRPr b="0" sz="1700">
              <a:latin typeface="Raleway"/>
              <a:ea typeface="Raleway"/>
              <a:cs typeface="Raleway"/>
              <a:sym typeface="Raleway"/>
            </a:endParaRPr>
          </a:p>
          <a:p>
            <a:pPr indent="-153670" lvl="0" marL="274320" rtl="0" algn="l">
              <a:lnSpc>
                <a:spcPct val="100000"/>
              </a:lnSpc>
              <a:spcBef>
                <a:spcPts val="1000"/>
              </a:spcBef>
              <a:spcAft>
                <a:spcPts val="0"/>
              </a:spcAft>
              <a:buSzPts val="1700"/>
              <a:buAutoNum type="arabicPeriod"/>
            </a:pPr>
            <a:r>
              <a:rPr b="1" lang="en" sz="1700"/>
              <a:t>PROBLEM SOLVING</a:t>
            </a:r>
            <a:endParaRPr b="1" sz="1700"/>
          </a:p>
          <a:p>
            <a:pPr indent="-153670" lvl="0" marL="274320" rtl="0" algn="l">
              <a:lnSpc>
                <a:spcPct val="100000"/>
              </a:lnSpc>
              <a:spcBef>
                <a:spcPts val="1000"/>
              </a:spcBef>
              <a:spcAft>
                <a:spcPts val="0"/>
              </a:spcAft>
              <a:buSzPts val="1700"/>
              <a:buAutoNum type="arabicPeriod"/>
            </a:pPr>
            <a:r>
              <a:rPr b="1" lang="en" sz="1700"/>
              <a:t>ERROR &amp; MENTAL</a:t>
            </a:r>
            <a:br>
              <a:rPr b="1" lang="en" sz="1700"/>
            </a:br>
            <a:r>
              <a:rPr b="1" lang="en" sz="1700"/>
              <a:t>MODELS</a:t>
            </a:r>
            <a:endParaRPr b="1" sz="17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5" name="Shape 3495"/>
        <p:cNvGrpSpPr/>
        <p:nvPr/>
      </p:nvGrpSpPr>
      <p:grpSpPr>
        <a:xfrm>
          <a:off x="0" y="0"/>
          <a:ext cx="0" cy="0"/>
          <a:chOff x="0" y="0"/>
          <a:chExt cx="0" cy="0"/>
        </a:xfrm>
      </p:grpSpPr>
      <p:sp>
        <p:nvSpPr>
          <p:cNvPr id="3496" name="Google Shape;3496;p111"/>
          <p:cNvSpPr txBox="1"/>
          <p:nvPr>
            <p:ph idx="4294967295" type="body"/>
          </p:nvPr>
        </p:nvSpPr>
        <p:spPr>
          <a:xfrm>
            <a:off x="3307250" y="786225"/>
            <a:ext cx="5358300" cy="3658200"/>
          </a:xfrm>
          <a:prstGeom prst="rect">
            <a:avLst/>
          </a:prstGeom>
        </p:spPr>
        <p:txBody>
          <a:bodyPr anchorCtr="0" anchor="t" bIns="91425" lIns="91425" spcFirstLastPara="1" rIns="91425" wrap="square" tIns="91425">
            <a:noAutofit/>
          </a:bodyPr>
          <a:lstStyle/>
          <a:p>
            <a:pPr indent="0" lvl="0" marL="0" rtl="0" algn="l">
              <a:lnSpc>
                <a:spcPct val="150000"/>
              </a:lnSpc>
              <a:spcBef>
                <a:spcPts val="1000"/>
              </a:spcBef>
              <a:spcAft>
                <a:spcPts val="0"/>
              </a:spcAft>
              <a:buNone/>
            </a:pPr>
            <a:r>
              <a:rPr b="1" lang="en" sz="1800">
                <a:solidFill>
                  <a:srgbClr val="49476E"/>
                </a:solidFill>
              </a:rPr>
              <a:t>Process of finding solution to unfamiliar task using knowledge.</a:t>
            </a:r>
            <a:endParaRPr b="1" sz="1800">
              <a:solidFill>
                <a:srgbClr val="49476E"/>
              </a:solidFill>
            </a:endParaRPr>
          </a:p>
          <a:p>
            <a:pPr indent="0" lvl="0" marL="0" rtl="0" algn="l">
              <a:lnSpc>
                <a:spcPct val="150000"/>
              </a:lnSpc>
              <a:spcBef>
                <a:spcPts val="1000"/>
              </a:spcBef>
              <a:spcAft>
                <a:spcPts val="0"/>
              </a:spcAft>
              <a:buNone/>
            </a:pPr>
            <a:r>
              <a:rPr b="1" lang="en" sz="1800">
                <a:solidFill>
                  <a:srgbClr val="49476E"/>
                </a:solidFill>
              </a:rPr>
              <a:t>Several theories.</a:t>
            </a:r>
            <a:endParaRPr b="1" sz="1800">
              <a:solidFill>
                <a:srgbClr val="49476E"/>
              </a:solidFill>
            </a:endParaRPr>
          </a:p>
          <a:p>
            <a:pPr indent="-342900" lvl="0" marL="457200" rtl="0" algn="l">
              <a:spcBef>
                <a:spcPts val="0"/>
              </a:spcBef>
              <a:spcAft>
                <a:spcPts val="0"/>
              </a:spcAft>
              <a:buClr>
                <a:srgbClr val="49476E"/>
              </a:buClr>
              <a:buSzPts val="1800"/>
              <a:buAutoNum type="arabicPeriod"/>
            </a:pPr>
            <a:r>
              <a:rPr b="1" lang="en" sz="1800">
                <a:solidFill>
                  <a:srgbClr val="49476E"/>
                </a:solidFill>
              </a:rPr>
              <a:t>Gestalt</a:t>
            </a:r>
            <a:endParaRPr b="1" sz="1800">
              <a:solidFill>
                <a:srgbClr val="49476E"/>
              </a:solidFill>
            </a:endParaRPr>
          </a:p>
          <a:p>
            <a:pPr indent="-342900" lvl="0" marL="457200" rtl="0" algn="l">
              <a:spcBef>
                <a:spcPts val="0"/>
              </a:spcBef>
              <a:spcAft>
                <a:spcPts val="0"/>
              </a:spcAft>
              <a:buClr>
                <a:srgbClr val="49476E"/>
              </a:buClr>
              <a:buSzPts val="1800"/>
              <a:buAutoNum type="arabicPeriod"/>
            </a:pPr>
            <a:r>
              <a:rPr b="1" lang="en" sz="1800">
                <a:solidFill>
                  <a:srgbClr val="49476E"/>
                </a:solidFill>
              </a:rPr>
              <a:t>Problem space theory</a:t>
            </a:r>
            <a:endParaRPr b="1" sz="1800">
              <a:solidFill>
                <a:srgbClr val="49476E"/>
              </a:solidFill>
            </a:endParaRPr>
          </a:p>
          <a:p>
            <a:pPr indent="-342900" lvl="0" marL="457200" rtl="0" algn="l">
              <a:spcBef>
                <a:spcPts val="0"/>
              </a:spcBef>
              <a:spcAft>
                <a:spcPts val="0"/>
              </a:spcAft>
              <a:buClr>
                <a:srgbClr val="49476E"/>
              </a:buClr>
              <a:buSzPts val="1800"/>
              <a:buAutoNum type="arabicPeriod"/>
            </a:pPr>
            <a:r>
              <a:rPr b="1" lang="en" sz="1800">
                <a:solidFill>
                  <a:srgbClr val="49476E"/>
                </a:solidFill>
              </a:rPr>
              <a:t>Analogy</a:t>
            </a:r>
            <a:endParaRPr b="1" sz="1800">
              <a:solidFill>
                <a:srgbClr val="49476E"/>
              </a:solidFill>
            </a:endParaRPr>
          </a:p>
          <a:p>
            <a:pPr indent="-342900" lvl="0" marL="457200" rtl="0" algn="l">
              <a:spcBef>
                <a:spcPts val="0"/>
              </a:spcBef>
              <a:spcAft>
                <a:spcPts val="0"/>
              </a:spcAft>
              <a:buClr>
                <a:srgbClr val="49476E"/>
              </a:buClr>
              <a:buSzPts val="1800"/>
              <a:buAutoNum type="arabicPeriod"/>
            </a:pPr>
            <a:r>
              <a:rPr b="1" lang="en" sz="1800">
                <a:solidFill>
                  <a:srgbClr val="49476E"/>
                </a:solidFill>
              </a:rPr>
              <a:t>Skill acquisition</a:t>
            </a:r>
            <a:endParaRPr b="1" sz="1800">
              <a:solidFill>
                <a:srgbClr val="49476E"/>
              </a:solidFill>
            </a:endParaRPr>
          </a:p>
        </p:txBody>
      </p:sp>
      <p:sp>
        <p:nvSpPr>
          <p:cNvPr id="3497" name="Google Shape;3497;p111"/>
          <p:cNvSpPr txBox="1"/>
          <p:nvPr>
            <p:ph type="title"/>
          </p:nvPr>
        </p:nvSpPr>
        <p:spPr>
          <a:xfrm>
            <a:off x="186975" y="0"/>
            <a:ext cx="2423400" cy="11220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400"/>
              <a:t>THE HUMAN</a:t>
            </a:r>
            <a:endParaRPr sz="2400"/>
          </a:p>
          <a:p>
            <a:pPr indent="0" lvl="0" marL="0" marR="0" rtl="0" algn="l">
              <a:lnSpc>
                <a:spcPct val="90000"/>
              </a:lnSpc>
              <a:spcBef>
                <a:spcPts val="0"/>
              </a:spcBef>
              <a:spcAft>
                <a:spcPts val="0"/>
              </a:spcAft>
              <a:buNone/>
            </a:pPr>
            <a:r>
              <a:rPr lang="en" sz="2400"/>
              <a:t>- THINKING</a:t>
            </a:r>
            <a:endParaRPr sz="2400"/>
          </a:p>
        </p:txBody>
      </p:sp>
      <p:sp>
        <p:nvSpPr>
          <p:cNvPr id="3498" name="Google Shape;3498;p111"/>
          <p:cNvSpPr txBox="1"/>
          <p:nvPr>
            <p:ph idx="4294967295" type="body"/>
          </p:nvPr>
        </p:nvSpPr>
        <p:spPr>
          <a:xfrm>
            <a:off x="97175" y="1068150"/>
            <a:ext cx="2804400" cy="2194200"/>
          </a:xfrm>
          <a:prstGeom prst="rect">
            <a:avLst/>
          </a:prstGeom>
        </p:spPr>
        <p:txBody>
          <a:bodyPr anchorCtr="0" anchor="t" bIns="91425" lIns="91425" spcFirstLastPara="1" rIns="91425" wrap="square" tIns="91425">
            <a:noAutofit/>
          </a:bodyPr>
          <a:lstStyle/>
          <a:p>
            <a:pPr indent="-153670" lvl="0" marL="274320" rtl="0" algn="l">
              <a:lnSpc>
                <a:spcPct val="100000"/>
              </a:lnSpc>
              <a:spcBef>
                <a:spcPts val="1000"/>
              </a:spcBef>
              <a:spcAft>
                <a:spcPts val="0"/>
              </a:spcAft>
              <a:buSzPts val="1700"/>
              <a:buAutoNum type="arabicPeriod"/>
            </a:pPr>
            <a:r>
              <a:rPr b="1" lang="en" sz="1700"/>
              <a:t>REASONING</a:t>
            </a:r>
            <a:endParaRPr b="1" sz="1700"/>
          </a:p>
          <a:p>
            <a:pPr indent="-104394" lvl="1" marL="694944" rtl="0" algn="l">
              <a:lnSpc>
                <a:spcPct val="100000"/>
              </a:lnSpc>
              <a:spcBef>
                <a:spcPts val="0"/>
              </a:spcBef>
              <a:spcAft>
                <a:spcPts val="0"/>
              </a:spcAft>
              <a:buSzPts val="1500"/>
              <a:buChar char="○"/>
            </a:pPr>
            <a:r>
              <a:rPr b="0" lang="en" sz="1700">
                <a:latin typeface="Raleway"/>
                <a:ea typeface="Raleway"/>
                <a:cs typeface="Raleway"/>
                <a:sym typeface="Raleway"/>
              </a:rPr>
              <a:t>Deduction</a:t>
            </a:r>
            <a:endParaRPr b="0" sz="1700">
              <a:latin typeface="Raleway"/>
              <a:ea typeface="Raleway"/>
              <a:cs typeface="Raleway"/>
              <a:sym typeface="Raleway"/>
            </a:endParaRPr>
          </a:p>
          <a:p>
            <a:pPr indent="-104394" lvl="1" marL="694944" rtl="0" algn="l">
              <a:lnSpc>
                <a:spcPct val="100000"/>
              </a:lnSpc>
              <a:spcBef>
                <a:spcPts val="0"/>
              </a:spcBef>
              <a:spcAft>
                <a:spcPts val="0"/>
              </a:spcAft>
              <a:buSzPts val="1500"/>
              <a:buChar char="○"/>
            </a:pPr>
            <a:r>
              <a:rPr b="0" lang="en" sz="1700">
                <a:latin typeface="Raleway"/>
                <a:ea typeface="Raleway"/>
                <a:cs typeface="Raleway"/>
                <a:sym typeface="Raleway"/>
              </a:rPr>
              <a:t>Induction</a:t>
            </a:r>
            <a:endParaRPr b="0" sz="1700">
              <a:latin typeface="Raleway"/>
              <a:ea typeface="Raleway"/>
              <a:cs typeface="Raleway"/>
              <a:sym typeface="Raleway"/>
            </a:endParaRPr>
          </a:p>
          <a:p>
            <a:pPr indent="-104394" lvl="1" marL="694944" rtl="0" algn="l">
              <a:lnSpc>
                <a:spcPct val="100000"/>
              </a:lnSpc>
              <a:spcBef>
                <a:spcPts val="0"/>
              </a:spcBef>
              <a:spcAft>
                <a:spcPts val="0"/>
              </a:spcAft>
              <a:buSzPts val="1500"/>
              <a:buChar char="○"/>
            </a:pPr>
            <a:r>
              <a:rPr b="0" lang="en" sz="1700">
                <a:latin typeface="Raleway"/>
                <a:ea typeface="Raleway"/>
                <a:cs typeface="Raleway"/>
                <a:sym typeface="Raleway"/>
              </a:rPr>
              <a:t>Abduction</a:t>
            </a:r>
            <a:endParaRPr b="0" sz="1700">
              <a:latin typeface="Raleway"/>
              <a:ea typeface="Raleway"/>
              <a:cs typeface="Raleway"/>
              <a:sym typeface="Raleway"/>
            </a:endParaRPr>
          </a:p>
          <a:p>
            <a:pPr indent="-153670" lvl="0" marL="274320" rtl="0" algn="l">
              <a:lnSpc>
                <a:spcPct val="100000"/>
              </a:lnSpc>
              <a:spcBef>
                <a:spcPts val="1000"/>
              </a:spcBef>
              <a:spcAft>
                <a:spcPts val="0"/>
              </a:spcAft>
              <a:buClr>
                <a:schemeClr val="accent1"/>
              </a:buClr>
              <a:buSzPts val="1700"/>
              <a:buAutoNum type="arabicPeriod"/>
            </a:pPr>
            <a:r>
              <a:rPr b="1" lang="en" sz="1700">
                <a:solidFill>
                  <a:schemeClr val="accent1"/>
                </a:solidFill>
              </a:rPr>
              <a:t>PROBLEM SOLVING</a:t>
            </a:r>
            <a:endParaRPr b="1" sz="1700">
              <a:solidFill>
                <a:schemeClr val="accent1"/>
              </a:solidFill>
            </a:endParaRPr>
          </a:p>
          <a:p>
            <a:pPr indent="-153670" lvl="0" marL="274320" rtl="0" algn="l">
              <a:lnSpc>
                <a:spcPct val="100000"/>
              </a:lnSpc>
              <a:spcBef>
                <a:spcPts val="1000"/>
              </a:spcBef>
              <a:spcAft>
                <a:spcPts val="0"/>
              </a:spcAft>
              <a:buSzPts val="1700"/>
              <a:buAutoNum type="arabicPeriod"/>
            </a:pPr>
            <a:r>
              <a:rPr b="1" lang="en" sz="1700"/>
              <a:t>ERROR &amp; MENTAL</a:t>
            </a:r>
            <a:br>
              <a:rPr b="1" lang="en" sz="1700"/>
            </a:br>
            <a:r>
              <a:rPr b="1" lang="en" sz="1700"/>
              <a:t>MODELS</a:t>
            </a:r>
            <a:endParaRPr b="1" sz="17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3" name="Shape 3503"/>
        <p:cNvGrpSpPr/>
        <p:nvPr/>
      </p:nvGrpSpPr>
      <p:grpSpPr>
        <a:xfrm>
          <a:off x="0" y="0"/>
          <a:ext cx="0" cy="0"/>
          <a:chOff x="0" y="0"/>
          <a:chExt cx="0" cy="0"/>
        </a:xfrm>
      </p:grpSpPr>
      <p:pic>
        <p:nvPicPr>
          <p:cNvPr id="3504" name="Google Shape;3504;p112"/>
          <p:cNvPicPr preferRelativeResize="0"/>
          <p:nvPr/>
        </p:nvPicPr>
        <p:blipFill rotWithShape="1">
          <a:blip r:embed="rId3">
            <a:alphaModFix/>
          </a:blip>
          <a:srcRect b="0" l="26748" r="26743" t="0"/>
          <a:stretch/>
        </p:blipFill>
        <p:spPr>
          <a:xfrm>
            <a:off x="0" y="0"/>
            <a:ext cx="9144002" cy="51435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9" name="Shape 3509"/>
        <p:cNvGrpSpPr/>
        <p:nvPr/>
      </p:nvGrpSpPr>
      <p:grpSpPr>
        <a:xfrm>
          <a:off x="0" y="0"/>
          <a:ext cx="0" cy="0"/>
          <a:chOff x="0" y="0"/>
          <a:chExt cx="0" cy="0"/>
        </a:xfrm>
      </p:grpSpPr>
      <p:sp>
        <p:nvSpPr>
          <p:cNvPr id="3510" name="Google Shape;3510;p113"/>
          <p:cNvSpPr txBox="1"/>
          <p:nvPr>
            <p:ph idx="4294967295" type="body"/>
          </p:nvPr>
        </p:nvSpPr>
        <p:spPr>
          <a:xfrm>
            <a:off x="3307250" y="786225"/>
            <a:ext cx="5358300" cy="3658200"/>
          </a:xfrm>
          <a:prstGeom prst="rect">
            <a:avLst/>
          </a:prstGeom>
        </p:spPr>
        <p:txBody>
          <a:bodyPr anchorCtr="0" anchor="t" bIns="91425" lIns="91425" spcFirstLastPara="1" rIns="91425" wrap="square" tIns="91425">
            <a:noAutofit/>
          </a:bodyPr>
          <a:lstStyle/>
          <a:p>
            <a:pPr indent="0" lvl="0" marL="457200" rtl="0" algn="l">
              <a:lnSpc>
                <a:spcPct val="150000"/>
              </a:lnSpc>
              <a:spcBef>
                <a:spcPts val="1000"/>
              </a:spcBef>
              <a:spcAft>
                <a:spcPts val="0"/>
              </a:spcAft>
              <a:buNone/>
            </a:pPr>
            <a:r>
              <a:rPr b="1" lang="en" sz="1500">
                <a:solidFill>
                  <a:srgbClr val="49476E"/>
                </a:solidFill>
              </a:rPr>
              <a:t>2 TYPES OF ERROR</a:t>
            </a:r>
            <a:endParaRPr b="1" sz="1500">
              <a:solidFill>
                <a:srgbClr val="49476E"/>
              </a:solidFill>
            </a:endParaRPr>
          </a:p>
          <a:p>
            <a:pPr indent="-323850" lvl="0" marL="457200" rtl="0" algn="l">
              <a:lnSpc>
                <a:spcPct val="150000"/>
              </a:lnSpc>
              <a:spcBef>
                <a:spcPts val="1000"/>
              </a:spcBef>
              <a:spcAft>
                <a:spcPts val="0"/>
              </a:spcAft>
              <a:buClr>
                <a:srgbClr val="49476E"/>
              </a:buClr>
              <a:buSzPts val="1500"/>
              <a:buAutoNum type="arabicPeriod"/>
            </a:pPr>
            <a:r>
              <a:rPr b="1" lang="en" sz="1500">
                <a:solidFill>
                  <a:srgbClr val="49476E"/>
                </a:solidFill>
              </a:rPr>
              <a:t>SLIPS</a:t>
            </a:r>
            <a:endParaRPr b="1" sz="1500">
              <a:solidFill>
                <a:srgbClr val="49476E"/>
              </a:solidFill>
            </a:endParaRPr>
          </a:p>
          <a:p>
            <a:pPr indent="-323850" lvl="1" marL="914400" rtl="0" algn="l">
              <a:spcBef>
                <a:spcPts val="0"/>
              </a:spcBef>
              <a:spcAft>
                <a:spcPts val="0"/>
              </a:spcAft>
              <a:buClr>
                <a:srgbClr val="49476E"/>
              </a:buClr>
              <a:buSzPts val="1500"/>
              <a:buAutoNum type="alphaLcPeriod"/>
            </a:pPr>
            <a:r>
              <a:rPr lang="en" sz="1500">
                <a:solidFill>
                  <a:srgbClr val="49476E"/>
                </a:solidFill>
              </a:rPr>
              <a:t>Right intention, but failed to do it right</a:t>
            </a:r>
            <a:endParaRPr sz="1500">
              <a:solidFill>
                <a:srgbClr val="49476E"/>
              </a:solidFill>
            </a:endParaRPr>
          </a:p>
          <a:p>
            <a:pPr indent="-323850" lvl="1" marL="914400" rtl="0" algn="l">
              <a:spcBef>
                <a:spcPts val="0"/>
              </a:spcBef>
              <a:spcAft>
                <a:spcPts val="0"/>
              </a:spcAft>
              <a:buClr>
                <a:srgbClr val="49476E"/>
              </a:buClr>
              <a:buSzPts val="1500"/>
              <a:buAutoNum type="alphaLcPeriod"/>
            </a:pPr>
            <a:r>
              <a:rPr lang="en" sz="1500">
                <a:solidFill>
                  <a:srgbClr val="49476E"/>
                </a:solidFill>
              </a:rPr>
              <a:t>Cause: poor physical skill, inattention etc…</a:t>
            </a:r>
            <a:endParaRPr sz="1500">
              <a:solidFill>
                <a:srgbClr val="49476E"/>
              </a:solidFill>
            </a:endParaRPr>
          </a:p>
          <a:p>
            <a:pPr indent="-323850" lvl="1" marL="914400" rtl="0" algn="l">
              <a:spcBef>
                <a:spcPts val="0"/>
              </a:spcBef>
              <a:spcAft>
                <a:spcPts val="0"/>
              </a:spcAft>
              <a:buClr>
                <a:srgbClr val="49476E"/>
              </a:buClr>
              <a:buSzPts val="1500"/>
              <a:buAutoNum type="alphaLcPeriod"/>
            </a:pPr>
            <a:r>
              <a:rPr lang="en" sz="1500">
                <a:solidFill>
                  <a:srgbClr val="49476E"/>
                </a:solidFill>
              </a:rPr>
              <a:t>Change to aspect of skilled behavior can cause slip</a:t>
            </a:r>
            <a:endParaRPr sz="1500">
              <a:solidFill>
                <a:srgbClr val="49476E"/>
              </a:solidFill>
            </a:endParaRPr>
          </a:p>
          <a:p>
            <a:pPr indent="-323850" lvl="0" marL="457200" rtl="0" algn="l">
              <a:lnSpc>
                <a:spcPct val="150000"/>
              </a:lnSpc>
              <a:spcBef>
                <a:spcPts val="1000"/>
              </a:spcBef>
              <a:spcAft>
                <a:spcPts val="0"/>
              </a:spcAft>
              <a:buClr>
                <a:srgbClr val="49476E"/>
              </a:buClr>
              <a:buSzPts val="1500"/>
              <a:buAutoNum type="arabicPeriod"/>
            </a:pPr>
            <a:r>
              <a:rPr b="1" lang="en" sz="1500">
                <a:solidFill>
                  <a:srgbClr val="49476E"/>
                </a:solidFill>
              </a:rPr>
              <a:t>MISTAKES</a:t>
            </a:r>
            <a:endParaRPr sz="1500">
              <a:solidFill>
                <a:srgbClr val="49476E"/>
              </a:solidFill>
            </a:endParaRPr>
          </a:p>
          <a:p>
            <a:pPr indent="-323850" lvl="1" marL="914400" rtl="0" algn="l">
              <a:spcBef>
                <a:spcPts val="0"/>
              </a:spcBef>
              <a:spcAft>
                <a:spcPts val="0"/>
              </a:spcAft>
              <a:buClr>
                <a:srgbClr val="49476E"/>
              </a:buClr>
              <a:buSzPts val="1500"/>
              <a:buAutoNum type="alphaLcPeriod"/>
            </a:pPr>
            <a:r>
              <a:rPr lang="en" sz="1500">
                <a:solidFill>
                  <a:srgbClr val="49476E"/>
                </a:solidFill>
              </a:rPr>
              <a:t>Wrong intention</a:t>
            </a:r>
            <a:endParaRPr sz="1500">
              <a:solidFill>
                <a:srgbClr val="49476E"/>
              </a:solidFill>
            </a:endParaRPr>
          </a:p>
          <a:p>
            <a:pPr indent="-323850" lvl="1" marL="914400" rtl="0" algn="l">
              <a:spcBef>
                <a:spcPts val="0"/>
              </a:spcBef>
              <a:spcAft>
                <a:spcPts val="0"/>
              </a:spcAft>
              <a:buClr>
                <a:srgbClr val="49476E"/>
              </a:buClr>
              <a:buSzPts val="1500"/>
              <a:buAutoNum type="alphaLcPeriod"/>
            </a:pPr>
            <a:r>
              <a:rPr lang="en" sz="1500">
                <a:solidFill>
                  <a:srgbClr val="49476E"/>
                </a:solidFill>
              </a:rPr>
              <a:t>Cause: incorrect understanding</a:t>
            </a:r>
            <a:br>
              <a:rPr lang="en" sz="1500">
                <a:solidFill>
                  <a:srgbClr val="49476E"/>
                </a:solidFill>
              </a:rPr>
            </a:br>
            <a:r>
              <a:rPr lang="en" sz="1300">
                <a:solidFill>
                  <a:srgbClr val="49476E"/>
                </a:solidFill>
              </a:rPr>
              <a:t>Humans create mental models to explain behaviour.</a:t>
            </a:r>
            <a:br>
              <a:rPr lang="en" sz="1300">
                <a:solidFill>
                  <a:srgbClr val="49476E"/>
                </a:solidFill>
              </a:rPr>
            </a:br>
            <a:r>
              <a:rPr lang="en" sz="1300">
                <a:solidFill>
                  <a:srgbClr val="49476E"/>
                </a:solidFill>
              </a:rPr>
              <a:t>If wrong (different from actual system) errors can occur</a:t>
            </a:r>
            <a:endParaRPr b="1" sz="1800">
              <a:solidFill>
                <a:srgbClr val="49476E"/>
              </a:solidFill>
            </a:endParaRPr>
          </a:p>
        </p:txBody>
      </p:sp>
      <p:sp>
        <p:nvSpPr>
          <p:cNvPr id="3511" name="Google Shape;3511;p113"/>
          <p:cNvSpPr txBox="1"/>
          <p:nvPr>
            <p:ph type="title"/>
          </p:nvPr>
        </p:nvSpPr>
        <p:spPr>
          <a:xfrm>
            <a:off x="186975" y="0"/>
            <a:ext cx="2423400" cy="11220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400"/>
              <a:t>THE HUMAN</a:t>
            </a:r>
            <a:endParaRPr sz="2400"/>
          </a:p>
          <a:p>
            <a:pPr indent="0" lvl="0" marL="0" marR="0" rtl="0" algn="l">
              <a:lnSpc>
                <a:spcPct val="90000"/>
              </a:lnSpc>
              <a:spcBef>
                <a:spcPts val="0"/>
              </a:spcBef>
              <a:spcAft>
                <a:spcPts val="0"/>
              </a:spcAft>
              <a:buNone/>
            </a:pPr>
            <a:r>
              <a:rPr lang="en" sz="2400"/>
              <a:t>- THINKING</a:t>
            </a:r>
            <a:endParaRPr sz="2400"/>
          </a:p>
        </p:txBody>
      </p:sp>
      <p:sp>
        <p:nvSpPr>
          <p:cNvPr id="3512" name="Google Shape;3512;p113"/>
          <p:cNvSpPr txBox="1"/>
          <p:nvPr>
            <p:ph idx="4294967295" type="body"/>
          </p:nvPr>
        </p:nvSpPr>
        <p:spPr>
          <a:xfrm>
            <a:off x="97175" y="1068150"/>
            <a:ext cx="2804400" cy="2194200"/>
          </a:xfrm>
          <a:prstGeom prst="rect">
            <a:avLst/>
          </a:prstGeom>
        </p:spPr>
        <p:txBody>
          <a:bodyPr anchorCtr="0" anchor="t" bIns="91425" lIns="91425" spcFirstLastPara="1" rIns="91425" wrap="square" tIns="91425">
            <a:noAutofit/>
          </a:bodyPr>
          <a:lstStyle/>
          <a:p>
            <a:pPr indent="-153670" lvl="0" marL="274320" rtl="0" algn="l">
              <a:lnSpc>
                <a:spcPct val="100000"/>
              </a:lnSpc>
              <a:spcBef>
                <a:spcPts val="1000"/>
              </a:spcBef>
              <a:spcAft>
                <a:spcPts val="0"/>
              </a:spcAft>
              <a:buSzPts val="1700"/>
              <a:buAutoNum type="arabicPeriod"/>
            </a:pPr>
            <a:r>
              <a:rPr b="1" lang="en" sz="1700"/>
              <a:t>REASONING</a:t>
            </a:r>
            <a:endParaRPr b="1" sz="1700"/>
          </a:p>
          <a:p>
            <a:pPr indent="-104394" lvl="1" marL="694944" rtl="0" algn="l">
              <a:lnSpc>
                <a:spcPct val="100000"/>
              </a:lnSpc>
              <a:spcBef>
                <a:spcPts val="0"/>
              </a:spcBef>
              <a:spcAft>
                <a:spcPts val="0"/>
              </a:spcAft>
              <a:buSzPts val="1500"/>
              <a:buChar char="○"/>
            </a:pPr>
            <a:r>
              <a:rPr b="0" lang="en" sz="1700">
                <a:latin typeface="Raleway"/>
                <a:ea typeface="Raleway"/>
                <a:cs typeface="Raleway"/>
                <a:sym typeface="Raleway"/>
              </a:rPr>
              <a:t>Deduction</a:t>
            </a:r>
            <a:endParaRPr b="0" sz="1700">
              <a:latin typeface="Raleway"/>
              <a:ea typeface="Raleway"/>
              <a:cs typeface="Raleway"/>
              <a:sym typeface="Raleway"/>
            </a:endParaRPr>
          </a:p>
          <a:p>
            <a:pPr indent="-104394" lvl="1" marL="694944" rtl="0" algn="l">
              <a:lnSpc>
                <a:spcPct val="100000"/>
              </a:lnSpc>
              <a:spcBef>
                <a:spcPts val="0"/>
              </a:spcBef>
              <a:spcAft>
                <a:spcPts val="0"/>
              </a:spcAft>
              <a:buSzPts val="1500"/>
              <a:buChar char="○"/>
            </a:pPr>
            <a:r>
              <a:rPr b="0" lang="en" sz="1700">
                <a:latin typeface="Raleway"/>
                <a:ea typeface="Raleway"/>
                <a:cs typeface="Raleway"/>
                <a:sym typeface="Raleway"/>
              </a:rPr>
              <a:t>Induction</a:t>
            </a:r>
            <a:endParaRPr b="0" sz="1700">
              <a:latin typeface="Raleway"/>
              <a:ea typeface="Raleway"/>
              <a:cs typeface="Raleway"/>
              <a:sym typeface="Raleway"/>
            </a:endParaRPr>
          </a:p>
          <a:p>
            <a:pPr indent="-104394" lvl="1" marL="694944" rtl="0" algn="l">
              <a:lnSpc>
                <a:spcPct val="100000"/>
              </a:lnSpc>
              <a:spcBef>
                <a:spcPts val="0"/>
              </a:spcBef>
              <a:spcAft>
                <a:spcPts val="0"/>
              </a:spcAft>
              <a:buSzPts val="1500"/>
              <a:buChar char="○"/>
            </a:pPr>
            <a:r>
              <a:rPr b="0" lang="en" sz="1700">
                <a:latin typeface="Raleway"/>
                <a:ea typeface="Raleway"/>
                <a:cs typeface="Raleway"/>
                <a:sym typeface="Raleway"/>
              </a:rPr>
              <a:t>Abduction</a:t>
            </a:r>
            <a:endParaRPr b="0" sz="1700">
              <a:latin typeface="Raleway"/>
              <a:ea typeface="Raleway"/>
              <a:cs typeface="Raleway"/>
              <a:sym typeface="Raleway"/>
            </a:endParaRPr>
          </a:p>
          <a:p>
            <a:pPr indent="-104394" lvl="1" marL="694944" rtl="0" algn="l">
              <a:lnSpc>
                <a:spcPct val="100000"/>
              </a:lnSpc>
              <a:spcBef>
                <a:spcPts val="0"/>
              </a:spcBef>
              <a:spcAft>
                <a:spcPts val="0"/>
              </a:spcAft>
              <a:buSzPts val="1500"/>
              <a:buChar char="○"/>
            </a:pPr>
            <a:r>
              <a:rPr b="0" lang="en" sz="1700">
                <a:latin typeface="Raleway"/>
                <a:ea typeface="Raleway"/>
                <a:cs typeface="Raleway"/>
                <a:sym typeface="Raleway"/>
              </a:rPr>
              <a:t>Analogical</a:t>
            </a:r>
            <a:endParaRPr b="0" sz="1700">
              <a:latin typeface="Raleway"/>
              <a:ea typeface="Raleway"/>
              <a:cs typeface="Raleway"/>
              <a:sym typeface="Raleway"/>
            </a:endParaRPr>
          </a:p>
          <a:p>
            <a:pPr indent="-153670" lvl="0" marL="274320" rtl="0" algn="l">
              <a:lnSpc>
                <a:spcPct val="100000"/>
              </a:lnSpc>
              <a:spcBef>
                <a:spcPts val="1000"/>
              </a:spcBef>
              <a:spcAft>
                <a:spcPts val="0"/>
              </a:spcAft>
              <a:buSzPts val="1700"/>
              <a:buAutoNum type="arabicPeriod"/>
            </a:pPr>
            <a:r>
              <a:rPr b="1" lang="en" sz="1700"/>
              <a:t>PROBLEM SOLVING</a:t>
            </a:r>
            <a:endParaRPr b="1" sz="1700"/>
          </a:p>
          <a:p>
            <a:pPr indent="-153670" lvl="0" marL="274320" rtl="0" algn="l">
              <a:lnSpc>
                <a:spcPct val="100000"/>
              </a:lnSpc>
              <a:spcBef>
                <a:spcPts val="1000"/>
              </a:spcBef>
              <a:spcAft>
                <a:spcPts val="0"/>
              </a:spcAft>
              <a:buClr>
                <a:schemeClr val="accent1"/>
              </a:buClr>
              <a:buSzPts val="1700"/>
              <a:buAutoNum type="arabicPeriod"/>
            </a:pPr>
            <a:r>
              <a:rPr b="1" lang="en" sz="1700">
                <a:solidFill>
                  <a:schemeClr val="accent1"/>
                </a:solidFill>
              </a:rPr>
              <a:t>ERROR &amp; MENTAL</a:t>
            </a:r>
            <a:br>
              <a:rPr b="1" lang="en" sz="1700">
                <a:solidFill>
                  <a:schemeClr val="accent1"/>
                </a:solidFill>
              </a:rPr>
            </a:br>
            <a:r>
              <a:rPr b="1" lang="en" sz="1700">
                <a:solidFill>
                  <a:schemeClr val="accent1"/>
                </a:solidFill>
              </a:rPr>
              <a:t>MODELS</a:t>
            </a:r>
            <a:endParaRPr b="1" sz="1700">
              <a:solidFill>
                <a:schemeClr val="accent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7" name="Shape 3517"/>
        <p:cNvGrpSpPr/>
        <p:nvPr/>
      </p:nvGrpSpPr>
      <p:grpSpPr>
        <a:xfrm>
          <a:off x="0" y="0"/>
          <a:ext cx="0" cy="0"/>
          <a:chOff x="0" y="0"/>
          <a:chExt cx="0" cy="0"/>
        </a:xfrm>
      </p:grpSpPr>
      <p:sp>
        <p:nvSpPr>
          <p:cNvPr id="3518" name="Google Shape;3518;p114"/>
          <p:cNvSpPr txBox="1"/>
          <p:nvPr>
            <p:ph idx="1" type="subTitle"/>
          </p:nvPr>
        </p:nvSpPr>
        <p:spPr>
          <a:xfrm>
            <a:off x="2786400" y="851550"/>
            <a:ext cx="5133600" cy="3440400"/>
          </a:xfrm>
          <a:prstGeom prst="rect">
            <a:avLst/>
          </a:prstGeom>
        </p:spPr>
        <p:txBody>
          <a:bodyPr anchorCtr="0" anchor="ctr" bIns="91425" lIns="91425" spcFirstLastPara="1" rIns="91425" wrap="square" tIns="91425">
            <a:noAutofit/>
          </a:bodyPr>
          <a:lstStyle/>
          <a:p>
            <a:pPr indent="-323850" lvl="0" marL="457200" marR="0" rtl="0" algn="l">
              <a:lnSpc>
                <a:spcPct val="150000"/>
              </a:lnSpc>
              <a:spcBef>
                <a:spcPts val="1000"/>
              </a:spcBef>
              <a:spcAft>
                <a:spcPts val="0"/>
              </a:spcAft>
              <a:buClr>
                <a:srgbClr val="49476E"/>
              </a:buClr>
              <a:buSzPts val="1500"/>
              <a:buChar char="●"/>
            </a:pPr>
            <a:r>
              <a:rPr b="1" lang="en" sz="1500">
                <a:solidFill>
                  <a:srgbClr val="49476E"/>
                </a:solidFill>
              </a:rPr>
              <a:t>VARIOUS THEORIES OF HOW EMOTION WORKS</a:t>
            </a:r>
            <a:endParaRPr b="1" sz="1500">
              <a:solidFill>
                <a:srgbClr val="49476E"/>
              </a:solidFill>
            </a:endParaRPr>
          </a:p>
          <a:p>
            <a:pPr indent="-311150" lvl="1" marL="914400" marR="0" rtl="0" algn="l">
              <a:lnSpc>
                <a:spcPct val="100000"/>
              </a:lnSpc>
              <a:spcBef>
                <a:spcPts val="0"/>
              </a:spcBef>
              <a:spcAft>
                <a:spcPts val="0"/>
              </a:spcAft>
              <a:buClr>
                <a:srgbClr val="49476E"/>
              </a:buClr>
              <a:buSzPts val="1300"/>
              <a:buChar char="○"/>
            </a:pPr>
            <a:r>
              <a:rPr lang="en" sz="1300">
                <a:solidFill>
                  <a:srgbClr val="49476E"/>
                </a:solidFill>
              </a:rPr>
              <a:t>James-Lange: </a:t>
            </a:r>
            <a:br>
              <a:rPr lang="en" sz="1300">
                <a:solidFill>
                  <a:srgbClr val="49476E"/>
                </a:solidFill>
              </a:rPr>
            </a:br>
            <a:r>
              <a:rPr lang="en" sz="1300">
                <a:solidFill>
                  <a:srgbClr val="49476E"/>
                </a:solidFill>
              </a:rPr>
              <a:t>“Emotion is our interpretation of a physiological reponse to a stimuli”</a:t>
            </a:r>
            <a:endParaRPr sz="1300">
              <a:solidFill>
                <a:srgbClr val="49476E"/>
              </a:solidFill>
            </a:endParaRPr>
          </a:p>
          <a:p>
            <a:pPr indent="-311150" lvl="1" marL="914400" marR="0" rtl="0" algn="l">
              <a:lnSpc>
                <a:spcPct val="100000"/>
              </a:lnSpc>
              <a:spcBef>
                <a:spcPts val="1000"/>
              </a:spcBef>
              <a:spcAft>
                <a:spcPts val="0"/>
              </a:spcAft>
              <a:buClr>
                <a:srgbClr val="49476E"/>
              </a:buClr>
              <a:buSzPts val="1300"/>
              <a:buChar char="○"/>
            </a:pPr>
            <a:r>
              <a:rPr lang="en" sz="1300">
                <a:solidFill>
                  <a:srgbClr val="49476E"/>
                </a:solidFill>
              </a:rPr>
              <a:t>Cannon: </a:t>
            </a:r>
            <a:br>
              <a:rPr lang="en" sz="1300">
                <a:solidFill>
                  <a:srgbClr val="49476E"/>
                </a:solidFill>
              </a:rPr>
            </a:br>
            <a:r>
              <a:rPr lang="en" sz="1300">
                <a:solidFill>
                  <a:srgbClr val="49476E"/>
                </a:solidFill>
              </a:rPr>
              <a:t>“Emotion is a psychological response to a stimuli”</a:t>
            </a:r>
            <a:endParaRPr sz="1300">
              <a:solidFill>
                <a:srgbClr val="49476E"/>
              </a:solidFill>
            </a:endParaRPr>
          </a:p>
          <a:p>
            <a:pPr indent="-311150" lvl="1" marL="914400" marR="0" rtl="0" algn="l">
              <a:lnSpc>
                <a:spcPct val="100000"/>
              </a:lnSpc>
              <a:spcBef>
                <a:spcPts val="1000"/>
              </a:spcBef>
              <a:spcAft>
                <a:spcPts val="0"/>
              </a:spcAft>
              <a:buClr>
                <a:srgbClr val="49476E"/>
              </a:buClr>
              <a:buSzPts val="1300"/>
              <a:buChar char="○"/>
            </a:pPr>
            <a:r>
              <a:rPr lang="en" sz="1300">
                <a:solidFill>
                  <a:srgbClr val="49476E"/>
                </a:solidFill>
              </a:rPr>
              <a:t>Schacter-Signer: </a:t>
            </a:r>
            <a:br>
              <a:rPr lang="en" sz="1300">
                <a:solidFill>
                  <a:srgbClr val="49476E"/>
                </a:solidFill>
              </a:rPr>
            </a:br>
            <a:r>
              <a:rPr lang="en" sz="1300">
                <a:solidFill>
                  <a:srgbClr val="49476E"/>
                </a:solidFill>
              </a:rPr>
              <a:t>“Emotion is the result of our evaluation of our physiological responses, in the light of the whole situation we are in”</a:t>
            </a:r>
            <a:endParaRPr sz="1300">
              <a:solidFill>
                <a:srgbClr val="49476E"/>
              </a:solidFill>
            </a:endParaRPr>
          </a:p>
          <a:p>
            <a:pPr indent="-323850" lvl="0" marL="457200" marR="0" rtl="0" algn="l">
              <a:lnSpc>
                <a:spcPct val="150000"/>
              </a:lnSpc>
              <a:spcBef>
                <a:spcPts val="1000"/>
              </a:spcBef>
              <a:spcAft>
                <a:spcPts val="0"/>
              </a:spcAft>
              <a:buClr>
                <a:srgbClr val="49476E"/>
              </a:buClr>
              <a:buSzPts val="1500"/>
              <a:buChar char="●"/>
            </a:pPr>
            <a:r>
              <a:rPr b="1" lang="en" sz="1500">
                <a:solidFill>
                  <a:srgbClr val="49476E"/>
                </a:solidFill>
              </a:rPr>
              <a:t>EMOTION CLEARLY INVOLVES BOTH COGNITIVE AND PHYSICAL RESPONSES TO STIMULI</a:t>
            </a:r>
            <a:endParaRPr sz="1300">
              <a:solidFill>
                <a:srgbClr val="49476E"/>
              </a:solidFill>
            </a:endParaRPr>
          </a:p>
        </p:txBody>
      </p:sp>
      <p:sp>
        <p:nvSpPr>
          <p:cNvPr id="3519" name="Google Shape;3519;p114"/>
          <p:cNvSpPr txBox="1"/>
          <p:nvPr>
            <p:ph type="title"/>
          </p:nvPr>
        </p:nvSpPr>
        <p:spPr>
          <a:xfrm>
            <a:off x="655650" y="2034578"/>
            <a:ext cx="1788600" cy="914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accent6"/>
              </a:buClr>
              <a:buSzPts val="1100"/>
              <a:buFont typeface="Arial"/>
              <a:buNone/>
            </a:pPr>
            <a:r>
              <a:rPr lang="en" sz="2400"/>
              <a:t>THE HUMAN</a:t>
            </a:r>
            <a:endParaRPr sz="2400"/>
          </a:p>
          <a:p>
            <a:pPr indent="0" lvl="0" marL="0" rtl="0" algn="l">
              <a:lnSpc>
                <a:spcPct val="90000"/>
              </a:lnSpc>
              <a:spcBef>
                <a:spcPts val="0"/>
              </a:spcBef>
              <a:spcAft>
                <a:spcPts val="0"/>
              </a:spcAft>
              <a:buClr>
                <a:schemeClr val="accent6"/>
              </a:buClr>
              <a:buSzPts val="1100"/>
              <a:buFont typeface="Arial"/>
              <a:buNone/>
            </a:pPr>
            <a:r>
              <a:rPr lang="en" sz="2400"/>
              <a:t>-</a:t>
            </a:r>
            <a:endParaRPr sz="2400"/>
          </a:p>
          <a:p>
            <a:pPr indent="0" lvl="0" marL="0" rtl="0" algn="l">
              <a:lnSpc>
                <a:spcPct val="90000"/>
              </a:lnSpc>
              <a:spcBef>
                <a:spcPts val="0"/>
              </a:spcBef>
              <a:spcAft>
                <a:spcPts val="0"/>
              </a:spcAft>
              <a:buNone/>
            </a:pPr>
            <a:r>
              <a:rPr lang="en" sz="2400"/>
              <a:t>EMOTION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4" name="Shape 3524"/>
        <p:cNvGrpSpPr/>
        <p:nvPr/>
      </p:nvGrpSpPr>
      <p:grpSpPr>
        <a:xfrm>
          <a:off x="0" y="0"/>
          <a:ext cx="0" cy="0"/>
          <a:chOff x="0" y="0"/>
          <a:chExt cx="0" cy="0"/>
        </a:xfrm>
      </p:grpSpPr>
      <p:sp>
        <p:nvSpPr>
          <p:cNvPr id="3525" name="Google Shape;3525;p115"/>
          <p:cNvSpPr txBox="1"/>
          <p:nvPr>
            <p:ph idx="1" type="subTitle"/>
          </p:nvPr>
        </p:nvSpPr>
        <p:spPr>
          <a:xfrm>
            <a:off x="2786400" y="851550"/>
            <a:ext cx="5133600" cy="3440400"/>
          </a:xfrm>
          <a:prstGeom prst="rect">
            <a:avLst/>
          </a:prstGeom>
        </p:spPr>
        <p:txBody>
          <a:bodyPr anchorCtr="0" anchor="ctr" bIns="91425" lIns="91425" spcFirstLastPara="1" rIns="91425" wrap="square" tIns="91425">
            <a:noAutofit/>
          </a:bodyPr>
          <a:lstStyle/>
          <a:p>
            <a:pPr indent="-323850" lvl="0" marL="457200" rtl="0" algn="l">
              <a:lnSpc>
                <a:spcPct val="150000"/>
              </a:lnSpc>
              <a:spcBef>
                <a:spcPts val="1000"/>
              </a:spcBef>
              <a:spcAft>
                <a:spcPts val="0"/>
              </a:spcAft>
              <a:buClr>
                <a:srgbClr val="49476E"/>
              </a:buClr>
              <a:buSzPts val="1500"/>
              <a:buChar char="●"/>
            </a:pPr>
            <a:r>
              <a:rPr b="1" lang="en" sz="1500">
                <a:solidFill>
                  <a:srgbClr val="49476E"/>
                </a:solidFill>
              </a:rPr>
              <a:t>THE BIOLOGICAL RESPONSE TO PHYSICAL STIMULI IS CALLED </a:t>
            </a:r>
            <a:r>
              <a:rPr b="1" i="1" lang="en" sz="1500" u="sng">
                <a:solidFill>
                  <a:srgbClr val="49476E"/>
                </a:solidFill>
              </a:rPr>
              <a:t>AFFECT</a:t>
            </a:r>
            <a:endParaRPr b="1" i="1" sz="1500" u="sng">
              <a:solidFill>
                <a:srgbClr val="49476E"/>
              </a:solidFill>
            </a:endParaRPr>
          </a:p>
          <a:p>
            <a:pPr indent="-323850" lvl="0" marL="457200" rtl="0" algn="l">
              <a:lnSpc>
                <a:spcPct val="150000"/>
              </a:lnSpc>
              <a:spcBef>
                <a:spcPts val="1000"/>
              </a:spcBef>
              <a:spcAft>
                <a:spcPts val="0"/>
              </a:spcAft>
              <a:buClr>
                <a:srgbClr val="49476E"/>
              </a:buClr>
              <a:buSzPts val="1500"/>
              <a:buChar char="●"/>
            </a:pPr>
            <a:r>
              <a:rPr b="1" lang="en" sz="1500">
                <a:solidFill>
                  <a:srgbClr val="49476E"/>
                </a:solidFill>
              </a:rPr>
              <a:t>AFFECT INFLUENCES HOW WE RESPOND TO SITUATIONS</a:t>
            </a:r>
            <a:endParaRPr sz="1300">
              <a:solidFill>
                <a:srgbClr val="49476E"/>
              </a:solidFill>
            </a:endParaRPr>
          </a:p>
          <a:p>
            <a:pPr indent="-323850" lvl="1" marL="914400" rtl="0" algn="l">
              <a:spcBef>
                <a:spcPts val="0"/>
              </a:spcBef>
              <a:spcAft>
                <a:spcPts val="0"/>
              </a:spcAft>
              <a:buClr>
                <a:srgbClr val="49476E"/>
              </a:buClr>
              <a:buSzPts val="1500"/>
              <a:buChar char="○"/>
            </a:pPr>
            <a:r>
              <a:rPr lang="en" sz="1500">
                <a:solidFill>
                  <a:srgbClr val="49476E"/>
                </a:solidFill>
              </a:rPr>
              <a:t>Positive → creative problem solving</a:t>
            </a:r>
            <a:endParaRPr sz="1500">
              <a:solidFill>
                <a:srgbClr val="49476E"/>
              </a:solidFill>
            </a:endParaRPr>
          </a:p>
          <a:p>
            <a:pPr indent="-323850" lvl="1" marL="914400" rtl="0" algn="l">
              <a:spcBef>
                <a:spcPts val="0"/>
              </a:spcBef>
              <a:spcAft>
                <a:spcPts val="0"/>
              </a:spcAft>
              <a:buClr>
                <a:srgbClr val="49476E"/>
              </a:buClr>
              <a:buSzPts val="1500"/>
              <a:buChar char="○"/>
            </a:pPr>
            <a:r>
              <a:rPr lang="en" sz="1500">
                <a:solidFill>
                  <a:srgbClr val="49476E"/>
                </a:solidFill>
              </a:rPr>
              <a:t>Negative → narrow thinking</a:t>
            </a:r>
            <a:endParaRPr sz="1500">
              <a:solidFill>
                <a:srgbClr val="49476E"/>
              </a:solidFill>
            </a:endParaRPr>
          </a:p>
          <a:p>
            <a:pPr indent="-323850" lvl="0" marL="457200" rtl="0" algn="l">
              <a:spcBef>
                <a:spcPts val="1000"/>
              </a:spcBef>
              <a:spcAft>
                <a:spcPts val="0"/>
              </a:spcAft>
              <a:buClr>
                <a:srgbClr val="49476E"/>
              </a:buClr>
              <a:buSzPts val="1500"/>
              <a:buChar char="●"/>
            </a:pPr>
            <a:r>
              <a:rPr b="1" lang="en" sz="1500">
                <a:solidFill>
                  <a:srgbClr val="49476E"/>
                </a:solidFill>
              </a:rPr>
              <a:t>“Negative affect can make it harder to do even easy tasks; </a:t>
            </a:r>
            <a:br>
              <a:rPr b="1" lang="en" sz="1500">
                <a:solidFill>
                  <a:srgbClr val="49476E"/>
                </a:solidFill>
              </a:rPr>
            </a:br>
            <a:r>
              <a:rPr b="1" lang="en" sz="1500">
                <a:solidFill>
                  <a:srgbClr val="49476E"/>
                </a:solidFill>
              </a:rPr>
              <a:t>Positive affect can make it easier to do difficult tasks”</a:t>
            </a:r>
            <a:br>
              <a:rPr b="1" lang="en" sz="1500">
                <a:solidFill>
                  <a:srgbClr val="49476E"/>
                </a:solidFill>
              </a:rPr>
            </a:br>
            <a:r>
              <a:rPr lang="en" sz="1300">
                <a:solidFill>
                  <a:srgbClr val="49476E"/>
                </a:solidFill>
              </a:rPr>
              <a:t>(Donal Norman)</a:t>
            </a:r>
            <a:endParaRPr b="1" sz="1500">
              <a:solidFill>
                <a:srgbClr val="49476E"/>
              </a:solidFill>
            </a:endParaRPr>
          </a:p>
        </p:txBody>
      </p:sp>
      <p:sp>
        <p:nvSpPr>
          <p:cNvPr id="3526" name="Google Shape;3526;p115"/>
          <p:cNvSpPr txBox="1"/>
          <p:nvPr>
            <p:ph type="title"/>
          </p:nvPr>
        </p:nvSpPr>
        <p:spPr>
          <a:xfrm>
            <a:off x="655650" y="2034578"/>
            <a:ext cx="1788600" cy="914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2400"/>
              <a:t>THE HUMAN</a:t>
            </a:r>
            <a:endParaRPr sz="2400"/>
          </a:p>
          <a:p>
            <a:pPr indent="0" lvl="0" marL="0" rtl="0" algn="l">
              <a:lnSpc>
                <a:spcPct val="90000"/>
              </a:lnSpc>
              <a:spcBef>
                <a:spcPts val="0"/>
              </a:spcBef>
              <a:spcAft>
                <a:spcPts val="0"/>
              </a:spcAft>
              <a:buNone/>
            </a:pPr>
            <a:r>
              <a:rPr lang="en" sz="2400"/>
              <a:t>-</a:t>
            </a:r>
            <a:endParaRPr sz="2400"/>
          </a:p>
          <a:p>
            <a:pPr indent="0" lvl="0" marL="0" rtl="0" algn="l">
              <a:lnSpc>
                <a:spcPct val="90000"/>
              </a:lnSpc>
              <a:spcBef>
                <a:spcPts val="0"/>
              </a:spcBef>
              <a:spcAft>
                <a:spcPts val="0"/>
              </a:spcAft>
              <a:buNone/>
            </a:pPr>
            <a:r>
              <a:rPr lang="en" sz="2400"/>
              <a:t>EMOTION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1" name="Shape 3531"/>
        <p:cNvGrpSpPr/>
        <p:nvPr/>
      </p:nvGrpSpPr>
      <p:grpSpPr>
        <a:xfrm>
          <a:off x="0" y="0"/>
          <a:ext cx="0" cy="0"/>
          <a:chOff x="0" y="0"/>
          <a:chExt cx="0" cy="0"/>
        </a:xfrm>
      </p:grpSpPr>
      <p:sp>
        <p:nvSpPr>
          <p:cNvPr id="3532" name="Google Shape;3532;p116"/>
          <p:cNvSpPr txBox="1"/>
          <p:nvPr>
            <p:ph idx="1" type="subTitle"/>
          </p:nvPr>
        </p:nvSpPr>
        <p:spPr>
          <a:xfrm>
            <a:off x="2786400" y="851550"/>
            <a:ext cx="5133600" cy="3440400"/>
          </a:xfrm>
          <a:prstGeom prst="rect">
            <a:avLst/>
          </a:prstGeom>
        </p:spPr>
        <p:txBody>
          <a:bodyPr anchorCtr="0" anchor="ctr" bIns="91425" lIns="91425" spcFirstLastPara="1" rIns="91425" wrap="square" tIns="91425">
            <a:noAutofit/>
          </a:bodyPr>
          <a:lstStyle/>
          <a:p>
            <a:pPr indent="-311150" lvl="0" marL="457200" rtl="0" algn="l">
              <a:lnSpc>
                <a:spcPct val="150000"/>
              </a:lnSpc>
              <a:spcBef>
                <a:spcPts val="1000"/>
              </a:spcBef>
              <a:spcAft>
                <a:spcPts val="0"/>
              </a:spcAft>
              <a:buClr>
                <a:srgbClr val="49476E"/>
              </a:buClr>
              <a:buSzPts val="1300"/>
              <a:buChar char="●"/>
            </a:pPr>
            <a:r>
              <a:rPr b="1" lang="en" sz="1500">
                <a:solidFill>
                  <a:srgbClr val="49476E"/>
                </a:solidFill>
              </a:rPr>
              <a:t>IMPLICATIONS FOR INTERFACE DESIGN</a:t>
            </a:r>
            <a:endParaRPr b="1" sz="1500">
              <a:solidFill>
                <a:srgbClr val="49476E"/>
              </a:solidFill>
            </a:endParaRPr>
          </a:p>
          <a:p>
            <a:pPr indent="-323850" lvl="1" marL="914400" rtl="0" algn="l">
              <a:spcBef>
                <a:spcPts val="0"/>
              </a:spcBef>
              <a:spcAft>
                <a:spcPts val="0"/>
              </a:spcAft>
              <a:buClr>
                <a:srgbClr val="49476E"/>
              </a:buClr>
              <a:buSzPts val="1500"/>
              <a:buChar char="○"/>
            </a:pPr>
            <a:r>
              <a:rPr b="1" lang="en" sz="1500">
                <a:solidFill>
                  <a:srgbClr val="49476E"/>
                </a:solidFill>
              </a:rPr>
              <a:t>Stress</a:t>
            </a:r>
            <a:r>
              <a:rPr lang="en" sz="1500">
                <a:solidFill>
                  <a:srgbClr val="49476E"/>
                </a:solidFill>
              </a:rPr>
              <a:t> will </a:t>
            </a:r>
            <a:r>
              <a:rPr b="1" lang="en" sz="1500">
                <a:solidFill>
                  <a:srgbClr val="49476E"/>
                </a:solidFill>
              </a:rPr>
              <a:t>increase</a:t>
            </a:r>
            <a:r>
              <a:rPr lang="en" sz="1500">
                <a:solidFill>
                  <a:srgbClr val="49476E"/>
                </a:solidFill>
              </a:rPr>
              <a:t> the difficulty of problem solving</a:t>
            </a:r>
            <a:endParaRPr sz="1500">
              <a:solidFill>
                <a:srgbClr val="49476E"/>
              </a:solidFill>
            </a:endParaRPr>
          </a:p>
          <a:p>
            <a:pPr indent="-323850" lvl="1" marL="914400" rtl="0" algn="l">
              <a:spcBef>
                <a:spcPts val="0"/>
              </a:spcBef>
              <a:spcAft>
                <a:spcPts val="0"/>
              </a:spcAft>
              <a:buClr>
                <a:srgbClr val="49476E"/>
              </a:buClr>
              <a:buSzPts val="1500"/>
              <a:buChar char="○"/>
            </a:pPr>
            <a:r>
              <a:rPr b="1" lang="en" sz="1500">
                <a:solidFill>
                  <a:srgbClr val="49476E"/>
                </a:solidFill>
              </a:rPr>
              <a:t>Relaxed</a:t>
            </a:r>
            <a:r>
              <a:rPr lang="en" sz="1500">
                <a:solidFill>
                  <a:srgbClr val="49476E"/>
                </a:solidFill>
              </a:rPr>
              <a:t> users will be more </a:t>
            </a:r>
            <a:r>
              <a:rPr b="1" lang="en" sz="1500">
                <a:solidFill>
                  <a:srgbClr val="49476E"/>
                </a:solidFill>
              </a:rPr>
              <a:t>forgiving</a:t>
            </a:r>
            <a:r>
              <a:rPr lang="en" sz="1500">
                <a:solidFill>
                  <a:srgbClr val="49476E"/>
                </a:solidFill>
              </a:rPr>
              <a:t> of shortcomings in design</a:t>
            </a:r>
            <a:endParaRPr sz="1500">
              <a:solidFill>
                <a:srgbClr val="49476E"/>
              </a:solidFill>
            </a:endParaRPr>
          </a:p>
          <a:p>
            <a:pPr indent="-323850" lvl="1" marL="914400" rtl="0" algn="l">
              <a:spcBef>
                <a:spcPts val="0"/>
              </a:spcBef>
              <a:spcAft>
                <a:spcPts val="0"/>
              </a:spcAft>
              <a:buClr>
                <a:srgbClr val="49476E"/>
              </a:buClr>
              <a:buSzPts val="1500"/>
              <a:buChar char="○"/>
            </a:pPr>
            <a:r>
              <a:rPr lang="en" sz="1500">
                <a:solidFill>
                  <a:srgbClr val="49476E"/>
                </a:solidFill>
              </a:rPr>
              <a:t>Aesthetically pleasing and rewarding interfaces will </a:t>
            </a:r>
            <a:r>
              <a:rPr b="1" lang="en" sz="1500">
                <a:solidFill>
                  <a:srgbClr val="49476E"/>
                </a:solidFill>
              </a:rPr>
              <a:t>increase positive affect</a:t>
            </a:r>
            <a:endParaRPr b="1" sz="1500">
              <a:solidFill>
                <a:srgbClr val="49476E"/>
              </a:solidFill>
            </a:endParaRPr>
          </a:p>
        </p:txBody>
      </p:sp>
      <p:sp>
        <p:nvSpPr>
          <p:cNvPr id="3533" name="Google Shape;3533;p116"/>
          <p:cNvSpPr txBox="1"/>
          <p:nvPr>
            <p:ph type="title"/>
          </p:nvPr>
        </p:nvSpPr>
        <p:spPr>
          <a:xfrm>
            <a:off x="655650" y="2034578"/>
            <a:ext cx="1788600" cy="914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2400"/>
              <a:t>THE HUMAN</a:t>
            </a:r>
            <a:endParaRPr sz="2400"/>
          </a:p>
          <a:p>
            <a:pPr indent="0" lvl="0" marL="0" rtl="0" algn="l">
              <a:lnSpc>
                <a:spcPct val="90000"/>
              </a:lnSpc>
              <a:spcBef>
                <a:spcPts val="0"/>
              </a:spcBef>
              <a:spcAft>
                <a:spcPts val="0"/>
              </a:spcAft>
              <a:buNone/>
            </a:pPr>
            <a:r>
              <a:rPr lang="en" sz="2400"/>
              <a:t>-</a:t>
            </a:r>
            <a:endParaRPr sz="2400"/>
          </a:p>
          <a:p>
            <a:pPr indent="0" lvl="0" marL="0" rtl="0" algn="l">
              <a:lnSpc>
                <a:spcPct val="90000"/>
              </a:lnSpc>
              <a:spcBef>
                <a:spcPts val="0"/>
              </a:spcBef>
              <a:spcAft>
                <a:spcPts val="0"/>
              </a:spcAft>
              <a:buNone/>
            </a:pPr>
            <a:r>
              <a:rPr lang="en" sz="2400"/>
              <a:t>EMOTION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8" name="Shape 3538"/>
        <p:cNvGrpSpPr/>
        <p:nvPr/>
      </p:nvGrpSpPr>
      <p:grpSpPr>
        <a:xfrm>
          <a:off x="0" y="0"/>
          <a:ext cx="0" cy="0"/>
          <a:chOff x="0" y="0"/>
          <a:chExt cx="0" cy="0"/>
        </a:xfrm>
      </p:grpSpPr>
      <p:sp>
        <p:nvSpPr>
          <p:cNvPr id="3539" name="Google Shape;3539;p117"/>
          <p:cNvSpPr txBox="1"/>
          <p:nvPr>
            <p:ph idx="1" type="subTitle"/>
          </p:nvPr>
        </p:nvSpPr>
        <p:spPr>
          <a:xfrm>
            <a:off x="2786400" y="851550"/>
            <a:ext cx="5133600" cy="3440400"/>
          </a:xfrm>
          <a:prstGeom prst="rect">
            <a:avLst/>
          </a:prstGeom>
        </p:spPr>
        <p:txBody>
          <a:bodyPr anchorCtr="0" anchor="ctr" bIns="91425" lIns="91425" spcFirstLastPara="1" rIns="91425" wrap="square" tIns="91425">
            <a:noAutofit/>
          </a:bodyPr>
          <a:lstStyle/>
          <a:p>
            <a:pPr indent="-323850" lvl="0" marL="457200" rtl="0" algn="l">
              <a:lnSpc>
                <a:spcPct val="150000"/>
              </a:lnSpc>
              <a:spcBef>
                <a:spcPts val="1000"/>
              </a:spcBef>
              <a:spcAft>
                <a:spcPts val="0"/>
              </a:spcAft>
              <a:buClr>
                <a:srgbClr val="49476E"/>
              </a:buClr>
              <a:buSzPts val="1500"/>
              <a:buChar char="●"/>
            </a:pPr>
            <a:r>
              <a:rPr b="1" lang="en" sz="1500">
                <a:solidFill>
                  <a:srgbClr val="49476E"/>
                </a:solidFill>
              </a:rPr>
              <a:t>LONG-TERM</a:t>
            </a:r>
            <a:endParaRPr b="1" sz="1500">
              <a:solidFill>
                <a:srgbClr val="49476E"/>
              </a:solidFill>
            </a:endParaRPr>
          </a:p>
          <a:p>
            <a:pPr indent="-311150" lvl="1" marL="914400" rtl="0" algn="l">
              <a:spcBef>
                <a:spcPts val="0"/>
              </a:spcBef>
              <a:spcAft>
                <a:spcPts val="0"/>
              </a:spcAft>
              <a:buClr>
                <a:srgbClr val="49476E"/>
              </a:buClr>
              <a:buSzPts val="1300"/>
              <a:buChar char="○"/>
            </a:pPr>
            <a:r>
              <a:rPr lang="en" sz="1300">
                <a:solidFill>
                  <a:srgbClr val="49476E"/>
                </a:solidFill>
              </a:rPr>
              <a:t>Gender, physical and intellectual abilities</a:t>
            </a:r>
            <a:endParaRPr b="1" sz="1300">
              <a:solidFill>
                <a:srgbClr val="49476E"/>
              </a:solidFill>
            </a:endParaRPr>
          </a:p>
          <a:p>
            <a:pPr indent="-323850" lvl="0" marL="457200" rtl="0" algn="l">
              <a:lnSpc>
                <a:spcPct val="150000"/>
              </a:lnSpc>
              <a:spcBef>
                <a:spcPts val="1000"/>
              </a:spcBef>
              <a:spcAft>
                <a:spcPts val="0"/>
              </a:spcAft>
              <a:buClr>
                <a:srgbClr val="49476E"/>
              </a:buClr>
              <a:buSzPts val="1500"/>
              <a:buChar char="●"/>
            </a:pPr>
            <a:r>
              <a:rPr b="1" lang="en" sz="1500">
                <a:solidFill>
                  <a:srgbClr val="49476E"/>
                </a:solidFill>
              </a:rPr>
              <a:t>SHORT-TERM</a:t>
            </a:r>
            <a:endParaRPr sz="1300">
              <a:solidFill>
                <a:srgbClr val="49476E"/>
              </a:solidFill>
            </a:endParaRPr>
          </a:p>
          <a:p>
            <a:pPr indent="-311150" lvl="1" marL="914400" rtl="0" algn="l">
              <a:spcBef>
                <a:spcPts val="0"/>
              </a:spcBef>
              <a:spcAft>
                <a:spcPts val="0"/>
              </a:spcAft>
              <a:buClr>
                <a:srgbClr val="49476E"/>
              </a:buClr>
              <a:buSzPts val="1300"/>
              <a:buChar char="○"/>
            </a:pPr>
            <a:r>
              <a:rPr lang="en" sz="1300">
                <a:solidFill>
                  <a:srgbClr val="49476E"/>
                </a:solidFill>
              </a:rPr>
              <a:t>Effect of stress or fatigue</a:t>
            </a:r>
            <a:endParaRPr sz="1300">
              <a:solidFill>
                <a:srgbClr val="49476E"/>
              </a:solidFill>
            </a:endParaRPr>
          </a:p>
          <a:p>
            <a:pPr indent="-323850" lvl="0" marL="457200" rtl="0" algn="l">
              <a:spcBef>
                <a:spcPts val="1000"/>
              </a:spcBef>
              <a:spcAft>
                <a:spcPts val="0"/>
              </a:spcAft>
              <a:buClr>
                <a:srgbClr val="49476E"/>
              </a:buClr>
              <a:buSzPts val="1500"/>
              <a:buChar char="●"/>
            </a:pPr>
            <a:r>
              <a:rPr b="1" lang="en" sz="1500">
                <a:solidFill>
                  <a:srgbClr val="49476E"/>
                </a:solidFill>
              </a:rPr>
              <a:t>CHANGING</a:t>
            </a:r>
            <a:endParaRPr b="1" sz="1500">
              <a:solidFill>
                <a:srgbClr val="49476E"/>
              </a:solidFill>
            </a:endParaRPr>
          </a:p>
          <a:p>
            <a:pPr indent="-311150" lvl="1" marL="914400" rtl="0" algn="l">
              <a:spcBef>
                <a:spcPts val="1000"/>
              </a:spcBef>
              <a:spcAft>
                <a:spcPts val="0"/>
              </a:spcAft>
              <a:buClr>
                <a:srgbClr val="49476E"/>
              </a:buClr>
              <a:buSzPts val="1300"/>
              <a:buChar char="○"/>
            </a:pPr>
            <a:r>
              <a:rPr lang="en" sz="1300">
                <a:solidFill>
                  <a:srgbClr val="49476E"/>
                </a:solidFill>
              </a:rPr>
              <a:t>Age</a:t>
            </a:r>
            <a:endParaRPr sz="1100">
              <a:solidFill>
                <a:srgbClr val="49476E"/>
              </a:solidFill>
            </a:endParaRPr>
          </a:p>
          <a:p>
            <a:pPr indent="-323850" lvl="0" marL="457200" rtl="0" algn="l">
              <a:spcBef>
                <a:spcPts val="1000"/>
              </a:spcBef>
              <a:spcAft>
                <a:spcPts val="0"/>
              </a:spcAft>
              <a:buClr>
                <a:srgbClr val="49476E"/>
              </a:buClr>
              <a:buSzPts val="1500"/>
              <a:buChar char="●"/>
            </a:pPr>
            <a:r>
              <a:rPr b="1" lang="en" sz="1500">
                <a:solidFill>
                  <a:srgbClr val="49476E"/>
                </a:solidFill>
              </a:rPr>
              <a:t>Ask yourself:</a:t>
            </a:r>
            <a:br>
              <a:rPr b="1" lang="en" sz="1500">
                <a:solidFill>
                  <a:srgbClr val="49476E"/>
                </a:solidFill>
              </a:rPr>
            </a:br>
            <a:r>
              <a:rPr b="1" lang="en" sz="1500">
                <a:solidFill>
                  <a:srgbClr val="49476E"/>
                </a:solidFill>
              </a:rPr>
              <a:t>Will design decision exclude section of user population?</a:t>
            </a:r>
            <a:endParaRPr b="1" sz="1500">
              <a:solidFill>
                <a:srgbClr val="49476E"/>
              </a:solidFill>
            </a:endParaRPr>
          </a:p>
        </p:txBody>
      </p:sp>
      <p:sp>
        <p:nvSpPr>
          <p:cNvPr id="3540" name="Google Shape;3540;p117"/>
          <p:cNvSpPr txBox="1"/>
          <p:nvPr>
            <p:ph type="title"/>
          </p:nvPr>
        </p:nvSpPr>
        <p:spPr>
          <a:xfrm>
            <a:off x="331575" y="1962300"/>
            <a:ext cx="2322300" cy="9867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2200"/>
              <a:t>THE HUMAN</a:t>
            </a:r>
            <a:endParaRPr sz="2200"/>
          </a:p>
          <a:p>
            <a:pPr indent="0" lvl="0" marL="0" rtl="0" algn="l">
              <a:lnSpc>
                <a:spcPct val="90000"/>
              </a:lnSpc>
              <a:spcBef>
                <a:spcPts val="0"/>
              </a:spcBef>
              <a:spcAft>
                <a:spcPts val="0"/>
              </a:spcAft>
              <a:buNone/>
            </a:pPr>
            <a:r>
              <a:rPr lang="en" sz="2200"/>
              <a:t>-</a:t>
            </a:r>
            <a:endParaRPr sz="2200"/>
          </a:p>
          <a:p>
            <a:pPr indent="0" lvl="0" marL="0" rtl="0" algn="l">
              <a:lnSpc>
                <a:spcPct val="90000"/>
              </a:lnSpc>
              <a:spcBef>
                <a:spcPts val="0"/>
              </a:spcBef>
              <a:spcAft>
                <a:spcPts val="0"/>
              </a:spcAft>
              <a:buNone/>
            </a:pPr>
            <a:r>
              <a:rPr lang="en" sz="2200"/>
              <a:t>INDIVIDUAL DIFFERENCES</a:t>
            </a:r>
            <a:endParaRPr sz="22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5" name="Shape 3545"/>
        <p:cNvGrpSpPr/>
        <p:nvPr/>
      </p:nvGrpSpPr>
      <p:grpSpPr>
        <a:xfrm>
          <a:off x="0" y="0"/>
          <a:ext cx="0" cy="0"/>
          <a:chOff x="0" y="0"/>
          <a:chExt cx="0" cy="0"/>
        </a:xfrm>
      </p:grpSpPr>
      <p:sp>
        <p:nvSpPr>
          <p:cNvPr id="3546" name="Google Shape;3546;p118"/>
          <p:cNvSpPr txBox="1"/>
          <p:nvPr>
            <p:ph idx="1" type="subTitle"/>
          </p:nvPr>
        </p:nvSpPr>
        <p:spPr>
          <a:xfrm>
            <a:off x="2786400" y="851550"/>
            <a:ext cx="5133600" cy="3440400"/>
          </a:xfrm>
          <a:prstGeom prst="rect">
            <a:avLst/>
          </a:prstGeom>
        </p:spPr>
        <p:txBody>
          <a:bodyPr anchorCtr="0" anchor="ctr" bIns="91425" lIns="91425" spcFirstLastPara="1" rIns="91425" wrap="square" tIns="91425">
            <a:noAutofit/>
          </a:bodyPr>
          <a:lstStyle/>
          <a:p>
            <a:pPr indent="-323850" lvl="0" marL="457200" rtl="0" algn="l">
              <a:lnSpc>
                <a:spcPct val="150000"/>
              </a:lnSpc>
              <a:spcBef>
                <a:spcPts val="1000"/>
              </a:spcBef>
              <a:spcAft>
                <a:spcPts val="0"/>
              </a:spcAft>
              <a:buClr>
                <a:srgbClr val="49476E"/>
              </a:buClr>
              <a:buSzPts val="1500"/>
              <a:buChar char="●"/>
            </a:pPr>
            <a:r>
              <a:rPr b="1" lang="en" sz="1500">
                <a:solidFill>
                  <a:srgbClr val="49476E"/>
                </a:solidFill>
              </a:rPr>
              <a:t>Some direct applications</a:t>
            </a:r>
            <a:endParaRPr b="1" sz="1300">
              <a:solidFill>
                <a:srgbClr val="49476E"/>
              </a:solidFill>
            </a:endParaRPr>
          </a:p>
          <a:p>
            <a:pPr indent="-323850" lvl="0" marL="457200" rtl="0" algn="l">
              <a:lnSpc>
                <a:spcPct val="150000"/>
              </a:lnSpc>
              <a:spcBef>
                <a:spcPts val="1000"/>
              </a:spcBef>
              <a:spcAft>
                <a:spcPts val="0"/>
              </a:spcAft>
              <a:buClr>
                <a:srgbClr val="49476E"/>
              </a:buClr>
              <a:buSzPts val="1500"/>
              <a:buChar char="●"/>
            </a:pPr>
            <a:r>
              <a:rPr b="1" lang="en" sz="1500">
                <a:solidFill>
                  <a:srgbClr val="49476E"/>
                </a:solidFill>
              </a:rPr>
              <a:t>However, correct application generally requires understanding of context in psychology, and an understanding of particular experimental conditions</a:t>
            </a:r>
            <a:endParaRPr b="1" sz="1500">
              <a:solidFill>
                <a:srgbClr val="49476E"/>
              </a:solidFill>
            </a:endParaRPr>
          </a:p>
          <a:p>
            <a:pPr indent="-323850" lvl="0" marL="457200" rtl="0" algn="l">
              <a:spcBef>
                <a:spcPts val="1000"/>
              </a:spcBef>
              <a:spcAft>
                <a:spcPts val="0"/>
              </a:spcAft>
              <a:buClr>
                <a:srgbClr val="49476E"/>
              </a:buClr>
              <a:buSzPts val="1500"/>
              <a:buChar char="●"/>
            </a:pPr>
            <a:r>
              <a:rPr b="1" lang="en" sz="1500">
                <a:solidFill>
                  <a:srgbClr val="49476E"/>
                </a:solidFill>
              </a:rPr>
              <a:t>A lot of knowledge has been distilled in</a:t>
            </a:r>
            <a:endParaRPr b="1" sz="1500">
              <a:solidFill>
                <a:srgbClr val="49476E"/>
              </a:solidFill>
            </a:endParaRPr>
          </a:p>
          <a:p>
            <a:pPr indent="-311150" lvl="1" marL="914400" rtl="0" algn="l">
              <a:spcBef>
                <a:spcPts val="0"/>
              </a:spcBef>
              <a:spcAft>
                <a:spcPts val="0"/>
              </a:spcAft>
              <a:buClr>
                <a:srgbClr val="49476E"/>
              </a:buClr>
              <a:buSzPts val="1300"/>
              <a:buChar char="○"/>
            </a:pPr>
            <a:r>
              <a:rPr lang="en" sz="1300">
                <a:solidFill>
                  <a:srgbClr val="49476E"/>
                </a:solidFill>
              </a:rPr>
              <a:t>Guidelines </a:t>
            </a:r>
            <a:endParaRPr sz="1300">
              <a:solidFill>
                <a:srgbClr val="49476E"/>
              </a:solidFill>
            </a:endParaRPr>
          </a:p>
          <a:p>
            <a:pPr indent="-311150" lvl="1" marL="914400" rtl="0" algn="l">
              <a:spcBef>
                <a:spcPts val="0"/>
              </a:spcBef>
              <a:spcAft>
                <a:spcPts val="0"/>
              </a:spcAft>
              <a:buClr>
                <a:srgbClr val="49476E"/>
              </a:buClr>
              <a:buSzPts val="1300"/>
              <a:buChar char="○"/>
            </a:pPr>
            <a:r>
              <a:rPr lang="en" sz="1300">
                <a:solidFill>
                  <a:srgbClr val="49476E"/>
                </a:solidFill>
              </a:rPr>
              <a:t>Cognitive models</a:t>
            </a:r>
            <a:endParaRPr sz="1300">
              <a:solidFill>
                <a:srgbClr val="49476E"/>
              </a:solidFill>
            </a:endParaRPr>
          </a:p>
          <a:p>
            <a:pPr indent="-311150" lvl="1" marL="914400" rtl="0" algn="l">
              <a:spcBef>
                <a:spcPts val="0"/>
              </a:spcBef>
              <a:spcAft>
                <a:spcPts val="0"/>
              </a:spcAft>
              <a:buClr>
                <a:srgbClr val="49476E"/>
              </a:buClr>
              <a:buSzPts val="1300"/>
              <a:buChar char="○"/>
            </a:pPr>
            <a:r>
              <a:rPr lang="en" sz="1300">
                <a:solidFill>
                  <a:srgbClr val="49476E"/>
                </a:solidFill>
              </a:rPr>
              <a:t>Experimental and analytic evaluation techniques</a:t>
            </a:r>
            <a:endParaRPr b="1" sz="1500">
              <a:solidFill>
                <a:srgbClr val="49476E"/>
              </a:solidFill>
            </a:endParaRPr>
          </a:p>
        </p:txBody>
      </p:sp>
      <p:sp>
        <p:nvSpPr>
          <p:cNvPr id="3547" name="Google Shape;3547;p118"/>
          <p:cNvSpPr txBox="1"/>
          <p:nvPr>
            <p:ph type="title"/>
          </p:nvPr>
        </p:nvSpPr>
        <p:spPr>
          <a:xfrm>
            <a:off x="432225" y="2034575"/>
            <a:ext cx="2178600" cy="914400"/>
          </a:xfrm>
          <a:prstGeom prst="rect">
            <a:avLst/>
          </a:prstGeom>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2200"/>
              <a:t>THE HUMAN</a:t>
            </a:r>
            <a:endParaRPr sz="2200"/>
          </a:p>
          <a:p>
            <a:pPr indent="0" lvl="0" marL="0" marR="0" rtl="0" algn="l">
              <a:lnSpc>
                <a:spcPct val="90000"/>
              </a:lnSpc>
              <a:spcBef>
                <a:spcPts val="0"/>
              </a:spcBef>
              <a:spcAft>
                <a:spcPts val="0"/>
              </a:spcAft>
              <a:buNone/>
            </a:pPr>
            <a:r>
              <a:rPr lang="en" sz="2200"/>
              <a:t>-</a:t>
            </a:r>
            <a:endParaRPr sz="2200"/>
          </a:p>
          <a:p>
            <a:pPr indent="0" lvl="0" marL="0" marR="0" rtl="0" algn="l">
              <a:lnSpc>
                <a:spcPct val="90000"/>
              </a:lnSpc>
              <a:spcBef>
                <a:spcPts val="0"/>
              </a:spcBef>
              <a:spcAft>
                <a:spcPts val="0"/>
              </a:spcAft>
              <a:buNone/>
            </a:pPr>
            <a:r>
              <a:rPr lang="en" sz="2200"/>
              <a:t>PSYCHOLOGY</a:t>
            </a:r>
            <a:endParaRPr sz="2200"/>
          </a:p>
          <a:p>
            <a:pPr indent="0" lvl="0" marL="0" marR="0" rtl="0" algn="l">
              <a:lnSpc>
                <a:spcPct val="90000"/>
              </a:lnSpc>
              <a:spcBef>
                <a:spcPts val="0"/>
              </a:spcBef>
              <a:spcAft>
                <a:spcPts val="0"/>
              </a:spcAft>
              <a:buNone/>
            </a:pPr>
            <a:r>
              <a:rPr lang="en" sz="1300"/>
              <a:t>and the design of interractive system</a:t>
            </a:r>
            <a:endParaRPr sz="1300"/>
          </a:p>
          <a:p>
            <a:pPr indent="0" lvl="0" marL="0" marR="0" rtl="0" algn="l">
              <a:lnSpc>
                <a:spcPct val="90000"/>
              </a:lnSpc>
              <a:spcBef>
                <a:spcPts val="0"/>
              </a:spcBef>
              <a:spcAft>
                <a:spcPts val="0"/>
              </a:spcAft>
              <a:buNone/>
            </a:pPr>
            <a:r>
              <a:t/>
            </a:r>
            <a:endParaRPr sz="22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1" name="Shape 3551"/>
        <p:cNvGrpSpPr/>
        <p:nvPr/>
      </p:nvGrpSpPr>
      <p:grpSpPr>
        <a:xfrm>
          <a:off x="0" y="0"/>
          <a:ext cx="0" cy="0"/>
          <a:chOff x="0" y="0"/>
          <a:chExt cx="0" cy="0"/>
        </a:xfrm>
      </p:grpSpPr>
      <p:sp>
        <p:nvSpPr>
          <p:cNvPr id="3552" name="Google Shape;3552;p119"/>
          <p:cNvSpPr txBox="1"/>
          <p:nvPr>
            <p:ph idx="1" type="subTitle"/>
          </p:nvPr>
        </p:nvSpPr>
        <p:spPr>
          <a:xfrm>
            <a:off x="2642550" y="2801819"/>
            <a:ext cx="3858900" cy="64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a:solidFill>
                  <a:schemeClr val="dk1"/>
                </a:solidFill>
              </a:rPr>
              <a:t>Do you have any questions? </a:t>
            </a:r>
            <a:br>
              <a:rPr lang="en">
                <a:solidFill>
                  <a:schemeClr val="dk1"/>
                </a:solidFill>
              </a:rPr>
            </a:br>
            <a:r>
              <a:rPr lang="en">
                <a:solidFill>
                  <a:schemeClr val="dk1"/>
                </a:solidFill>
              </a:rPr>
              <a:t>chrizmonkey@gmail.com</a:t>
            </a:r>
            <a:endParaRPr>
              <a:solidFill>
                <a:schemeClr val="dk1"/>
              </a:solidFill>
            </a:endParaRPr>
          </a:p>
          <a:p>
            <a:pPr indent="0" lvl="0" marL="0" rtl="0" algn="ctr">
              <a:spcBef>
                <a:spcPts val="0"/>
              </a:spcBef>
              <a:spcAft>
                <a:spcPts val="0"/>
              </a:spcAft>
              <a:buNone/>
            </a:pPr>
            <a:r>
              <a:rPr lang="en">
                <a:solidFill>
                  <a:schemeClr val="dk1"/>
                </a:solidFill>
              </a:rPr>
              <a:t>+84  0937 566 561 </a:t>
            </a:r>
            <a:endParaRPr>
              <a:solidFill>
                <a:schemeClr val="dk1"/>
              </a:solidFill>
            </a:endParaRPr>
          </a:p>
        </p:txBody>
      </p:sp>
      <p:sp>
        <p:nvSpPr>
          <p:cNvPr id="3553" name="Google Shape;3553;p119"/>
          <p:cNvSpPr txBox="1"/>
          <p:nvPr>
            <p:ph type="title"/>
          </p:nvPr>
        </p:nvSpPr>
        <p:spPr>
          <a:xfrm>
            <a:off x="2642550" y="1772900"/>
            <a:ext cx="3858900" cy="640200"/>
          </a:xfrm>
          <a:prstGeom prst="rect">
            <a:avLst/>
          </a:prstGeom>
        </p:spPr>
        <p:txBody>
          <a:bodyPr anchorCtr="0" anchor="ctr" bIns="91425" lIns="0" spcFirstLastPara="1" rIns="0" wrap="square" tIns="91425">
            <a:noAutofit/>
          </a:bodyPr>
          <a:lstStyle/>
          <a:p>
            <a:pPr indent="0" lvl="0" marL="0" rtl="0" algn="ctr">
              <a:spcBef>
                <a:spcPts val="0"/>
              </a:spcBef>
              <a:spcAft>
                <a:spcPts val="0"/>
              </a:spcAft>
              <a:buNone/>
            </a:pPr>
            <a:r>
              <a:rPr lang="en"/>
              <a:t>Thanks!</a:t>
            </a:r>
            <a:endParaRPr/>
          </a:p>
        </p:txBody>
      </p:sp>
      <p:pic>
        <p:nvPicPr>
          <p:cNvPr id="3554" name="Google Shape;3554;p119"/>
          <p:cNvPicPr preferRelativeResize="0"/>
          <p:nvPr/>
        </p:nvPicPr>
        <p:blipFill rotWithShape="1">
          <a:blip r:embed="rId3">
            <a:alphaModFix/>
          </a:blip>
          <a:srcRect b="48422" l="4136" r="46625" t="19665"/>
          <a:stretch/>
        </p:blipFill>
        <p:spPr>
          <a:xfrm>
            <a:off x="974575" y="974550"/>
            <a:ext cx="2227550" cy="1082850"/>
          </a:xfrm>
          <a:prstGeom prst="rect">
            <a:avLst/>
          </a:prstGeom>
          <a:noFill/>
          <a:ln>
            <a:noFill/>
          </a:ln>
        </p:spPr>
      </p:pic>
      <p:pic>
        <p:nvPicPr>
          <p:cNvPr id="3555" name="Google Shape;3555;p119"/>
          <p:cNvPicPr preferRelativeResize="0"/>
          <p:nvPr/>
        </p:nvPicPr>
        <p:blipFill rotWithShape="1">
          <a:blip r:embed="rId4">
            <a:alphaModFix/>
          </a:blip>
          <a:srcRect b="24383" l="51266" r="4159" t="41817"/>
          <a:stretch/>
        </p:blipFill>
        <p:spPr>
          <a:xfrm>
            <a:off x="5731350" y="2219950"/>
            <a:ext cx="2026475" cy="1152449"/>
          </a:xfrm>
          <a:prstGeom prst="rect">
            <a:avLst/>
          </a:prstGeom>
          <a:noFill/>
          <a:ln>
            <a:noFill/>
          </a:ln>
        </p:spPr>
      </p:pic>
      <p:pic>
        <p:nvPicPr>
          <p:cNvPr id="3556" name="Google Shape;3556;p119"/>
          <p:cNvPicPr preferRelativeResize="0"/>
          <p:nvPr/>
        </p:nvPicPr>
        <p:blipFill rotWithShape="1">
          <a:blip r:embed="rId5">
            <a:alphaModFix/>
          </a:blip>
          <a:srcRect b="30194" l="16780" r="16793" t="30186"/>
          <a:stretch/>
        </p:blipFill>
        <p:spPr>
          <a:xfrm>
            <a:off x="3932188" y="362300"/>
            <a:ext cx="1279626" cy="7632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19">
      <a:dk1>
        <a:srgbClr val="31373B"/>
      </a:dk1>
      <a:lt1>
        <a:srgbClr val="FFFFFF"/>
      </a:lt1>
      <a:dk2>
        <a:srgbClr val="444955"/>
      </a:dk2>
      <a:lt2>
        <a:srgbClr val="FFFFFF"/>
      </a:lt2>
      <a:accent1>
        <a:srgbClr val="5A3793"/>
      </a:accent1>
      <a:accent2>
        <a:srgbClr val="EC4E75"/>
      </a:accent2>
      <a:accent3>
        <a:srgbClr val="5A3793"/>
      </a:accent3>
      <a:accent4>
        <a:srgbClr val="5A3793"/>
      </a:accent4>
      <a:accent5>
        <a:srgbClr val="EC4E75"/>
      </a:accent5>
      <a:accent6>
        <a:srgbClr val="5A3793"/>
      </a:accent6>
      <a:hlink>
        <a:srgbClr val="4D4D4D"/>
      </a:hlink>
      <a:folHlink>
        <a:srgbClr val="1C1C1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loomies Social Media by Slidesgo">
  <a:themeElements>
    <a:clrScheme name="Simple Light">
      <a:dk1>
        <a:srgbClr val="2E2E64"/>
      </a:dk1>
      <a:lt1>
        <a:srgbClr val="FFFFFF"/>
      </a:lt1>
      <a:dk2>
        <a:srgbClr val="F8F8F8"/>
      </a:dk2>
      <a:lt2>
        <a:srgbClr val="C9DAF8"/>
      </a:lt2>
      <a:accent1>
        <a:srgbClr val="921937"/>
      </a:accent1>
      <a:accent2>
        <a:srgbClr val="EFEFEF"/>
      </a:accent2>
      <a:accent3>
        <a:srgbClr val="A9FC4E"/>
      </a:accent3>
      <a:accent4>
        <a:srgbClr val="FFCF13"/>
      </a:accent4>
      <a:accent5>
        <a:srgbClr val="2177CF"/>
      </a:accent5>
      <a:accent6>
        <a:srgbClr val="00000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